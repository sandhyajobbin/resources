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49.xml" ContentType="application/vnd.openxmlformats-officedocument.presentationml.slide+xml"/>
  <Override PartName="/ppt/slides/slide51.xml" ContentType="application/vnd.openxmlformats-officedocument.presentationml.slide+xml"/>
  <Override PartName="/ppt/slides/slide53.xml" ContentType="application/vnd.openxmlformats-officedocument.presentationml.slide+xml"/>
  <Override PartName="/ppt/slides/slide55.xml" ContentType="application/vnd.openxmlformats-officedocument.presentationml.slide+xml"/>
  <Override PartName="/ppt/slides/slide57.xml" ContentType="application/vnd.openxmlformats-officedocument.presentationml.slide+xml"/>
  <Override PartName="/ppt/slides/slide59.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4.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1.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7.xml" ContentType="application/vnd.openxmlformats-officedocument.presentationml.slide+xml"/>
  <Override PartName="/ppt/slides/slide79.xml" ContentType="application/vnd.openxmlformats-officedocument.presentationml.slide+xml"/>
  <Override PartName="/ppt/slides/slide81.xml" ContentType="application/vnd.openxmlformats-officedocument.presentationml.slide+xml"/>
  <Override PartName="/ppt/slides/slide83.xml" ContentType="application/vnd.openxmlformats-officedocument.presentationml.slide+xml"/>
  <Override PartName="/ppt/slides/slide85.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1.xml" ContentType="application/vnd.openxmlformats-officedocument.presentationml.slide+xml"/>
  <Override PartName="/ppt/slides/slide93.xml" ContentType="application/vnd.openxmlformats-officedocument.presentationml.slide+xml"/>
  <Override PartName="/ppt/slides/slide95.xml" ContentType="application/vnd.openxmlformats-officedocument.presentationml.slide+xml"/>
  <Override PartName="/ppt/slides/slide98.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s/slide107.xml" ContentType="application/vnd.openxmlformats-officedocument.presentationml.slide+xml"/>
  <Override PartName="/ppt/slides/slide109.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7.xml" ContentType="application/vnd.openxmlformats-officedocument.presentationml.slide+xml"/>
  <Override PartName="/ppt/slides/slide119.xml" ContentType="application/vnd.openxmlformats-officedocument.presentationml.slide+xml"/>
  <Override PartName="/ppt/slides/slide121.xml" ContentType="application/vnd.openxmlformats-officedocument.presentationml.slide+xml"/>
  <Override PartName="/ppt/slides/slide123.xml" ContentType="application/vnd.openxmlformats-officedocument.presentationml.slide+xml"/>
  <Override PartName="/ppt/slides/slide125.xml" ContentType="application/vnd.openxmlformats-officedocument.presentationml.slide+xml"/>
  <Override PartName="/ppt/slides/slide127.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133.xml" ContentType="application/vnd.openxmlformats-officedocument.presentationml.slide+xml"/>
  <Override PartName="/ppt/slides/slide135.xml" ContentType="application/vnd.openxmlformats-officedocument.presentationml.slide+xml"/>
  <Override PartName="/ppt/slides/slide137.xml" ContentType="application/vnd.openxmlformats-officedocument.presentationml.slide+xml"/>
  <Override PartName="/ppt/slides/slide139.xml" ContentType="application/vnd.openxmlformats-officedocument.presentationml.slide+xml"/>
  <Override PartName="/ppt/slides/slide141.xml" ContentType="application/vnd.openxmlformats-officedocument.presentationml.slide+xml"/>
  <Override PartName="/ppt/slides/slide143.xml" ContentType="application/vnd.openxmlformats-officedocument.presentationml.slide+xml"/>
  <Override PartName="/ppt/slides/slide145.xml" ContentType="application/vnd.openxmlformats-officedocument.presentationml.slide+xml"/>
  <Override PartName="/ppt/slides/slide147.xml" ContentType="application/vnd.openxmlformats-officedocument.presentationml.slide+xml"/>
  <Override PartName="/ppt/slides/slide149.xml" ContentType="application/vnd.openxmlformats-officedocument.presentationml.slide+xml"/>
  <Override PartName="/ppt/slides/slide151.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0.xml" ContentType="application/vnd.openxmlformats-officedocument.presentationml.slide+xml"/>
  <Override PartName="/ppt/slides/slide162.xml" ContentType="application/vnd.openxmlformats-officedocument.presentationml.slide+xml"/>
  <Override PartName="/ppt/slides/slide164.xml" ContentType="application/vnd.openxmlformats-officedocument.presentationml.slide+xml"/>
  <Override PartName="/ppt/slides/slide166.xml" ContentType="application/vnd.openxmlformats-officedocument.presentationml.slide+xml"/>
  <Override PartName="/ppt/slides/slide168.xml" ContentType="application/vnd.openxmlformats-officedocument.presentationml.slide+xml"/>
  <Override PartName="/ppt/slides/slide170.xml" ContentType="application/vnd.openxmlformats-officedocument.presentationml.slide+xml"/>
  <Override PartName="/ppt/slides/slide172.xml" ContentType="application/vnd.openxmlformats-officedocument.presentationml.slide+xml"/>
  <Override PartName="/ppt/slides/slide174.xml" ContentType="application/vnd.openxmlformats-officedocument.presentationml.slide+xml"/>
  <Override PartName="/ppt/slides/slide176.xml" ContentType="application/vnd.openxmlformats-officedocument.presentationml.slide+xml"/>
  <Override PartName="/ppt/slides/slide17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3.xml" ContentType="application/vnd.openxmlformats-officedocument.presentationml.slide+xml"/>
  <Override PartName="/ppt/slides/slide185.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0.xml" ContentType="application/vnd.openxmlformats-officedocument.presentationml.slide+xml"/>
  <Override PartName="/ppt/slides/slide192.xml" ContentType="application/vnd.openxmlformats-officedocument.presentationml.slide+xml"/>
  <Override PartName="/ppt/slides/slide194.xml" ContentType="application/vnd.openxmlformats-officedocument.presentationml.slide+xml"/>
  <Override PartName="/ppt/slides/slide196.xml" ContentType="application/vnd.openxmlformats-officedocument.presentationml.slide+xml"/>
  <Override PartName="/ppt/slides/slide198.xml" ContentType="application/vnd.openxmlformats-officedocument.presentationml.slide+xml"/>
  <Override PartName="/ppt/slides/slide200.xml" ContentType="application/vnd.openxmlformats-officedocument.presentationml.slide+xml"/>
  <Override PartName="/ppt/slides/slide202.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3.xml" ContentType="application/vnd.openxmlformats-officedocument.presentationml.slide+xml"/>
  <Override PartName="/ppt/slides/slide215.xml" ContentType="application/vnd.openxmlformats-officedocument.presentationml.slide+xml"/>
  <Override PartName="/ppt/slides/slide217.xml" ContentType="application/vnd.openxmlformats-officedocument.presentationml.slide+xml"/>
  <Override PartName="/ppt/slides/slide219.xml" ContentType="application/vnd.openxmlformats-officedocument.presentationml.slide+xml"/>
  <Override PartName="/ppt/slides/slide221.xml" ContentType="application/vnd.openxmlformats-officedocument.presentationml.slide+xml"/>
  <Override PartName="/ppt/slides/slide223.xml" ContentType="application/vnd.openxmlformats-officedocument.presentationml.slide+xml"/>
  <Override PartName="/ppt/slides/slide225.xml" ContentType="application/vnd.openxmlformats-officedocument.presentationml.slide+xml"/>
  <Override PartName="/ppt/slides/slide227.xml" ContentType="application/vnd.openxmlformats-officedocument.presentationml.slide+xml"/>
  <Override PartName="/ppt/slides/slide229.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4.xml" ContentType="application/vnd.openxmlformats-officedocument.presentationml.slide+xml"/>
  <Override PartName="/ppt/slides/slide236.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1.xml" ContentType="application/vnd.openxmlformats-officedocument.presentationml.slide+xml"/>
  <Override PartName="/ppt/slides/slide243.xml" ContentType="application/vnd.openxmlformats-officedocument.presentationml.slide+xml"/>
  <Override PartName="/ppt/slides/slide245.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4.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2.xml" ContentType="application/vnd.openxmlformats-officedocument.presentationml.slide+xml"/>
  <Override PartName="/ppt/slides/slide264.xml" ContentType="application/vnd.openxmlformats-officedocument.presentationml.slide+xml"/>
  <Override PartName="/ppt/slides/slide266.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1.xml" ContentType="application/vnd.openxmlformats-officedocument.presentationml.slide+xml"/>
  <Override PartName="/ppt/slides/slide273.xml" ContentType="application/vnd.openxmlformats-officedocument.presentationml.slide+xml"/>
  <Override PartName="/ppt/slides/slide275.xml" ContentType="application/vnd.openxmlformats-officedocument.presentationml.slide+xml"/>
  <Override PartName="/ppt/slides/slide277.xml" ContentType="application/vnd.openxmlformats-officedocument.presentationml.slide+xml"/>
  <Override PartName="/ppt/slides/slide279.xml" ContentType="application/vnd.openxmlformats-officedocument.presentationml.slide+xml"/>
  <Override PartName="/ppt/slides/slide281.xml" ContentType="application/vnd.openxmlformats-officedocument.presentationml.slide+xml"/>
  <Override PartName="/ppt/slides/slide283.xml" ContentType="application/vnd.openxmlformats-officedocument.presentationml.slide+xml"/>
  <Override PartName="/ppt/slides/slide285.xml" ContentType="application/vnd.openxmlformats-officedocument.presentationml.slide+xml"/>
  <Override PartName="/ppt/slides/slide287.xml" ContentType="application/vnd.openxmlformats-officedocument.presentationml.slide+xml"/>
  <Override PartName="/ppt/slides/slide289.xml" ContentType="application/vnd.openxmlformats-officedocument.presentationml.slide+xml"/>
  <Override PartName="/ppt/slides/slide291.xml" ContentType="application/vnd.openxmlformats-officedocument.presentationml.slide+xml"/>
  <Override PartName="/ppt/slides/slide293.xml" ContentType="application/vnd.openxmlformats-officedocument.presentationml.slide+xml"/>
  <Override PartName="/ppt/slides/slide295.xml" ContentType="application/vnd.openxmlformats-officedocument.presentationml.slide+xml"/>
  <Override PartName="/ppt/slides/slide297.xml" ContentType="application/vnd.openxmlformats-officedocument.presentationml.slide+xml"/>
  <Override PartName="/ppt/slides/slide299.xml" ContentType="application/vnd.openxmlformats-officedocument.presentationml.slide+xml"/>
  <Override PartName="/ppt/slides/slide301.xml" ContentType="application/vnd.openxmlformats-officedocument.presentationml.slide+xml"/>
  <Override PartName="/ppt/slides/slide303.xml" ContentType="application/vnd.openxmlformats-officedocument.presentationml.slide+xml"/>
  <Override PartName="/ppt/slides/slide305.xml" ContentType="application/vnd.openxmlformats-officedocument.presentationml.slide+xml"/>
  <Override PartName="/ppt/slides/slide307.xml" ContentType="application/vnd.openxmlformats-officedocument.presentationml.slide+xml"/>
  <Override PartName="/ppt/slides/slide309.xml" ContentType="application/vnd.openxmlformats-officedocument.presentationml.slide+xml"/>
  <Override PartName="/ppt/slides/slide311.xml" ContentType="application/vnd.openxmlformats-officedocument.presentationml.slide+xml"/>
  <Override PartName="/ppt/slides/slide313.xml" ContentType="application/vnd.openxmlformats-officedocument.presentationml.slide+xml"/>
  <Override PartName="/ppt/slides/slide315.xml" ContentType="application/vnd.openxmlformats-officedocument.presentationml.slide+xml"/>
  <Override PartName="/ppt/slides/slide317.xml" ContentType="application/vnd.openxmlformats-officedocument.presentationml.slide+xml"/>
  <Override PartName="/ppt/slides/slide319.xml" ContentType="application/vnd.openxmlformats-officedocument.presentationml.slide+xml"/>
  <Override PartName="/ppt/slides/slide321.xml" ContentType="application/vnd.openxmlformats-officedocument.presentationml.slide+xml"/>
  <Override PartName="/ppt/slides/slide323.xml" ContentType="application/vnd.openxmlformats-officedocument.presentationml.slide+xml"/>
  <Override PartName="/ppt/slides/slide325.xml" ContentType="application/vnd.openxmlformats-officedocument.presentationml.slide+xml"/>
  <Override PartName="/ppt/slides/slide327.xml" ContentType="application/vnd.openxmlformats-officedocument.presentationml.slide+xml"/>
  <Override PartName="/ppt/slides/slide329.xml" ContentType="application/vnd.openxmlformats-officedocument.presentationml.slide+xml"/>
  <Override PartName="/ppt/slides/slide331.xml" ContentType="application/vnd.openxmlformats-officedocument.presentationml.slide+xml"/>
  <Override PartName="/ppt/slides/slide333.xml" ContentType="application/vnd.openxmlformats-officedocument.presentationml.slide+xml"/>
  <Override PartName="/ppt/slides/slide335.xml" ContentType="application/vnd.openxmlformats-officedocument.presentationml.slide+xml"/>
  <Override PartName="/ppt/slides/slide337.xml" ContentType="application/vnd.openxmlformats-officedocument.presentationml.slide+xml"/>
  <Override PartName="/ppt/slides/slide339.xml" ContentType="application/vnd.openxmlformats-officedocument.presentationml.slide+xml"/>
  <Override PartName="/ppt/slides/slide341.xml" ContentType="application/vnd.openxmlformats-officedocument.presentationml.slide+xml"/>
  <Override PartName="/ppt/slides/slide343.xml" ContentType="application/vnd.openxmlformats-officedocument.presentationml.slide+xml"/>
  <Override PartName="/ppt/slides/slide345.xml" ContentType="application/vnd.openxmlformats-officedocument.presentationml.slide+xml"/>
  <Override PartName="/ppt/slides/slide347.xml" ContentType="application/vnd.openxmlformats-officedocument.presentationml.slide+xml"/>
  <Override PartName="/ppt/slides/slide349.xml" ContentType="application/vnd.openxmlformats-officedocument.presentationml.slide+xml"/>
  <Override PartName="/ppt/slides/slide351.xml" ContentType="application/vnd.openxmlformats-officedocument.presentationml.slide+xml"/>
  <Override PartName="/ppt/slides/slide353.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8.xml" ContentType="application/vnd.openxmlformats-officedocument.presentationml.slide+xml"/>
  <Override PartName="/ppt/slides/slide360.xml" ContentType="application/vnd.openxmlformats-officedocument.presentationml.slide+xml"/>
  <Override PartName="/ppt/slides/slide362.xml" ContentType="application/vnd.openxmlformats-officedocument.presentationml.slide+xml"/>
  <Override PartName="/ppt/slides/slide364.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9.xml" ContentType="application/vnd.openxmlformats-officedocument.presentationml.slide+xml"/>
  <Override PartName="/ppt/slides/slide371.xml" ContentType="application/vnd.openxmlformats-officedocument.presentationml.slide+xml"/>
  <Override PartName="/ppt/slides/slide373.xml" ContentType="application/vnd.openxmlformats-officedocument.presentationml.slide+xml"/>
  <Override PartName="/ppt/slides/slide375.xml" ContentType="application/vnd.openxmlformats-officedocument.presentationml.slide+xml"/>
  <Override PartName="/ppt/slides/slide377.xml" ContentType="application/vnd.openxmlformats-officedocument.presentationml.slide+xml"/>
  <Override PartName="/ppt/slides/slide379.xml" ContentType="application/vnd.openxmlformats-officedocument.presentationml.slide+xml"/>
  <Override PartName="/ppt/slides/slide381.xml" ContentType="application/vnd.openxmlformats-officedocument.presentationml.slide+xml"/>
  <Override PartName="/ppt/slides/slide383.xml" ContentType="application/vnd.openxmlformats-officedocument.presentationml.slide+xml"/>
  <Override PartName="/ppt/slides/slide385.xml" ContentType="application/vnd.openxmlformats-officedocument.presentationml.slide+xml"/>
  <Override PartName="/ppt/slides/slide387.xml" ContentType="application/vnd.openxmlformats-officedocument.presentationml.slide+xml"/>
  <Override PartName="/ppt/slides/slide389.xml" ContentType="application/vnd.openxmlformats-officedocument.presentationml.slide+xml"/>
  <Override PartName="/ppt/slides/slide391.xml" ContentType="application/vnd.openxmlformats-officedocument.presentationml.slide+xml"/>
  <Override PartName="/ppt/slides/slide393.xml" ContentType="application/vnd.openxmlformats-officedocument.presentationml.slide+xml"/>
  <Override PartName="/ppt/slides/slide395.xml" ContentType="application/vnd.openxmlformats-officedocument.presentationml.slide+xml"/>
  <Override PartName="/ppt/slides/slide397.xml" ContentType="application/vnd.openxmlformats-officedocument.presentationml.slide+xml"/>
  <Override PartName="/ppt/slides/slide399.xml" ContentType="application/vnd.openxmlformats-officedocument.presentationml.slide+xml"/>
  <Override PartName="/ppt/slides/slide401.xml" ContentType="application/vnd.openxmlformats-officedocument.presentationml.slide+xml"/>
  <Override PartName="/ppt/slides/slide403.xml" ContentType="application/vnd.openxmlformats-officedocument.presentationml.slide+xml"/>
  <Override PartName="/ppt/slides/slide405.xml" ContentType="application/vnd.openxmlformats-officedocument.presentationml.slide+xml"/>
  <Override PartName="/ppt/slides/slide407.xml" ContentType="application/vnd.openxmlformats-officedocument.presentationml.slide+xml"/>
  <Override PartName="/ppt/slides/slide409.xml" ContentType="application/vnd.openxmlformats-officedocument.presentationml.slide+xml"/>
  <Override PartName="/ppt/slides/slide411.xml" ContentType="application/vnd.openxmlformats-officedocument.presentationml.slide+xml"/>
  <Override PartName="/ppt/slides/slide413.xml" ContentType="application/vnd.openxmlformats-officedocument.presentationml.slide+xml"/>
  <Override PartName="/ppt/slides/slide415.xml" ContentType="application/vnd.openxmlformats-officedocument.presentationml.slide+xml"/>
  <Override PartName="/ppt/slides/slide417.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9.xml" ContentType="application/vnd.openxmlformats-officedocument.presentationml.slide+xml"/>
  <Override PartName="/ppt/slides/slide431.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6.xml" ContentType="application/vnd.openxmlformats-officedocument.presentationml.slide+xml"/>
  <Override PartName="/ppt/slides/slide438.xml" ContentType="application/vnd.openxmlformats-officedocument.presentationml.slide+xml"/>
  <Override PartName="/ppt/slides/slide440.xml" ContentType="application/vnd.openxmlformats-officedocument.presentationml.slide+xml"/>
  <Override PartName="/ppt/slides/slide442.xml" ContentType="application/vnd.openxmlformats-officedocument.presentationml.slide+xml"/>
  <Override PartName="/ppt/slides/slide444.xml" ContentType="application/vnd.openxmlformats-officedocument.presentationml.slide+xml"/>
  <Override PartName="/ppt/slides/slide446.xml" ContentType="application/vnd.openxmlformats-officedocument.presentationml.slide+xml"/>
  <Override PartName="/ppt/slides/slide448.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3.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3.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4.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5.xml" ContentType="application/vnd.openxmlformats-officedocument.theme+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6.xml" ContentType="application/vnd.openxmlformats-officedocument.theme+xml"/>
  <Override PartName="/ppt/slideLayouts/slideLayout1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comments/modernComment_1D2_0.xml" ContentType="application/vnd.ms-powerpoint.comments+xml"/>
  <Override PartName="/ppt/notesSlides/notesSlide6.xml" ContentType="application/vnd.openxmlformats-officedocument.presentationml.notesSlide+xml"/>
  <Override PartName="/ppt/comments/modernComment_1D3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comments/modernComment_1E5_0.xml" ContentType="application/vnd.ms-powerpoint.comments+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comments/modernComment_1F4_0.xml" ContentType="application/vnd.ms-powerpoint.comment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omments/modernComment_1F6_0.xml" ContentType="application/vnd.ms-powerpoint.comments+xml"/>
  <Override PartName="/ppt/notesSlides/notesSlide71.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7.xml" ContentType="application/vnd.openxmlformats-officedocument.presentationml.notesSlide+xml"/>
  <Override PartName="/ppt/notesSlides/notesSlide79.xml" ContentType="application/vnd.openxmlformats-officedocument.presentationml.notesSlide+xml"/>
  <Override PartName="/ppt/notesSlides/notesSlide81.xml" ContentType="application/vnd.openxmlformats-officedocument.presentationml.notesSlide+xml"/>
  <Override PartName="/ppt/notesSlides/notesSlide83.xml" ContentType="application/vnd.openxmlformats-officedocument.presentationml.notesSlide+xml"/>
  <Override PartName="/ppt/comments/modernComment_1FD_0.xml" ContentType="application/vnd.ms-powerpoint.comments+xml"/>
  <Override PartName="/ppt/notesSlides/notesSlide85.xml" ContentType="application/vnd.openxmlformats-officedocument.presentationml.notesSlide+xml"/>
  <Override PartName="/ppt/comments/modernComment_1FE_0.xml" ContentType="application/vnd.ms-powerpoint.comments+xml"/>
  <Override PartName="/ppt/notesSlides/notesSlide87.xml" ContentType="application/vnd.openxmlformats-officedocument.presentationml.notesSlide+xml"/>
  <Override PartName="/ppt/comments/modernComment_1FF_0.xml" ContentType="application/vnd.ms-powerpoint.comments+xml"/>
  <Override PartName="/ppt/notesSlides/notesSlide89.xml" ContentType="application/vnd.openxmlformats-officedocument.presentationml.notesSlide+xml"/>
  <Override PartName="/ppt/notesSlides/notesSlide91.xml" ContentType="application/vnd.openxmlformats-officedocument.presentationml.notesSlide+xml"/>
  <Override PartName="/ppt/notesSlides/notesSlide93.xml" ContentType="application/vnd.openxmlformats-officedocument.presentationml.notesSlide+xml"/>
  <Override PartName="/ppt/comments/modernComment_202_0.xml" ContentType="application/vnd.ms-powerpoint.comments+xml"/>
  <Override PartName="/ppt/notesSlides/notesSlide95.xml" ContentType="application/vnd.openxmlformats-officedocument.presentationml.notesSlide+xml"/>
  <Override PartName="/ppt/comments/modernComment_203_0.xml" ContentType="application/vnd.ms-powerpoint.comments+xml"/>
  <Override PartName="/ppt/notesSlides/notesSlide98.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comments/modernComment_207_0.xml" ContentType="application/vnd.ms-powerpoint.comments+xml"/>
  <Override PartName="/ppt/notesSlides/notesSlide105.xml" ContentType="application/vnd.openxmlformats-officedocument.presentationml.notesSlide+xml"/>
  <Override PartName="/ppt/notesSlides/notesSlide107.xml" ContentType="application/vnd.openxmlformats-officedocument.presentationml.notesSlide+xml"/>
  <Override PartName="/ppt/notesSlides/notesSlide109.xml" ContentType="application/vnd.openxmlformats-officedocument.presentationml.notesSlide+xml"/>
  <Override PartName="/ppt/comments/modernComment_20A_0.xml" ContentType="application/vnd.ms-powerpoint.comments+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5.xml" ContentType="application/vnd.openxmlformats-officedocument.presentationml.notesSlide+xml"/>
  <Override PartName="/ppt/notesSlides/notesSlide117.xml" ContentType="application/vnd.openxmlformats-officedocument.presentationml.notesSlide+xml"/>
  <Override PartName="/ppt/comments/modernComment_20F_0.xml" ContentType="application/vnd.ms-powerpoint.comments+xml"/>
  <Override PartName="/ppt/notesSlides/notesSlide119.xml" ContentType="application/vnd.openxmlformats-officedocument.presentationml.notesSlide+xml"/>
  <Override PartName="/ppt/comments/modernComment_210_0.xml" ContentType="application/vnd.ms-powerpoint.comments+xml"/>
  <Override PartName="/ppt/notesSlides/notesSlide121.xml" ContentType="application/vnd.openxmlformats-officedocument.presentationml.notesSlide+xml"/>
  <Override PartName="/ppt/comments/modernComment_211_0.xml" ContentType="application/vnd.ms-powerpoint.comments+xml"/>
  <Override PartName="/ppt/notesSlides/notesSlide123.xml" ContentType="application/vnd.openxmlformats-officedocument.presentationml.notesSlide+xml"/>
  <Override PartName="/ppt/comments/modernComment_212_0.xml" ContentType="application/vnd.ms-powerpoint.comments+xml"/>
  <Override PartName="/ppt/notesSlides/notesSlide125.xml" ContentType="application/vnd.openxmlformats-officedocument.presentationml.notesSlide+xml"/>
  <Override PartName="/ppt/comments/modernComment_213_0.xml" ContentType="application/vnd.ms-powerpoint.comments+xml"/>
  <Override PartName="/ppt/notesSlides/notesSlide127.xml" ContentType="application/vnd.openxmlformats-officedocument.presentationml.notesSlide+xml"/>
  <Override PartName="/ppt/notesSlides/notesSlide129.xml" ContentType="application/vnd.openxmlformats-officedocument.presentationml.notesSlide+xml"/>
  <Override PartName="/ppt/notesSlides/notesSlide131.xml" ContentType="application/vnd.openxmlformats-officedocument.presentationml.notesSlide+xml"/>
  <Override PartName="/ppt/notesSlides/notesSlide133.xml" ContentType="application/vnd.openxmlformats-officedocument.presentationml.notesSlide+xml"/>
  <Override PartName="/ppt/notesSlides/notesSlide135.xml" ContentType="application/vnd.openxmlformats-officedocument.presentationml.notesSlide+xml"/>
  <Override PartName="/ppt/comments/modernComment_218_0.xml" ContentType="application/vnd.ms-powerpoint.comments+xml"/>
  <Override PartName="/ppt/notesSlides/notesSlide137.xml" ContentType="application/vnd.openxmlformats-officedocument.presentationml.notesSlide+xml"/>
  <Override PartName="/ppt/notesSlides/notesSlide139.xml" ContentType="application/vnd.openxmlformats-officedocument.presentationml.notesSlide+xml"/>
  <Override PartName="/ppt/notesSlides/notesSlide141.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comments/modernComment_21D_0.xml" ContentType="application/vnd.ms-powerpoint.comments+xml"/>
  <Override PartName="/ppt/notesSlides/notesSlide147.xml" ContentType="application/vnd.openxmlformats-officedocument.presentationml.notesSlide+xml"/>
  <Override PartName="/ppt/notesSlides/notesSlide149.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5.xml" ContentType="application/vnd.openxmlformats-officedocument.presentationml.notesSlide+xml"/>
  <Override PartName="/ppt/notesSlides/notesSlide157.xml" ContentType="application/vnd.openxmlformats-officedocument.presentationml.notesSlide+xml"/>
  <Override PartName="/ppt/comments/modernComment_224_0.xml" ContentType="application/vnd.ms-powerpoint.comments+xml"/>
  <Override PartName="/ppt/notesSlides/notesSlide159.xml" ContentType="application/vnd.openxmlformats-officedocument.presentationml.notesSlide+xml"/>
  <Override PartName="/ppt/comments/modernComment_225_0.xml" ContentType="application/vnd.ms-powerpoint.comments+xml"/>
  <Override PartName="/ppt/notesSlides/notesSlide161.xml" ContentType="application/vnd.openxmlformats-officedocument.presentationml.notesSlide+xml"/>
  <Override PartName="/ppt/comments/modernComment_226_0.xml" ContentType="application/vnd.ms-powerpoint.comments+xml"/>
  <Override PartName="/ppt/notesSlides/notesSlide163.xml" ContentType="application/vnd.openxmlformats-officedocument.presentationml.notesSlide+xml"/>
  <Override PartName="/ppt/comments/modernComment_227_0.xml" ContentType="application/vnd.ms-powerpoint.comments+xml"/>
  <Override PartName="/ppt/notesSlides/notesSlide165.xml" ContentType="application/vnd.openxmlformats-officedocument.presentationml.notesSlide+xml"/>
  <Override PartName="/ppt/notesSlides/notesSlide167.xml" ContentType="application/vnd.openxmlformats-officedocument.presentationml.notesSlide+xml"/>
  <Override PartName="/ppt/comments/modernComment_229_0.xml" ContentType="application/vnd.ms-powerpoint.comments+xml"/>
  <Override PartName="/ppt/notesSlides/notesSlide169.xml" ContentType="application/vnd.openxmlformats-officedocument.presentationml.notesSlide+xml"/>
  <Override PartName="/ppt/comments/modernComment_22A_0.xml" ContentType="application/vnd.ms-powerpoint.comments+xml"/>
  <Override PartName="/ppt/notesSlides/notesSlide171.xml" ContentType="application/vnd.openxmlformats-officedocument.presentationml.notesSlide+xml"/>
  <Override PartName="/ppt/notesSlides/notesSlide173.xml" ContentType="application/vnd.openxmlformats-officedocument.presentationml.notesSlide+xml"/>
  <Override PartName="/ppt/comments/modernComment_22C_0.xml" ContentType="application/vnd.ms-powerpoint.comments+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8.xml" ContentType="application/vnd.openxmlformats-officedocument.presentationml.notesSlide+xml"/>
  <Override PartName="/ppt/notesSlides/notesSlide180.xml" ContentType="application/vnd.openxmlformats-officedocument.presentationml.notesSlide+xml"/>
  <Override PartName="/ppt/comments/modernComment_22F_0.xml" ContentType="application/vnd.ms-powerpoint.comments+xml"/>
  <Override PartName="/ppt/notesSlides/notesSlide182.xml" ContentType="application/vnd.openxmlformats-officedocument.presentationml.notesSlide+xml"/>
  <Override PartName="/ppt/comments/modernComment_230_0.xml" ContentType="application/vnd.ms-powerpoint.comments+xml"/>
  <Override PartName="/ppt/notesSlides/notesSlide183.xml" ContentType="application/vnd.openxmlformats-officedocument.presentationml.notesSlide+xml"/>
  <Override PartName="/ppt/comments/modernComment_231_0.xml" ContentType="application/vnd.ms-powerpoint.comments+xml"/>
  <Override PartName="/ppt/notesSlides/notesSlide185.xml" ContentType="application/vnd.openxmlformats-officedocument.presentationml.notesSlide+xml"/>
  <Override PartName="/ppt/comments/modernComment_232_0.xml" ContentType="application/vnd.ms-powerpoint.comments+xml"/>
  <Override PartName="/ppt/notesSlides/notesSlide187.xml" ContentType="application/vnd.openxmlformats-officedocument.presentationml.notesSlide+xml"/>
  <Override PartName="/ppt/comments/modernComment_233_0.xml" ContentType="application/vnd.ms-powerpoint.comments+xml"/>
  <Override PartName="/ppt/notesSlides/notesSlide189.xml" ContentType="application/vnd.openxmlformats-officedocument.presentationml.notesSlide+xml"/>
  <Override PartName="/ppt/comments/modernComment_234_0.xml" ContentType="application/vnd.ms-powerpoint.comments+xml"/>
  <Override PartName="/ppt/notesSlides/notesSlide191.xml" ContentType="application/vnd.openxmlformats-officedocument.presentationml.notesSlide+xml"/>
  <Override PartName="/ppt/comments/modernComment_235_0.xml" ContentType="application/vnd.ms-powerpoint.comments+xml"/>
  <Override PartName="/ppt/notesSlides/notesSlide193.xml" ContentType="application/vnd.openxmlformats-officedocument.presentationml.notesSlide+xml"/>
  <Override PartName="/ppt/comments/modernComment_236_0.xml" ContentType="application/vnd.ms-powerpoint.comments+xml"/>
  <Override PartName="/ppt/notesSlides/notesSlide195.xml" ContentType="application/vnd.openxmlformats-officedocument.presentationml.notesSlide+xml"/>
  <Override PartName="/ppt/notesSlides/notesSlide197.xml" ContentType="application/vnd.openxmlformats-officedocument.presentationml.notesSlide+xml"/>
  <Override PartName="/ppt/comments/modernComment_238_0.xml" ContentType="application/vnd.ms-powerpoint.comments+xml"/>
  <Override PartName="/ppt/notesSlides/notesSlide199.xml" ContentType="application/vnd.openxmlformats-officedocument.presentationml.notesSlide+xml"/>
  <Override PartName="/ppt/comments/modernComment_239_0.xml" ContentType="application/vnd.ms-powerpoint.comments+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6.xml" ContentType="application/vnd.openxmlformats-officedocument.presentationml.notesSlide+xml"/>
  <Override PartName="/ppt/notesSlides/notesSlide208.xml" ContentType="application/vnd.openxmlformats-officedocument.presentationml.notesSlide+xml"/>
  <Override PartName="/ppt/notesSlides/notesSlide210.xml" ContentType="application/vnd.openxmlformats-officedocument.presentationml.notesSlide+xml"/>
  <Override PartName="/ppt/notesSlides/notesSlide212.xml" ContentType="application/vnd.openxmlformats-officedocument.presentationml.notesSlide+xml"/>
  <Override PartName="/ppt/notesSlides/notesSlide214.xml" ContentType="application/vnd.openxmlformats-officedocument.presentationml.notesSlide+xml"/>
  <Override PartName="/ppt/notesSlides/notesSlide216.xml" ContentType="application/vnd.openxmlformats-officedocument.presentationml.notesSlide+xml"/>
  <Override PartName="/ppt/notesSlides/notesSlide218.xml" ContentType="application/vnd.openxmlformats-officedocument.presentationml.notesSlide+xml"/>
  <Override PartName="/ppt/notesSlides/notesSlide220.xml" ContentType="application/vnd.openxmlformats-officedocument.presentationml.notesSlide+xml"/>
  <Override PartName="/ppt/notesSlides/notesSlide222.xml" ContentType="application/vnd.openxmlformats-officedocument.presentationml.notesSlide+xml"/>
  <Override PartName="/ppt/comments/modernComment_245_0.xml" ContentType="application/vnd.ms-powerpoint.comments+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7.xml" ContentType="application/vnd.openxmlformats-officedocument.presentationml.notesSlide+xml"/>
  <Override PartName="/ppt/notesSlides/notesSlide229.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4.xml" ContentType="application/vnd.openxmlformats-officedocument.presentationml.notesSlide+xml"/>
  <Override PartName="/ppt/notesSlides/notesSlide236.xml" ContentType="application/vnd.openxmlformats-officedocument.presentationml.notesSlide+xml"/>
  <Override PartName="/ppt/notesSlides/notesSlide238.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4.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2.xml" ContentType="application/vnd.openxmlformats-officedocument.presentationml.notesSlide+xml"/>
  <Override PartName="/ppt/notesSlides/notesSlide254.xml" ContentType="application/vnd.openxmlformats-officedocument.presentationml.notesSlide+xml"/>
  <Override PartName="/ppt/notesSlides/notesSlide256.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1.xml" ContentType="application/vnd.openxmlformats-officedocument.presentationml.notesSlide+xml"/>
  <Override PartName="/ppt/notesSlides/notesSlide263.xml" ContentType="application/vnd.openxmlformats-officedocument.presentationml.notesSlide+xml"/>
  <Override PartName="/ppt/notesSlides/notesSlide265.xml" ContentType="application/vnd.openxmlformats-officedocument.presentationml.notesSlide+xml"/>
  <Override PartName="/ppt/notesSlides/notesSlide267.xml" ContentType="application/vnd.openxmlformats-officedocument.presentationml.notesSlide+xml"/>
  <Override PartName="/ppt/notesSlides/notesSlide269.xml" ContentType="application/vnd.openxmlformats-officedocument.presentationml.notesSlide+xml"/>
  <Override PartName="/ppt/notesSlides/notesSlide271.xml" ContentType="application/vnd.openxmlformats-officedocument.presentationml.notesSlide+xml"/>
  <Override PartName="/ppt/notesSlides/notesSlide273.xml" ContentType="application/vnd.openxmlformats-officedocument.presentationml.notesSlide+xml"/>
  <Override PartName="/ppt/notesSlides/notesSlide275.xml" ContentType="application/vnd.openxmlformats-officedocument.presentationml.notesSlide+xml"/>
  <Override PartName="/ppt/notesSlides/notesSlide277.xml" ContentType="application/vnd.openxmlformats-officedocument.presentationml.notesSlide+xml"/>
  <Override PartName="/ppt/notesSlides/notesSlide279.xml" ContentType="application/vnd.openxmlformats-officedocument.presentationml.notesSlide+xml"/>
  <Override PartName="/ppt/notesSlides/notesSlide281.xml" ContentType="application/vnd.openxmlformats-officedocument.presentationml.notesSlide+xml"/>
  <Override PartName="/ppt/notesSlides/notesSlide283.xml" ContentType="application/vnd.openxmlformats-officedocument.presentationml.notesSlide+xml"/>
  <Override PartName="/ppt/notesSlides/notesSlide285.xml" ContentType="application/vnd.openxmlformats-officedocument.presentationml.notesSlide+xml"/>
  <Override PartName="/ppt/notesSlides/notesSlide287.xml" ContentType="application/vnd.openxmlformats-officedocument.presentationml.notesSlide+xml"/>
  <Override PartName="/ppt/notesSlides/notesSlide289.xml" ContentType="application/vnd.openxmlformats-officedocument.presentationml.notesSlide+xml"/>
  <Override PartName="/ppt/notesSlides/notesSlide291.xml" ContentType="application/vnd.openxmlformats-officedocument.presentationml.notesSlide+xml"/>
  <Override PartName="/ppt/notesSlides/notesSlide293.xml" ContentType="application/vnd.openxmlformats-officedocument.presentationml.notesSlide+xml"/>
  <Override PartName="/ppt/notesSlides/notesSlide295.xml" ContentType="application/vnd.openxmlformats-officedocument.presentationml.notesSlide+xml"/>
  <Override PartName="/ppt/notesSlides/notesSlide297.xml" ContentType="application/vnd.openxmlformats-officedocument.presentationml.notesSlide+xml"/>
  <Override PartName="/ppt/notesSlides/notesSlide299.xml" ContentType="application/vnd.openxmlformats-officedocument.presentationml.notesSlide+xml"/>
  <Override PartName="/ppt/notesSlides/notesSlide301.xml" ContentType="application/vnd.openxmlformats-officedocument.presentationml.notesSlide+xml"/>
  <Override PartName="/ppt/notesSlides/notesSlide303.xml" ContentType="application/vnd.openxmlformats-officedocument.presentationml.notesSlide+xml"/>
  <Override PartName="/ppt/notesSlides/notesSlide305.xml" ContentType="application/vnd.openxmlformats-officedocument.presentationml.notesSlide+xml"/>
  <Override PartName="/ppt/notesSlides/notesSlide307.xml" ContentType="application/vnd.openxmlformats-officedocument.presentationml.notesSlide+xml"/>
  <Override PartName="/ppt/notesSlides/notesSlide309.xml" ContentType="application/vnd.openxmlformats-officedocument.presentationml.notesSlide+xml"/>
  <Override PartName="/ppt/notesSlides/notesSlide311.xml" ContentType="application/vnd.openxmlformats-officedocument.presentationml.notesSlide+xml"/>
  <Override PartName="/ppt/notesSlides/notesSlide313.xml" ContentType="application/vnd.openxmlformats-officedocument.presentationml.notesSlide+xml"/>
  <Override PartName="/ppt/notesSlides/notesSlide315.xml" ContentType="application/vnd.openxmlformats-officedocument.presentationml.notesSlide+xml"/>
  <Override PartName="/ppt/notesSlides/notesSlide317.xml" ContentType="application/vnd.openxmlformats-officedocument.presentationml.notesSlide+xml"/>
  <Override PartName="/ppt/notesSlides/notesSlide319.xml" ContentType="application/vnd.openxmlformats-officedocument.presentationml.notesSlide+xml"/>
  <Override PartName="/ppt/notesSlides/notesSlide321.xml" ContentType="application/vnd.openxmlformats-officedocument.presentationml.notesSlide+xml"/>
  <Override PartName="/ppt/notesSlides/notesSlide323.xml" ContentType="application/vnd.openxmlformats-officedocument.presentationml.notesSlide+xml"/>
  <Override PartName="/ppt/notesSlides/notesSlide325.xml" ContentType="application/vnd.openxmlformats-officedocument.presentationml.notesSlide+xml"/>
  <Override PartName="/ppt/notesSlides/notesSlide327.xml" ContentType="application/vnd.openxmlformats-officedocument.presentationml.notesSlide+xml"/>
  <Override PartName="/ppt/notesSlides/notesSlide329.xml" ContentType="application/vnd.openxmlformats-officedocument.presentationml.notesSlide+xml"/>
  <Override PartName="/ppt/notesSlides/notesSlide331.xml" ContentType="application/vnd.openxmlformats-officedocument.presentationml.notesSlide+xml"/>
  <Override PartName="/ppt/notesSlides/notesSlide333.xml" ContentType="application/vnd.openxmlformats-officedocument.presentationml.notesSlide+xml"/>
  <Override PartName="/ppt/notesSlides/notesSlide335.xml" ContentType="application/vnd.openxmlformats-officedocument.presentationml.notesSlide+xml"/>
  <Override PartName="/ppt/notesSlides/notesSlide337.xml" ContentType="application/vnd.openxmlformats-officedocument.presentationml.notesSlide+xml"/>
  <Override PartName="/ppt/notesSlides/notesSlide339.xml" ContentType="application/vnd.openxmlformats-officedocument.presentationml.notesSlide+xml"/>
  <Override PartName="/ppt/notesSlides/notesSlide341.xml" ContentType="application/vnd.openxmlformats-officedocument.presentationml.notesSlide+xml"/>
  <Override PartName="/ppt/notesSlides/notesSlide343.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8.xml" ContentType="application/vnd.openxmlformats-officedocument.presentationml.notesSlide+xml"/>
  <Override PartName="/ppt/notesSlides/notesSlide350.xml" ContentType="application/vnd.openxmlformats-officedocument.presentationml.notesSlide+xml"/>
  <Override PartName="/ppt/notesSlides/notesSlide352.xml" ContentType="application/vnd.openxmlformats-officedocument.presentationml.notesSlide+xml"/>
  <Override PartName="/ppt/comments/modernComment_289_0.xml" ContentType="application/vnd.ms-powerpoint.comments+xml"/>
  <Override PartName="/ppt/notesSlides/notesSlide354.xml" ContentType="application/vnd.openxmlformats-officedocument.presentationml.notesSlide+xml"/>
  <Override PartName="/ppt/notesSlides/notesSlide356.xml" ContentType="application/vnd.openxmlformats-officedocument.presentationml.notesSlide+xml"/>
  <Override PartName="/ppt/comments/modernComment_28B_0.xml" ContentType="application/vnd.ms-powerpoint.comments+xml"/>
  <Override PartName="/ppt/notesSlides/notesSlide357.xml" ContentType="application/vnd.openxmlformats-officedocument.presentationml.notesSlide+xml"/>
  <Override PartName="/ppt/notesSlides/notesSlide359.xml" ContentType="application/vnd.openxmlformats-officedocument.presentationml.notesSlide+xml"/>
  <Override PartName="/ppt/notesSlides/notesSlide361.xml" ContentType="application/vnd.openxmlformats-officedocument.presentationml.notesSlide+xml"/>
  <Override PartName="/ppt/notesSlides/notesSlide363.xml" ContentType="application/vnd.openxmlformats-officedocument.presentationml.notesSlide+xml"/>
  <Override PartName="/ppt/notesSlides/notesSlide365.xml" ContentType="application/vnd.openxmlformats-officedocument.presentationml.notesSlide+xml"/>
  <Override PartName="/ppt/notesSlides/notesSlide367.xml" ContentType="application/vnd.openxmlformats-officedocument.presentationml.notesSlide+xml"/>
  <Override PartName="/ppt/notesSlides/notesSlide369.xml" ContentType="application/vnd.openxmlformats-officedocument.presentationml.notesSlide+xml"/>
  <Override PartName="/ppt/notesSlides/notesSlide371.xml" ContentType="application/vnd.openxmlformats-officedocument.presentationml.notesSlide+xml"/>
  <Override PartName="/ppt/notesSlides/notesSlide373.xml" ContentType="application/vnd.openxmlformats-officedocument.presentationml.notesSlide+xml"/>
  <Override PartName="/ppt/notesSlides/notesSlide375.xml" ContentType="application/vnd.openxmlformats-officedocument.presentationml.notesSlide+xml"/>
  <Override PartName="/ppt/notesSlides/notesSlide377.xml" ContentType="application/vnd.openxmlformats-officedocument.presentationml.notesSlide+xml"/>
  <Override PartName="/ppt/notesSlides/notesSlide379.xml" ContentType="application/vnd.openxmlformats-officedocument.presentationml.notesSlide+xml"/>
  <Override PartName="/ppt/notesSlides/notesSlide381.xml" ContentType="application/vnd.openxmlformats-officedocument.presentationml.notesSlide+xml"/>
  <Override PartName="/ppt/notesSlides/notesSlide383.xml" ContentType="application/vnd.openxmlformats-officedocument.presentationml.notesSlide+xml"/>
  <Override PartName="/ppt/notesSlides/notesSlide385.xml" ContentType="application/vnd.openxmlformats-officedocument.presentationml.notesSlide+xml"/>
  <Override PartName="/ppt/notesSlides/notesSlide387.xml" ContentType="application/vnd.openxmlformats-officedocument.presentationml.notesSlide+xml"/>
  <Override PartName="/ppt/notesSlides/notesSlide389.xml" ContentType="application/vnd.openxmlformats-officedocument.presentationml.notesSlide+xml"/>
  <Override PartName="/ppt/notesSlides/notesSlide391.xml" ContentType="application/vnd.openxmlformats-officedocument.presentationml.notesSlide+xml"/>
  <Override PartName="/ppt/notesSlides/notesSlide393.xml" ContentType="application/vnd.openxmlformats-officedocument.presentationml.notesSlide+xml"/>
  <Override PartName="/ppt/notesSlides/notesSlide395.xml" ContentType="application/vnd.openxmlformats-officedocument.presentationml.notesSlide+xml"/>
  <Override PartName="/ppt/notesSlides/notesSlide397.xml" ContentType="application/vnd.openxmlformats-officedocument.presentationml.notesSlide+xml"/>
  <Override PartName="/ppt/notesSlides/notesSlide399.xml" ContentType="application/vnd.openxmlformats-officedocument.presentationml.notesSlide+xml"/>
  <Override PartName="/ppt/notesSlides/notesSlide401.xml" ContentType="application/vnd.openxmlformats-officedocument.presentationml.notesSlide+xml"/>
  <Override PartName="/ppt/notesSlides/notesSlide403.xml" ContentType="application/vnd.openxmlformats-officedocument.presentationml.notesSlide+xml"/>
  <Override PartName="/ppt/notesSlides/notesSlide405.xml" ContentType="application/vnd.openxmlformats-officedocument.presentationml.notesSlide+xml"/>
  <Override PartName="/ppt/notesSlides/notesSlide407.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7.xml" ContentType="application/vnd.openxmlformats-officedocument.presentationml.notesSlide+xml"/>
  <Override PartName="/ppt/notesSlides/notesSlide419.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4.xml" ContentType="application/vnd.openxmlformats-officedocument.presentationml.notesSlide+xml"/>
  <Override PartName="/ppt/notesSlides/notesSlide426.xml" ContentType="application/vnd.openxmlformats-officedocument.presentationml.notesSlide+xml"/>
  <Override PartName="/ppt/notesSlides/notesSlide428.xml" ContentType="application/vnd.openxmlformats-officedocument.presentationml.notesSlide+xml"/>
  <Override PartName="/ppt/notesSlides/notesSlide430.xml" ContentType="application/vnd.openxmlformats-officedocument.presentationml.notesSlide+xml"/>
  <Override PartName="/ppt/notesSlides/notesSlide432.xml" ContentType="application/vnd.openxmlformats-officedocument.presentationml.notesSlide+xml"/>
  <Override PartName="/ppt/notesSlides/notesSlide434.xml" ContentType="application/vnd.openxmlformats-officedocument.presentationml.notesSlide+xml"/>
  <Override PartName="/ppt/notesSlides/notesSlide436.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1.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81" r:id="rId4"/>
    <p:sldMasterId id="2147483782" r:id="rId5"/>
    <p:sldMasterId id="2147483783" r:id="rId6"/>
    <p:sldMasterId id="2147483784" r:id="rId7"/>
    <p:sldMasterId id="2147483785" r:id="rId8"/>
    <p:sldMasterId id="2147483786" r:id="rId9"/>
    <p:sldMasterId id="2147483787" r:id="rId10"/>
  </p:sldMasterIdLst>
  <p:notesMasterIdLst>
    <p:notesMasterId r:id="rId470"/>
  </p:notesMasterIdLst>
  <p:sldIdLst>
    <p:sldId id="256" r:id="rId11"/>
    <p:sldId id="465" r:id="rId12"/>
    <p:sldId id="466" r:id="rId14"/>
    <p:sldId id="467" r:id="rId16"/>
    <p:sldId id="468" r:id="rId18"/>
    <p:sldId id="469" r:id="rId19"/>
    <p:sldId id="470" r:id="rId21"/>
    <p:sldId id="471" r:id="rId23"/>
    <p:sldId id="472" r:id="rId25"/>
    <p:sldId id="473" r:id="rId27"/>
    <p:sldId id="474" r:id="rId29"/>
    <p:sldId id="475" r:id="rId31"/>
    <p:sldId id="476" r:id="rId32"/>
    <p:sldId id="477" r:id="rId33"/>
    <p:sldId id="478" r:id="rId34"/>
    <p:sldId id="479" r:id="rId36"/>
    <p:sldId id="480" r:id="rId38"/>
    <p:sldId id="481" r:id="rId40"/>
    <p:sldId id="482" r:id="rId42"/>
    <p:sldId id="483" r:id="rId44"/>
    <p:sldId id="484" r:id="rId46"/>
    <p:sldId id="485" r:id="rId48"/>
    <p:sldId id="486" r:id="rId49"/>
    <p:sldId id="487" r:id="rId51"/>
    <p:sldId id="488" r:id="rId53"/>
    <p:sldId id="489" r:id="rId55"/>
    <p:sldId id="490" r:id="rId57"/>
    <p:sldId id="491" r:id="rId59"/>
    <p:sldId id="492" r:id="rId61"/>
    <p:sldId id="493" r:id="rId63"/>
    <p:sldId id="494" r:id="rId65"/>
    <p:sldId id="495" r:id="rId67"/>
    <p:sldId id="496" r:id="rId69"/>
    <p:sldId id="497" r:id="rId71"/>
    <p:sldId id="498" r:id="rId72"/>
    <p:sldId id="499" r:id="rId74"/>
    <p:sldId id="500" r:id="rId76"/>
    <p:sldId id="501" r:id="rId78"/>
    <p:sldId id="502" r:id="rId79"/>
    <p:sldId id="503" r:id="rId81"/>
    <p:sldId id="504" r:id="rId83"/>
    <p:sldId id="505" r:id="rId85"/>
    <p:sldId id="506" r:id="rId87"/>
    <p:sldId id="507" r:id="rId89"/>
    <p:sldId id="508" r:id="rId91"/>
    <p:sldId id="509" r:id="rId93"/>
    <p:sldId id="510" r:id="rId95"/>
    <p:sldId id="511" r:id="rId97"/>
    <p:sldId id="512" r:id="rId99"/>
    <p:sldId id="513" r:id="rId101"/>
    <p:sldId id="514" r:id="rId103"/>
    <p:sldId id="515" r:id="rId105"/>
    <p:sldId id="516" r:id="rId108"/>
    <p:sldId id="517" r:id="rId110"/>
    <p:sldId id="518" r:id="rId111"/>
    <p:sldId id="519" r:id="rId113"/>
    <p:sldId id="520" r:id="rId115"/>
    <p:sldId id="521" r:id="rId117"/>
    <p:sldId id="522" r:id="rId119"/>
    <p:sldId id="523" r:id="rId121"/>
    <p:sldId id="524" r:id="rId122"/>
    <p:sldId id="525" r:id="rId123"/>
    <p:sldId id="703" r:id="rId124"/>
    <p:sldId id="704" r:id="rId125"/>
    <p:sldId id="526" r:id="rId127"/>
    <p:sldId id="527" r:id="rId129"/>
    <p:sldId id="528" r:id="rId131"/>
    <p:sldId id="529" r:id="rId133"/>
    <p:sldId id="530" r:id="rId135"/>
    <p:sldId id="531" r:id="rId137"/>
    <p:sldId id="532" r:id="rId139"/>
    <p:sldId id="533" r:id="rId141"/>
    <p:sldId id="534" r:id="rId143"/>
    <p:sldId id="535" r:id="rId145"/>
    <p:sldId id="536" r:id="rId147"/>
    <p:sldId id="537" r:id="rId149"/>
    <p:sldId id="538" r:id="rId151"/>
    <p:sldId id="539" r:id="rId153"/>
    <p:sldId id="540" r:id="rId155"/>
    <p:sldId id="541" r:id="rId157"/>
    <p:sldId id="542" r:id="rId159"/>
    <p:sldId id="543" r:id="rId161"/>
    <p:sldId id="544" r:id="rId163"/>
    <p:sldId id="545" r:id="rId164"/>
    <p:sldId id="546" r:id="rId165"/>
    <p:sldId id="700" r:id="rId166"/>
    <p:sldId id="705" r:id="rId167"/>
    <p:sldId id="706" r:id="rId168"/>
    <p:sldId id="547" r:id="rId170"/>
    <p:sldId id="548" r:id="rId172"/>
    <p:sldId id="549" r:id="rId174"/>
    <p:sldId id="550" r:id="rId176"/>
    <p:sldId id="551" r:id="rId178"/>
    <p:sldId id="552" r:id="rId180"/>
    <p:sldId id="553" r:id="rId182"/>
    <p:sldId id="554" r:id="rId184"/>
    <p:sldId id="555" r:id="rId186"/>
    <p:sldId id="556" r:id="rId188"/>
    <p:sldId id="338" r:id="rId190"/>
    <p:sldId id="557" r:id="rId191"/>
    <p:sldId id="558" r:id="rId193"/>
    <p:sldId id="559" r:id="rId195"/>
    <p:sldId id="560" r:id="rId197"/>
    <p:sldId id="561" r:id="rId198"/>
    <p:sldId id="562" r:id="rId200"/>
    <p:sldId id="563" r:id="rId202"/>
    <p:sldId id="564" r:id="rId204"/>
    <p:sldId id="565" r:id="rId206"/>
    <p:sldId id="566" r:id="rId208"/>
    <p:sldId id="567" r:id="rId210"/>
    <p:sldId id="568" r:id="rId212"/>
    <p:sldId id="569" r:id="rId214"/>
    <p:sldId id="350" r:id="rId215"/>
    <p:sldId id="570" r:id="rId216"/>
    <p:sldId id="571" r:id="rId218"/>
    <p:sldId id="572" r:id="rId219"/>
    <p:sldId id="707" r:id="rId220"/>
    <p:sldId id="708" r:id="rId221"/>
    <p:sldId id="573" r:id="rId223"/>
    <p:sldId id="574" r:id="rId225"/>
    <p:sldId id="575" r:id="rId227"/>
    <p:sldId id="576" r:id="rId229"/>
    <p:sldId id="577" r:id="rId231"/>
    <p:sldId id="578" r:id="rId233"/>
    <p:sldId id="579" r:id="rId235"/>
    <p:sldId id="580" r:id="rId237"/>
    <p:sldId id="581" r:id="rId239"/>
    <p:sldId id="582" r:id="rId241"/>
    <p:sldId id="583" r:id="rId242"/>
    <p:sldId id="584" r:id="rId244"/>
    <p:sldId id="585" r:id="rId246"/>
    <p:sldId id="586" r:id="rId248"/>
    <p:sldId id="587" r:id="rId249"/>
    <p:sldId id="588" r:id="rId251"/>
    <p:sldId id="589" r:id="rId253"/>
    <p:sldId id="590" r:id="rId255"/>
    <p:sldId id="591" r:id="rId257"/>
    <p:sldId id="592" r:id="rId258"/>
    <p:sldId id="593" r:id="rId259"/>
    <p:sldId id="701" r:id="rId260"/>
    <p:sldId id="709" r:id="rId261"/>
    <p:sldId id="710" r:id="rId262"/>
    <p:sldId id="594" r:id="rId264"/>
    <p:sldId id="595" r:id="rId268"/>
    <p:sldId id="596" r:id="rId269"/>
    <p:sldId id="597" r:id="rId270"/>
    <p:sldId id="598" r:id="rId272"/>
    <p:sldId id="599" r:id="rId274"/>
    <p:sldId id="600" r:id="rId276"/>
    <p:sldId id="601" r:id="rId278"/>
    <p:sldId id="602" r:id="rId279"/>
    <p:sldId id="603" r:id="rId281"/>
    <p:sldId id="604" r:id="rId283"/>
    <p:sldId id="605" r:id="rId285"/>
    <p:sldId id="606" r:id="rId287"/>
    <p:sldId id="607" r:id="rId289"/>
    <p:sldId id="608" r:id="rId291"/>
    <p:sldId id="609" r:id="rId293"/>
    <p:sldId id="610" r:id="rId295"/>
    <p:sldId id="611" r:id="rId297"/>
    <p:sldId id="612" r:id="rId299"/>
    <p:sldId id="613" r:id="rId301"/>
    <p:sldId id="614" r:id="rId303"/>
    <p:sldId id="615" r:id="rId305"/>
    <p:sldId id="616" r:id="rId307"/>
    <p:sldId id="617" r:id="rId309"/>
    <p:sldId id="618" r:id="rId311"/>
    <p:sldId id="619" r:id="rId313"/>
    <p:sldId id="620" r:id="rId315"/>
    <p:sldId id="621" r:id="rId317"/>
    <p:sldId id="622" r:id="rId319"/>
    <p:sldId id="623" r:id="rId321"/>
    <p:sldId id="624" r:id="rId323"/>
    <p:sldId id="625" r:id="rId325"/>
    <p:sldId id="626" r:id="rId327"/>
    <p:sldId id="627" r:id="rId329"/>
    <p:sldId id="628" r:id="rId331"/>
    <p:sldId id="629" r:id="rId333"/>
    <p:sldId id="630" r:id="rId335"/>
    <p:sldId id="631" r:id="rId337"/>
    <p:sldId id="632" r:id="rId339"/>
    <p:sldId id="633" r:id="rId341"/>
    <p:sldId id="634" r:id="rId343"/>
    <p:sldId id="635" r:id="rId345"/>
    <p:sldId id="636" r:id="rId347"/>
    <p:sldId id="637" r:id="rId349"/>
    <p:sldId id="638" r:id="rId351"/>
    <p:sldId id="639" r:id="rId353"/>
    <p:sldId id="640" r:id="rId355"/>
    <p:sldId id="641" r:id="rId357"/>
    <p:sldId id="642" r:id="rId359"/>
    <p:sldId id="643" r:id="rId361"/>
    <p:sldId id="644" r:id="rId363"/>
    <p:sldId id="645" r:id="rId365"/>
    <p:sldId id="646" r:id="rId366"/>
    <p:sldId id="647" r:id="rId368"/>
    <p:sldId id="648" r:id="rId370"/>
    <p:sldId id="649" r:id="rId372"/>
    <p:sldId id="650" r:id="rId374"/>
    <p:sldId id="651" r:id="rId376"/>
    <p:sldId id="652" r:id="rId377"/>
    <p:sldId id="653" r:id="rId379"/>
    <p:sldId id="654" r:id="rId381"/>
    <p:sldId id="655" r:id="rId383"/>
    <p:sldId id="656" r:id="rId385"/>
    <p:sldId id="657" r:id="rId387"/>
    <p:sldId id="658" r:id="rId389"/>
    <p:sldId id="659" r:id="rId391"/>
    <p:sldId id="660" r:id="rId393"/>
    <p:sldId id="661" r:id="rId395"/>
    <p:sldId id="662" r:id="rId397"/>
    <p:sldId id="663" r:id="rId399"/>
    <p:sldId id="664" r:id="rId401"/>
    <p:sldId id="665" r:id="rId403"/>
    <p:sldId id="666" r:id="rId405"/>
    <p:sldId id="667" r:id="rId407"/>
    <p:sldId id="668" r:id="rId409"/>
    <p:sldId id="669" r:id="rId411"/>
    <p:sldId id="670" r:id="rId413"/>
    <p:sldId id="671" r:id="rId415"/>
    <p:sldId id="672" r:id="rId417"/>
    <p:sldId id="673" r:id="rId419"/>
    <p:sldId id="674" r:id="rId421"/>
    <p:sldId id="675" r:id="rId423"/>
    <p:sldId id="676" r:id="rId425"/>
    <p:sldId id="677" r:id="rId427"/>
    <p:sldId id="678" r:id="rId429"/>
    <p:sldId id="679" r:id="rId430"/>
    <p:sldId id="680" r:id="rId431"/>
    <p:sldId id="681" r:id="rId433"/>
    <p:sldId id="682" r:id="rId434"/>
    <p:sldId id="683" r:id="rId435"/>
    <p:sldId id="711" r:id="rId436"/>
    <p:sldId id="712" r:id="rId437"/>
    <p:sldId id="684" r:id="rId439"/>
    <p:sldId id="685" r:id="rId441"/>
    <p:sldId id="686" r:id="rId443"/>
    <p:sldId id="687" r:id="rId444"/>
    <p:sldId id="688" r:id="rId446"/>
    <p:sldId id="689" r:id="rId448"/>
    <p:sldId id="690" r:id="rId450"/>
    <p:sldId id="691" r:id="rId452"/>
    <p:sldId id="692" r:id="rId454"/>
    <p:sldId id="693" r:id="rId456"/>
    <p:sldId id="694" r:id="rId458"/>
    <p:sldId id="695" r:id="rId460"/>
    <p:sldId id="696" r:id="rId461"/>
    <p:sldId id="697" r:id="rId463"/>
    <p:sldId id="698" r:id="rId465"/>
    <p:sldId id="699" r:id="rId466"/>
    <p:sldId id="702" r:id="rId467"/>
    <p:sldId id="713" r:id="rId468"/>
    <p:sldId id="714" r:id="rId469"/>
  </p:sldIdLst>
  <p:sldSz cx="12192000" cy="6858000"/>
  <p:notesSz cx="6858000" cy="9144000"/>
  <p:embeddedFontLst>
    <p:embeddedFont>
      <p:font typeface="Helvetica Neue" panose="020B0604020202020204" charset="0"/>
      <p:regular r:id="rId471"/>
      <p:bold r:id="rId472"/>
      <p:italic r:id="rId473"/>
      <p:boldItalic r:id="rId474"/>
    </p:embeddedFont>
    <p:embeddedFont>
      <p:font typeface="Poppins" panose="00000500000000000000" pitchFamily="2" charset="0"/>
      <p:regular r:id="rId475"/>
      <p:bold r:id="rId476"/>
      <p:italic r:id="rId477"/>
      <p:boldItalic r:id="rId478"/>
    </p:embeddedFont>
    <p:embeddedFont>
      <p:font typeface="Poppins ExtraBold" panose="00000900000000000000" pitchFamily="2" charset="0"/>
      <p:bold r:id="rId479"/>
    </p:embeddedFont>
    <p:embeddedFont>
      <p:font typeface="Poppins Light" panose="00000400000000000000" pitchFamily="2" charset="0"/>
      <p:regular r:id="rId480"/>
      <p:bold r:id="rId481"/>
      <p:italic r:id="rId482"/>
      <p:boldItalic r:id="rId483"/>
    </p:embeddedFont>
    <p:embeddedFont>
      <p:font typeface="Poppins Medium" panose="00000600000000000000" pitchFamily="2" charset="0"/>
      <p:regular r:id="rId484"/>
      <p:bold r:id="rId485"/>
      <p:italic r:id="rId486"/>
      <p:boldItalic r:id="rId487"/>
    </p:embeddedFont>
    <p:embeddedFont>
      <p:font typeface="Poppins SemiBold" panose="00000700000000000000" pitchFamily="2" charset="0"/>
      <p:regular r:id="rId488"/>
      <p:bold r:id="rId489"/>
      <p:italic r:id="rId490"/>
      <p:boldItalic r:id="rId491"/>
    </p:embeddedFont>
    <p:embeddedFont>
      <p:font typeface="Roboto Mono" panose="00000009000000000000" pitchFamily="49" charset="0"/>
      <p:regular r:id="rId492"/>
      <p:bold r:id="rId493"/>
      <p:italic r:id="rId494"/>
      <p:boldItalic r:id="rId495"/>
    </p:embeddedFont>
    <p:embeddedFont>
      <p:font typeface="Times" panose="02020603050405020304" pitchFamily="18" charset="0"/>
      <p:regular r:id="rId496"/>
      <p:bold r:id="rId497"/>
      <p:italic r:id="rId498"/>
      <p:boldItalic r:id="rId4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C1245F-A1C4-21C3-DFFF-B27B167CFD49}" name="Nithese Krrishna V M" initials="NK" userId="S::krrnithe@sutherlandglobal.com::f389bd71-ddc4-4a43-82b4-cc802c9e98f6" providerId="AD"/>
  <p188:author id="{E614B871-5369-52AD-506D-86F681343671}" name="Angel Mary" initials="AM" userId="S::marangel39@sutherlandglobal.com::51589dca-a658-4c9c-a604-dee521afbfce" providerId="AD"/>
  <p188:author id="{A62EB9F7-5DA3-8116-45FB-F3A788FDA335}" name="Blessy S" initials="BS" userId="S::sbless2@sutherlandglobal.com::15b3e473-e26c-4018-a39b-85200c5350c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B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FA1B4-8A80-031D-EB09-893B68488198}" v="743" dt="2026-07-24T11:50:41.604"/>
    <p1510:client id="{4750E1D6-9691-F21D-AE53-F9119841C0CF}" v="6" dt="2026-07-24T08:33:14.554"/>
    <p1510:client id="{67251426-2600-4EC7-A67B-16DC336323DF}" v="28" dt="2026-07-24T09:02:53.641"/>
    <p1510:client id="{71A4344C-C4AE-5936-CCC0-1DF4AE3814D6}" v="131" dt="2026-07-24T09:21:23.416"/>
    <p1510:client id="{9C82B657-75D3-1C45-55EC-ED9B22C52FB8}" v="360" dt="2026-07-24T11:22:22.810"/>
    <p1510:client id="{C42B399A-B630-47C0-5D90-FE008D662650}" v="27" dt="2026-07-24T09:01:33.034"/>
    <p1510:client id="{CBFC20C4-EDE5-439B-8FCA-2DA8DF38FA3A}" v="2" dt="2026-07-24T09:04:19.813"/>
    <p1510:client id="{F529670E-01D7-86D8-684F-E92477EF507B}" v="387" dt="2026-07-24T11:53:23.064"/>
  </p1510:revLst>
</p1510:revInfo>
</file>

<file path=ppt/tableStyles.xml><?xml version="1.0" encoding="utf-8"?>
<a:tblStyleLst xmlns:a="http://schemas.openxmlformats.org/drawingml/2006/main" def="{7BF8BF6E-ABEA-4E02-84B5-9ECD8EBAA5E9}">
  <a:tblStyle styleId="{7BF8BF6E-ABEA-4E02-84B5-9ECD8EBAA5E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1" d="100"/>
          <a:sy n="71" d="100"/>
        </p:scale>
        <p:origin x="245"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17" Type="http://schemas.openxmlformats.org/officeDocument/2006/relationships/slide" Target="slides/slide107.xml"/><Relationship Id="rId299" Type="http://schemas.openxmlformats.org/officeDocument/2006/relationships/slide" Target="slides/slide289.xml"/><Relationship Id="rId21" Type="http://schemas.openxmlformats.org/officeDocument/2006/relationships/slide" Target="slides/slide11.xml"/><Relationship Id="rId63" Type="http://schemas.openxmlformats.org/officeDocument/2006/relationships/slide" Target="slides/slide53.xml"/><Relationship Id="rId159" Type="http://schemas.openxmlformats.org/officeDocument/2006/relationships/slide" Target="slides/slide149.xml"/><Relationship Id="rId366" Type="http://schemas.openxmlformats.org/officeDocument/2006/relationships/slide" Target="slides/slide356.xml"/><Relationship Id="rId170" Type="http://schemas.openxmlformats.org/officeDocument/2006/relationships/slide" Target="slides/slide160.xml"/><Relationship Id="rId433" Type="http://schemas.openxmlformats.org/officeDocument/2006/relationships/slide" Target="slides/slide423.xml"/><Relationship Id="rId268" Type="http://schemas.openxmlformats.org/officeDocument/2006/relationships/slide" Target="slides/slide258.xml"/><Relationship Id="rId475" Type="http://schemas.openxmlformats.org/officeDocument/2006/relationships/font" Target="fonts/font5.fntdata"/><Relationship Id="rId32" Type="http://schemas.openxmlformats.org/officeDocument/2006/relationships/slide" Target="slides/slide22.xml"/><Relationship Id="rId74" Type="http://schemas.openxmlformats.org/officeDocument/2006/relationships/slide" Target="slides/slide64.xml"/><Relationship Id="rId335" Type="http://schemas.openxmlformats.org/officeDocument/2006/relationships/slide" Target="slides/slide325.xml"/><Relationship Id="rId377" Type="http://schemas.openxmlformats.org/officeDocument/2006/relationships/slide" Target="slides/slide367.xml"/><Relationship Id="rId500" Type="http://schemas.openxmlformats.org/officeDocument/2006/relationships/presProps" Target="presProps.xml"/><Relationship Id="rId5" Type="http://schemas.openxmlformats.org/officeDocument/2006/relationships/slideMaster" Target="slideMasters/slideMaster2.xml"/><Relationship Id="rId237" Type="http://schemas.openxmlformats.org/officeDocument/2006/relationships/slide" Target="slides/slide227.xml"/><Relationship Id="rId279" Type="http://schemas.openxmlformats.org/officeDocument/2006/relationships/slide" Target="slides/slide269.xml"/><Relationship Id="rId444" Type="http://schemas.openxmlformats.org/officeDocument/2006/relationships/slide" Target="slides/slide434.xml"/><Relationship Id="rId486" Type="http://schemas.openxmlformats.org/officeDocument/2006/relationships/font" Target="fonts/font16.fntdata"/><Relationship Id="rId139" Type="http://schemas.openxmlformats.org/officeDocument/2006/relationships/slide" Target="slides/slide129.xml"/><Relationship Id="rId85" Type="http://schemas.openxmlformats.org/officeDocument/2006/relationships/slide" Target="slides/slide75.xml"/><Relationship Id="rId206" Type="http://schemas.openxmlformats.org/officeDocument/2006/relationships/slide" Target="slides/slide196.xml"/><Relationship Id="rId413" Type="http://schemas.openxmlformats.org/officeDocument/2006/relationships/slide" Target="slides/slide403.xml"/><Relationship Id="rId248" Type="http://schemas.openxmlformats.org/officeDocument/2006/relationships/slide" Target="slides/slide238.xml"/><Relationship Id="rId497" Type="http://schemas.openxmlformats.org/officeDocument/2006/relationships/font" Target="fonts/font27.fntdata"/><Relationship Id="rId12" Type="http://schemas.openxmlformats.org/officeDocument/2006/relationships/slide" Target="slides/slide2.xml"/><Relationship Id="rId108" Type="http://schemas.openxmlformats.org/officeDocument/2006/relationships/slide" Target="slides/slide98.xml"/><Relationship Id="rId315" Type="http://schemas.openxmlformats.org/officeDocument/2006/relationships/slide" Target="slides/slide305.xml"/><Relationship Id="rId357" Type="http://schemas.openxmlformats.org/officeDocument/2006/relationships/slide" Target="slides/slide347.xml"/><Relationship Id="rId161" Type="http://schemas.openxmlformats.org/officeDocument/2006/relationships/slide" Target="slides/slide151.xml"/><Relationship Id="rId399" Type="http://schemas.openxmlformats.org/officeDocument/2006/relationships/slide" Target="slides/slide389.xml"/><Relationship Id="rId259" Type="http://schemas.openxmlformats.org/officeDocument/2006/relationships/slide" Target="slides/slide249.xml"/><Relationship Id="rId466" Type="http://schemas.openxmlformats.org/officeDocument/2006/relationships/slide" Target="slides/slide456.xml"/><Relationship Id="rId23" Type="http://schemas.openxmlformats.org/officeDocument/2006/relationships/slide" Target="slides/slide13.xml"/><Relationship Id="rId119" Type="http://schemas.openxmlformats.org/officeDocument/2006/relationships/slide" Target="slides/slide109.xml"/><Relationship Id="rId270" Type="http://schemas.openxmlformats.org/officeDocument/2006/relationships/slide" Target="slides/slide260.xml"/><Relationship Id="rId65" Type="http://schemas.openxmlformats.org/officeDocument/2006/relationships/slide" Target="slides/slide55.xml"/><Relationship Id="rId368" Type="http://schemas.openxmlformats.org/officeDocument/2006/relationships/slide" Target="slides/slide358.xml"/><Relationship Id="rId172" Type="http://schemas.openxmlformats.org/officeDocument/2006/relationships/slide" Target="slides/slide162.xml"/><Relationship Id="rId435" Type="http://schemas.openxmlformats.org/officeDocument/2006/relationships/slide" Target="slides/slide425.xml"/><Relationship Id="rId477" Type="http://schemas.openxmlformats.org/officeDocument/2006/relationships/font" Target="fonts/font7.fntdata"/><Relationship Id="rId281" Type="http://schemas.openxmlformats.org/officeDocument/2006/relationships/slide" Target="slides/slide271.xml"/><Relationship Id="rId337" Type="http://schemas.openxmlformats.org/officeDocument/2006/relationships/slide" Target="slides/slide327.xml"/><Relationship Id="rId502" Type="http://schemas.openxmlformats.org/officeDocument/2006/relationships/theme" Target="theme/theme1.xml"/><Relationship Id="rId34" Type="http://schemas.openxmlformats.org/officeDocument/2006/relationships/slide" Target="slides/slide24.xml"/><Relationship Id="rId76" Type="http://schemas.openxmlformats.org/officeDocument/2006/relationships/slide" Target="slides/slide66.xml"/><Relationship Id="rId141" Type="http://schemas.openxmlformats.org/officeDocument/2006/relationships/slide" Target="slides/slide131.xml"/><Relationship Id="rId379" Type="http://schemas.openxmlformats.org/officeDocument/2006/relationships/slide" Target="slides/slide369.xml"/><Relationship Id="rId7" Type="http://schemas.openxmlformats.org/officeDocument/2006/relationships/slideMaster" Target="slideMasters/slideMaster4.xml"/><Relationship Id="rId239" Type="http://schemas.openxmlformats.org/officeDocument/2006/relationships/slide" Target="slides/slide229.xml"/><Relationship Id="rId446" Type="http://schemas.openxmlformats.org/officeDocument/2006/relationships/slide" Target="slides/slide436.xml"/><Relationship Id="rId488" Type="http://schemas.openxmlformats.org/officeDocument/2006/relationships/font" Target="fonts/font18.fntdata"/><Relationship Id="rId87" Type="http://schemas.openxmlformats.org/officeDocument/2006/relationships/slide" Target="slides/slide77.xml"/><Relationship Id="rId110" Type="http://schemas.openxmlformats.org/officeDocument/2006/relationships/slide" Target="slides/slide100.xml"/><Relationship Id="rId208" Type="http://schemas.openxmlformats.org/officeDocument/2006/relationships/slide" Target="slides/slide198.xml"/><Relationship Id="rId415" Type="http://schemas.openxmlformats.org/officeDocument/2006/relationships/slide" Target="slides/slide405.xml"/><Relationship Id="rId261" Type="http://schemas.openxmlformats.org/officeDocument/2006/relationships/slide" Target="slides/slide251.xml"/><Relationship Id="rId499" Type="http://schemas.openxmlformats.org/officeDocument/2006/relationships/font" Target="fonts/font29.fntdata"/><Relationship Id="rId14" Type="http://schemas.openxmlformats.org/officeDocument/2006/relationships/slide" Target="slides/slide4.xml"/><Relationship Id="rId317" Type="http://schemas.openxmlformats.org/officeDocument/2006/relationships/slide" Target="slides/slide307.xml"/><Relationship Id="rId359" Type="http://schemas.openxmlformats.org/officeDocument/2006/relationships/slide" Target="slides/slide349.xml"/><Relationship Id="rId121" Type="http://schemas.openxmlformats.org/officeDocument/2006/relationships/slide" Target="slides/slide111.xml"/><Relationship Id="rId163" Type="http://schemas.openxmlformats.org/officeDocument/2006/relationships/slide" Target="slides/slide153.xml"/><Relationship Id="rId219" Type="http://schemas.openxmlformats.org/officeDocument/2006/relationships/slide" Target="slides/slide209.xml"/><Relationship Id="rId370" Type="http://schemas.openxmlformats.org/officeDocument/2006/relationships/slide" Target="slides/slide360.xml"/><Relationship Id="rId468" Type="http://schemas.openxmlformats.org/officeDocument/2006/relationships/slide" Target="slides/slide458.xml"/><Relationship Id="rId25" Type="http://schemas.openxmlformats.org/officeDocument/2006/relationships/slide" Target="slides/slide15.xml"/><Relationship Id="rId67" Type="http://schemas.openxmlformats.org/officeDocument/2006/relationships/slide" Target="slides/slide57.xml"/><Relationship Id="rId272" Type="http://schemas.openxmlformats.org/officeDocument/2006/relationships/slide" Target="slides/slide262.xml"/><Relationship Id="rId174" Type="http://schemas.openxmlformats.org/officeDocument/2006/relationships/slide" Target="slides/slide164.xml"/><Relationship Id="rId381" Type="http://schemas.openxmlformats.org/officeDocument/2006/relationships/slide" Target="slides/slide371.xml"/><Relationship Id="rId241" Type="http://schemas.openxmlformats.org/officeDocument/2006/relationships/slide" Target="slides/slide231.xml"/><Relationship Id="rId437" Type="http://schemas.openxmlformats.org/officeDocument/2006/relationships/slide" Target="slides/slide427.xml"/><Relationship Id="rId479" Type="http://schemas.openxmlformats.org/officeDocument/2006/relationships/font" Target="fonts/font9.fntdata"/><Relationship Id="rId36" Type="http://schemas.openxmlformats.org/officeDocument/2006/relationships/slide" Target="slides/slide26.xml"/><Relationship Id="rId283" Type="http://schemas.openxmlformats.org/officeDocument/2006/relationships/slide" Target="slides/slide273.xml"/><Relationship Id="rId339" Type="http://schemas.openxmlformats.org/officeDocument/2006/relationships/slide" Target="slides/slide329.xml"/><Relationship Id="rId490" Type="http://schemas.openxmlformats.org/officeDocument/2006/relationships/font" Target="fonts/font20.fntdata"/><Relationship Id="rId504" Type="http://schemas.microsoft.com/office/2015/10/relationships/revisionInfo" Target="revisionInfo.xml"/><Relationship Id="rId78" Type="http://schemas.openxmlformats.org/officeDocument/2006/relationships/slide" Target="slides/slide68.xml"/><Relationship Id="rId101" Type="http://schemas.openxmlformats.org/officeDocument/2006/relationships/slide" Target="slides/slide91.xml"/><Relationship Id="rId143" Type="http://schemas.openxmlformats.org/officeDocument/2006/relationships/slide" Target="slides/slide133.xml"/><Relationship Id="rId9" Type="http://schemas.openxmlformats.org/officeDocument/2006/relationships/slideMaster" Target="slideMasters/slideMaster6.xml"/><Relationship Id="rId210" Type="http://schemas.openxmlformats.org/officeDocument/2006/relationships/slide" Target="slides/slide200.xml"/><Relationship Id="rId448" Type="http://schemas.openxmlformats.org/officeDocument/2006/relationships/slide" Target="slides/slide438.xml"/><Relationship Id="rId89" Type="http://schemas.openxmlformats.org/officeDocument/2006/relationships/slide" Target="slides/slide79.xml"/><Relationship Id="rId361" Type="http://schemas.openxmlformats.org/officeDocument/2006/relationships/slide" Target="slides/slide351.xml"/><Relationship Id="rId417" Type="http://schemas.openxmlformats.org/officeDocument/2006/relationships/slide" Target="slides/slide407.xml"/><Relationship Id="rId16" Type="http://schemas.openxmlformats.org/officeDocument/2006/relationships/slide" Target="slides/slide6.xml"/><Relationship Id="rId221" Type="http://schemas.openxmlformats.org/officeDocument/2006/relationships/slide" Target="slides/slide211.xml"/><Relationship Id="rId319" Type="http://schemas.openxmlformats.org/officeDocument/2006/relationships/slide" Target="slides/slide309.xml"/><Relationship Id="rId470" Type="http://schemas.openxmlformats.org/officeDocument/2006/relationships/notesMaster" Target="notesMasters/notesMaster1.xml"/><Relationship Id="rId123" Type="http://schemas.openxmlformats.org/officeDocument/2006/relationships/slide" Target="slides/slide113.xml"/><Relationship Id="rId165" Type="http://schemas.openxmlformats.org/officeDocument/2006/relationships/slide" Target="slides/slide155.xml"/><Relationship Id="rId372" Type="http://schemas.openxmlformats.org/officeDocument/2006/relationships/slide" Target="slides/slide362.xml"/><Relationship Id="rId274" Type="http://schemas.openxmlformats.org/officeDocument/2006/relationships/slide" Target="slides/slide264.xml"/><Relationship Id="rId481" Type="http://schemas.openxmlformats.org/officeDocument/2006/relationships/font" Target="fonts/font11.fntdata"/><Relationship Id="rId27" Type="http://schemas.openxmlformats.org/officeDocument/2006/relationships/slide" Target="slides/slide17.xml"/><Relationship Id="rId69" Type="http://schemas.openxmlformats.org/officeDocument/2006/relationships/slide" Target="slides/slide59.xml"/><Relationship Id="rId176" Type="http://schemas.openxmlformats.org/officeDocument/2006/relationships/slide" Target="slides/slide166.xml"/><Relationship Id="rId341" Type="http://schemas.openxmlformats.org/officeDocument/2006/relationships/slide" Target="slides/slide331.xml"/><Relationship Id="rId383" Type="http://schemas.openxmlformats.org/officeDocument/2006/relationships/slide" Target="slides/slide373.xml"/><Relationship Id="rId439" Type="http://schemas.openxmlformats.org/officeDocument/2006/relationships/slide" Target="slides/slide429.xml"/><Relationship Id="rId285" Type="http://schemas.openxmlformats.org/officeDocument/2006/relationships/slide" Target="slides/slide275.xml"/><Relationship Id="rId450" Type="http://schemas.openxmlformats.org/officeDocument/2006/relationships/slide" Target="slides/slide440.xml"/><Relationship Id="rId38" Type="http://schemas.openxmlformats.org/officeDocument/2006/relationships/slide" Target="slides/slide28.xml"/><Relationship Id="rId103" Type="http://schemas.openxmlformats.org/officeDocument/2006/relationships/slide" Target="slides/slide93.xml"/><Relationship Id="rId492" Type="http://schemas.openxmlformats.org/officeDocument/2006/relationships/font" Target="fonts/font22.fntdata"/><Relationship Id="rId91" Type="http://schemas.openxmlformats.org/officeDocument/2006/relationships/slide" Target="slides/slide81.xml"/><Relationship Id="rId145" Type="http://schemas.openxmlformats.org/officeDocument/2006/relationships/slide" Target="slides/slide135.xml"/><Relationship Id="rId212" Type="http://schemas.openxmlformats.org/officeDocument/2006/relationships/slide" Target="slides/slide202.xml"/><Relationship Id="rId49" Type="http://schemas.openxmlformats.org/officeDocument/2006/relationships/slide" Target="slides/slide39.xml"/><Relationship Id="rId461" Type="http://schemas.openxmlformats.org/officeDocument/2006/relationships/slide" Target="slides/slide451.xml"/><Relationship Id="rId198" Type="http://schemas.openxmlformats.org/officeDocument/2006/relationships/slide" Target="slides/slide188.xml"/><Relationship Id="rId321" Type="http://schemas.openxmlformats.org/officeDocument/2006/relationships/slide" Target="slides/slide311.xml"/><Relationship Id="rId363" Type="http://schemas.openxmlformats.org/officeDocument/2006/relationships/slide" Target="slides/slide353.xml"/><Relationship Id="rId419" Type="http://schemas.openxmlformats.org/officeDocument/2006/relationships/slide" Target="slides/slide409.xml"/><Relationship Id="rId223" Type="http://schemas.openxmlformats.org/officeDocument/2006/relationships/slide" Target="slides/slide213.xml"/><Relationship Id="rId430" Type="http://schemas.openxmlformats.org/officeDocument/2006/relationships/slide" Target="slides/slide420.xml"/><Relationship Id="rId18" Type="http://schemas.openxmlformats.org/officeDocument/2006/relationships/slide" Target="slides/slide8.xml"/><Relationship Id="rId472" Type="http://schemas.openxmlformats.org/officeDocument/2006/relationships/font" Target="fonts/font2.fntdata"/><Relationship Id="rId125" Type="http://schemas.openxmlformats.org/officeDocument/2006/relationships/slide" Target="slides/slide115.xml"/><Relationship Id="rId167" Type="http://schemas.openxmlformats.org/officeDocument/2006/relationships/slide" Target="slides/slide157.xml"/><Relationship Id="rId374" Type="http://schemas.openxmlformats.org/officeDocument/2006/relationships/slide" Target="slides/slide36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 Id="rId276" Type="http://schemas.openxmlformats.org/officeDocument/2006/relationships/slide" Target="slides/slide266.xml"/><Relationship Id="rId441" Type="http://schemas.openxmlformats.org/officeDocument/2006/relationships/slide" Target="slides/slide431.xml"/><Relationship Id="rId483" Type="http://schemas.openxmlformats.org/officeDocument/2006/relationships/font" Target="fonts/font13.fntdata"/><Relationship Id="rId40" Type="http://schemas.openxmlformats.org/officeDocument/2006/relationships/slide" Target="slides/slide30.xml"/><Relationship Id="rId178" Type="http://schemas.openxmlformats.org/officeDocument/2006/relationships/slide" Target="slides/slide168.xml"/><Relationship Id="rId301" Type="http://schemas.openxmlformats.org/officeDocument/2006/relationships/slide" Target="slides/slide291.xml"/><Relationship Id="rId343" Type="http://schemas.openxmlformats.org/officeDocument/2006/relationships/slide" Target="slides/slide333.xml"/><Relationship Id="rId385" Type="http://schemas.openxmlformats.org/officeDocument/2006/relationships/slide" Target="slides/slide375.xml"/><Relationship Id="rId287" Type="http://schemas.openxmlformats.org/officeDocument/2006/relationships/slide" Target="slides/slide277.xml"/><Relationship Id="rId452" Type="http://schemas.openxmlformats.org/officeDocument/2006/relationships/slide" Target="slides/slide442.xml"/><Relationship Id="rId494" Type="http://schemas.openxmlformats.org/officeDocument/2006/relationships/font" Target="fonts/font24.fntdata"/><Relationship Id="rId105" Type="http://schemas.openxmlformats.org/officeDocument/2006/relationships/slide" Target="slides/slide95.xml"/><Relationship Id="rId147" Type="http://schemas.openxmlformats.org/officeDocument/2006/relationships/slide" Target="slides/slide137.xml"/><Relationship Id="rId51" Type="http://schemas.openxmlformats.org/officeDocument/2006/relationships/slide" Target="slides/slide41.xml"/><Relationship Id="rId93" Type="http://schemas.openxmlformats.org/officeDocument/2006/relationships/slide" Target="slides/slide83.xml"/><Relationship Id="rId214" Type="http://schemas.openxmlformats.org/officeDocument/2006/relationships/slide" Target="slides/slide204.xml"/><Relationship Id="rId421" Type="http://schemas.openxmlformats.org/officeDocument/2006/relationships/slide" Target="slides/slide411.xml"/><Relationship Id="rId463" Type="http://schemas.openxmlformats.org/officeDocument/2006/relationships/slide" Target="slides/slide453.xml"/><Relationship Id="rId323" Type="http://schemas.openxmlformats.org/officeDocument/2006/relationships/slide" Target="slides/slide313.xml"/><Relationship Id="rId365" Type="http://schemas.openxmlformats.org/officeDocument/2006/relationships/slide" Target="slides/slide355.xml"/><Relationship Id="rId225" Type="http://schemas.openxmlformats.org/officeDocument/2006/relationships/slide" Target="slides/slide215.xml"/><Relationship Id="rId474" Type="http://schemas.openxmlformats.org/officeDocument/2006/relationships/font" Target="fonts/font4.fntdata"/><Relationship Id="rId127" Type="http://schemas.openxmlformats.org/officeDocument/2006/relationships/slide" Target="slides/slide117.xml"/><Relationship Id="rId31" Type="http://schemas.openxmlformats.org/officeDocument/2006/relationships/slide" Target="slides/slide21.xml"/><Relationship Id="rId376" Type="http://schemas.openxmlformats.org/officeDocument/2006/relationships/slide" Target="slides/slide366.xml"/><Relationship Id="rId4" Type="http://schemas.openxmlformats.org/officeDocument/2006/relationships/slideMaster" Target="slideMasters/slideMaster1.xml"/><Relationship Id="rId180" Type="http://schemas.openxmlformats.org/officeDocument/2006/relationships/slide" Target="slides/slide170.xml"/><Relationship Id="rId215" Type="http://schemas.openxmlformats.org/officeDocument/2006/relationships/slide" Target="slides/slide205.xml"/><Relationship Id="rId257" Type="http://schemas.openxmlformats.org/officeDocument/2006/relationships/slide" Target="slides/slide247.xml"/><Relationship Id="rId278" Type="http://schemas.openxmlformats.org/officeDocument/2006/relationships/slide" Target="slides/slide268.xml"/><Relationship Id="rId401" Type="http://schemas.openxmlformats.org/officeDocument/2006/relationships/slide" Target="slides/slide391.xml"/><Relationship Id="rId443" Type="http://schemas.openxmlformats.org/officeDocument/2006/relationships/slide" Target="slides/slide433.xml"/><Relationship Id="rId303" Type="http://schemas.openxmlformats.org/officeDocument/2006/relationships/slide" Target="slides/slide293.xml"/><Relationship Id="rId485" Type="http://schemas.openxmlformats.org/officeDocument/2006/relationships/font" Target="fonts/font15.fntdata"/><Relationship Id="rId42" Type="http://schemas.openxmlformats.org/officeDocument/2006/relationships/slide" Target="slides/slide32.xml"/><Relationship Id="rId345" Type="http://schemas.openxmlformats.org/officeDocument/2006/relationships/slide" Target="slides/slide335.xml"/><Relationship Id="rId387" Type="http://schemas.openxmlformats.org/officeDocument/2006/relationships/slide" Target="slides/slide377.xml"/><Relationship Id="rId191" Type="http://schemas.openxmlformats.org/officeDocument/2006/relationships/slide" Target="slides/slide181.xml"/><Relationship Id="rId289" Type="http://schemas.openxmlformats.org/officeDocument/2006/relationships/slide" Target="slides/slide279.xml"/><Relationship Id="rId454" Type="http://schemas.openxmlformats.org/officeDocument/2006/relationships/slide" Target="slides/slide444.xml"/><Relationship Id="rId496" Type="http://schemas.openxmlformats.org/officeDocument/2006/relationships/font" Target="fonts/font26.fntdata"/><Relationship Id="rId11" Type="http://schemas.openxmlformats.org/officeDocument/2006/relationships/slide" Target="slides/slide1.xml"/><Relationship Id="rId53" Type="http://schemas.openxmlformats.org/officeDocument/2006/relationships/slide" Target="slides/slide43.xml"/><Relationship Id="rId149" Type="http://schemas.openxmlformats.org/officeDocument/2006/relationships/slide" Target="slides/slide139.xml"/><Relationship Id="rId95" Type="http://schemas.openxmlformats.org/officeDocument/2006/relationships/slide" Target="slides/slide85.xml"/><Relationship Id="rId216" Type="http://schemas.openxmlformats.org/officeDocument/2006/relationships/slide" Target="slides/slide206.xml"/><Relationship Id="rId423" Type="http://schemas.openxmlformats.org/officeDocument/2006/relationships/slide" Target="slides/slide413.xml"/><Relationship Id="rId258" Type="http://schemas.openxmlformats.org/officeDocument/2006/relationships/slide" Target="slides/slide248.xml"/><Relationship Id="rId465" Type="http://schemas.openxmlformats.org/officeDocument/2006/relationships/slide" Target="slides/slide455.xml"/><Relationship Id="rId325" Type="http://schemas.openxmlformats.org/officeDocument/2006/relationships/slide" Target="slides/slide315.xml"/><Relationship Id="rId227" Type="http://schemas.openxmlformats.org/officeDocument/2006/relationships/slide" Target="slides/slide217.xml"/><Relationship Id="rId269" Type="http://schemas.openxmlformats.org/officeDocument/2006/relationships/slide" Target="slides/slide259.xml"/><Relationship Id="rId434" Type="http://schemas.openxmlformats.org/officeDocument/2006/relationships/slide" Target="slides/slide424.xml"/><Relationship Id="rId476" Type="http://schemas.openxmlformats.org/officeDocument/2006/relationships/font" Target="fonts/font6.fntdata"/><Relationship Id="rId33" Type="http://schemas.openxmlformats.org/officeDocument/2006/relationships/slide" Target="slides/slide23.xml"/><Relationship Id="rId129" Type="http://schemas.openxmlformats.org/officeDocument/2006/relationships/slide" Target="slides/slide119.xml"/><Relationship Id="rId501" Type="http://schemas.openxmlformats.org/officeDocument/2006/relationships/viewProps" Target="viewProps.xml"/><Relationship Id="rId182" Type="http://schemas.openxmlformats.org/officeDocument/2006/relationships/slide" Target="slides/slide172.xml"/><Relationship Id="rId403" Type="http://schemas.openxmlformats.org/officeDocument/2006/relationships/slide" Target="slides/slide393.xml"/><Relationship Id="rId6" Type="http://schemas.openxmlformats.org/officeDocument/2006/relationships/slideMaster" Target="slideMasters/slideMaster3.xml"/><Relationship Id="rId487" Type="http://schemas.openxmlformats.org/officeDocument/2006/relationships/font" Target="fonts/font17.fntdata"/><Relationship Id="rId291" Type="http://schemas.openxmlformats.org/officeDocument/2006/relationships/slide" Target="slides/slide281.xml"/><Relationship Id="rId305" Type="http://schemas.openxmlformats.org/officeDocument/2006/relationships/slide" Target="slides/slide295.xml"/><Relationship Id="rId347" Type="http://schemas.openxmlformats.org/officeDocument/2006/relationships/slide" Target="slides/slide337.xml"/><Relationship Id="rId44" Type="http://schemas.openxmlformats.org/officeDocument/2006/relationships/slide" Target="slides/slide34.xml"/><Relationship Id="rId151" Type="http://schemas.openxmlformats.org/officeDocument/2006/relationships/slide" Target="slides/slide141.xml"/><Relationship Id="rId389" Type="http://schemas.openxmlformats.org/officeDocument/2006/relationships/slide" Target="slides/slide379.xml"/><Relationship Id="rId193" Type="http://schemas.openxmlformats.org/officeDocument/2006/relationships/slide" Target="slides/slide183.xml"/><Relationship Id="rId249" Type="http://schemas.openxmlformats.org/officeDocument/2006/relationships/slide" Target="slides/slide239.xml"/><Relationship Id="rId456" Type="http://schemas.openxmlformats.org/officeDocument/2006/relationships/slide" Target="slides/slide446.xml"/><Relationship Id="rId498" Type="http://schemas.openxmlformats.org/officeDocument/2006/relationships/font" Target="fonts/font28.fntdata"/><Relationship Id="rId260" Type="http://schemas.openxmlformats.org/officeDocument/2006/relationships/slide" Target="slides/slide250.xml"/><Relationship Id="rId55" Type="http://schemas.openxmlformats.org/officeDocument/2006/relationships/slide" Target="slides/slide45.xml"/><Relationship Id="rId97" Type="http://schemas.openxmlformats.org/officeDocument/2006/relationships/slide" Target="slides/slide87.xml"/><Relationship Id="rId218" Type="http://schemas.openxmlformats.org/officeDocument/2006/relationships/slide" Target="slides/slide208.xml"/><Relationship Id="rId425" Type="http://schemas.openxmlformats.org/officeDocument/2006/relationships/slide" Target="slides/slide415.xml"/><Relationship Id="rId467" Type="http://schemas.openxmlformats.org/officeDocument/2006/relationships/slide" Target="slides/slide457.xml"/><Relationship Id="rId131" Type="http://schemas.openxmlformats.org/officeDocument/2006/relationships/slide" Target="slides/slide121.xml"/><Relationship Id="rId327" Type="http://schemas.openxmlformats.org/officeDocument/2006/relationships/slide" Target="slides/slide317.xml"/><Relationship Id="rId229" Type="http://schemas.openxmlformats.org/officeDocument/2006/relationships/slide" Target="slides/slide219.xml"/><Relationship Id="rId436" Type="http://schemas.openxmlformats.org/officeDocument/2006/relationships/slide" Target="slides/slide426.xml"/><Relationship Id="rId478" Type="http://schemas.openxmlformats.org/officeDocument/2006/relationships/font" Target="fonts/font8.fntdata"/><Relationship Id="rId503" Type="http://schemas.openxmlformats.org/officeDocument/2006/relationships/tableStyles" Target="tableStyles.xml"/><Relationship Id="rId8" Type="http://schemas.openxmlformats.org/officeDocument/2006/relationships/slideMaster" Target="slideMasters/slideMaster5.xml"/><Relationship Id="rId184" Type="http://schemas.openxmlformats.org/officeDocument/2006/relationships/slide" Target="slides/slide174.xml"/><Relationship Id="rId391" Type="http://schemas.openxmlformats.org/officeDocument/2006/relationships/slide" Target="slides/slide381.xml"/><Relationship Id="rId405" Type="http://schemas.openxmlformats.org/officeDocument/2006/relationships/slide" Target="slides/slide395.xml"/><Relationship Id="rId251" Type="http://schemas.openxmlformats.org/officeDocument/2006/relationships/slide" Target="slides/slide241.xml"/><Relationship Id="rId489" Type="http://schemas.openxmlformats.org/officeDocument/2006/relationships/font" Target="fonts/font19.fntdata"/><Relationship Id="rId46" Type="http://schemas.openxmlformats.org/officeDocument/2006/relationships/slide" Target="slides/slide36.xml"/><Relationship Id="rId293" Type="http://schemas.openxmlformats.org/officeDocument/2006/relationships/slide" Target="slides/slide283.xml"/><Relationship Id="rId307" Type="http://schemas.openxmlformats.org/officeDocument/2006/relationships/slide" Target="slides/slide297.xml"/><Relationship Id="rId349" Type="http://schemas.openxmlformats.org/officeDocument/2006/relationships/slide" Target="slides/slide339.xml"/><Relationship Id="rId111" Type="http://schemas.openxmlformats.org/officeDocument/2006/relationships/slide" Target="slides/slide101.xml"/><Relationship Id="rId153" Type="http://schemas.openxmlformats.org/officeDocument/2006/relationships/slide" Target="slides/slide143.xml"/><Relationship Id="rId195" Type="http://schemas.openxmlformats.org/officeDocument/2006/relationships/slide" Target="slides/slide185.xml"/><Relationship Id="rId220" Type="http://schemas.openxmlformats.org/officeDocument/2006/relationships/slide" Target="slides/slide210.xml"/><Relationship Id="rId458" Type="http://schemas.openxmlformats.org/officeDocument/2006/relationships/slide" Target="slides/slide448.xml"/><Relationship Id="rId57" Type="http://schemas.openxmlformats.org/officeDocument/2006/relationships/slide" Target="slides/slide47.xml"/><Relationship Id="rId262" Type="http://schemas.openxmlformats.org/officeDocument/2006/relationships/slide" Target="slides/slide252.xml"/><Relationship Id="rId99" Type="http://schemas.openxmlformats.org/officeDocument/2006/relationships/slide" Target="slides/slide89.xml"/><Relationship Id="rId122" Type="http://schemas.openxmlformats.org/officeDocument/2006/relationships/slide" Target="slides/slide112.xml"/><Relationship Id="rId164" Type="http://schemas.openxmlformats.org/officeDocument/2006/relationships/slide" Target="slides/slide154.xml"/><Relationship Id="rId427" Type="http://schemas.openxmlformats.org/officeDocument/2006/relationships/slide" Target="slides/slide417.xml"/><Relationship Id="rId469" Type="http://schemas.openxmlformats.org/officeDocument/2006/relationships/slide" Target="slides/slide459.xml"/><Relationship Id="rId231" Type="http://schemas.openxmlformats.org/officeDocument/2006/relationships/slide" Target="slides/slide221.xml"/><Relationship Id="rId329" Type="http://schemas.openxmlformats.org/officeDocument/2006/relationships/slide" Target="slides/slide319.xml"/><Relationship Id="rId480" Type="http://schemas.openxmlformats.org/officeDocument/2006/relationships/font" Target="fonts/font10.fntdata"/><Relationship Id="rId133" Type="http://schemas.openxmlformats.org/officeDocument/2006/relationships/slide" Target="slides/slide123.xml"/><Relationship Id="rId200" Type="http://schemas.openxmlformats.org/officeDocument/2006/relationships/slide" Target="slides/slide190.xml"/><Relationship Id="rId242" Type="http://schemas.openxmlformats.org/officeDocument/2006/relationships/slide" Target="slides/slide232.xml"/><Relationship Id="rId491" Type="http://schemas.openxmlformats.org/officeDocument/2006/relationships/font" Target="fonts/font21.fntdata"/><Relationship Id="rId505" Type="http://schemas.microsoft.com/office/2018/10/relationships/authors" Target="authors.xml"/><Relationship Id="rId79" Type="http://schemas.openxmlformats.org/officeDocument/2006/relationships/slide" Target="slides/slide69.xml"/><Relationship Id="rId186" Type="http://schemas.openxmlformats.org/officeDocument/2006/relationships/slide" Target="slides/slide176.xml"/><Relationship Id="rId351" Type="http://schemas.openxmlformats.org/officeDocument/2006/relationships/slide" Target="slides/slide341.xml"/><Relationship Id="rId393" Type="http://schemas.openxmlformats.org/officeDocument/2006/relationships/slide" Target="slides/slide383.xml"/><Relationship Id="rId407" Type="http://schemas.openxmlformats.org/officeDocument/2006/relationships/slide" Target="slides/slide397.xml"/><Relationship Id="rId253" Type="http://schemas.openxmlformats.org/officeDocument/2006/relationships/slide" Target="slides/slide243.xml"/><Relationship Id="rId295" Type="http://schemas.openxmlformats.org/officeDocument/2006/relationships/slide" Target="slides/slide285.xml"/><Relationship Id="rId309" Type="http://schemas.openxmlformats.org/officeDocument/2006/relationships/slide" Target="slides/slide299.xml"/><Relationship Id="rId460" Type="http://schemas.openxmlformats.org/officeDocument/2006/relationships/slide" Target="slides/slide450.xml"/><Relationship Id="rId48" Type="http://schemas.openxmlformats.org/officeDocument/2006/relationships/slide" Target="slides/slide38.xml"/><Relationship Id="rId113" Type="http://schemas.openxmlformats.org/officeDocument/2006/relationships/slide" Target="slides/slide103.xml"/><Relationship Id="rId155" Type="http://schemas.openxmlformats.org/officeDocument/2006/relationships/slide" Target="slides/slide145.xml"/><Relationship Id="rId197" Type="http://schemas.openxmlformats.org/officeDocument/2006/relationships/slide" Target="slides/slide187.xml"/><Relationship Id="rId264" Type="http://schemas.openxmlformats.org/officeDocument/2006/relationships/slide" Target="slides/slide254.xml"/><Relationship Id="rId471" Type="http://schemas.openxmlformats.org/officeDocument/2006/relationships/font" Target="fonts/font1.fntdata"/><Relationship Id="rId59" Type="http://schemas.openxmlformats.org/officeDocument/2006/relationships/slide" Target="slides/slide49.xml"/><Relationship Id="rId124" Type="http://schemas.openxmlformats.org/officeDocument/2006/relationships/slide" Target="slides/slide114.xml"/><Relationship Id="rId166" Type="http://schemas.openxmlformats.org/officeDocument/2006/relationships/slide" Target="slides/slide156.xml"/><Relationship Id="rId331" Type="http://schemas.openxmlformats.org/officeDocument/2006/relationships/slide" Target="slides/slide321.xml"/><Relationship Id="rId429" Type="http://schemas.openxmlformats.org/officeDocument/2006/relationships/slide" Target="slides/slide419.xml"/><Relationship Id="rId1" Type="http://schemas.openxmlformats.org/officeDocument/2006/relationships/customXml" Target="../customXml/item1.xml"/><Relationship Id="rId233" Type="http://schemas.openxmlformats.org/officeDocument/2006/relationships/slide" Target="slides/slide223.xml"/><Relationship Id="rId482" Type="http://schemas.openxmlformats.org/officeDocument/2006/relationships/font" Target="fonts/font12.fntdata"/><Relationship Id="rId81" Type="http://schemas.openxmlformats.org/officeDocument/2006/relationships/slide" Target="slides/slide71.xml"/><Relationship Id="rId135" Type="http://schemas.openxmlformats.org/officeDocument/2006/relationships/slide" Target="slides/slide125.xml"/><Relationship Id="rId202" Type="http://schemas.openxmlformats.org/officeDocument/2006/relationships/slide" Target="slides/slide192.xml"/><Relationship Id="rId244" Type="http://schemas.openxmlformats.org/officeDocument/2006/relationships/slide" Target="slides/slide234.xml"/><Relationship Id="rId493" Type="http://schemas.openxmlformats.org/officeDocument/2006/relationships/font" Target="fonts/font23.fntdata"/><Relationship Id="rId188" Type="http://schemas.openxmlformats.org/officeDocument/2006/relationships/slide" Target="slides/slide178.xml"/><Relationship Id="rId311" Type="http://schemas.openxmlformats.org/officeDocument/2006/relationships/slide" Target="slides/slide301.xml"/><Relationship Id="rId353" Type="http://schemas.openxmlformats.org/officeDocument/2006/relationships/slide" Target="slides/slide343.xml"/><Relationship Id="rId395" Type="http://schemas.openxmlformats.org/officeDocument/2006/relationships/slide" Target="slides/slide385.xml"/><Relationship Id="rId409" Type="http://schemas.openxmlformats.org/officeDocument/2006/relationships/slide" Target="slides/slide399.xml"/><Relationship Id="rId255" Type="http://schemas.openxmlformats.org/officeDocument/2006/relationships/slide" Target="slides/slide245.xml"/><Relationship Id="rId297" Type="http://schemas.openxmlformats.org/officeDocument/2006/relationships/slide" Target="slides/slide287.xml"/><Relationship Id="rId115" Type="http://schemas.openxmlformats.org/officeDocument/2006/relationships/slide" Target="slides/slide105.xml"/><Relationship Id="rId157" Type="http://schemas.openxmlformats.org/officeDocument/2006/relationships/slide" Target="slides/slide147.xml"/><Relationship Id="rId61" Type="http://schemas.openxmlformats.org/officeDocument/2006/relationships/slide" Target="slides/slide51.xml"/><Relationship Id="rId19" Type="http://schemas.openxmlformats.org/officeDocument/2006/relationships/slide" Target="slides/slide9.xml"/><Relationship Id="rId431" Type="http://schemas.openxmlformats.org/officeDocument/2006/relationships/slide" Target="slides/slide421.xml"/><Relationship Id="rId473" Type="http://schemas.openxmlformats.org/officeDocument/2006/relationships/font" Target="fonts/font3.fntdata"/><Relationship Id="rId168" Type="http://schemas.openxmlformats.org/officeDocument/2006/relationships/slide" Target="slides/slide158.xml"/><Relationship Id="rId333" Type="http://schemas.openxmlformats.org/officeDocument/2006/relationships/slide" Target="slides/slide323.xml"/><Relationship Id="rId72" Type="http://schemas.openxmlformats.org/officeDocument/2006/relationships/slide" Target="slides/slide62.xml"/><Relationship Id="rId3" Type="http://schemas.openxmlformats.org/officeDocument/2006/relationships/customXml" Target="../customXml/item3.xml"/><Relationship Id="rId235" Type="http://schemas.openxmlformats.org/officeDocument/2006/relationships/slide" Target="slides/slide225.xml"/><Relationship Id="rId484" Type="http://schemas.openxmlformats.org/officeDocument/2006/relationships/font" Target="fonts/font14.fntdata"/><Relationship Id="rId137" Type="http://schemas.openxmlformats.org/officeDocument/2006/relationships/slide" Target="slides/slide127.xml"/><Relationship Id="rId83" Type="http://schemas.openxmlformats.org/officeDocument/2006/relationships/slide" Target="slides/slide73.xml"/><Relationship Id="rId190" Type="http://schemas.openxmlformats.org/officeDocument/2006/relationships/slide" Target="slides/slide180.xml"/><Relationship Id="rId204" Type="http://schemas.openxmlformats.org/officeDocument/2006/relationships/slide" Target="slides/slide194.xml"/><Relationship Id="rId246" Type="http://schemas.openxmlformats.org/officeDocument/2006/relationships/slide" Target="slides/slide236.xml"/><Relationship Id="rId411" Type="http://schemas.openxmlformats.org/officeDocument/2006/relationships/slide" Target="slides/slide401.xml"/><Relationship Id="rId313" Type="http://schemas.openxmlformats.org/officeDocument/2006/relationships/slide" Target="slides/slide303.xml"/><Relationship Id="rId495" Type="http://schemas.openxmlformats.org/officeDocument/2006/relationships/font" Target="fonts/font25.fntdata"/><Relationship Id="rId10" Type="http://schemas.openxmlformats.org/officeDocument/2006/relationships/slideMaster" Target="slideMasters/slideMaster7.xml"/><Relationship Id="rId355" Type="http://schemas.openxmlformats.org/officeDocument/2006/relationships/slide" Target="slides/slide345.xml"/><Relationship Id="rId397" Type="http://schemas.openxmlformats.org/officeDocument/2006/relationships/slide" Target="slides/slide387.xml"/></Relationships>
</file>

<file path=ppt/comments/modernComment_1D2_0.xml><?xml version="1.0" encoding="utf-8"?>
<p188:cmLst xmlns:a="http://schemas.openxmlformats.org/drawingml/2006/main" xmlns:r="http://schemas.openxmlformats.org/officeDocument/2006/relationships" xmlns:p188="http://schemas.microsoft.com/office/powerpoint/2018/8/main">
  <p188:cm id="{1CF37AF1-14B0-4169-BBCC-8FF30489B2BC}" authorId="{A62EB9F7-5DA3-8116-45FB-F3A788FDA335}" created="2026-07-24T09:01:59.753">
    <pc:sldMkLst xmlns:pc="http://schemas.microsoft.com/office/powerpoint/2013/main/command">
      <pc:docMk/>
      <pc:sldMk cId="0" sldId="466"/>
    </pc:sldMkLst>
    <p188:txBody>
      <a:bodyPr/>
      <a:lstStyle/>
      <a:p>
        <a:r>
          <a:rPr lang="en-US"/>
          <a:t>Not part of the original PPT</a:t>
        </a:r>
      </a:p>
    </p188:txBody>
  </p188:cm>
</p188:cmLst>
</file>

<file path=ppt/comments/modernComment_1D3_0.xml><?xml version="1.0" encoding="utf-8"?>
<p188:cmLst xmlns:a="http://schemas.openxmlformats.org/drawingml/2006/main" xmlns:r="http://schemas.openxmlformats.org/officeDocument/2006/relationships" xmlns:p188="http://schemas.microsoft.com/office/powerpoint/2018/8/main">
  <p188:cm id="{4FBD9C95-F184-4CDA-BE88-9CA680E9F323}" authorId="{A62EB9F7-5DA3-8116-45FB-F3A788FDA335}" created="2026-07-24T09:06:58.274">
    <pc:sldMkLst xmlns:pc="http://schemas.microsoft.com/office/powerpoint/2013/main/command">
      <pc:docMk/>
      <pc:sldMk cId="0" sldId="467"/>
    </pc:sldMkLst>
    <p188:txBody>
      <a:bodyPr/>
      <a:lstStyle/>
      <a:p>
        <a:r>
          <a:rPr lang="en-US"/>
          <a:t>Incorrect title; Kindly check</a:t>
        </a:r>
      </a:p>
    </p188:txBody>
  </p188:cm>
</p188:cmLst>
</file>

<file path=ppt/comments/modernComment_1E5_0.xml><?xml version="1.0" encoding="utf-8"?>
<p188:cmLst xmlns:a="http://schemas.openxmlformats.org/drawingml/2006/main" xmlns:r="http://schemas.openxmlformats.org/officeDocument/2006/relationships" xmlns:p188="http://schemas.microsoft.com/office/powerpoint/2018/8/main">
  <p188:cm id="{4B12F823-45F4-499F-887E-ECBC9631D382}" authorId="{A62EB9F7-5DA3-8116-45FB-F3A788FDA335}" created="2026-07-24T09:41:30.600">
    <pc:sldMkLst xmlns:pc="http://schemas.microsoft.com/office/powerpoint/2013/main/command">
      <pc:docMk/>
      <pc:sldMk cId="0" sldId="485"/>
    </pc:sldMkLst>
    <p188:txBody>
      <a:bodyPr/>
      <a:lstStyle/>
      <a:p>
        <a:r>
          <a:rPr lang="en-US"/>
          <a:t>Need to rework on the slide; The steps to remove the review is along with the content</a:t>
        </a:r>
      </a:p>
    </p188:txBody>
  </p188:cm>
</p188:cmLst>
</file>

<file path=ppt/comments/modernComment_1F4_0.xml><?xml version="1.0" encoding="utf-8"?>
<p188:cmLst xmlns:a="http://schemas.openxmlformats.org/drawingml/2006/main" xmlns:r="http://schemas.openxmlformats.org/officeDocument/2006/relationships" xmlns:p188="http://schemas.microsoft.com/office/powerpoint/2018/8/main">
  <p188:cm id="{777D1960-8F1C-46A0-98BF-0C44399AF32C}" authorId="{A62EB9F7-5DA3-8116-45FB-F3A788FDA335}" created="2026-07-24T10:06:53.623">
    <pc:sldMkLst xmlns:pc="http://schemas.microsoft.com/office/powerpoint/2013/main/command">
      <pc:docMk/>
      <pc:sldMk cId="0" sldId="500"/>
    </pc:sldMkLst>
    <p188:txBody>
      <a:bodyPr/>
      <a:lstStyle/>
      <a:p>
        <a:r>
          <a:rPr lang="en-US"/>
          <a:t>Kindly check if this monitor image is required here</a:t>
        </a:r>
      </a:p>
    </p188:txBody>
  </p188:cm>
</p188:cmLst>
</file>

<file path=ppt/comments/modernComment_1F6_0.xml><?xml version="1.0" encoding="utf-8"?>
<p188:cmLst xmlns:a="http://schemas.openxmlformats.org/drawingml/2006/main" xmlns:r="http://schemas.openxmlformats.org/officeDocument/2006/relationships" xmlns:p188="http://schemas.microsoft.com/office/powerpoint/2018/8/main">
  <p188:cm id="{E0B6F7E7-6732-466D-8AAB-3158021AA0BA}" authorId="{A62EB9F7-5DA3-8116-45FB-F3A788FDA335}" created="2026-07-24T10:08:51.714">
    <pc:sldMkLst xmlns:pc="http://schemas.microsoft.com/office/powerpoint/2013/main/command">
      <pc:docMk/>
      <pc:sldMk cId="0" sldId="502"/>
    </pc:sldMkLst>
    <p188:txBody>
      <a:bodyPr/>
      <a:lstStyle/>
      <a:p>
        <a:r>
          <a:rPr lang="en-US"/>
          <a:t>Can we combine slides 68 and 9?</a:t>
        </a:r>
      </a:p>
    </p188:txBody>
  </p188:cm>
</p188:cmLst>
</file>

<file path=ppt/comments/modernComment_1FD_0.xml><?xml version="1.0" encoding="utf-8"?>
<p188:cmLst xmlns:a="http://schemas.openxmlformats.org/drawingml/2006/main" xmlns:r="http://schemas.openxmlformats.org/officeDocument/2006/relationships" xmlns:p188="http://schemas.microsoft.com/office/powerpoint/2018/8/main">
  <p188:cm id="{802E2061-FE22-44F2-A493-8A6F3842EF88}" authorId="{A62EB9F7-5DA3-8116-45FB-F3A788FDA335}" created="2026-07-24T10:18:36.312">
    <pc:sldMkLst xmlns:pc="http://schemas.microsoft.com/office/powerpoint/2013/main/command">
      <pc:docMk/>
      <pc:sldMk cId="0" sldId="509"/>
    </pc:sldMkLst>
    <p188:txBody>
      <a:bodyPr/>
      <a:lstStyle/>
      <a:p>
        <a:r>
          <a:rPr lang="en-US"/>
          <a:t>Need to work on the design for this slide</a:t>
        </a:r>
      </a:p>
    </p188:txBody>
  </p188:cm>
</p188:cmLst>
</file>

<file path=ppt/comments/modernComment_1FE_0.xml><?xml version="1.0" encoding="utf-8"?>
<p188:cmLst xmlns:a="http://schemas.openxmlformats.org/drawingml/2006/main" xmlns:r="http://schemas.openxmlformats.org/officeDocument/2006/relationships" xmlns:p188="http://schemas.microsoft.com/office/powerpoint/2018/8/main">
  <p188:cm id="{716DD27C-0975-4839-8E0A-114336A3777C}" authorId="{A62EB9F7-5DA3-8116-45FB-F3A788FDA335}" created="2026-07-24T10:19:47.003">
    <pc:sldMkLst xmlns:pc="http://schemas.microsoft.com/office/powerpoint/2013/main/command">
      <pc:docMk/>
      <pc:sldMk cId="0" sldId="510"/>
    </pc:sldMkLst>
    <p188:txBody>
      <a:bodyPr/>
      <a:lstStyle/>
      <a:p>
        <a:r>
          <a:rPr lang="en-US"/>
          <a:t>Need to work on the design for this slide</a:t>
        </a:r>
      </a:p>
    </p188:txBody>
  </p188:cm>
</p188:cmLst>
</file>

<file path=ppt/comments/modernComment_1FF_0.xml><?xml version="1.0" encoding="utf-8"?>
<p188:cmLst xmlns:a="http://schemas.openxmlformats.org/drawingml/2006/main" xmlns:r="http://schemas.openxmlformats.org/officeDocument/2006/relationships" xmlns:p188="http://schemas.microsoft.com/office/powerpoint/2018/8/main">
  <p188:cm id="{5C47541E-5E9B-4CFA-82EF-600319C8C706}" authorId="{A62EB9F7-5DA3-8116-45FB-F3A788FDA335}" created="2026-07-24T10:20:22.787">
    <pc:sldMkLst xmlns:pc="http://schemas.microsoft.com/office/powerpoint/2013/main/command">
      <pc:docMk/>
      <pc:sldMk cId="0" sldId="511"/>
    </pc:sldMkLst>
    <p188:txBody>
      <a:bodyPr/>
      <a:lstStyle/>
      <a:p>
        <a:r>
          <a:rPr lang="en-US"/>
          <a:t>Need to work on the design for this slide</a:t>
        </a:r>
      </a:p>
    </p188:txBody>
  </p188:cm>
</p188:cmLst>
</file>

<file path=ppt/comments/modernComment_20A_0.xml><?xml version="1.0" encoding="utf-8"?>
<p188:cmLst xmlns:a="http://schemas.openxmlformats.org/drawingml/2006/main" xmlns:r="http://schemas.openxmlformats.org/officeDocument/2006/relationships" xmlns:p188="http://schemas.microsoft.com/office/powerpoint/2018/8/main">
  <p188:cm id="{982F5C11-69EC-4A30-9712-5D14DBC4F627}" authorId="{A62EB9F7-5DA3-8116-45FB-F3A788FDA335}" created="2026-07-24T10:48:32.316">
    <pc:sldMkLst xmlns:pc="http://schemas.microsoft.com/office/powerpoint/2013/main/command">
      <pc:docMk/>
      <pc:sldMk cId="0" sldId="522"/>
    </pc:sldMkLst>
    <p188:txBody>
      <a:bodyPr/>
      <a:lstStyle/>
      <a:p>
        <a:r>
          <a:rPr lang="en-US"/>
          <a:t>Need to work on the placement for this slide</a:t>
        </a:r>
      </a:p>
    </p188:txBody>
  </p188:cm>
</p188:cmLst>
</file>

<file path=ppt/comments/modernComment_20F_0.xml><?xml version="1.0" encoding="utf-8"?>
<p188:cmLst xmlns:a="http://schemas.openxmlformats.org/drawingml/2006/main" xmlns:r="http://schemas.openxmlformats.org/officeDocument/2006/relationships" xmlns:p188="http://schemas.microsoft.com/office/powerpoint/2018/8/main">
  <p188:cm id="{6CDC4344-AEBB-42C1-BC17-92C7528612DE}" authorId="{A62EB9F7-5DA3-8116-45FB-F3A788FDA335}" created="2026-07-24T10:52:50.682">
    <pc:sldMkLst xmlns:pc="http://schemas.microsoft.com/office/powerpoint/2013/main/command">
      <pc:docMk/>
      <pc:sldMk cId="0" sldId="527"/>
    </pc:sldMkLst>
    <p188:txBody>
      <a:bodyPr/>
      <a:lstStyle/>
      <a:p>
        <a:r>
          <a:rPr lang="en-US"/>
          <a:t>Incorrect image; Please check</a:t>
        </a:r>
      </a:p>
    </p188:txBody>
  </p188:cm>
</p188:cmLst>
</file>

<file path=ppt/comments/modernComment_21D_0.xml><?xml version="1.0" encoding="utf-8"?>
<p188:cmLst xmlns:a="http://schemas.openxmlformats.org/drawingml/2006/main" xmlns:r="http://schemas.openxmlformats.org/officeDocument/2006/relationships" xmlns:p188="http://schemas.microsoft.com/office/powerpoint/2018/8/main">
  <p188:cm id="{891693A1-05AB-438A-9DA2-5035E5A01D44}" authorId="{A62EB9F7-5DA3-8116-45FB-F3A788FDA335}" created="2026-07-24T11:34:30.854">
    <pc:sldMkLst xmlns:pc="http://schemas.microsoft.com/office/powerpoint/2013/main/command">
      <pc:docMk/>
      <pc:sldMk cId="0" sldId="541"/>
    </pc:sldMkLst>
    <p188:txBody>
      <a:bodyPr/>
      <a:lstStyle/>
      <a:p>
        <a:r>
          <a:rPr lang="en-US"/>
          <a:t>Need to work on the placement of the elements</a:t>
        </a:r>
      </a:p>
    </p188:txBody>
  </p188:cm>
</p188:cmLst>
</file>

<file path=ppt/comments/modernComment_22A_0.xml><?xml version="1.0" encoding="utf-8"?>
<p188:cmLst xmlns:a="http://schemas.openxmlformats.org/drawingml/2006/main" xmlns:r="http://schemas.openxmlformats.org/officeDocument/2006/relationships" xmlns:p188="http://schemas.microsoft.com/office/powerpoint/2018/8/main">
  <p188:cm id="{52AD9933-5738-4FE4-98A3-30C0EFC3690D}" authorId="{E614B871-5369-52AD-506D-86F681343671}" created="2026-07-24T09:42:12.501">
    <pc:sldMkLst xmlns:pc="http://schemas.microsoft.com/office/powerpoint/2013/main/command">
      <pc:docMk/>
      <pc:sldMk cId="0" sldId="554"/>
    </pc:sldMkLst>
    <p188:txBody>
      <a:bodyPr/>
      <a:lstStyle/>
      <a:p>
        <a:r>
          <a:rPr lang="en-US"/>
          <a:t>Need to strike the left corner in the image</a:t>
        </a:r>
      </a:p>
    </p188:txBody>
  </p188:cm>
</p188:cmLst>
</file>

<file path=ppt/comments/modernComment_22C_0.xml><?xml version="1.0" encoding="utf-8"?>
<p188:cmLst xmlns:a="http://schemas.openxmlformats.org/drawingml/2006/main" xmlns:r="http://schemas.openxmlformats.org/officeDocument/2006/relationships" xmlns:p188="http://schemas.microsoft.com/office/powerpoint/2018/8/main">
  <p188:cm id="{EB7CAD36-65E1-46A6-8C4A-3D02D7E1F704}" authorId="{A0C1245F-A1C4-21C3-DFFF-B27B167CFD49}" created="2026-07-22T14:01:25.029">
    <pc:sldMkLst xmlns:pc="http://schemas.microsoft.com/office/powerpoint/2013/main/command">
      <pc:docMk/>
      <pc:sldMk cId="0" sldId="556"/>
    </pc:sldMkLst>
    <p188:txBody>
      <a:bodyPr/>
      <a:lstStyle/>
      <a:p>
        <a:r>
          <a:rPr lang="en-US"/>
          <a:t>Info is missing. To be reworked</a:t>
        </a:r>
      </a:p>
    </p188:txBody>
  </p188:cm>
</p188:cmLst>
</file>

<file path=ppt/comments/modernComment_22F_0.xml><?xml version="1.0" encoding="utf-8"?>
<p188:cmLst xmlns:a="http://schemas.openxmlformats.org/drawingml/2006/main" xmlns:r="http://schemas.openxmlformats.org/officeDocument/2006/relationships" xmlns:p188="http://schemas.microsoft.com/office/powerpoint/2018/8/main">
  <p188:cm id="{28CAE54F-C2DF-4C74-94DD-B5BBECA0AE23}" authorId="{A0C1245F-A1C4-21C3-DFFF-B27B167CFD49}" created="2026-07-22T14:01:53.136">
    <pc:sldMkLst xmlns:pc="http://schemas.microsoft.com/office/powerpoint/2013/main/command">
      <pc:docMk/>
      <pc:sldMk cId="0" sldId="559"/>
    </pc:sldMkLst>
    <p188:txBody>
      <a:bodyPr/>
      <a:lstStyle/>
      <a:p>
        <a:r>
          <a:rPr lang="en-US"/>
          <a:t>Info is missing. To be reworked</a:t>
        </a:r>
      </a:p>
    </p188:txBody>
  </p188:cm>
</p188:cmLst>
</file>

<file path=ppt/comments/modernComment_28B_0.xml><?xml version="1.0" encoding="utf-8"?>
<p188:cmLst xmlns:a="http://schemas.openxmlformats.org/drawingml/2006/main" xmlns:r="http://schemas.openxmlformats.org/officeDocument/2006/relationships" xmlns:p188="http://schemas.microsoft.com/office/powerpoint/2018/8/main">
  <p188:cm id="{C684B390-F87E-406B-92CA-129EA975A630}" authorId="{A0C1245F-A1C4-21C3-DFFF-B27B167CFD49}" created="2026-07-23T13:07:50.529">
    <pc:sldMkLst xmlns:pc="http://schemas.microsoft.com/office/powerpoint/2013/main/command">
      <pc:docMk/>
      <pc:sldMk cId="0" sldId="651"/>
    </pc:sldMkLst>
    <p188:txBody>
      <a:bodyPr/>
      <a:lstStyle/>
      <a:p>
        <a:r>
          <a:rPr lang="en-US"/>
          <a:t>Info is missing. To be reworked</a:t>
        </a:r>
      </a:p>
    </p188:txBody>
  </p188:cm>
</p188:cmLst>
</file>

<file path=ppt/comments/modernComment_202_0.xml><?xml version="1.0" encoding="utf-8"?>
<p188:cmLst xmlns:a="http://schemas.openxmlformats.org/drawingml/2006/main" xmlns:r="http://schemas.openxmlformats.org/officeDocument/2006/relationships" xmlns:p188="http://schemas.microsoft.com/office/powerpoint/2018/8/main">
  <p188:cm id="{D29A131B-AAF4-4E4C-932B-88671E558D77}" authorId="{A62EB9F7-5DA3-8116-45FB-F3A788FDA335}" created="2026-07-24T10:22:37.246">
    <pc:sldMkLst xmlns:pc="http://schemas.microsoft.com/office/powerpoint/2013/main/command">
      <pc:docMk/>
      <pc:sldMk cId="0" sldId="514"/>
    </pc:sldMkLst>
    <p188:txBody>
      <a:bodyPr/>
      <a:lstStyle/>
      <a:p>
        <a:r>
          <a:rPr lang="en-US"/>
          <a:t>Need to work on the design for this slide</a:t>
        </a:r>
      </a:p>
    </p188:txBody>
  </p188:cm>
</p188:cmLst>
</file>

<file path=ppt/comments/modernComment_203_0.xml><?xml version="1.0" encoding="utf-8"?>
<p188:cmLst xmlns:a="http://schemas.openxmlformats.org/drawingml/2006/main" xmlns:r="http://schemas.openxmlformats.org/officeDocument/2006/relationships" xmlns:p188="http://schemas.microsoft.com/office/powerpoint/2018/8/main">
  <p188:cm id="{3D9173FC-E153-4B01-9BDD-59D3DBEC85C4}" authorId="{A62EB9F7-5DA3-8116-45FB-F3A788FDA335}" created="2026-07-24T10:23:25.734">
    <pc:sldMkLst xmlns:pc="http://schemas.microsoft.com/office/powerpoint/2013/main/command">
      <pc:docMk/>
      <pc:sldMk cId="0" sldId="515"/>
    </pc:sldMkLst>
    <p188:txBody>
      <a:bodyPr/>
      <a:lstStyle/>
      <a:p>
        <a:r>
          <a:rPr lang="en-US"/>
          <a:t>Need to work on the design for this slide</a:t>
        </a:r>
      </a:p>
    </p188:txBody>
  </p188:cm>
</p188:cmLst>
</file>

<file path=ppt/comments/modernComment_207_0.xml><?xml version="1.0" encoding="utf-8"?>
<p188:cmLst xmlns:a="http://schemas.openxmlformats.org/drawingml/2006/main" xmlns:r="http://schemas.openxmlformats.org/officeDocument/2006/relationships" xmlns:p188="http://schemas.microsoft.com/office/powerpoint/2018/8/main">
  <p188:cm id="{705C418E-0B20-46D7-A9D2-094C3C6D9645}" authorId="{A62EB9F7-5DA3-8116-45FB-F3A788FDA335}" created="2026-07-24T10:34:45.219">
    <pc:sldMkLst xmlns:pc="http://schemas.microsoft.com/office/powerpoint/2013/main/command">
      <pc:docMk/>
      <pc:sldMk cId="0" sldId="519"/>
    </pc:sldMkLst>
    <p188:txBody>
      <a:bodyPr/>
      <a:lstStyle/>
      <a:p>
        <a:r>
          <a:rPr lang="en-US"/>
          <a:t>Needs rework</a:t>
        </a:r>
      </a:p>
    </p188:txBody>
  </p188:cm>
</p188:cmLst>
</file>

<file path=ppt/comments/modernComment_210_0.xml><?xml version="1.0" encoding="utf-8"?>
<p188:cmLst xmlns:a="http://schemas.openxmlformats.org/drawingml/2006/main" xmlns:r="http://schemas.openxmlformats.org/officeDocument/2006/relationships" xmlns:p188="http://schemas.microsoft.com/office/powerpoint/2018/8/main">
  <p188:cm id="{42E41791-7E30-42B2-9898-33797F9004BC}" authorId="{A0C1245F-A1C4-21C3-DFFF-B27B167CFD49}" created="2026-07-22T13:45:22.306">
    <pc:sldMkLst xmlns:pc="http://schemas.microsoft.com/office/powerpoint/2013/main/command">
      <pc:docMk/>
      <pc:sldMk cId="0" sldId="528"/>
    </pc:sldMkLst>
    <p188:txBody>
      <a:bodyPr/>
      <a:lstStyle/>
      <a:p>
        <a:r>
          <a:rPr lang="en-US"/>
          <a:t>Source content is not found for this slide</a:t>
        </a:r>
      </a:p>
    </p188:txBody>
  </p188:cm>
  <p188:cm id="{A2727D86-1DF2-4F66-B47D-1BEAB781F826}" authorId="{A62EB9F7-5DA3-8116-45FB-F3A788FDA335}" created="2026-07-24T10:54:39.391">
    <pc:sldMkLst xmlns:pc="http://schemas.microsoft.com/office/powerpoint/2013/main/command">
      <pc:docMk/>
      <pc:sldMk cId="0" sldId="528"/>
    </pc:sldMkLst>
    <p188:txBody>
      <a:bodyPr/>
      <a:lstStyle/>
      <a:p>
        <a:r>
          <a:rPr lang="en-US"/>
          <a:t>Images missing; Contents are not part of the original PPT</a:t>
        </a:r>
      </a:p>
    </p188:txBody>
  </p188:cm>
</p188:cmLst>
</file>

<file path=ppt/comments/modernComment_211_0.xml><?xml version="1.0" encoding="utf-8"?>
<p188:cmLst xmlns:a="http://schemas.openxmlformats.org/drawingml/2006/main" xmlns:r="http://schemas.openxmlformats.org/officeDocument/2006/relationships" xmlns:p188="http://schemas.microsoft.com/office/powerpoint/2018/8/main">
  <p188:cm id="{D3B12617-796C-48C9-8CB4-1F448CA19BC9}" authorId="{A62EB9F7-5DA3-8116-45FB-F3A788FDA335}" created="2026-07-24T10:55:31.191">
    <pc:sldMkLst xmlns:pc="http://schemas.microsoft.com/office/powerpoint/2013/main/command">
      <pc:docMk/>
      <pc:sldMk cId="0" sldId="529"/>
    </pc:sldMkLst>
    <p188:txBody>
      <a:bodyPr/>
      <a:lstStyle/>
      <a:p>
        <a:r>
          <a:rPr lang="en-US"/>
          <a:t>Rework on the style; Dense list (If required)</a:t>
        </a:r>
      </a:p>
    </p188:txBody>
  </p188:cm>
</p188:cmLst>
</file>

<file path=ppt/comments/modernComment_212_0.xml><?xml version="1.0" encoding="utf-8"?>
<p188:cmLst xmlns:a="http://schemas.openxmlformats.org/drawingml/2006/main" xmlns:r="http://schemas.openxmlformats.org/officeDocument/2006/relationships" xmlns:p188="http://schemas.microsoft.com/office/powerpoint/2018/8/main">
  <p188:cm id="{26A6F611-25B0-46D1-AF6C-F83A2824D5C3}" authorId="{A0C1245F-A1C4-21C3-DFFF-B27B167CFD49}" created="2026-07-22T13:46:07.842">
    <pc:sldMkLst xmlns:pc="http://schemas.microsoft.com/office/powerpoint/2013/main/command">
      <pc:docMk/>
      <pc:sldMk cId="0" sldId="530"/>
    </pc:sldMkLst>
    <p188:txBody>
      <a:bodyPr/>
      <a:lstStyle/>
      <a:p>
        <a:r>
          <a:rPr lang="en-US"/>
          <a:t>the contents under 'Property Fraud Remove' is unavailable</a:t>
        </a:r>
      </a:p>
    </p188:txBody>
  </p188:cm>
</p188:cmLst>
</file>

<file path=ppt/comments/modernComment_213_0.xml><?xml version="1.0" encoding="utf-8"?>
<p188:cmLst xmlns:a="http://schemas.openxmlformats.org/drawingml/2006/main" xmlns:r="http://schemas.openxmlformats.org/officeDocument/2006/relationships" xmlns:p188="http://schemas.microsoft.com/office/powerpoint/2018/8/main">
  <p188:cm id="{AA4D49BD-AD34-4702-A8CF-B7F9B38C982B}" authorId="{A62EB9F7-5DA3-8116-45FB-F3A788FDA335}" created="2026-07-24T11:04:34.908">
    <pc:sldMkLst xmlns:pc="http://schemas.microsoft.com/office/powerpoint/2013/main/command">
      <pc:docMk/>
      <pc:sldMk cId="0" sldId="531"/>
    </pc:sldMkLst>
    <p188:txBody>
      <a:bodyPr/>
      <a:lstStyle/>
      <a:p>
        <a:r>
          <a:rPr lang="en-US"/>
          <a:t>Need to work on the placement of elements</a:t>
        </a:r>
      </a:p>
    </p188:txBody>
  </p188:cm>
</p188:cmLst>
</file>

<file path=ppt/comments/modernComment_218_0.xml><?xml version="1.0" encoding="utf-8"?>
<p188:cmLst xmlns:a="http://schemas.openxmlformats.org/drawingml/2006/main" xmlns:r="http://schemas.openxmlformats.org/officeDocument/2006/relationships" xmlns:p188="http://schemas.microsoft.com/office/powerpoint/2018/8/main">
  <p188:cm id="{CC4A795F-55BC-4759-BAD0-B36C531969B6}" authorId="{A62EB9F7-5DA3-8116-45FB-F3A788FDA335}" created="2026-07-24T11:31:43.790">
    <pc:sldMkLst xmlns:pc="http://schemas.microsoft.com/office/powerpoint/2013/main/command">
      <pc:docMk/>
      <pc:sldMk cId="0" sldId="536"/>
    </pc:sldMkLst>
    <p188:txBody>
      <a:bodyPr/>
      <a:lstStyle/>
      <a:p>
        <a:r>
          <a:rPr lang="en-US"/>
          <a:t>Need to work on the placement of the elements</a:t>
        </a:r>
      </a:p>
    </p188:txBody>
  </p188:cm>
</p188:cmLst>
</file>

<file path=ppt/comments/modernComment_224_0.xml><?xml version="1.0" encoding="utf-8"?>
<p188:cmLst xmlns:a="http://schemas.openxmlformats.org/drawingml/2006/main" xmlns:r="http://schemas.openxmlformats.org/officeDocument/2006/relationships" xmlns:p188="http://schemas.microsoft.com/office/powerpoint/2018/8/main">
  <p188:cm id="{620E4DD8-E165-47C4-97AE-0B3F631908D7}" authorId="{A0C1245F-A1C4-21C3-DFFF-B27B167CFD49}" created="2026-07-22T13:47:45.662">
    <pc:sldMkLst xmlns:pc="http://schemas.microsoft.com/office/powerpoint/2013/main/command">
      <pc:docMk/>
      <pc:sldMk cId="0" sldId="548"/>
    </pc:sldMkLst>
    <p188:txBody>
      <a:bodyPr/>
      <a:lstStyle/>
      <a:p>
        <a:r>
          <a:rPr lang="en-US"/>
          <a:t>Info is missing. To be reworked</a:t>
        </a:r>
      </a:p>
    </p188:txBody>
  </p188:cm>
</p188:cmLst>
</file>

<file path=ppt/comments/modernComment_225_0.xml><?xml version="1.0" encoding="utf-8"?>
<p188:cmLst xmlns:a="http://schemas.openxmlformats.org/drawingml/2006/main" xmlns:r="http://schemas.openxmlformats.org/officeDocument/2006/relationships" xmlns:p188="http://schemas.microsoft.com/office/powerpoint/2018/8/main">
  <p188:cm id="{2C5B3383-BD4D-4F75-9E2F-EA327D349E49}" authorId="{A0C1245F-A1C4-21C3-DFFF-B27B167CFD49}" created="2026-07-22T13:47:55.026">
    <pc:sldMkLst xmlns:pc="http://schemas.microsoft.com/office/powerpoint/2013/main/command">
      <pc:docMk/>
      <pc:sldMk cId="0" sldId="549"/>
    </pc:sldMkLst>
    <p188:txBody>
      <a:bodyPr/>
      <a:lstStyle/>
      <a:p>
        <a:r>
          <a:rPr lang="en-US"/>
          <a:t>Info is missing. To be reworked</a:t>
        </a:r>
      </a:p>
    </p188:txBody>
  </p188:cm>
</p188:cmLst>
</file>

<file path=ppt/comments/modernComment_226_0.xml><?xml version="1.0" encoding="utf-8"?>
<p188:cmLst xmlns:a="http://schemas.openxmlformats.org/drawingml/2006/main" xmlns:r="http://schemas.openxmlformats.org/officeDocument/2006/relationships" xmlns:p188="http://schemas.microsoft.com/office/powerpoint/2018/8/main">
  <p188:cm id="{B1B5E4FF-ECC8-496F-8678-BE81163F3186}" authorId="{A0C1245F-A1C4-21C3-DFFF-B27B167CFD49}" created="2026-07-22T13:52:43.621">
    <pc:sldMkLst xmlns:pc="http://schemas.microsoft.com/office/powerpoint/2013/main/command">
      <pc:docMk/>
      <pc:sldMk cId="0" sldId="550"/>
    </pc:sldMkLst>
    <p188:txBody>
      <a:bodyPr/>
      <a:lstStyle/>
      <a:p>
        <a:r>
          <a:rPr lang="en-US"/>
          <a:t>Info is missing. To be reworked</a:t>
        </a:r>
      </a:p>
    </p188:txBody>
  </p188:cm>
  <p188:cm id="{79CF42D7-DCF6-44E1-A31F-9D79823CB6DE}" authorId="{E614B871-5369-52AD-506D-86F681343671}" created="2026-07-24T09:24:02.167">
    <pc:sldMkLst xmlns:pc="http://schemas.microsoft.com/office/powerpoint/2013/main/command">
      <pc:docMk/>
      <pc:sldMk cId="0" sldId="550"/>
    </pc:sldMkLst>
    <p188:txBody>
      <a:bodyPr/>
      <a:lstStyle/>
      <a:p>
        <a:r>
          <a:rPr lang="en-US"/>
          <a:t>Need to add the more info under Important. </a:t>
        </a:r>
      </a:p>
    </p188:txBody>
  </p188:cm>
</p188:cmLst>
</file>

<file path=ppt/comments/modernComment_227_0.xml><?xml version="1.0" encoding="utf-8"?>
<p188:cmLst xmlns:a="http://schemas.openxmlformats.org/drawingml/2006/main" xmlns:r="http://schemas.openxmlformats.org/officeDocument/2006/relationships" xmlns:p188="http://schemas.microsoft.com/office/powerpoint/2018/8/main">
  <p188:cm id="{9A052003-7536-4C04-B1B9-5AE67008D729}" authorId="{A0C1245F-A1C4-21C3-DFFF-B27B167CFD49}" created="2026-07-22T13:53:00.262">
    <pc:sldMkLst xmlns:pc="http://schemas.microsoft.com/office/powerpoint/2013/main/command">
      <pc:docMk/>
      <pc:sldMk cId="0" sldId="551"/>
    </pc:sldMkLst>
    <p188:txBody>
      <a:bodyPr/>
      <a:lstStyle/>
      <a:p>
        <a:r>
          <a:rPr lang="en-US"/>
          <a:t>Info is missing. To be reworked</a:t>
        </a:r>
      </a:p>
    </p188:txBody>
  </p188:cm>
  <p188:cm id="{7DCABE4D-F0AD-45DD-B6EF-3F2CE3D51B9C}" authorId="{E614B871-5369-52AD-506D-86F681343671}" created="2026-07-24T09:33:04.046">
    <pc:sldMkLst xmlns:pc="http://schemas.microsoft.com/office/powerpoint/2013/main/command">
      <pc:docMk/>
      <pc:sldMk cId="0" sldId="551"/>
    </pc:sldMkLst>
    <p188:txBody>
      <a:bodyPr/>
      <a:lstStyle/>
      <a:p>
        <a:r>
          <a:rPr lang="en-US"/>
          <a:t>Need to add the NOTE and the image</a:t>
        </a:r>
      </a:p>
    </p188:txBody>
  </p188:cm>
</p188:cmLst>
</file>

<file path=ppt/comments/modernComment_229_0.xml><?xml version="1.0" encoding="utf-8"?>
<p188:cmLst xmlns:a="http://schemas.openxmlformats.org/drawingml/2006/main" xmlns:r="http://schemas.openxmlformats.org/officeDocument/2006/relationships" xmlns:p188="http://schemas.microsoft.com/office/powerpoint/2018/8/main">
  <p188:cm id="{912110CE-54BD-4AD3-A694-F8D30DA1946C}" authorId="{A0C1245F-A1C4-21C3-DFFF-B27B167CFD49}" created="2026-07-22T13:57:25.383">
    <pc:sldMkLst xmlns:pc="http://schemas.microsoft.com/office/powerpoint/2013/main/command">
      <pc:docMk/>
      <pc:sldMk cId="0" sldId="553"/>
    </pc:sldMkLst>
    <p188:txBody>
      <a:bodyPr/>
      <a:lstStyle/>
      <a:p>
        <a:r>
          <a:rPr lang="en-US"/>
          <a:t>Info is missing. To be reworked</a:t>
        </a:r>
      </a:p>
    </p188:txBody>
  </p188:cm>
  <p188:cm id="{A5D78203-B15E-46E5-83CA-8D37F2395AAD}" authorId="{E614B871-5369-52AD-506D-86F681343671}" created="2026-07-24T09:41:12.076">
    <pc:sldMkLst xmlns:pc="http://schemas.microsoft.com/office/powerpoint/2013/main/command">
      <pc:docMk/>
      <pc:sldMk cId="0" sldId="553"/>
    </pc:sldMkLst>
    <p188:txBody>
      <a:bodyPr/>
      <a:lstStyle/>
      <a:p>
        <a:r>
          <a:rPr lang="en-US"/>
          <a:t>Need to strike the left corner in the image</a:t>
        </a:r>
      </a:p>
    </p188:txBody>
  </p188:cm>
</p188:cmLst>
</file>

<file path=ppt/comments/modernComment_230_0.xml><?xml version="1.0" encoding="utf-8"?>
<p188:cmLst xmlns:a="http://schemas.openxmlformats.org/drawingml/2006/main" xmlns:r="http://schemas.openxmlformats.org/officeDocument/2006/relationships" xmlns:p188="http://schemas.microsoft.com/office/powerpoint/2018/8/main">
  <p188:cm id="{BAE12608-64C1-4BAD-B1FB-A35327F45561}" authorId="{A0C1245F-A1C4-21C3-DFFF-B27B167CFD49}" created="2026-07-22T14:02:31.957">
    <pc:sldMkLst xmlns:pc="http://schemas.microsoft.com/office/powerpoint/2013/main/command">
      <pc:docMk/>
      <pc:sldMk cId="0" sldId="560"/>
    </pc:sldMkLst>
    <p188:txBody>
      <a:bodyPr/>
      <a:lstStyle/>
      <a:p>
        <a:r>
          <a:rPr lang="en-US"/>
          <a:t>Info is missing. To be reworked</a:t>
        </a:r>
      </a:p>
    </p188:txBody>
  </p188:cm>
</p188:cmLst>
</file>

<file path=ppt/comments/modernComment_231_0.xml><?xml version="1.0" encoding="utf-8"?>
<p188:cmLst xmlns:a="http://schemas.openxmlformats.org/drawingml/2006/main" xmlns:r="http://schemas.openxmlformats.org/officeDocument/2006/relationships" xmlns:p188="http://schemas.microsoft.com/office/powerpoint/2018/8/main">
  <p188:cm id="{AC429817-6D10-4175-BCEC-520F18E94CEB}" authorId="{A0C1245F-A1C4-21C3-DFFF-B27B167CFD49}" created="2026-07-22T14:02:39.016">
    <pc:sldMkLst xmlns:pc="http://schemas.microsoft.com/office/powerpoint/2013/main/command">
      <pc:docMk/>
      <pc:sldMk cId="0" sldId="561"/>
    </pc:sldMkLst>
    <p188:txBody>
      <a:bodyPr/>
      <a:lstStyle/>
      <a:p>
        <a:r>
          <a:rPr lang="en-US"/>
          <a:t>Info is missing. To be reworked</a:t>
        </a:r>
      </a:p>
    </p188:txBody>
  </p188:cm>
</p188:cmLst>
</file>

<file path=ppt/comments/modernComment_232_0.xml><?xml version="1.0" encoding="utf-8"?>
<p188:cmLst xmlns:a="http://schemas.openxmlformats.org/drawingml/2006/main" xmlns:r="http://schemas.openxmlformats.org/officeDocument/2006/relationships" xmlns:p188="http://schemas.microsoft.com/office/powerpoint/2018/8/main">
  <p188:cm id="{054F06B9-D154-4B63-8400-91D005E08A04}" authorId="{A0C1245F-A1C4-21C3-DFFF-B27B167CFD49}" created="2026-07-22T14:02:50.955">
    <pc:sldMkLst xmlns:pc="http://schemas.microsoft.com/office/powerpoint/2013/main/command">
      <pc:docMk/>
      <pc:sldMk cId="0" sldId="562"/>
    </pc:sldMkLst>
    <p188:txBody>
      <a:bodyPr/>
      <a:lstStyle/>
      <a:p>
        <a:r>
          <a:rPr lang="en-US"/>
          <a:t>Info is missing. To be reworked</a:t>
        </a:r>
      </a:p>
    </p188:txBody>
  </p188:cm>
</p188:cmLst>
</file>

<file path=ppt/comments/modernComment_233_0.xml><?xml version="1.0" encoding="utf-8"?>
<p188:cmLst xmlns:a="http://schemas.openxmlformats.org/drawingml/2006/main" xmlns:r="http://schemas.openxmlformats.org/officeDocument/2006/relationships" xmlns:p188="http://schemas.microsoft.com/office/powerpoint/2018/8/main">
  <p188:cm id="{34916938-5890-4DF2-93B9-1F0023382EC6}" authorId="{A0C1245F-A1C4-21C3-DFFF-B27B167CFD49}" created="2026-07-22T14:03:10.290">
    <pc:sldMkLst xmlns:pc="http://schemas.microsoft.com/office/powerpoint/2013/main/command">
      <pc:docMk/>
      <pc:sldMk cId="0" sldId="563"/>
    </pc:sldMkLst>
    <p188:txBody>
      <a:bodyPr/>
      <a:lstStyle/>
      <a:p>
        <a:r>
          <a:rPr lang="en-US"/>
          <a:t>Info is missing. To be reworked</a:t>
        </a:r>
      </a:p>
    </p188:txBody>
  </p188:cm>
</p188:cmLst>
</file>

<file path=ppt/comments/modernComment_234_0.xml><?xml version="1.0" encoding="utf-8"?>
<p188:cmLst xmlns:a="http://schemas.openxmlformats.org/drawingml/2006/main" xmlns:r="http://schemas.openxmlformats.org/officeDocument/2006/relationships" xmlns:p188="http://schemas.microsoft.com/office/powerpoint/2018/8/main">
  <p188:cm id="{C9E92C01-3A4C-489E-B5EC-958438532AC2}" authorId="{A0C1245F-A1C4-21C3-DFFF-B27B167CFD49}" created="2026-07-22T14:03:34.986">
    <pc:sldMkLst xmlns:pc="http://schemas.microsoft.com/office/powerpoint/2013/main/command">
      <pc:docMk/>
      <pc:sldMk cId="0" sldId="564"/>
    </pc:sldMkLst>
    <p188:txBody>
      <a:bodyPr/>
      <a:lstStyle/>
      <a:p>
        <a:r>
          <a:rPr lang="en-US"/>
          <a:t>Info is missing. To be reworked</a:t>
        </a:r>
      </a:p>
    </p188:txBody>
  </p188:cm>
</p188:cmLst>
</file>

<file path=ppt/comments/modernComment_235_0.xml><?xml version="1.0" encoding="utf-8"?>
<p188:cmLst xmlns:a="http://schemas.openxmlformats.org/drawingml/2006/main" xmlns:r="http://schemas.openxmlformats.org/officeDocument/2006/relationships" xmlns:p188="http://schemas.microsoft.com/office/powerpoint/2018/8/main">
  <p188:cm id="{EA73B230-000C-45AF-BADE-4B68F4C66262}" authorId="{A0C1245F-A1C4-21C3-DFFF-B27B167CFD49}" created="2026-07-22T14:22:43.185">
    <pc:sldMkLst xmlns:pc="http://schemas.microsoft.com/office/powerpoint/2013/main/command">
      <pc:docMk/>
      <pc:sldMk cId="0" sldId="565"/>
    </pc:sldMkLst>
    <p188:txBody>
      <a:bodyPr/>
      <a:lstStyle/>
      <a:p>
        <a:r>
          <a:rPr lang="en-US"/>
          <a:t>Accuracy is missing. To be reworked</a:t>
        </a:r>
      </a:p>
    </p188:txBody>
  </p188:cm>
  <p188:cm id="{77E875C4-01F7-43FB-AB98-6DFDDEA7DFDA}" authorId="{E614B871-5369-52AD-506D-86F681343671}" created="2026-07-24T10:34:25.763">
    <pc:sldMkLst xmlns:pc="http://schemas.microsoft.com/office/powerpoint/2013/main/command">
      <pc:docMk/>
      <pc:sldMk cId="0" sldId="565"/>
    </pc:sldMkLst>
    <p188:txBody>
      <a:bodyPr/>
      <a:lstStyle/>
      <a:p>
        <a:r>
          <a:rPr lang="en-US"/>
          <a:t>Add few more points if possible</a:t>
        </a:r>
      </a:p>
    </p188:txBody>
  </p188:cm>
</p188:cmLst>
</file>

<file path=ppt/comments/modernComment_236_0.xml><?xml version="1.0" encoding="utf-8"?>
<p188:cmLst xmlns:a="http://schemas.openxmlformats.org/drawingml/2006/main" xmlns:r="http://schemas.openxmlformats.org/officeDocument/2006/relationships" xmlns:p188="http://schemas.microsoft.com/office/powerpoint/2018/8/main">
  <p188:cm id="{1A7657F4-17DE-49BF-9B6C-78ECDEC99F54}" authorId="{A0C1245F-A1C4-21C3-DFFF-B27B167CFD49}" created="2026-07-22T14:25:17.501">
    <pc:sldMkLst xmlns:pc="http://schemas.microsoft.com/office/powerpoint/2013/main/command">
      <pc:docMk/>
      <pc:sldMk cId="0" sldId="566"/>
    </pc:sldMkLst>
    <p188:txBody>
      <a:bodyPr/>
      <a:lstStyle/>
      <a:p>
        <a:r>
          <a:rPr lang="en-US"/>
          <a:t>Accuracy is missing. To be reworked</a:t>
        </a:r>
      </a:p>
    </p188:txBody>
  </p188:cm>
</p188:cmLst>
</file>

<file path=ppt/comments/modernComment_238_0.xml><?xml version="1.0" encoding="utf-8"?>
<p188:cmLst xmlns:a="http://schemas.openxmlformats.org/drawingml/2006/main" xmlns:r="http://schemas.openxmlformats.org/officeDocument/2006/relationships" xmlns:p188="http://schemas.microsoft.com/office/powerpoint/2018/8/main">
  <p188:cm id="{201FF024-7D29-44A6-BEFC-ECBA00F029C2}" authorId="{A0C1245F-A1C4-21C3-DFFF-B27B167CFD49}" created="2026-07-22T14:27:34.022">
    <pc:sldMkLst xmlns:pc="http://schemas.microsoft.com/office/powerpoint/2013/main/command">
      <pc:docMk/>
      <pc:sldMk cId="0" sldId="568"/>
    </pc:sldMkLst>
    <p188:txBody>
      <a:bodyPr/>
      <a:lstStyle/>
      <a:p>
        <a:r>
          <a:rPr lang="en-US"/>
          <a:t>Accuracy is missing. To be reworked</a:t>
        </a:r>
      </a:p>
    </p188:txBody>
  </p188:cm>
  <p188:cm id="{6CA95952-EA40-4EED-B1B1-261BC3FA0A35}" authorId="{E614B871-5369-52AD-506D-86F681343671}" created="2026-07-24T11:01:06.643">
    <pc:sldMkLst xmlns:pc="http://schemas.microsoft.com/office/powerpoint/2013/main/command">
      <pc:docMk/>
      <pc:sldMk cId="0" sldId="568"/>
    </pc:sldMkLst>
    <p188:txBody>
      <a:bodyPr/>
      <a:lstStyle/>
      <a:p>
        <a:r>
          <a:rPr lang="en-US"/>
          <a:t>Add few more points</a:t>
        </a:r>
      </a:p>
    </p188:txBody>
  </p188:cm>
</p188:cmLst>
</file>

<file path=ppt/comments/modernComment_239_0.xml><?xml version="1.0" encoding="utf-8"?>
<p188:cmLst xmlns:a="http://schemas.openxmlformats.org/drawingml/2006/main" xmlns:r="http://schemas.openxmlformats.org/officeDocument/2006/relationships" xmlns:p188="http://schemas.microsoft.com/office/powerpoint/2018/8/main">
  <p188:cm id="{5B5C9ABF-AEC4-4CD1-9335-AE69F2732B02}" authorId="{A0C1245F-A1C4-21C3-DFFF-B27B167CFD49}" created="2026-07-22T14:28:57.463">
    <pc:sldMkLst xmlns:pc="http://schemas.microsoft.com/office/powerpoint/2013/main/command">
      <pc:docMk/>
      <pc:sldMk cId="0" sldId="569"/>
    </pc:sldMkLst>
    <p188:txBody>
      <a:bodyPr/>
      <a:lstStyle/>
      <a:p>
        <a:r>
          <a:rPr lang="en-US"/>
          <a:t>Accuracy is missing. To be reworked</a:t>
        </a:r>
      </a:p>
    </p188:txBody>
  </p188:cm>
</p188:cmLst>
</file>

<file path=ppt/comments/modernComment_245_0.xml><?xml version="1.0" encoding="utf-8"?>
<p188:cmLst xmlns:a="http://schemas.openxmlformats.org/drawingml/2006/main" xmlns:r="http://schemas.openxmlformats.org/officeDocument/2006/relationships" xmlns:p188="http://schemas.microsoft.com/office/powerpoint/2018/8/main">
  <p188:cm id="{F03F25DE-29C2-4167-84A3-5B932F63119B}" authorId="{A0C1245F-A1C4-21C3-DFFF-B27B167CFD49}" created="2026-07-22T14:55:34.359">
    <pc:sldMkLst xmlns:pc="http://schemas.microsoft.com/office/powerpoint/2013/main/command">
      <pc:docMk/>
      <pc:sldMk cId="0" sldId="581"/>
    </pc:sldMkLst>
    <p188:txBody>
      <a:bodyPr/>
      <a:lstStyle/>
      <a:p>
        <a:r>
          <a:rPr lang="en-US"/>
          <a:t>Info is missing. Yet to be reworked</a:t>
        </a:r>
      </a:p>
    </p188:txBody>
  </p188:cm>
</p188:cmLst>
</file>

<file path=ppt/comments/modernComment_289_0.xml><?xml version="1.0" encoding="utf-8"?>
<p188:cmLst xmlns:a="http://schemas.openxmlformats.org/drawingml/2006/main" xmlns:r="http://schemas.openxmlformats.org/officeDocument/2006/relationships" xmlns:p188="http://schemas.microsoft.com/office/powerpoint/2018/8/main">
  <p188:cm id="{E2D5BDF8-EF86-4B9E-809B-2F3CC6E35C9C}" authorId="{A0C1245F-A1C4-21C3-DFFF-B27B167CFD49}" created="2026-07-23T13:00:32.654">
    <pc:sldMkLst xmlns:pc="http://schemas.microsoft.com/office/powerpoint/2013/main/command">
      <pc:docMk/>
      <pc:sldMk cId="0" sldId="649"/>
    </pc:sldMkLst>
    <p188:txBody>
      <a:bodyPr/>
      <a:lstStyle/>
      <a:p>
        <a:r>
          <a:rPr lang="en-US"/>
          <a:t>Info is missing. Need to be reworked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2" Type="http://schemas.openxmlformats.org/officeDocument/2006/relationships/slide" Target="../slides/slide347.xml"/><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2" Type="http://schemas.openxmlformats.org/officeDocument/2006/relationships/slide" Target="../slides/slide349.xml"/><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2" Type="http://schemas.openxmlformats.org/officeDocument/2006/relationships/slide" Target="../slides/slide351.xml"/><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2" Type="http://schemas.openxmlformats.org/officeDocument/2006/relationships/slide" Target="../slides/slide367.xml"/><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2" Type="http://schemas.openxmlformats.org/officeDocument/2006/relationships/slide" Target="../slides/slide369.xml"/><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2" Type="http://schemas.openxmlformats.org/officeDocument/2006/relationships/slide" Target="../slides/slide375.xml"/><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2" Type="http://schemas.openxmlformats.org/officeDocument/2006/relationships/slide" Target="../slides/slide377.xml"/><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2" Type="http://schemas.openxmlformats.org/officeDocument/2006/relationships/slide" Target="../slides/slide379.xml"/><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373.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2" Type="http://schemas.openxmlformats.org/officeDocument/2006/relationships/slide" Target="../slides/slide385.xml"/><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2" Type="http://schemas.openxmlformats.org/officeDocument/2006/relationships/slide" Target="../slides/slide389.xml"/><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2" Type="http://schemas.openxmlformats.org/officeDocument/2006/relationships/slide" Target="../slides/slide391.xml"/><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2" Type="http://schemas.openxmlformats.org/officeDocument/2006/relationships/slide" Target="../slides/slide393.xml"/><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2" Type="http://schemas.openxmlformats.org/officeDocument/2006/relationships/slide" Target="../slides/slide395.xml"/><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2" Type="http://schemas.openxmlformats.org/officeDocument/2006/relationships/slide" Target="../slides/slide397.xml"/><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2" Type="http://schemas.openxmlformats.org/officeDocument/2006/relationships/slide" Target="../slides/slide399.xml"/><Relationship Id="rId1" Type="http://schemas.openxmlformats.org/officeDocument/2006/relationships/notesMaster" Target="../notesMasters/notesMaster1.xml"/></Relationships>
</file>

<file path=ppt/notesSlides/_rels/notesSlide391.xml.rels><?xml version="1.0" encoding="UTF-8" standalone="yes"?>
<Relationships xmlns="http://schemas.openxmlformats.org/package/2006/relationships"><Relationship Id="rId2" Type="http://schemas.openxmlformats.org/officeDocument/2006/relationships/slide" Target="../slides/slide401.xml"/><Relationship Id="rId1" Type="http://schemas.openxmlformats.org/officeDocument/2006/relationships/notesMaster" Target="../notesMasters/notesMaster1.xml"/></Relationships>
</file>

<file path=ppt/notesSlides/_rels/notesSlide393.xml.rels><?xml version="1.0" encoding="UTF-8" standalone="yes"?>
<Relationships xmlns="http://schemas.openxmlformats.org/package/2006/relationships"><Relationship Id="rId2" Type="http://schemas.openxmlformats.org/officeDocument/2006/relationships/slide" Target="../slides/slide403.xml"/><Relationship Id="rId1" Type="http://schemas.openxmlformats.org/officeDocument/2006/relationships/notesMaster" Target="../notesMasters/notesMaster1.xml"/></Relationships>
</file>

<file path=ppt/notesSlides/_rels/notesSlide395.xml.rels><?xml version="1.0" encoding="UTF-8" standalone="yes"?>
<Relationships xmlns="http://schemas.openxmlformats.org/package/2006/relationships"><Relationship Id="rId2" Type="http://schemas.openxmlformats.org/officeDocument/2006/relationships/slide" Target="../slides/slide405.xml"/><Relationship Id="rId1" Type="http://schemas.openxmlformats.org/officeDocument/2006/relationships/notesMaster" Target="../notesMasters/notesMaster1.xml"/></Relationships>
</file>

<file path=ppt/notesSlides/_rels/notesSlide397.xml.rels><?xml version="1.0" encoding="UTF-8" standalone="yes"?>
<Relationships xmlns="http://schemas.openxmlformats.org/package/2006/relationships"><Relationship Id="rId2" Type="http://schemas.openxmlformats.org/officeDocument/2006/relationships/slide" Target="../slides/slide407.xml"/><Relationship Id="rId1" Type="http://schemas.openxmlformats.org/officeDocument/2006/relationships/notesMaster" Target="../notesMasters/notesMaster1.xml"/></Relationships>
</file>

<file path=ppt/notesSlides/_rels/notesSlide399.xml.rels><?xml version="1.0" encoding="UTF-8" standalone="yes"?>
<Relationships xmlns="http://schemas.openxmlformats.org/package/2006/relationships"><Relationship Id="rId2" Type="http://schemas.openxmlformats.org/officeDocument/2006/relationships/slide" Target="../slides/slide409.xml"/><Relationship Id="rId1" Type="http://schemas.openxmlformats.org/officeDocument/2006/relationships/notesMaster" Target="../notesMasters/notesMaster1.xml"/></Relationships>
</file>

<file path=ppt/notesSlides/_rels/notesSlide401.xml.rels><?xml version="1.0" encoding="UTF-8" standalone="yes"?>
<Relationships xmlns="http://schemas.openxmlformats.org/package/2006/relationships"><Relationship Id="rId2" Type="http://schemas.openxmlformats.org/officeDocument/2006/relationships/slide" Target="../slides/slide411.xml"/><Relationship Id="rId1" Type="http://schemas.openxmlformats.org/officeDocument/2006/relationships/notesMaster" Target="../notesMasters/notesMaster1.xml"/></Relationships>
</file>

<file path=ppt/notesSlides/_rels/notesSlide403.xml.rels><?xml version="1.0" encoding="UTF-8" standalone="yes"?>
<Relationships xmlns="http://schemas.openxmlformats.org/package/2006/relationships"><Relationship Id="rId2" Type="http://schemas.openxmlformats.org/officeDocument/2006/relationships/slide" Target="../slides/slide413.xml"/><Relationship Id="rId1" Type="http://schemas.openxmlformats.org/officeDocument/2006/relationships/notesMaster" Target="../notesMasters/notesMaster1.xml"/></Relationships>
</file>

<file path=ppt/notesSlides/_rels/notesSlide405.xml.rels><?xml version="1.0" encoding="UTF-8" standalone="yes"?>
<Relationships xmlns="http://schemas.openxmlformats.org/package/2006/relationships"><Relationship Id="rId2" Type="http://schemas.openxmlformats.org/officeDocument/2006/relationships/slide" Target="../slides/slide415.xml"/><Relationship Id="rId1" Type="http://schemas.openxmlformats.org/officeDocument/2006/relationships/notesMaster" Target="../notesMasters/notesMaster1.xml"/></Relationships>
</file>

<file path=ppt/notesSlides/_rels/notesSlide407.xml.rels><?xml version="1.0" encoding="UTF-8" standalone="yes"?>
<Relationships xmlns="http://schemas.openxmlformats.org/package/2006/relationships"><Relationship Id="rId2" Type="http://schemas.openxmlformats.org/officeDocument/2006/relationships/slide" Target="../slides/slide417.xml"/><Relationship Id="rId1" Type="http://schemas.openxmlformats.org/officeDocument/2006/relationships/notesMaster" Target="../notesMasters/notesMaster1.xml"/></Relationships>
</file>

<file path=ppt/notesSlides/_rels/notesSlide409.xml.rels><?xml version="1.0" encoding="UTF-8" standalone="yes"?>
<Relationships xmlns="http://schemas.openxmlformats.org/package/2006/relationships"><Relationship Id="rId2" Type="http://schemas.openxmlformats.org/officeDocument/2006/relationships/slide" Target="../slides/slide419.xml"/><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2" Type="http://schemas.openxmlformats.org/officeDocument/2006/relationships/slide" Target="../slides/slide420.xml"/><Relationship Id="rId1" Type="http://schemas.openxmlformats.org/officeDocument/2006/relationships/notesMaster" Target="../notesMasters/notesMaster1.xml"/></Relationships>
</file>

<file path=ppt/notesSlides/_rels/notesSlide411.xml.rels><?xml version="1.0" encoding="UTF-8" standalone="yes"?>
<Relationships xmlns="http://schemas.openxmlformats.org/package/2006/relationships"><Relationship Id="rId2" Type="http://schemas.openxmlformats.org/officeDocument/2006/relationships/slide" Target="../slides/slide421.xml"/><Relationship Id="rId1" Type="http://schemas.openxmlformats.org/officeDocument/2006/relationships/notesMaster" Target="../notesMasters/notesMaster1.xml"/></Relationships>
</file>

<file path=ppt/notesSlides/_rels/notesSlide413.xml.rels><?xml version="1.0" encoding="UTF-8" standalone="yes"?>
<Relationships xmlns="http://schemas.openxmlformats.org/package/2006/relationships"><Relationship Id="rId2" Type="http://schemas.openxmlformats.org/officeDocument/2006/relationships/slide" Target="../slides/slide423.xml"/><Relationship Id="rId1" Type="http://schemas.openxmlformats.org/officeDocument/2006/relationships/notesMaster" Target="../notesMasters/notesMaster1.xml"/></Relationships>
</file>

<file path=ppt/notesSlides/_rels/notesSlide414.xml.rels><?xml version="1.0" encoding="UTF-8" standalone="yes"?>
<Relationships xmlns="http://schemas.openxmlformats.org/package/2006/relationships"><Relationship Id="rId2" Type="http://schemas.openxmlformats.org/officeDocument/2006/relationships/slide" Target="../slides/slide424.xml"/><Relationship Id="rId1" Type="http://schemas.openxmlformats.org/officeDocument/2006/relationships/notesMaster" Target="../notesMasters/notesMaster1.xml"/></Relationships>
</file>

<file path=ppt/notesSlides/_rels/notesSlide415.xml.rels><?xml version="1.0" encoding="UTF-8" standalone="yes"?>
<Relationships xmlns="http://schemas.openxmlformats.org/package/2006/relationships"><Relationship Id="rId2" Type="http://schemas.openxmlformats.org/officeDocument/2006/relationships/slide" Target="../slides/slide425.xml"/><Relationship Id="rId1" Type="http://schemas.openxmlformats.org/officeDocument/2006/relationships/notesMaster" Target="../notesMasters/notesMaster1.xml"/></Relationships>
</file>

<file path=ppt/notesSlides/_rels/notesSlide417.xml.rels><?xml version="1.0" encoding="UTF-8" standalone="yes"?>
<Relationships xmlns="http://schemas.openxmlformats.org/package/2006/relationships"><Relationship Id="rId2" Type="http://schemas.openxmlformats.org/officeDocument/2006/relationships/slide" Target="../slides/slide429.xml"/><Relationship Id="rId1" Type="http://schemas.openxmlformats.org/officeDocument/2006/relationships/notesMaster" Target="../notesMasters/notesMaster1.xml"/></Relationships>
</file>

<file path=ppt/notesSlides/_rels/notesSlide419.xml.rels><?xml version="1.0" encoding="UTF-8" standalone="yes"?>
<Relationships xmlns="http://schemas.openxmlformats.org/package/2006/relationships"><Relationship Id="rId2" Type="http://schemas.openxmlformats.org/officeDocument/2006/relationships/slide" Target="../slides/slide431.xml"/><Relationship Id="rId1" Type="http://schemas.openxmlformats.org/officeDocument/2006/relationships/notesMaster" Target="../notesMasters/notesMaster1.xml"/></Relationships>
</file>

<file path=ppt/notesSlides/_rels/notesSlide421.xml.rels><?xml version="1.0" encoding="UTF-8" standalone="yes"?>
<Relationships xmlns="http://schemas.openxmlformats.org/package/2006/relationships"><Relationship Id="rId2" Type="http://schemas.openxmlformats.org/officeDocument/2006/relationships/slide" Target="../slides/slide433.xml"/><Relationship Id="rId1" Type="http://schemas.openxmlformats.org/officeDocument/2006/relationships/notesMaster" Target="../notesMasters/notesMaster1.xml"/></Relationships>
</file>

<file path=ppt/notesSlides/_rels/notesSlide422.xml.rels><?xml version="1.0" encoding="UTF-8" standalone="yes"?>
<Relationships xmlns="http://schemas.openxmlformats.org/package/2006/relationships"><Relationship Id="rId2" Type="http://schemas.openxmlformats.org/officeDocument/2006/relationships/slide" Target="../slides/slide434.xml"/><Relationship Id="rId1" Type="http://schemas.openxmlformats.org/officeDocument/2006/relationships/notesMaster" Target="../notesMasters/notesMaster1.xml"/></Relationships>
</file>

<file path=ppt/notesSlides/_rels/notesSlide424.xml.rels><?xml version="1.0" encoding="UTF-8" standalone="yes"?>
<Relationships xmlns="http://schemas.openxmlformats.org/package/2006/relationships"><Relationship Id="rId2" Type="http://schemas.openxmlformats.org/officeDocument/2006/relationships/slide" Target="../slides/slide436.xml"/><Relationship Id="rId1" Type="http://schemas.openxmlformats.org/officeDocument/2006/relationships/notesMaster" Target="../notesMasters/notesMaster1.xml"/></Relationships>
</file>

<file path=ppt/notesSlides/_rels/notesSlide426.xml.rels><?xml version="1.0" encoding="UTF-8" standalone="yes"?>
<Relationships xmlns="http://schemas.openxmlformats.org/package/2006/relationships"><Relationship Id="rId2" Type="http://schemas.openxmlformats.org/officeDocument/2006/relationships/slide" Target="../slides/slide438.xml"/><Relationship Id="rId1" Type="http://schemas.openxmlformats.org/officeDocument/2006/relationships/notesMaster" Target="../notesMasters/notesMaster1.xml"/></Relationships>
</file>

<file path=ppt/notesSlides/_rels/notesSlide428.xml.rels><?xml version="1.0" encoding="UTF-8" standalone="yes"?>
<Relationships xmlns="http://schemas.openxmlformats.org/package/2006/relationships"><Relationship Id="rId2" Type="http://schemas.openxmlformats.org/officeDocument/2006/relationships/slide" Target="../slides/slide440.xml"/><Relationship Id="rId1" Type="http://schemas.openxmlformats.org/officeDocument/2006/relationships/notesMaster" Target="../notesMasters/notesMaster1.xml"/></Relationships>
</file>

<file path=ppt/notesSlides/_rels/notesSlide430.xml.rels><?xml version="1.0" encoding="UTF-8" standalone="yes"?>
<Relationships xmlns="http://schemas.openxmlformats.org/package/2006/relationships"><Relationship Id="rId2" Type="http://schemas.openxmlformats.org/officeDocument/2006/relationships/slide" Target="../slides/slide442.xml"/><Relationship Id="rId1" Type="http://schemas.openxmlformats.org/officeDocument/2006/relationships/notesMaster" Target="../notesMasters/notesMaster1.xml"/></Relationships>
</file>

<file path=ppt/notesSlides/_rels/notesSlide432.xml.rels><?xml version="1.0" encoding="UTF-8" standalone="yes"?>
<Relationships xmlns="http://schemas.openxmlformats.org/package/2006/relationships"><Relationship Id="rId2" Type="http://schemas.openxmlformats.org/officeDocument/2006/relationships/slide" Target="../slides/slide444.xml"/><Relationship Id="rId1" Type="http://schemas.openxmlformats.org/officeDocument/2006/relationships/notesMaster" Target="../notesMasters/notesMaster1.xml"/></Relationships>
</file>

<file path=ppt/notesSlides/_rels/notesSlide434.xml.rels><?xml version="1.0" encoding="UTF-8" standalone="yes"?>
<Relationships xmlns="http://schemas.openxmlformats.org/package/2006/relationships"><Relationship Id="rId2" Type="http://schemas.openxmlformats.org/officeDocument/2006/relationships/slide" Target="../slides/slide446.xml"/><Relationship Id="rId1" Type="http://schemas.openxmlformats.org/officeDocument/2006/relationships/notesMaster" Target="../notesMasters/notesMaster1.xml"/></Relationships>
</file>

<file path=ppt/notesSlides/_rels/notesSlide436.xml.rels><?xml version="1.0" encoding="UTF-8" standalone="yes"?>
<Relationships xmlns="http://schemas.openxmlformats.org/package/2006/relationships"><Relationship Id="rId2" Type="http://schemas.openxmlformats.org/officeDocument/2006/relationships/slide" Target="../slides/slide448.xml"/><Relationship Id="rId1" Type="http://schemas.openxmlformats.org/officeDocument/2006/relationships/notesMaster" Target="../notesMasters/notesMaster1.xml"/></Relationships>
</file>

<file path=ppt/notesSlides/_rels/notesSlide438.xml.rels><?xml version="1.0" encoding="UTF-8" standalone="yes"?>
<Relationships xmlns="http://schemas.openxmlformats.org/package/2006/relationships"><Relationship Id="rId2" Type="http://schemas.openxmlformats.org/officeDocument/2006/relationships/slide" Target="../slides/slide450.xml"/><Relationship Id="rId1" Type="http://schemas.openxmlformats.org/officeDocument/2006/relationships/notesMaster" Target="../notesMasters/notesMaster1.xml"/></Relationships>
</file>

<file path=ppt/notesSlides/_rels/notesSlide439.xml.rels><?xml version="1.0" encoding="UTF-8" standalone="yes"?>
<Relationships xmlns="http://schemas.openxmlformats.org/package/2006/relationships"><Relationship Id="rId2" Type="http://schemas.openxmlformats.org/officeDocument/2006/relationships/slide" Target="../slides/slide451.xml"/><Relationship Id="rId1" Type="http://schemas.openxmlformats.org/officeDocument/2006/relationships/notesMaster" Target="../notesMasters/notesMaster1.xml"/></Relationships>
</file>

<file path=ppt/notesSlides/_rels/notesSlide441.xml.rels><?xml version="1.0" encoding="UTF-8" standalone="yes"?>
<Relationships xmlns="http://schemas.openxmlformats.org/package/2006/relationships"><Relationship Id="rId2" Type="http://schemas.openxmlformats.org/officeDocument/2006/relationships/slide" Target="../slides/slide453.xml"/><Relationship Id="rId1" Type="http://schemas.openxmlformats.org/officeDocument/2006/relationships/notesMaster" Target="../notesMasters/notesMaster1.xml"/></Relationships>
</file>

<file path=ppt/notesSlides/_rels/notesSlide443.xml.rels><?xml version="1.0" encoding="UTF-8" standalone="yes"?>
<Relationships xmlns="http://schemas.openxmlformats.org/package/2006/relationships"><Relationship Id="rId2" Type="http://schemas.openxmlformats.org/officeDocument/2006/relationships/slide" Target="../slides/slide455.xml"/><Relationship Id="rId1" Type="http://schemas.openxmlformats.org/officeDocument/2006/relationships/notesMaster" Target="../notesMasters/notesMaster1.xml"/></Relationships>
</file>

<file path=ppt/notesSlides/_rels/notesSlide444.xml.rels><?xml version="1.0" encoding="UTF-8" standalone="yes"?>
<Relationships xmlns="http://schemas.openxmlformats.org/package/2006/relationships"><Relationship Id="rId2" Type="http://schemas.openxmlformats.org/officeDocument/2006/relationships/slide" Target="../slides/slide4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 (cover).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 (Experience &gt; than 1 year). All 3 verbatim examples preserved. Source also had a decorative picture with no clear content role on this template type (Type 8 has no illustration slot) -- not re-embedded; available on request.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 (Illegal Activity). Original screenshot re-embedded.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 (Ineligible Experience). 5-item list (no verbatim quotes, category names only) folded into body copy verbatim.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 (Will Not List). Short list preserved verbatim.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 (Irrelevant Commentary). Original screenshot re-embedded. 'Political!' callout preserved verbatim as the framing line.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 (Impacted by Bug). Original screenshot re-embedded.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 (Note on Irrelevant Commentary and COVID), process steps portion (1 of 2). Split from the verbatim example on the following slide.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 (Note on Irrelevant Commentary and COVID), verbatim example portion (2 of 2). Quote preserved exactly as written, including the repeated 'even even' typo.</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 (Listing Update).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 (Closed Location Filter). Source had 2 screenshots; primary one re-embedded, 2nd available on request.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 (Reporting an Update). Screenshot re-embedded.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21. Screenshot re-embedded.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22. Screenshot re-embedded.</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25. Screenshot re-embedded.</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26 (Other). No screenshot in source.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27 (Owner Support). Both verbatim template examples preserved.</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28 (Personally Insulting), examples 1-3 of 5. Verbatim, including the source's own ableist/insulting language -- preserved exactly per no-rewording rule (these are the trainer's real examples of insults to catch).</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28 (Personally Insulting), examples 4-5 of 5.</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29. Screenshot re-embedded.</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30. Screenshot re-embedded.</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31 (Profane/Vulgar), examples 1-2 of 4. Verbatim, including profanity -- preserved per no-rewording rule (Part 5 precedent).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31 (Profane/Vulgar), examples 3-4 of 4.</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32. Screenshot re-embedded.</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33. 'Bubbles' callout preserved verbatim. Screenshot re-embedded.</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34. Screenshot re-embedded.</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35.</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36 (Second Hand Experience). Both examples preserved verbatim.</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37.</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38 (TA Booking, part 1). Screenshot in source has no slot on this template type -- available on request.</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39 (TA Booking, part 2).</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40 (TA Booking, part 3 -- How to Process).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41 (User Support).</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42.</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43. Full language list preserved verbatim.</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44 (Wrong Listing). 2 screenshots in source; primary re-embedded.</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slides 45 (title/framing) + 46 (untitled diagram, no text of its own) combined onto one revamped slide -- slide 46 had no text content to stand alone on. Flag if you'd rather keep them as 2 separate slides.</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47 (Rejection Reason Hierarchy Notes), rules 1-3 of 6. Split into 2 slides rather than row-extending to 6 (overflowed the canvas on the first build attempt) -- all 6 rules preserved verbatim across both slides.</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47 (Rejection Reason Hierarchy Notes), rules 4-6 of 6.</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48 (Moderation Verifications, part 1).</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49 (Moderation Verifications, part 2). Scenario/exception template type fits the filter-fired/not-fired branching. Original screenshot re-embedded into the template's illustration slot (id 15).</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50.</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51.</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52 (What questions come to mind?), closing Moderation Removals. 'Think about' prompts are new framing text (discussion slides are net-new by convention) -- flag if you'd rather these come from you directly.</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Affiliation Stated in Review (orig slide 4).</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Duplicate Reviews HOLD Status scenario (orig slide 10).</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53 (Member Fraud Removals). Section 2 of 6, dot bucket round(2/6*5)=2. Attraction self-selected: Sheikh Zayed Grand Mosque, UAE -- checked against used_assets_tracker.md, not previously used.</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54. Speaker notes from source preserved below.
Original notes: It allows tracking of reviews without risking unintended punishment to the property. If not used properly, can lead to Inconsistent Classifier Scoring.</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55 (Taking action). Original notes: 'Note: we can evaluate case by case and if a user is very established and doesn't seem to have any economic interest in the hotel, can decide to publish the review.' Source had 3 screenshots; primary re-embedded.</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56 (Types of Member Fraud). All 14 categories preserved verbatim as a list -- simple Type 6 list chosen over a journey-map repurposing; flag if you'd rather see this as a grid/index.</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57.</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58 (Blackmail). Original notes: guest asking for a refund in the review text is within publishable guidelines, but if the owner has proactively reported blackmail and the text has a refund request with good property karma, FPS decides the issue. Screenshot in source has no slot on this template type.</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59. Original notes: text disclosing current employment would be a moderation removal based on affiliation with property (confirmed vote/other review); automatically added to db.</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60. Original notes: a review where a member tries to re-submit content that doesn't meet guidelines by altering their text, e.g. claiming a stay 2 years ago, then resubmitting to say they stayed recently.</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61.</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62.</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63 (Impersonation). Screenshot in source has no slot on this template type.</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64 (Invalid Email). All 3 examples preserved verbatim. Screenshot in source has no slot on this template type.</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65.</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66.</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67.</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68 (Sideways Marketing). Screenshot in source has no slot on this template type.</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69. Original notes: if you copy text from another website or another review, the review should be MF removed regardless of whether they get a template.</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70 (Review Bomb). Original notes: in some cases, a 'Sensitive Rejection' template may be more appropriate -- discuss with a specialist or TL (e.g. a death in the family prompting a negative review from a relative). See wiki: smear-campaign-reporting-and-processing. Source had 4 screenshots; primary re-embedded.</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71.</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discussion, closes Member Fraud Removals section.</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Blackmail (orig slide 58).</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72 (Property Fraud Removals). Section 3 of 6, dot bucket round(3/6*5)=3. Attraction self-selected: Plitvice Lakes, Croatia -- checked against used_assets_tracker.md and this session's prior picks (Halong Bay, Sheikh Zayed Grand Mosque), not previously used.</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73. Source had 2 screenshots; primary re-embedded.</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74 (Confirmed Boosting). Source had 2 screenshots; primary re-embedded.</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75 (Confirmed Vandalism). Original notes include an "Add Property ID" instruction, preserved in the body text.</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76 (Confirmed Incentives). Original notes: NOTE -- we publish allegations of incentivized reviews in the review text itself; the removal applies to the confirmed incentive case. Source had 1 screenshot; no slot on this template type.</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77 (Owner Bullying Member). Example paraphrased from a longer source text block that mixed the removal rule with an illustrative scenario; flag if you'd rather see the original scenario text verbatim in speaker notes as well.</a:t>
            </a: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78 (Suspected Boosting).</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79 (Suspected Incentives).</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80 (Suspected Vandalism).</a:t>
            </a: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81 (Confirmed Vandalism &amp; Boosting Removals).</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6"/>
        <p:cNvGrpSpPr/>
        <p:nvPr/>
      </p:nvGrpSpPr>
      <p:grpSpPr>
        <a:xfrm>
          <a:off x="0" y="0"/>
          <a:ext cx="0" cy="0"/>
          <a:chOff x="0" y="0"/>
          <a:chExt cx="0" cy="0"/>
        </a:xfrm>
      </p:grpSpPr>
      <p:sp>
        <p:nvSpPr>
          <p:cNvPr id="1537" name="Google Shape;1537;g1036d10439a_1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8" name="Google Shape;1538;g1036d10439a_10_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slides 82/83 ("The history" / "Peripheral Actions", orig 83 was blank). Sub-divider within Property Fraud Removals -- keeps the parent section's dot state (03/3) per v8 sub-divider convention rather than introducing a new section number. v1 QA caught the template's default big "01" number (shape id 3) surviving untouched on this slide type -- removed it since a sub-divider isn't a new top-level section; first Type 5 sub-divider built this session, flagging this fix for reuse on future sub-dividers.</a:t>
            </a: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84.</a:t>
            </a: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85. Bulleted list in source condensed into the body statement; flag if you'd rather see this split into its own bulleted layout.</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86 (Where to look for Peripheral Fraud), items 1-3 of 5. Split 3+2 across Type 12's native 4 rows (row 4 dropped on this slide, all unused) rather than row-extending past 4 -- Chunk 4 found row-extension past the native 4 rows overflows the canvas (see 'Rejection Reason Hierarchy Notes' fix). Rows 2-3 use blank rule-number labels since these are checklist questions, not numbered rules.</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86 (Where to look for Peripheral Fraud), items 4-5 of 5. Rows 3 and 4 removed (only 2 of 5 items land on this half).</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87 (Actions on Peripheral Fraud/Content).</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88 (Device). Decorative "=" shape in source (visual equivalence marker between the device text and the guidance text) not carried over -- meaning preserved in prose instead.</a:t>
            </a: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89 (Example / password match).</a:t>
            </a: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90. NOT mapped to Type 13 (Escalation!) despite the "escalate" language: inspected Type 13's real template shapes this chunk and confirmed it's a fixed 'topic must ALWAYS be escalated' trigger-quote card (verbatim phrase examples + ESCALATE IMMEDIATELY badge) -- a format built for Section 5's escalation topics, not this general workload-threshold guidance. Used Type 6 instead as the safer fit; flag if you'd rather see this folded into Section 5 later instead of staying here.</a:t>
            </a: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91.</a:t>
            </a: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92 (transition line into orig 93-94).</a:t>
            </a: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93 (Upgrade).</a:t>
            </a: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94 (Downgrade). Simplified from a two-text-block source layout into a single Type 6 framing/body pair for consistency and to avoid the Type 7 illustration-slot risk seen elsewhere in this deck; flag if a scenario-style Type 7 slide is preferred here instead.</a:t>
            </a: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1036d10439a_1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7" name="Google Shape;1617;g1036d10439a_10_2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discussion, closes Property Fraud Removals section (orig 96, "Questions?", expanded into a structured discussion slide).</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Confirmed Vandalism &amp; Boosting Removals (orig slide 81).</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Actions on Peripheral Fraud/Content (orig slide 87).</a:t>
            </a: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97 (Incoming Reviews / Attachment Checks). Section 4 of 6, dot bucket round(4/6*5)=3 -- capped at 3 since round(4/6*5)=round(3.33)=3, same as Section 3's dot state (5 dots cover 6 sections, some buckets repeat by design). Attraction self-selected: Chefchaouen, Morocco -- checked against used_assets_tracker.md and this session's prior picks, not previously used.</a:t>
            </a: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98.</a:t>
            </a: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99. All 3 example inconsistencies preserved verbatim.</a:t>
            </a: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100.</a:t>
            </a: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101. Original had a "CLICK" callout pointing at the button in the screenshot -- not reproducible on this template type without hand-placed annotation geometry; instruction preserved in the body text instead.</a:t>
            </a: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102.</a:t>
            </a: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103.</a:t>
            </a: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104.</a:t>
            </a: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105.</a:t>
            </a: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106 (Tips for Attachment Checks), tips 1-4 of 7. Split into 2 slides across Type 12's native 4 rows.</a:t>
            </a: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106 (Tips for Attachment Checks), tips 5-7 of 7. Row 4 removed (only 3 of 7 tips land on this half).</a:t>
            </a: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107. Original notes cite two real examples: review 230480075 (“lovely boutique hotel” text attached to a restaurant listing), and an owner voting a review attached to their hotel while the review discusses a restaurant on-site.</a:t>
            </a: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108.</a:t>
            </a: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109 (Template to User, sent when using Wrong Listing Removal), part 1 of 2 -- greeting and reason list, preserved verbatim including the @@SUBJECT@@ merge field and the three bulleted reasons. Split across 2 slides -- the full template did not fit legibly in one Type 6 body box.</a:t>
            </a: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109, part 2 of 2 -- closing paragraph and submission link, preserved verbatim.</a:t>
            </a: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110 (flowchart, "Same or Similarly Named Properties (brand/geo confusion)"). No template type matches a branching flowchart -- reframed as an IF/THEN rule list on the Watch Out (Type 12) template per Phase 1 plan open question #8's conservative default. All branch labels and the reattachment footnote preserved verbatim; flag if a true flowchart graphic is wanted instead (would need hand-built geometry, out of scope for this chunk).</a:t>
            </a: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111 (flowchart). Reframed as an IF/THEN rule list, same rationale as orig 110. All branch labels preserved verbatim.</a:t>
            </a: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112 (flowchart). Reframed as an IF/THEN rule list, same rationale as orig 110. All branch labels preserved verbatim.</a:t>
            </a: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113 (flowchart). Reframed as an IF/THEN rule list, same rationale as orig 110. All branch labels preserved verbatim.</a:t>
            </a: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discussion, closes Incoming Reviews / Attachment Checks section.</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When to Use Wrong Listing (orig slide 107) vs. Why Not Use AC (orig slide 108).</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slides 114/115 (Escalations / Incoming, orig 115 was blank). Section 5 of 6, dot bucket round(5/6*5)=4. Attraction self-selected: Salar de Uyuni, Bolivia -- checked against used_assets_tracker.md and this session's prior picks, not previously used. This is the largest section in the module (orig 114-196, ~83 slides, ~20 sub-topics) and will span multiple chunks.</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116 (Serious Allegations). Sub-divider -- keeps the parent section's dot state (05/5) per v8 sub-divider convention.</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117 (list of Serious Allegation categories that pose a serious risk to Tripadvisor and are handled by Onshore Staff), categories 1-3 of 6. Original notes: any review that mentions these scenarios should be escalated.</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117, categories 4-6 of 6.</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118 (Escalation Path on KB / Agent Escalation Path).</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119 (When to Escalate).</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120 (What to Escalate).</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121 (Do not take action), rules 1-3 of 5.</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121, rules 4-5 of 5.</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122 (Sexual Assaults). Sub-topic divider nested under Serious Allegations -- keeps the parent section's dot state (05/5).</a:t>
            </a: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123 (Definition). Sensitive content preserved verbatim per content-moderator training requirements -- this and the following sexual assault sub-topic slides (orig 124-131) contain graphic real review excerpts used for training purposes.</a:t>
            </a: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124 (Attempted Touching). Both examples preserved verbatim.</a:t>
            </a: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125 (Attempted Kissing, source example ID 618153465). Both examples preserved verbatim.</a:t>
            </a: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126 (Non-Consensual Touching, source example ID 580462709). Both examples preserved verbatim, including the source's own "a**" censoring style -- not additionally censored or altered.</a:t>
            </a: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127 (Non-Consensual Kissing). Both examples preserved verbatim.</a:t>
            </a: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128 (General or Unclear Sexual Assault References, source example IDs 690746722, 691143795, 950996358). All 3 examples preserved verbatim.</a:t>
            </a: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129 (Rape/Sexual Penetration). Both examples preserved verbatim -- highly sensitive content retained exactly as in the source per content-moderator training requirements.</a:t>
            </a: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130. All 3 reasons preserved verbatim, fit natively in Type 12's 3 available rows -- no split needed.</a:t>
            </a: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131 (Media Attention) -- headlines referencing real external media coverage, preserved verbatim as historical context for why this category must be escalated. No screenshot in source despite the topic; none added.</a:t>
            </a:r>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132 (Employee Sexual Misconduct). Sub-topic divider nested under Serious Allegations -- keeps the parent section's dot state (05/5).</a:t>
            </a:r>
          </a:p>
        </p:txBody>
      </p:sp>
    </p:spTree>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133 (Employee Sexual Misconduct). All 4 categories preserved verbatim, fit natively in Type 12's 4 available rows.</a:t>
            </a:r>
          </a:p>
        </p:txBody>
      </p:sp>
    </p:spTree>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134 (Indecent Exposure/Masturbation by Staff Members). Both examples preserved verbatim.</a:t>
            </a:r>
          </a:p>
        </p:txBody>
      </p:sp>
    </p:spTree>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135 (Child Pornography). Sub-topic divider nested under Serious Allegations -- keeps the parent section's dot state (05/5).</a:t>
            </a:r>
          </a:p>
        </p:txBody>
      </p:sp>
    </p:spTree>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136.</a:t>
            </a:r>
          </a:p>
        </p:txBody>
      </p:sp>
    </p:spTree>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137 (Serious Safety Incidents). Sub-topic divider nested under Serious Allegations -- keeps the parent section's dot state (05/5).</a:t>
            </a:r>
          </a:p>
        </p:txBody>
      </p:sp>
    </p:spTree>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138. Escalate any content that mentions a serious injury that occurred at the property or that is due to property negligence -- all 4 examples preserved verbatim, fit natively in Type 12's 4 rows.</a:t>
            </a:r>
          </a:p>
        </p:txBody>
      </p:sp>
    </p:spTree>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139 (Safety Incident Example). Original notes link: tonic.tripadvisor.com/AdminReviewTool?k=r:904990574 (internal tool, not reproduced).</a:t>
            </a:r>
          </a:p>
        </p:txBody>
      </p:sp>
    </p:spTree>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140. Original notes link: tonic.tripadvisor.com/AdminReviewTool?k=r:904113494 (internal tool, not reproduced).</a:t>
            </a:r>
          </a:p>
        </p:txBody>
      </p:sp>
    </p:spTree>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141 (Deaths). Sub-topic divider nested under Serious Allegations -- keeps the parent section's dot state (05/5).</a:t>
            </a:r>
          </a:p>
        </p:txBody>
      </p:sp>
    </p:spTree>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142.</a:t>
            </a:r>
          </a:p>
        </p:txBody>
      </p:sp>
    </p:spTree>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143. Example preserved verbatim.</a:t>
            </a:r>
          </a:p>
        </p:txBody>
      </p:sp>
    </p:spTree>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144 (Escalate). Original notes link: tonic.tripadvisor.com/AdminReviewTool?k=r:536809343 (internal tool, not reproduced).</a:t>
            </a:r>
          </a:p>
        </p:txBody>
      </p:sp>
    </p:spTree>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145 (Escalate).</a:t>
            </a:r>
          </a:p>
        </p:txBody>
      </p:sp>
    </p:spTree>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146 (Escalate).</a:t>
            </a:r>
          </a:p>
        </p:txBody>
      </p:sp>
    </p:spTree>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147 (Drugging). Sub-topic divider nested under Serious Allegations -- keeps the parent section's dot state (05/5).</a:t>
            </a:r>
          </a:p>
        </p:txBody>
      </p:sp>
    </p:spTree>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148.</a:t>
            </a:r>
          </a:p>
        </p:txBody>
      </p:sp>
    </p:spTree>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149. Both example quotes preserved verbatim.</a:t>
            </a:r>
          </a:p>
        </p:txBody>
      </p:sp>
    </p:spTree>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150 (Escalate). Original notes link: tonic.tripadvisor.com/AdminReviewTool?k=r:537987668 (internal tool, not reproduced).</a:t>
            </a:r>
          </a:p>
        </p:txBody>
      </p:sp>
    </p:spTree>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151 (Escalate).</a:t>
            </a:r>
          </a:p>
        </p:txBody>
      </p:sp>
    </p:spTree>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152 (Safety Incidents Involving Minors). Sub-topic divider nested under Serious Allegations -- keeps the parent section's dot state (05/5).</a:t>
            </a:r>
          </a:p>
        </p:txBody>
      </p:sp>
    </p:spTree>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153.</a:t>
            </a:r>
          </a:p>
        </p:txBody>
      </p:sp>
    </p:spTree>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154 (source example ID 891555137). Example preserved verbatim.</a:t>
            </a:r>
          </a:p>
        </p:txBody>
      </p:sp>
    </p:spTree>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155 (source example ID 889036468). Example preserved verbatim.</a:t>
            </a:r>
          </a:p>
        </p:txBody>
      </p:sp>
    </p:spTree>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156 (Escalation not Needed). Sub-topic divider nested under Serious Allegations -- keeps the parent section's dot state (05/5).</a:t>
            </a:r>
          </a:p>
        </p:txBody>
      </p:sp>
    </p:spTree>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157 (Okay to Process: Violence).</a:t>
            </a:r>
          </a:p>
        </p:txBody>
      </p:sp>
    </p:spTree>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158 (Okay to Process: Consensual Acts).</a:t>
            </a:r>
          </a:p>
        </p:txBody>
      </p:sp>
    </p:spTree>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159 (Okay to Process: Witnessing Consensual Sexual Activity). Original notes link: tonic.tripadvisor.com/AdminReviewTool?k=r:595180170 (internal tool, not reproduced).</a:t>
            </a:r>
          </a:p>
        </p:txBody>
      </p:sp>
    </p:spTree>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160 (Okay to Process: Physical Assaults).</a:t>
            </a:r>
          </a:p>
        </p:txBody>
      </p:sp>
    </p:spTree>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161 ("Assign to: gdpr-svc" / "Appeals"). Source assigns Appeals to the gdpr-svc queue -- preserved verbatim/as-is even though this looks like it may be a copy-paste artifact from the GDPR slides that follow; flag to confirm the correct queue before publishing. Sub-topic divider nested under Escalations -- keeps the parent section's dot state (05/5).</a:t>
            </a:r>
          </a:p>
        </p:txBody>
      </p:sp>
    </p:spTree>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162.</a:t>
            </a:r>
          </a:p>
        </p:txBody>
      </p:sp>
    </p:spTree>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163.</a:t>
            </a:r>
          </a:p>
        </p:txBody>
      </p:sp>
    </p:spTree>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164 (Member Appeals), rules 1-3 of 5.</a:t>
            </a:r>
          </a:p>
        </p:txBody>
      </p:sp>
    </p:spTree>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164, rules 4-5 of 5.</a:t>
            </a:r>
          </a:p>
        </p:txBody>
      </p:sp>
    </p:spTree>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165 ("Assign to: gdpr-svc" / "GDPR"). Sub-topic divider nested under Escalations -- keeps the parent section's dot state (05/5).</a:t>
            </a:r>
          </a:p>
        </p:txBody>
      </p:sp>
    </p:spTree>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166.</a:t>
            </a:r>
          </a:p>
        </p:txBody>
      </p:sp>
    </p:spTree>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167 (How to Process, All Incoming &amp; Reported RMG). Example escalation-comment text preserved verbatim, including the source's own profanity example ("DMG: review contains profanity (shit), right to be forgotten request in vote").</a:t>
            </a:r>
          </a:p>
        </p:txBody>
      </p:sp>
    </p:spTree>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168 (How to Process, Reported DMG).</a:t>
            </a:r>
          </a:p>
        </p:txBody>
      </p:sp>
    </p:spTree>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169 (Key Words Related to GDPR), keywords 1-3 of 6. Anytime you see any review referring to this law, ESCALATE -- you don't need to decide if it's a valid request or not.</a:t>
            </a:r>
          </a:p>
        </p:txBody>
      </p:sp>
    </p:spTree>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169, keywords 4-6 of 6.</a:t>
            </a:r>
          </a:p>
        </p:txBody>
      </p:sp>
    </p:spTree>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170 ("Assign to: reviewbombs-svc" / "Review Bombs"). Sub-topic divider nested under Escalations -- keeps the parent section's dot state (05/5).</a:t>
            </a:r>
          </a:p>
        </p:txBody>
      </p:sp>
    </p:spTree>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171.</a:t>
            </a:r>
          </a:p>
        </p:txBody>
      </p:sp>
    </p:spTree>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172 ("TA in the News" / "Assign to onshore-cmi-svc"). Sub-topic divider nested under Escalations -- keeps the parent section's dot state (05/5).</a:t>
            </a:r>
          </a:p>
        </p:txBody>
      </p:sp>
    </p:spTree>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173 (Trip in the News).</a:t>
            </a:r>
          </a:p>
        </p:txBody>
      </p:sp>
    </p:spTree>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174. Example preserved verbatim.</a:t>
            </a:r>
          </a:p>
        </p:txBody>
      </p:sp>
    </p:spTree>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175 (TA is in the Media). Original notes link: tonic.tripadvisor.com/AdminReviewTool?k=r:569796883 (internal tool, not reproduced).</a:t>
            </a:r>
          </a:p>
        </p:txBody>
      </p:sp>
    </p:spTree>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176 ("Assign to: onshore-cmi-svc" / "Custom Templates"). Sub-topic divider nested under Escalations -- keeps the parent section's dot state (05/5).</a:t>
            </a:r>
          </a:p>
        </p:txBody>
      </p:sp>
    </p:spTree>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177.</a:t>
            </a:r>
          </a:p>
        </p:txBody>
      </p:sp>
    </p:spTree>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178 (Trip Plus Rejection).</a:t>
            </a:r>
          </a:p>
        </p:txBody>
      </p:sp>
    </p:spTree>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179 ("Assign to: listingrequests-svc" / "Listing Requests"). Sub-topic divider nested under Escalations -- keeps the parent section's dot state (05/5).</a:t>
            </a:r>
          </a:p>
        </p:txBody>
      </p:sp>
    </p:spTree>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180.</a:t>
            </a:r>
          </a:p>
        </p:txBody>
      </p:sp>
    </p:spTree>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181 ("Assign to: onshore-cmi-svc" / "Multiple Resubmissions"). Sub-topic divider nested under Escalations -- keeps the parent section's dot state (05/5).</a:t>
            </a:r>
          </a:p>
        </p:txBody>
      </p:sp>
    </p:spTree>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182.</a:t>
            </a:r>
          </a:p>
        </p:txBody>
      </p:sp>
    </p:spTree>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183 (Exceptions, Process per usual).</a:t>
            </a:r>
          </a:p>
        </p:txBody>
      </p:sp>
    </p:spTree>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184 ("Assign to: onshore-cmi-svc" / "TA Employee in Email &amp; Suspicious"). Sub-topic divider nested under Escalations -- keeps the parent section's dot state (05/5).</a:t>
            </a:r>
          </a:p>
        </p:txBody>
      </p:sp>
    </p:spTree>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185. Example email address preserved verbatim.</a:t>
            </a:r>
          </a:p>
        </p:txBody>
      </p:sp>
    </p:spTree>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186 ("Assign to: onshore-cmi-svc" / "Trump Related Threat"). Sub-topic divider nested under Escalations -- keeps the parent section's dot state (05/5). The "When to escalate" content for this topic is on orig slide 187, continuing in the next chunk.</a:t>
            </a:r>
          </a:p>
        </p:txBody>
      </p:sp>
    </p:spTree>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187 (When to escalate, continues the Trump Related Threat sub-divider from the previous chunk).</a:t>
            </a:r>
          </a:p>
        </p:txBody>
      </p:sp>
    </p:spTree>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188 (Definition of a 'threat'). All three examples (1 escalate, 2 okay-to-process) preserved verbatim -- the escalate example describes an explicit threat against the President, retained exactly as written per content-moderator training requirements. The okay-to-process examples are idiomatic expressions, not real threats.</a:t>
            </a:r>
          </a:p>
        </p:txBody>
      </p:sp>
    </p:spTree>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189 ("Assign to: listingrequests-svc" / "Creation of New Listing for Fraud Removal"). Sub-topic divider nested under Escalations -- keeps the parent section's dot state (05/5).</a:t>
            </a:r>
          </a:p>
        </p:txBody>
      </p:sp>
    </p:spTree>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190. Original "**" callout preserved verbatim in the body text.</a:t>
            </a:r>
          </a:p>
        </p:txBody>
      </p:sp>
    </p:spTree>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191 ("Assign to: 2ndop-cmi-svc" / "Second Opinions"). Sub-topic divider nested under Escalations -- keeps the parent section's dot state (05/5).</a:t>
            </a:r>
          </a:p>
        </p:txBody>
      </p:sp>
    </p:spTree>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192.</a:t>
            </a:r>
          </a:p>
        </p:txBody>
      </p:sp>
    </p:spTree>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193 (Important Notes). Sub-topic divider nested under Escalations -- keeps the parent section's dot state (05/5).</a:t>
            </a:r>
          </a:p>
        </p:txBody>
      </p:sp>
    </p:spTree>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194 (Important Notes). All 4 requirements preserved verbatim, fit natively in Type 12's 4 rows.</a:t>
            </a:r>
          </a:p>
        </p:txBody>
      </p:sp>
    </p:spTree>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195 (Correcting a Mistake), part 1 of 3 -- intro and the 'Incorrectly Removed' corrective action. Split into 3 slides per Phase 1 plan open question -- the original was a single dense text block covering 5 distinct rules.</a:t>
            </a:r>
          </a:p>
        </p:txBody>
      </p:sp>
    </p:spTree>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195, part 2 of 3 -- the 'Moderation Removals' and 'Fraud Removals' corrective actions. All comment examples preserved verbatim.</a:t>
            </a:r>
          </a:p>
        </p:txBody>
      </p:sp>
    </p:spTree>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195, part 3 of 3 -- the legal-risk warning and the downgrade explanation, both preserved verbatim.</a:t>
            </a:r>
          </a:p>
        </p:txBody>
      </p:sp>
    </p:spTree>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discussion, closes Escalations (orig 196, "Questions?", expanded into a structured discussion slide). This is the largest section in the module (orig 114-196, ~83 slides across 20 sub-topics) -- given its size, adding 2 knowledge checks instead of the usual 1-2 to cover both Serious Allegations and the escalation-queue topics.</a:t>
            </a:r>
          </a:p>
        </p:txBody>
      </p:sp>
    </p:spTree>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When to Escalate: Deaths (orig slide 142).</a:t>
            </a:r>
          </a:p>
        </p:txBody>
      </p:sp>
    </p:spTree>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Correcting a Mistake, part 3 of 3 (orig slide 195, downgrade explanation).</a:t>
            </a:r>
          </a:p>
        </p:txBody>
      </p:sp>
    </p:spTree>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197 ("Section 12: Documenting Actions" in the original deck's own numbering -- this is Section 6 of 6 in the revamped module). Dot bucket round(6/6*5)=5 (final/rightmost dot). Attraction self-selected: Zhangjiajie National Forest, China -- checked against used_assets_tracker.md and this session's prior picks, not previously used. This is the FINAL section of the module.</a:t>
            </a:r>
          </a:p>
        </p:txBody>
      </p:sp>
    </p:spTree>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198 ("Comments about comments" -- Document your findings). All 4 requirements preserved verbatim, fit natively in Type 12's 4 rows. Original notes: at some point during this deck the trainer should refer to the Comments Directive outline on Confluence -- docs.tamg.io/display/CMIOps/Agent+Processing+Comments (internal link, not reproduced).</a:t>
            </a:r>
          </a:p>
        </p:txBody>
      </p:sp>
    </p:spTree>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199 (Examples of Helpful Comments), examples 1-3 of 6. All preserved verbatim, including the source's own profanity example.</a:t>
            </a:r>
          </a:p>
        </p:txBody>
      </p:sp>
    </p:spTree>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199, examples 4-6 of 6. All preserved verbatim, including fake/example URLs and IDs. Example 6 ("PF of 123456789. Promo Fraud-User is part of Air Asia Promo and submitted 36 NS...") condensed into example 6's slot on this slide's predecessor for space; flag if you'd rather see it as a 7th standalone example on a 3rd slide.</a:t>
            </a:r>
          </a:p>
        </p:txBody>
      </p:sp>
    </p:spTree>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200. All 5 glossary entries preserved verbatim, including the example review ID in the PF entry.</a:t>
            </a:r>
          </a:p>
        </p:txBody>
      </p:sp>
    </p:spTree>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201.</a:t>
            </a:r>
          </a:p>
        </p:txBody>
      </p:sp>
    </p:spTree>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202 (TIP!).</a:t>
            </a:r>
          </a:p>
        </p:txBody>
      </p:sp>
    </p:spTree>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203.</a:t>
            </a:r>
          </a:p>
        </p:txBody>
      </p:sp>
    </p:spTree>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204. Example comment preserved verbatim.</a:t>
            </a:r>
          </a:p>
        </p:txBody>
      </p:sp>
    </p:spTree>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205. Source had 2 screenshots; primary re-embedded.</a:t>
            </a:r>
          </a:p>
        </p:txBody>
      </p:sp>
    </p:spTree>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206 (Shortcuts). All 4 shortcuts preserved verbatim, fit natively in Type 12's 4 rows. Original closing line: "It's okay to abbreviate, but comments should make sense to others" -- preserved here in notes since it's a general caveat rather than a 5th shortcut.</a:t>
            </a:r>
          </a:p>
        </p:txBody>
      </p:sp>
    </p:spTree>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207, part 1 of 2 -- mileage-pattern example and pattern-detection notes, both preserved verbatim.</a:t>
            </a:r>
          </a:p>
        </p:txBody>
      </p:sp>
    </p:spTree>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207, part 2 of 2 -- the three CI Research comment examples, all preserved verbatim.</a:t>
            </a:r>
          </a:p>
        </p:txBody>
      </p:sp>
    </p:spTree>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slide 208. Both critique notes preserved verbatim. Original notes included internal tool links (tonic.tripadvisor.com/AdminReviewTool?k=r:697669699 and k=r:697386199), not reproduced.</a:t>
            </a:r>
          </a:p>
        </p:txBody>
      </p:sp>
    </p:spTree>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discussion, closes Documenting Actions (orig 209, "Questions?", expanded into a structured discussion slide). This closes the FINAL section of the Taking Action module.</a:t>
            </a:r>
          </a:p>
        </p:txBody>
      </p:sp>
    </p:spTree>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 knowledge check, no source original. Tests Confirmed Removals: Adding to DB (orig slide 205).</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jpeg"/><Relationship Id="rId3" Type="http://schemas.openxmlformats.org/officeDocument/2006/relationships/image" Target="../media/image6.jpeg"/><Relationship Id="rId7" Type="http://schemas.openxmlformats.org/officeDocument/2006/relationships/image" Target="../media/image10.jpeg"/><Relationship Id="rId12" Type="http://schemas.openxmlformats.org/officeDocument/2006/relationships/image" Target="../media/image16.jpeg"/><Relationship Id="rId2" Type="http://schemas.openxmlformats.org/officeDocument/2006/relationships/image" Target="../media/image5.jpeg"/><Relationship Id="rId1" Type="http://schemas.openxmlformats.org/officeDocument/2006/relationships/slideMaster" Target="../slideMasters/slideMaster5.xml"/><Relationship Id="rId6" Type="http://schemas.openxmlformats.org/officeDocument/2006/relationships/image" Target="../media/image9.jpeg"/><Relationship Id="rId11" Type="http://schemas.openxmlformats.org/officeDocument/2006/relationships/image" Target="../media/image15.jpeg"/><Relationship Id="rId5" Type="http://schemas.openxmlformats.org/officeDocument/2006/relationships/image" Target="../media/image8.jpeg"/><Relationship Id="rId10" Type="http://schemas.openxmlformats.org/officeDocument/2006/relationships/image" Target="../media/image14.jpeg"/><Relationship Id="rId4" Type="http://schemas.openxmlformats.org/officeDocument/2006/relationships/image" Target="../media/image7.jpeg"/><Relationship Id="rId9" Type="http://schemas.openxmlformats.org/officeDocument/2006/relationships/image" Target="../media/image13.jpe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14"/>
        <p:cNvGrpSpPr/>
        <p:nvPr/>
      </p:nvGrpSpPr>
      <p:grpSpPr>
        <a:xfrm>
          <a:off x="0" y="0"/>
          <a:ext cx="0" cy="0"/>
          <a:chOff x="0" y="0"/>
          <a:chExt cx="0" cy="0"/>
        </a:xfrm>
      </p:grpSpPr>
      <p:sp>
        <p:nvSpPr>
          <p:cNvPr id="15" name="Google Shape;15;p2"/>
          <p:cNvSpPr/>
          <p:nvPr/>
        </p:nvSpPr>
        <p:spPr>
          <a:xfrm>
            <a:off x="0" y="0"/>
            <a:ext cx="61785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16" name="Google Shape;16;p2"/>
          <p:cNvSpPr txBox="1">
            <a:spLocks noGrp="1"/>
          </p:cNvSpPr>
          <p:nvPr>
            <p:ph type="ctrTitle"/>
          </p:nvPr>
        </p:nvSpPr>
        <p:spPr>
          <a:xfrm>
            <a:off x="1102267" y="1865528"/>
            <a:ext cx="4164000" cy="25959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17" name="Google Shape;17;p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18" name="Google Shape;18;p2"/>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19" name="Google Shape;19;p2"/>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20" name="Google Shape;20;p2"/>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21"/>
        <p:cNvGrpSpPr/>
        <p:nvPr/>
      </p:nvGrpSpPr>
      <p:grpSpPr>
        <a:xfrm>
          <a:off x="0" y="0"/>
          <a:ext cx="0" cy="0"/>
          <a:chOff x="0" y="0"/>
          <a:chExt cx="0" cy="0"/>
        </a:xfrm>
      </p:grpSpPr>
      <p:sp>
        <p:nvSpPr>
          <p:cNvPr id="22" name="Google Shape;22;p3"/>
          <p:cNvSpPr/>
          <p:nvPr/>
        </p:nvSpPr>
        <p:spPr>
          <a:xfrm>
            <a:off x="0" y="5960072"/>
            <a:ext cx="12192000" cy="897900"/>
          </a:xfrm>
          <a:prstGeom prst="rect">
            <a:avLst/>
          </a:prstGeom>
          <a:solidFill>
            <a:schemeClr val="accent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ctrTitle"/>
          </p:nvPr>
        </p:nvSpPr>
        <p:spPr>
          <a:xfrm>
            <a:off x="1102267" y="1870397"/>
            <a:ext cx="10004400" cy="3117300"/>
          </a:xfrm>
          <a:prstGeom prst="rect">
            <a:avLst/>
          </a:prstGeom>
        </p:spPr>
        <p:txBody>
          <a:bodyPr spcFirstLastPara="1" wrap="square" lIns="0" tIns="0" rIns="303475" bIns="303475"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24" name="Google Shape;24;p3"/>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25" name="Google Shape;25;p3"/>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26" name="Google Shape;26;p3"/>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27"/>
        <p:cNvGrpSpPr/>
        <p:nvPr/>
      </p:nvGrpSpPr>
      <p:grpSpPr>
        <a:xfrm>
          <a:off x="0" y="0"/>
          <a:ext cx="0" cy="0"/>
          <a:chOff x="0" y="0"/>
          <a:chExt cx="0" cy="0"/>
        </a:xfrm>
      </p:grpSpPr>
      <p:sp>
        <p:nvSpPr>
          <p:cNvPr id="28" name="Google Shape;28;p4"/>
          <p:cNvSpPr/>
          <p:nvPr/>
        </p:nvSpPr>
        <p:spPr>
          <a:xfrm>
            <a:off x="7100" y="9934"/>
            <a:ext cx="6014100" cy="6857700"/>
          </a:xfrm>
          <a:prstGeom prst="rect">
            <a:avLst/>
          </a:prstGeom>
          <a:solidFill>
            <a:schemeClr val="accent5"/>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29" name="Google Shape;29;p4"/>
          <p:cNvSpPr txBox="1">
            <a:spLocks noGrp="1"/>
          </p:cNvSpPr>
          <p:nvPr>
            <p:ph type="ctrTitle"/>
          </p:nvPr>
        </p:nvSpPr>
        <p:spPr>
          <a:xfrm>
            <a:off x="1098000" y="1708357"/>
            <a:ext cx="3916800" cy="32742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chemeClr val="dk2"/>
              </a:buClr>
              <a:buSzPts val="2100"/>
              <a:buAutoNum type="arabicPeriod"/>
              <a:defRPr sz="2100">
                <a:solidFill>
                  <a:schemeClr val="dk2"/>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30" name="Google Shape;30;p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4"/>
          <p:cNvSpPr txBox="1">
            <a:spLocks noGrp="1"/>
          </p:cNvSpPr>
          <p:nvPr>
            <p:ph type="subTitle" idx="1"/>
          </p:nvPr>
        </p:nvSpPr>
        <p:spPr>
          <a:xfrm>
            <a:off x="1098000" y="1048356"/>
            <a:ext cx="39168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1pPr>
            <a:lvl2pPr lvl="1"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2pPr>
            <a:lvl3pPr lvl="2"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3pPr>
            <a:lvl4pPr lvl="3"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4pPr>
            <a:lvl5pPr lvl="4" rtl="0">
              <a:lnSpc>
                <a:spcPct val="100000"/>
              </a:lnSpc>
              <a:spcBef>
                <a:spcPts val="0"/>
              </a:spcBef>
              <a:spcAft>
                <a:spcPts val="0"/>
              </a:spcAft>
              <a:buClr>
                <a:schemeClr val="dk2"/>
              </a:buClr>
              <a:buSzPts val="1100"/>
              <a:buNone/>
              <a:defRPr>
                <a:solidFill>
                  <a:schemeClr val="dk2"/>
                </a:solidFill>
              </a:defRPr>
            </a:lvl5pPr>
            <a:lvl6pPr lvl="5"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6pPr>
            <a:lvl7pPr lvl="6"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7pPr>
            <a:lvl8pPr lvl="7"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8pPr>
            <a:lvl9pPr lvl="8" rtl="0">
              <a:lnSpc>
                <a:spcPct val="100000"/>
              </a:lnSpc>
              <a:spcBef>
                <a:spcPts val="0"/>
              </a:spcBef>
              <a:spcAft>
                <a:spcPts val="0"/>
              </a:spcAft>
              <a:buClr>
                <a:schemeClr val="dk2"/>
              </a:buClr>
              <a:buSzPts val="1100"/>
              <a:buFont typeface="Roboto Mono"/>
              <a:buNone/>
              <a:defRPr sz="1100">
                <a:solidFill>
                  <a:schemeClr val="dk2"/>
                </a:solidFill>
                <a:latin typeface="Roboto Mono"/>
                <a:ea typeface="Roboto Mono"/>
                <a:cs typeface="Roboto Mono"/>
                <a:sym typeface="Roboto Mon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1102267" y="2685595"/>
            <a:ext cx="9969300" cy="3249900"/>
          </a:xfrm>
          <a:prstGeom prst="rect">
            <a:avLst/>
          </a:prstGeom>
        </p:spPr>
        <p:txBody>
          <a:bodyPr spcFirstLastPara="1" wrap="square" lIns="0" tIns="0" rIns="303475"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34" name="Google Shape;34;p5"/>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5"/>
          <p:cNvSpPr txBox="1">
            <a:spLocks noGrp="1"/>
          </p:cNvSpPr>
          <p:nvPr>
            <p:ph type="subTitle" idx="1"/>
          </p:nvPr>
        </p:nvSpPr>
        <p:spPr>
          <a:xfrm>
            <a:off x="1102267" y="1048356"/>
            <a:ext cx="2894100" cy="14784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ctrTitle"/>
          </p:nvPr>
        </p:nvSpPr>
        <p:spPr>
          <a:xfrm>
            <a:off x="1102267" y="1048356"/>
            <a:ext cx="6950100" cy="4752900"/>
          </a:xfrm>
          <a:prstGeom prst="rect">
            <a:avLst/>
          </a:prstGeom>
        </p:spPr>
        <p:txBody>
          <a:bodyPr spcFirstLastPara="1" wrap="square" lIns="0" tIns="0" rIns="303475"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38" name="Google Shape;38;p6"/>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6"/>
          <p:cNvSpPr txBox="1">
            <a:spLocks noGrp="1"/>
          </p:cNvSpPr>
          <p:nvPr>
            <p:ph type="subTitle" idx="1"/>
          </p:nvPr>
        </p:nvSpPr>
        <p:spPr>
          <a:xfrm>
            <a:off x="8210233" y="1048356"/>
            <a:ext cx="2879700" cy="4887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40"/>
        <p:cNvGrpSpPr/>
        <p:nvPr/>
      </p:nvGrpSpPr>
      <p:grpSpPr>
        <a:xfrm>
          <a:off x="0" y="0"/>
          <a:ext cx="0" cy="0"/>
          <a:chOff x="0" y="0"/>
          <a:chExt cx="0" cy="0"/>
        </a:xfrm>
      </p:grpSpPr>
      <p:sp>
        <p:nvSpPr>
          <p:cNvPr id="41" name="Google Shape;41;p7"/>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2" name="Google Shape;42;p7"/>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3" name="Google Shape;43;p7"/>
          <p:cNvSpPr txBox="1">
            <a:spLocks noGrp="1"/>
          </p:cNvSpPr>
          <p:nvPr>
            <p:ph type="ctrTitle"/>
          </p:nvPr>
        </p:nvSpPr>
        <p:spPr>
          <a:xfrm>
            <a:off x="1102267" y="1048356"/>
            <a:ext cx="3912300" cy="14787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2"/>
              </a:buClr>
              <a:buSzPts val="3200"/>
              <a:buNone/>
              <a:defRPr b="0">
                <a:solidFill>
                  <a:schemeClr val="dk2"/>
                </a:solidFill>
              </a:defRPr>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4" name="Google Shape;44;p7"/>
          <p:cNvSpPr txBox="1">
            <a:spLocks noGrp="1"/>
          </p:cNvSpPr>
          <p:nvPr>
            <p:ph type="subTitle" idx="1"/>
          </p:nvPr>
        </p:nvSpPr>
        <p:spPr>
          <a:xfrm>
            <a:off x="1102267" y="2685595"/>
            <a:ext cx="39123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2"/>
              </a:buClr>
              <a:buSzPts val="2100"/>
              <a:buFont typeface="Poppins Light"/>
              <a:buNone/>
              <a:defRPr sz="2100">
                <a:solidFill>
                  <a:schemeClr val="dk2"/>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45"/>
        <p:cNvGrpSpPr/>
        <p:nvPr/>
      </p:nvGrpSpPr>
      <p:grpSpPr>
        <a:xfrm>
          <a:off x="0" y="0"/>
          <a:ext cx="0" cy="0"/>
          <a:chOff x="0" y="0"/>
          <a:chExt cx="0" cy="0"/>
        </a:xfrm>
      </p:grpSpPr>
      <p:sp>
        <p:nvSpPr>
          <p:cNvPr id="46" name="Google Shape;46;p8"/>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7" name="Google Shape;47;p8"/>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8"/>
          <p:cNvSpPr txBox="1">
            <a:spLocks noGrp="1"/>
          </p:cNvSpPr>
          <p:nvPr>
            <p:ph type="ctrTitle"/>
          </p:nvPr>
        </p:nvSpPr>
        <p:spPr>
          <a:xfrm>
            <a:off x="1102267" y="1048356"/>
            <a:ext cx="39033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2"/>
              </a:buClr>
              <a:buSzPts val="3200"/>
              <a:buNone/>
              <a:defRPr b="0">
                <a:solidFill>
                  <a:schemeClr val="dk2"/>
                </a:solidFill>
              </a:defRPr>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9" name="Google Shape;49;p8"/>
          <p:cNvSpPr txBox="1">
            <a:spLocks noGrp="1"/>
          </p:cNvSpPr>
          <p:nvPr>
            <p:ph type="subTitle" idx="1"/>
          </p:nvPr>
        </p:nvSpPr>
        <p:spPr>
          <a:xfrm>
            <a:off x="1102267" y="2685595"/>
            <a:ext cx="18579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0" name="Google Shape;50;p8"/>
          <p:cNvSpPr txBox="1">
            <a:spLocks noGrp="1"/>
          </p:cNvSpPr>
          <p:nvPr>
            <p:ph type="subTitle" idx="2"/>
          </p:nvPr>
        </p:nvSpPr>
        <p:spPr>
          <a:xfrm>
            <a:off x="3106867" y="2685595"/>
            <a:ext cx="19140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9"/>
          <p:cNvSpPr txBox="1">
            <a:spLocks noGrp="1"/>
          </p:cNvSpPr>
          <p:nvPr>
            <p:ph type="ctrTitle"/>
          </p:nvPr>
        </p:nvSpPr>
        <p:spPr>
          <a:xfrm>
            <a:off x="1102267" y="1048356"/>
            <a:ext cx="49161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2"/>
              </a:buClr>
              <a:buSzPts val="3200"/>
              <a:buNone/>
              <a:defRPr b="0">
                <a:solidFill>
                  <a:schemeClr val="dk2"/>
                </a:solidFill>
              </a:defRPr>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54" name="Google Shape;54;p9"/>
          <p:cNvSpPr txBox="1">
            <a:spLocks noGrp="1"/>
          </p:cNvSpPr>
          <p:nvPr>
            <p:ph type="subTitle" idx="1"/>
          </p:nvPr>
        </p:nvSpPr>
        <p:spPr>
          <a:xfrm>
            <a:off x="1102267" y="2685595"/>
            <a:ext cx="2846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5" name="Google Shape;55;p9"/>
          <p:cNvSpPr txBox="1">
            <a:spLocks noGrp="1"/>
          </p:cNvSpPr>
          <p:nvPr>
            <p:ph type="subTitle" idx="2"/>
          </p:nvPr>
        </p:nvSpPr>
        <p:spPr>
          <a:xfrm>
            <a:off x="4154467" y="2685595"/>
            <a:ext cx="2870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6" name="Google Shape;56;p9"/>
          <p:cNvSpPr txBox="1">
            <a:spLocks noGrp="1"/>
          </p:cNvSpPr>
          <p:nvPr>
            <p:ph type="subTitle" idx="3"/>
          </p:nvPr>
        </p:nvSpPr>
        <p:spPr>
          <a:xfrm>
            <a:off x="7183067" y="2685595"/>
            <a:ext cx="28905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57"/>
        <p:cNvGrpSpPr/>
        <p:nvPr/>
      </p:nvGrpSpPr>
      <p:grpSpPr>
        <a:xfrm>
          <a:off x="0" y="0"/>
          <a:ext cx="0" cy="0"/>
          <a:chOff x="0" y="0"/>
          <a:chExt cx="0" cy="0"/>
        </a:xfrm>
      </p:grpSpPr>
      <p:sp>
        <p:nvSpPr>
          <p:cNvPr id="58" name="Google Shape;58;p10"/>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10"/>
          <p:cNvSpPr txBox="1">
            <a:spLocks noGrp="1"/>
          </p:cNvSpPr>
          <p:nvPr>
            <p:ph type="ctrTitle"/>
          </p:nvPr>
        </p:nvSpPr>
        <p:spPr>
          <a:xfrm>
            <a:off x="918867" y="1048356"/>
            <a:ext cx="73521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60" name="Google Shape;60;p10"/>
          <p:cNvSpPr txBox="1">
            <a:spLocks noGrp="1"/>
          </p:cNvSpPr>
          <p:nvPr>
            <p:ph type="subTitle" idx="1"/>
          </p:nvPr>
        </p:nvSpPr>
        <p:spPr>
          <a:xfrm>
            <a:off x="8435233" y="1048356"/>
            <a:ext cx="2827200" cy="50475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ctrTitle"/>
          </p:nvPr>
        </p:nvSpPr>
        <p:spPr>
          <a:xfrm>
            <a:off x="1102267" y="1048356"/>
            <a:ext cx="39123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63" name="Google Shape;63;p11"/>
          <p:cNvSpPr txBox="1">
            <a:spLocks noGrp="1"/>
          </p:cNvSpPr>
          <p:nvPr>
            <p:ph type="subTitle" idx="1"/>
          </p:nvPr>
        </p:nvSpPr>
        <p:spPr>
          <a:xfrm>
            <a:off x="5172600" y="1048422"/>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64" name="Google Shape;64;p11"/>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5" name="Google Shape;65;p11"/>
          <p:cNvSpPr txBox="1">
            <a:spLocks noGrp="1"/>
          </p:cNvSpPr>
          <p:nvPr>
            <p:ph type="subTitle" idx="2"/>
          </p:nvPr>
        </p:nvSpPr>
        <p:spPr>
          <a:xfrm>
            <a:off x="8180133" y="1048356"/>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66" name="Google Shape;66;p11"/>
          <p:cNvSpPr txBox="1">
            <a:spLocks noGrp="1"/>
          </p:cNvSpPr>
          <p:nvPr>
            <p:ph type="subTitle" idx="3"/>
          </p:nvPr>
        </p:nvSpPr>
        <p:spPr>
          <a:xfrm>
            <a:off x="5172600" y="3508424"/>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67" name="Google Shape;67;p11"/>
          <p:cNvSpPr txBox="1">
            <a:spLocks noGrp="1"/>
          </p:cNvSpPr>
          <p:nvPr>
            <p:ph type="subTitle" idx="4"/>
          </p:nvPr>
        </p:nvSpPr>
        <p:spPr>
          <a:xfrm>
            <a:off x="8180133" y="3508359"/>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68"/>
        <p:cNvGrpSpPr/>
        <p:nvPr/>
      </p:nvGrpSpPr>
      <p:grpSpPr>
        <a:xfrm>
          <a:off x="0" y="0"/>
          <a:ext cx="0" cy="0"/>
          <a:chOff x="0" y="0"/>
          <a:chExt cx="0" cy="0"/>
        </a:xfrm>
      </p:grpSpPr>
      <p:sp>
        <p:nvSpPr>
          <p:cNvPr id="69" name="Google Shape;69;p12"/>
          <p:cNvSpPr txBox="1">
            <a:spLocks noGrp="1"/>
          </p:cNvSpPr>
          <p:nvPr>
            <p:ph type="subTitle" idx="1"/>
          </p:nvPr>
        </p:nvSpPr>
        <p:spPr>
          <a:xfrm>
            <a:off x="1532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0" name="Google Shape;70;p1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1" name="Google Shape;71;p12"/>
          <p:cNvSpPr txBox="1">
            <a:spLocks noGrp="1"/>
          </p:cNvSpPr>
          <p:nvPr>
            <p:ph type="subTitle" idx="2"/>
          </p:nvPr>
        </p:nvSpPr>
        <p:spPr>
          <a:xfrm>
            <a:off x="3171433" y="2685604"/>
            <a:ext cx="2830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2" name="Google Shape;72;p12"/>
          <p:cNvSpPr txBox="1">
            <a:spLocks noGrp="1"/>
          </p:cNvSpPr>
          <p:nvPr>
            <p:ph type="subTitle" idx="3"/>
          </p:nvPr>
        </p:nvSpPr>
        <p:spPr>
          <a:xfrm>
            <a:off x="6226167" y="2693708"/>
            <a:ext cx="2794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3" name="Google Shape;73;p12"/>
          <p:cNvSpPr txBox="1">
            <a:spLocks noGrp="1"/>
          </p:cNvSpPr>
          <p:nvPr>
            <p:ph type="subTitle" idx="4"/>
          </p:nvPr>
        </p:nvSpPr>
        <p:spPr>
          <a:xfrm>
            <a:off x="91926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4" name="Google Shape;74;p12"/>
          <p:cNvSpPr txBox="1">
            <a:spLocks noGrp="1"/>
          </p:cNvSpPr>
          <p:nvPr>
            <p:ph type="subTitle" idx="5"/>
          </p:nvPr>
        </p:nvSpPr>
        <p:spPr>
          <a:xfrm>
            <a:off x="153200" y="1865524"/>
            <a:ext cx="28356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5" name="Google Shape;75;p12"/>
          <p:cNvSpPr txBox="1">
            <a:spLocks noGrp="1"/>
          </p:cNvSpPr>
          <p:nvPr>
            <p:ph type="subTitle" idx="6"/>
          </p:nvPr>
        </p:nvSpPr>
        <p:spPr>
          <a:xfrm>
            <a:off x="3176735" y="1865530"/>
            <a:ext cx="2830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6" name="Google Shape;76;p12"/>
          <p:cNvSpPr txBox="1">
            <a:spLocks noGrp="1"/>
          </p:cNvSpPr>
          <p:nvPr>
            <p:ph type="subTitle" idx="7"/>
          </p:nvPr>
        </p:nvSpPr>
        <p:spPr>
          <a:xfrm>
            <a:off x="6198567"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7" name="Google Shape;77;p12"/>
          <p:cNvSpPr txBox="1">
            <a:spLocks noGrp="1"/>
          </p:cNvSpPr>
          <p:nvPr>
            <p:ph type="subTitle" idx="8"/>
          </p:nvPr>
        </p:nvSpPr>
        <p:spPr>
          <a:xfrm>
            <a:off x="9192600"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8" name="Google Shape;78;p12"/>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79"/>
        <p:cNvGrpSpPr/>
        <p:nvPr/>
      </p:nvGrpSpPr>
      <p:grpSpPr>
        <a:xfrm>
          <a:off x="0" y="0"/>
          <a:ext cx="0" cy="0"/>
          <a:chOff x="0" y="0"/>
          <a:chExt cx="0" cy="0"/>
        </a:xfrm>
      </p:grpSpPr>
      <p:sp>
        <p:nvSpPr>
          <p:cNvPr id="80" name="Google Shape;80;p13"/>
          <p:cNvSpPr txBox="1">
            <a:spLocks noGrp="1"/>
          </p:cNvSpPr>
          <p:nvPr>
            <p:ph type="subTitle" idx="1"/>
          </p:nvPr>
        </p:nvSpPr>
        <p:spPr>
          <a:xfrm>
            <a:off x="1532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81" name="Google Shape;81;p13"/>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82" name="Google Shape;82;p13"/>
          <p:cNvSpPr txBox="1">
            <a:spLocks noGrp="1"/>
          </p:cNvSpPr>
          <p:nvPr>
            <p:ph type="subTitle" idx="2"/>
          </p:nvPr>
        </p:nvSpPr>
        <p:spPr>
          <a:xfrm>
            <a:off x="3171433" y="5141194"/>
            <a:ext cx="2830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83" name="Google Shape;83;p13"/>
          <p:cNvSpPr txBox="1">
            <a:spLocks noGrp="1"/>
          </p:cNvSpPr>
          <p:nvPr>
            <p:ph type="subTitle" idx="3"/>
          </p:nvPr>
        </p:nvSpPr>
        <p:spPr>
          <a:xfrm>
            <a:off x="6226167" y="5144339"/>
            <a:ext cx="2794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84" name="Google Shape;84;p13"/>
          <p:cNvSpPr txBox="1">
            <a:spLocks noGrp="1"/>
          </p:cNvSpPr>
          <p:nvPr>
            <p:ph type="subTitle" idx="4"/>
          </p:nvPr>
        </p:nvSpPr>
        <p:spPr>
          <a:xfrm>
            <a:off x="91926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85" name="Google Shape;85;p13"/>
          <p:cNvSpPr txBox="1">
            <a:spLocks noGrp="1"/>
          </p:cNvSpPr>
          <p:nvPr>
            <p:ph type="subTitle" idx="5"/>
          </p:nvPr>
        </p:nvSpPr>
        <p:spPr>
          <a:xfrm>
            <a:off x="153200" y="4322837"/>
            <a:ext cx="28356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86" name="Google Shape;86;p13"/>
          <p:cNvSpPr txBox="1">
            <a:spLocks noGrp="1"/>
          </p:cNvSpPr>
          <p:nvPr>
            <p:ph type="subTitle" idx="6"/>
          </p:nvPr>
        </p:nvSpPr>
        <p:spPr>
          <a:xfrm>
            <a:off x="3176735" y="4322843"/>
            <a:ext cx="2830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87" name="Google Shape;87;p13"/>
          <p:cNvSpPr txBox="1">
            <a:spLocks noGrp="1"/>
          </p:cNvSpPr>
          <p:nvPr>
            <p:ph type="subTitle" idx="7"/>
          </p:nvPr>
        </p:nvSpPr>
        <p:spPr>
          <a:xfrm>
            <a:off x="6198567"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88" name="Google Shape;88;p13"/>
          <p:cNvSpPr txBox="1">
            <a:spLocks noGrp="1"/>
          </p:cNvSpPr>
          <p:nvPr>
            <p:ph type="subTitle" idx="8"/>
          </p:nvPr>
        </p:nvSpPr>
        <p:spPr>
          <a:xfrm>
            <a:off x="9192600"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89" name="Google Shape;89;p13"/>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90"/>
        <p:cNvGrpSpPr/>
        <p:nvPr/>
      </p:nvGrpSpPr>
      <p:grpSpPr>
        <a:xfrm>
          <a:off x="0" y="0"/>
          <a:ext cx="0" cy="0"/>
          <a:chOff x="0" y="0"/>
          <a:chExt cx="0" cy="0"/>
        </a:xfrm>
      </p:grpSpPr>
      <p:sp>
        <p:nvSpPr>
          <p:cNvPr id="91" name="Google Shape;91;p1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92" name="Google Shape;92;p14"/>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93" name="Google Shape;93;p14"/>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94" name="Google Shape;94;p14"/>
          <p:cNvSpPr txBox="1">
            <a:spLocks noGrp="1"/>
          </p:cNvSpPr>
          <p:nvPr>
            <p:ph type="subTitle" idx="2"/>
          </p:nvPr>
        </p:nvSpPr>
        <p:spPr>
          <a:xfrm>
            <a:off x="9215467" y="150395"/>
            <a:ext cx="28497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95"/>
        <p:cNvGrpSpPr/>
        <p:nvPr/>
      </p:nvGrpSpPr>
      <p:grpSpPr>
        <a:xfrm>
          <a:off x="0" y="0"/>
          <a:ext cx="0" cy="0"/>
          <a:chOff x="0" y="0"/>
          <a:chExt cx="0" cy="0"/>
        </a:xfrm>
      </p:grpSpPr>
      <p:sp>
        <p:nvSpPr>
          <p:cNvPr id="96" name="Google Shape;96;p15"/>
          <p:cNvSpPr/>
          <p:nvPr/>
        </p:nvSpPr>
        <p:spPr>
          <a:xfrm>
            <a:off x="8210233" y="9704"/>
            <a:ext cx="3990300" cy="68583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97" name="Google Shape;97;p15"/>
          <p:cNvSpPr txBox="1">
            <a:spLocks noGrp="1"/>
          </p:cNvSpPr>
          <p:nvPr>
            <p:ph type="ctrTitle"/>
          </p:nvPr>
        </p:nvSpPr>
        <p:spPr>
          <a:xfrm>
            <a:off x="9192600" y="1048356"/>
            <a:ext cx="2099700" cy="22929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98" name="Google Shape;98;p15"/>
          <p:cNvSpPr txBox="1">
            <a:spLocks noGrp="1"/>
          </p:cNvSpPr>
          <p:nvPr>
            <p:ph type="subTitle" idx="1"/>
          </p:nvPr>
        </p:nvSpPr>
        <p:spPr>
          <a:xfrm>
            <a:off x="9192600" y="3508359"/>
            <a:ext cx="2099700" cy="2292900"/>
          </a:xfrm>
          <a:prstGeom prst="rect">
            <a:avLst/>
          </a:prstGeom>
        </p:spPr>
        <p:txBody>
          <a:bodyPr spcFirstLastPara="1" wrap="square" lIns="0" tIns="0" rIns="303475"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99" name="Google Shape;99;p15"/>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100"/>
        <p:cNvGrpSpPr/>
        <p:nvPr/>
      </p:nvGrpSpPr>
      <p:grpSpPr>
        <a:xfrm>
          <a:off x="0" y="0"/>
          <a:ext cx="0" cy="0"/>
          <a:chOff x="0" y="0"/>
          <a:chExt cx="0" cy="0"/>
        </a:xfrm>
      </p:grpSpPr>
      <p:sp>
        <p:nvSpPr>
          <p:cNvPr id="101" name="Google Shape;101;p16"/>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102" name="Google Shape;102;p16"/>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7_Blank">
  <p:cSld name="7_Blank">
    <p:bg>
      <p:bgPr>
        <a:solidFill>
          <a:srgbClr val="00B086"/>
        </a:solidFill>
        <a:effectLst/>
      </p:bgPr>
    </p:bg>
    <p:spTree>
      <p:nvGrpSpPr>
        <p:cNvPr id="1" name="Shape 103"/>
        <p:cNvGrpSpPr/>
        <p:nvPr/>
      </p:nvGrpSpPr>
      <p:grpSpPr>
        <a:xfrm>
          <a:off x="0" y="0"/>
          <a:ext cx="0" cy="0"/>
          <a:chOff x="0" y="0"/>
          <a:chExt cx="0" cy="0"/>
        </a:xfrm>
      </p:grpSpPr>
      <p:sp>
        <p:nvSpPr>
          <p:cNvPr id="104" name="Google Shape;104;p17"/>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lt1"/>
              </a:buClr>
              <a:buSzPts val="7200"/>
              <a:buNone/>
              <a:defRPr sz="7200" b="0" i="0">
                <a:solidFill>
                  <a:schemeClr val="lt1"/>
                </a:solidFill>
                <a:latin typeface="Calibri"/>
                <a:ea typeface="Calibri"/>
                <a:cs typeface="Calibri"/>
                <a:sym typeface="Calibri"/>
              </a:defRPr>
            </a:lvl1pPr>
            <a:lvl2pPr marL="914400" lvl="1" indent="-342900" algn="l" rtl="0">
              <a:lnSpc>
                <a:spcPct val="90000"/>
              </a:lnSpc>
              <a:spcBef>
                <a:spcPts val="2100"/>
              </a:spcBef>
              <a:spcAft>
                <a:spcPts val="0"/>
              </a:spcAft>
              <a:buClr>
                <a:schemeClr val="dk1"/>
              </a:buClr>
              <a:buSzPts val="1800"/>
              <a:buChar char="○"/>
              <a:defRPr/>
            </a:lvl2pPr>
            <a:lvl3pPr marL="1371600" lvl="2" indent="-342900" algn="l" rtl="0">
              <a:lnSpc>
                <a:spcPct val="90000"/>
              </a:lnSpc>
              <a:spcBef>
                <a:spcPts val="2100"/>
              </a:spcBef>
              <a:spcAft>
                <a:spcPts val="0"/>
              </a:spcAft>
              <a:buClr>
                <a:schemeClr val="dk1"/>
              </a:buClr>
              <a:buSzPts val="1800"/>
              <a:buChar char="■"/>
              <a:defRPr/>
            </a:lvl3pPr>
            <a:lvl4pPr marL="1828800" lvl="3" indent="-342900" algn="l" rtl="0">
              <a:lnSpc>
                <a:spcPct val="90000"/>
              </a:lnSpc>
              <a:spcBef>
                <a:spcPts val="2100"/>
              </a:spcBef>
              <a:spcAft>
                <a:spcPts val="0"/>
              </a:spcAft>
              <a:buClr>
                <a:schemeClr val="dk1"/>
              </a:buClr>
              <a:buSzPts val="1800"/>
              <a:buChar char="●"/>
              <a:defRPr/>
            </a:lvl4pPr>
            <a:lvl5pPr marL="2286000" lvl="4" indent="-342900" algn="l" rtl="0">
              <a:lnSpc>
                <a:spcPct val="90000"/>
              </a:lnSpc>
              <a:spcBef>
                <a:spcPts val="2100"/>
              </a:spcBef>
              <a:spcAft>
                <a:spcPts val="0"/>
              </a:spcAft>
              <a:buClr>
                <a:schemeClr val="dk1"/>
              </a:buClr>
              <a:buSzPts val="1800"/>
              <a:buChar char="○"/>
              <a:defRPr/>
            </a:lvl5pPr>
            <a:lvl6pPr marL="2743200" lvl="5" indent="-342900" algn="l" rtl="0">
              <a:lnSpc>
                <a:spcPct val="90000"/>
              </a:lnSpc>
              <a:spcBef>
                <a:spcPts val="2100"/>
              </a:spcBef>
              <a:spcAft>
                <a:spcPts val="0"/>
              </a:spcAft>
              <a:buClr>
                <a:schemeClr val="dk1"/>
              </a:buClr>
              <a:buSzPts val="1800"/>
              <a:buChar char="■"/>
              <a:defRPr/>
            </a:lvl6pPr>
            <a:lvl7pPr marL="3200400" lvl="6" indent="-342900" algn="l" rtl="0">
              <a:lnSpc>
                <a:spcPct val="90000"/>
              </a:lnSpc>
              <a:spcBef>
                <a:spcPts val="2100"/>
              </a:spcBef>
              <a:spcAft>
                <a:spcPts val="0"/>
              </a:spcAft>
              <a:buClr>
                <a:schemeClr val="dk1"/>
              </a:buClr>
              <a:buSzPts val="1800"/>
              <a:buChar char="●"/>
              <a:defRPr/>
            </a:lvl7pPr>
            <a:lvl8pPr marL="3657600" lvl="7" indent="-342900" algn="l" rtl="0">
              <a:lnSpc>
                <a:spcPct val="90000"/>
              </a:lnSpc>
              <a:spcBef>
                <a:spcPts val="2100"/>
              </a:spcBef>
              <a:spcAft>
                <a:spcPts val="0"/>
              </a:spcAft>
              <a:buClr>
                <a:schemeClr val="dk1"/>
              </a:buClr>
              <a:buSzPts val="1800"/>
              <a:buChar char="○"/>
              <a:defRPr/>
            </a:lvl8pPr>
            <a:lvl9pPr marL="4114800" lvl="8" indent="-342900" algn="l" rtl="0">
              <a:lnSpc>
                <a:spcPct val="90000"/>
              </a:lnSpc>
              <a:spcBef>
                <a:spcPts val="2100"/>
              </a:spcBef>
              <a:spcAft>
                <a:spcPts val="2100"/>
              </a:spcAft>
              <a:buClr>
                <a:schemeClr val="dk1"/>
              </a:buClr>
              <a:buSzPts val="1800"/>
              <a:buChar char="■"/>
              <a:defRPr/>
            </a:lvl9pPr>
          </a:lstStyle>
          <a:p>
            <a:endParaRPr/>
          </a:p>
        </p:txBody>
      </p:sp>
      <p:pic>
        <p:nvPicPr>
          <p:cNvPr id="105" name="Google Shape;105;p17"/>
          <p:cNvPicPr preferRelativeResize="0"/>
          <p:nvPr/>
        </p:nvPicPr>
        <p:blipFill rotWithShape="1">
          <a:blip r:embed="rId2">
            <a:alphaModFix amt="20000"/>
          </a:blip>
          <a:srcRect l="33612"/>
          <a:stretch/>
        </p:blipFill>
        <p:spPr>
          <a:xfrm>
            <a:off x="-1" y="3767970"/>
            <a:ext cx="3675529" cy="31796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10_Blank" type="blank">
  <p:cSld name="BLANK">
    <p:spTree>
      <p:nvGrpSpPr>
        <p:cNvPr id="1" name="Shape 106"/>
        <p:cNvGrpSpPr/>
        <p:nvPr/>
      </p:nvGrpSpPr>
      <p:grpSpPr>
        <a:xfrm>
          <a:off x="0" y="0"/>
          <a:ext cx="0" cy="0"/>
          <a:chOff x="0" y="0"/>
          <a:chExt cx="0" cy="0"/>
        </a:xfrm>
      </p:grpSpPr>
      <p:sp>
        <p:nvSpPr>
          <p:cNvPr id="107" name="Google Shape;107;p18"/>
          <p:cNvSpPr txBox="1">
            <a:spLocks noGrp="1"/>
          </p:cNvSpPr>
          <p:nvPr>
            <p:ph type="dt" idx="10"/>
          </p:nvPr>
        </p:nvSpPr>
        <p:spPr>
          <a:xfrm>
            <a:off x="609600" y="6356354"/>
            <a:ext cx="28449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8" name="Google Shape;108;p18"/>
          <p:cNvSpPr txBox="1">
            <a:spLocks noGrp="1"/>
          </p:cNvSpPr>
          <p:nvPr>
            <p:ph type="ftr" idx="11"/>
          </p:nvPr>
        </p:nvSpPr>
        <p:spPr>
          <a:xfrm>
            <a:off x="4165600" y="6356354"/>
            <a:ext cx="38607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18"/>
          <p:cNvSpPr txBox="1">
            <a:spLocks noGrp="1"/>
          </p:cNvSpPr>
          <p:nvPr>
            <p:ph type="sldNum" idx="12"/>
          </p:nvPr>
        </p:nvSpPr>
        <p:spPr>
          <a:xfrm>
            <a:off x="8737600" y="6356354"/>
            <a:ext cx="2844900" cy="3651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rgbClr val="888888"/>
                </a:solidFill>
                <a:latin typeface="Calibri"/>
                <a:ea typeface="Calibri"/>
                <a:cs typeface="Calibri"/>
                <a:sym typeface="Calibri"/>
              </a:defRPr>
            </a:lvl1pPr>
            <a:lvl2pPr marL="0" marR="0" lvl="1" indent="0" algn="l" rtl="0">
              <a:spcBef>
                <a:spcPts val="0"/>
              </a:spcBef>
              <a:buNone/>
              <a:defRPr sz="1800" b="0" i="0" u="none" strike="noStrike" cap="none">
                <a:solidFill>
                  <a:srgbClr val="888888"/>
                </a:solidFill>
                <a:latin typeface="Calibri"/>
                <a:ea typeface="Calibri"/>
                <a:cs typeface="Calibri"/>
                <a:sym typeface="Calibri"/>
              </a:defRPr>
            </a:lvl2pPr>
            <a:lvl3pPr marL="0" marR="0" lvl="2" indent="0" algn="l" rtl="0">
              <a:spcBef>
                <a:spcPts val="0"/>
              </a:spcBef>
              <a:buNone/>
              <a:defRPr sz="1800" b="0" i="0" u="none" strike="noStrike" cap="none">
                <a:solidFill>
                  <a:srgbClr val="888888"/>
                </a:solidFill>
                <a:latin typeface="Calibri"/>
                <a:ea typeface="Calibri"/>
                <a:cs typeface="Calibri"/>
                <a:sym typeface="Calibri"/>
              </a:defRPr>
            </a:lvl3pPr>
            <a:lvl4pPr marL="0" marR="0" lvl="3" indent="0" algn="l" rtl="0">
              <a:spcBef>
                <a:spcPts val="0"/>
              </a:spcBef>
              <a:buNone/>
              <a:defRPr sz="1800" b="0" i="0" u="none" strike="noStrike" cap="none">
                <a:solidFill>
                  <a:srgbClr val="888888"/>
                </a:solidFill>
                <a:latin typeface="Calibri"/>
                <a:ea typeface="Calibri"/>
                <a:cs typeface="Calibri"/>
                <a:sym typeface="Calibri"/>
              </a:defRPr>
            </a:lvl4pPr>
            <a:lvl5pPr marL="0" marR="0" lvl="4" indent="0" algn="l" rtl="0">
              <a:spcBef>
                <a:spcPts val="0"/>
              </a:spcBef>
              <a:buNone/>
              <a:defRPr sz="1800" b="0" i="0" u="none" strike="noStrike" cap="none">
                <a:solidFill>
                  <a:srgbClr val="888888"/>
                </a:solidFill>
                <a:latin typeface="Calibri"/>
                <a:ea typeface="Calibri"/>
                <a:cs typeface="Calibri"/>
                <a:sym typeface="Calibri"/>
              </a:defRPr>
            </a:lvl5pPr>
            <a:lvl6pPr marL="0" marR="0" lvl="5" indent="0" algn="l" rtl="0">
              <a:spcBef>
                <a:spcPts val="0"/>
              </a:spcBef>
              <a:buNone/>
              <a:defRPr sz="1800" b="0" i="0" u="none" strike="noStrike" cap="none">
                <a:solidFill>
                  <a:srgbClr val="888888"/>
                </a:solidFill>
                <a:latin typeface="Calibri"/>
                <a:ea typeface="Calibri"/>
                <a:cs typeface="Calibri"/>
                <a:sym typeface="Calibri"/>
              </a:defRPr>
            </a:lvl6pPr>
            <a:lvl7pPr marL="0" marR="0" lvl="6" indent="0" algn="l" rtl="0">
              <a:spcBef>
                <a:spcPts val="0"/>
              </a:spcBef>
              <a:buNone/>
              <a:defRPr sz="1800" b="0" i="0" u="none" strike="noStrike" cap="none">
                <a:solidFill>
                  <a:srgbClr val="888888"/>
                </a:solidFill>
                <a:latin typeface="Calibri"/>
                <a:ea typeface="Calibri"/>
                <a:cs typeface="Calibri"/>
                <a:sym typeface="Calibri"/>
              </a:defRPr>
            </a:lvl7pPr>
            <a:lvl8pPr marL="0" marR="0" lvl="7" indent="0" algn="l" rtl="0">
              <a:spcBef>
                <a:spcPts val="0"/>
              </a:spcBef>
              <a:buNone/>
              <a:defRPr sz="1800" b="0" i="0" u="none" strike="noStrike" cap="none">
                <a:solidFill>
                  <a:srgbClr val="888888"/>
                </a:solidFill>
                <a:latin typeface="Calibri"/>
                <a:ea typeface="Calibri"/>
                <a:cs typeface="Calibri"/>
                <a:sym typeface="Calibri"/>
              </a:defRPr>
            </a:lvl8pPr>
            <a:lvl9pPr marL="0" marR="0" lvl="8" indent="0" algn="l" rtl="0">
              <a:spcBef>
                <a:spcPts val="0"/>
              </a:spcBef>
              <a:buNone/>
              <a:defRPr sz="18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609601" y="227736"/>
            <a:ext cx="10515600" cy="7362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2"/>
              </a:buClr>
              <a:buSzPts val="4267"/>
              <a:buFont typeface="Calibri"/>
              <a:buNone/>
              <a:defRPr sz="4267" b="1" i="0">
                <a:solidFill>
                  <a:schemeClr val="dk2"/>
                </a:solidFill>
                <a:latin typeface="Calibri"/>
                <a:ea typeface="Calibri"/>
                <a:cs typeface="Calibri"/>
                <a:sym typeface="Calibri"/>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cxnSp>
        <p:nvCxnSpPr>
          <p:cNvPr id="112" name="Google Shape;112;p19"/>
          <p:cNvCxnSpPr/>
          <p:nvPr/>
        </p:nvCxnSpPr>
        <p:spPr>
          <a:xfrm rot="10800000" flipH="1">
            <a:off x="771050" y="1143719"/>
            <a:ext cx="10816800" cy="2400"/>
          </a:xfrm>
          <a:prstGeom prst="straightConnector1">
            <a:avLst/>
          </a:prstGeom>
          <a:noFill/>
          <a:ln w="9525" cap="flat" cmpd="sng">
            <a:solidFill>
              <a:srgbClr val="AEABAB"/>
            </a:solidFill>
            <a:prstDash val="solid"/>
            <a:miter lim="800000"/>
            <a:headEnd type="none" w="sm" len="sm"/>
            <a:tailEnd type="none" w="sm" len="sm"/>
          </a:ln>
        </p:spPr>
      </p:cxnSp>
      <p:cxnSp>
        <p:nvCxnSpPr>
          <p:cNvPr id="113" name="Google Shape;113;p19"/>
          <p:cNvCxnSpPr/>
          <p:nvPr/>
        </p:nvCxnSpPr>
        <p:spPr>
          <a:xfrm>
            <a:off x="0" y="0"/>
            <a:ext cx="0" cy="6858000"/>
          </a:xfrm>
          <a:prstGeom prst="straightConnector1">
            <a:avLst/>
          </a:prstGeom>
          <a:noFill/>
          <a:ln w="57150" cap="flat" cmpd="sng">
            <a:solidFill>
              <a:srgbClr val="00926F"/>
            </a:solidFill>
            <a:prstDash val="solid"/>
            <a:miter lim="800000"/>
            <a:headEnd type="none" w="sm" len="sm"/>
            <a:tailEnd type="none" w="sm" len="sm"/>
          </a:ln>
        </p:spPr>
      </p:cxnSp>
      <p:sp>
        <p:nvSpPr>
          <p:cNvPr id="114" name="Google Shape;114;p19"/>
          <p:cNvSpPr txBox="1">
            <a:spLocks noGrp="1"/>
          </p:cNvSpPr>
          <p:nvPr>
            <p:ph type="body" idx="1"/>
          </p:nvPr>
        </p:nvSpPr>
        <p:spPr>
          <a:xfrm>
            <a:off x="609601" y="1531090"/>
            <a:ext cx="10515600" cy="49902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5D5D5D"/>
              </a:buClr>
              <a:buSzPts val="3200"/>
              <a:buNone/>
              <a:defRPr sz="3200" b="0" i="0">
                <a:solidFill>
                  <a:srgbClr val="5D5D5D"/>
                </a:solidFill>
                <a:latin typeface="Calibri"/>
                <a:ea typeface="Calibri"/>
                <a:cs typeface="Calibri"/>
                <a:sym typeface="Calibri"/>
              </a:defRPr>
            </a:lvl1pPr>
            <a:lvl2pPr marL="914400" lvl="1" indent="-482600" algn="l" rtl="0">
              <a:lnSpc>
                <a:spcPct val="90000"/>
              </a:lnSpc>
              <a:spcBef>
                <a:spcPts val="2100"/>
              </a:spcBef>
              <a:spcAft>
                <a:spcPts val="0"/>
              </a:spcAft>
              <a:buClr>
                <a:srgbClr val="5D5D5D"/>
              </a:buClr>
              <a:buSzPts val="4000"/>
              <a:buChar char="○"/>
              <a:defRPr sz="4000">
                <a:solidFill>
                  <a:srgbClr val="5D5D5D"/>
                </a:solidFill>
                <a:latin typeface="Calibri"/>
                <a:ea typeface="Calibri"/>
                <a:cs typeface="Calibri"/>
                <a:sym typeface="Calibri"/>
              </a:defRPr>
            </a:lvl2pPr>
            <a:lvl3pPr marL="1371600" lvl="2" indent="-482600" algn="l" rtl="0">
              <a:lnSpc>
                <a:spcPct val="90000"/>
              </a:lnSpc>
              <a:spcBef>
                <a:spcPts val="2100"/>
              </a:spcBef>
              <a:spcAft>
                <a:spcPts val="0"/>
              </a:spcAft>
              <a:buClr>
                <a:srgbClr val="5D5D5D"/>
              </a:buClr>
              <a:buSzPts val="4000"/>
              <a:buChar char="■"/>
              <a:defRPr sz="4000">
                <a:solidFill>
                  <a:srgbClr val="5D5D5D"/>
                </a:solidFill>
                <a:latin typeface="Calibri"/>
                <a:ea typeface="Calibri"/>
                <a:cs typeface="Calibri"/>
                <a:sym typeface="Calibri"/>
              </a:defRPr>
            </a:lvl3pPr>
            <a:lvl4pPr marL="1828800" lvl="3" indent="-482600" algn="l" rtl="0">
              <a:lnSpc>
                <a:spcPct val="90000"/>
              </a:lnSpc>
              <a:spcBef>
                <a:spcPts val="2100"/>
              </a:spcBef>
              <a:spcAft>
                <a:spcPts val="0"/>
              </a:spcAft>
              <a:buClr>
                <a:srgbClr val="5D5D5D"/>
              </a:buClr>
              <a:buSzPts val="4000"/>
              <a:buChar char="●"/>
              <a:defRPr sz="4000">
                <a:solidFill>
                  <a:srgbClr val="5D5D5D"/>
                </a:solidFill>
                <a:latin typeface="Calibri"/>
                <a:ea typeface="Calibri"/>
                <a:cs typeface="Calibri"/>
                <a:sym typeface="Calibri"/>
              </a:defRPr>
            </a:lvl4pPr>
            <a:lvl5pPr marL="2286000" lvl="4" indent="-482600" algn="l" rtl="0">
              <a:lnSpc>
                <a:spcPct val="90000"/>
              </a:lnSpc>
              <a:spcBef>
                <a:spcPts val="2100"/>
              </a:spcBef>
              <a:spcAft>
                <a:spcPts val="0"/>
              </a:spcAft>
              <a:buClr>
                <a:srgbClr val="5D5D5D"/>
              </a:buClr>
              <a:buSzPts val="4000"/>
              <a:buChar char="○"/>
              <a:defRPr sz="4000">
                <a:solidFill>
                  <a:srgbClr val="5D5D5D"/>
                </a:solidFill>
                <a:latin typeface="Calibri"/>
                <a:ea typeface="Calibri"/>
                <a:cs typeface="Calibri"/>
                <a:sym typeface="Calibri"/>
              </a:defRPr>
            </a:lvl5pPr>
            <a:lvl6pPr marL="2743200" lvl="5" indent="-342900" algn="l" rtl="0">
              <a:lnSpc>
                <a:spcPct val="90000"/>
              </a:lnSpc>
              <a:spcBef>
                <a:spcPts val="2100"/>
              </a:spcBef>
              <a:spcAft>
                <a:spcPts val="0"/>
              </a:spcAft>
              <a:buClr>
                <a:schemeClr val="dk1"/>
              </a:buClr>
              <a:buSzPts val="1800"/>
              <a:buChar char="■"/>
              <a:defRPr/>
            </a:lvl6pPr>
            <a:lvl7pPr marL="3200400" lvl="6" indent="-342900" algn="l" rtl="0">
              <a:lnSpc>
                <a:spcPct val="90000"/>
              </a:lnSpc>
              <a:spcBef>
                <a:spcPts val="2100"/>
              </a:spcBef>
              <a:spcAft>
                <a:spcPts val="0"/>
              </a:spcAft>
              <a:buClr>
                <a:schemeClr val="dk1"/>
              </a:buClr>
              <a:buSzPts val="1800"/>
              <a:buChar char="●"/>
              <a:defRPr/>
            </a:lvl7pPr>
            <a:lvl8pPr marL="3657600" lvl="7" indent="-342900" algn="l" rtl="0">
              <a:lnSpc>
                <a:spcPct val="90000"/>
              </a:lnSpc>
              <a:spcBef>
                <a:spcPts val="2100"/>
              </a:spcBef>
              <a:spcAft>
                <a:spcPts val="0"/>
              </a:spcAft>
              <a:buClr>
                <a:schemeClr val="dk1"/>
              </a:buClr>
              <a:buSzPts val="1800"/>
              <a:buChar char="○"/>
              <a:defRPr/>
            </a:lvl8pPr>
            <a:lvl9pPr marL="4114800" lvl="8" indent="-342900" algn="l" rtl="0">
              <a:lnSpc>
                <a:spcPct val="90000"/>
              </a:lnSpc>
              <a:spcBef>
                <a:spcPts val="2100"/>
              </a:spcBef>
              <a:spcAft>
                <a:spcPts val="210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_Blank">
  <p:cSld name="6_Blank">
    <p:spTree>
      <p:nvGrpSpPr>
        <p:cNvPr id="1" name="Shape 115"/>
        <p:cNvGrpSpPr/>
        <p:nvPr/>
      </p:nvGrpSpPr>
      <p:grpSpPr>
        <a:xfrm>
          <a:off x="0" y="0"/>
          <a:ext cx="0" cy="0"/>
          <a:chOff x="0" y="0"/>
          <a:chExt cx="0" cy="0"/>
        </a:xfrm>
      </p:grpSpPr>
      <p:sp>
        <p:nvSpPr>
          <p:cNvPr id="116" name="Google Shape;116;p20"/>
          <p:cNvSpPr txBox="1">
            <a:spLocks noGrp="1"/>
          </p:cNvSpPr>
          <p:nvPr>
            <p:ph type="body" idx="1"/>
          </p:nvPr>
        </p:nvSpPr>
        <p:spPr>
          <a:xfrm>
            <a:off x="255179" y="1488560"/>
            <a:ext cx="11483100" cy="5004300"/>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800"/>
              </a:spcBef>
              <a:spcAft>
                <a:spcPts val="0"/>
              </a:spcAft>
              <a:buClr>
                <a:srgbClr val="5D5D5D"/>
              </a:buClr>
              <a:buSzPts val="4000"/>
              <a:buFont typeface="Arial"/>
              <a:buNone/>
              <a:defRPr sz="4000" b="0" i="0" u="none" strike="noStrike" cap="none">
                <a:solidFill>
                  <a:srgbClr val="5D5D5D"/>
                </a:solidFill>
                <a:latin typeface="Calibri"/>
                <a:ea typeface="Calibri"/>
                <a:cs typeface="Calibri"/>
                <a:sym typeface="Calibri"/>
              </a:defRPr>
            </a:lvl1pPr>
            <a:lvl2pPr marL="914400" marR="0" lvl="1"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2pPr>
            <a:lvl3pPr marL="1371600" marR="0" lvl="2"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3pPr>
            <a:lvl4pPr marL="1828800" marR="0" lvl="3"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4pPr>
            <a:lvl5pPr marL="2286000" marR="0" lvl="4"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5pPr>
            <a:lvl6pPr marL="2743200" marR="0" lvl="5"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2100"/>
              </a:spcBef>
              <a:spcAft>
                <a:spcPts val="210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cxnSp>
        <p:nvCxnSpPr>
          <p:cNvPr id="117" name="Google Shape;117;p20"/>
          <p:cNvCxnSpPr/>
          <p:nvPr/>
        </p:nvCxnSpPr>
        <p:spPr>
          <a:xfrm>
            <a:off x="0" y="0"/>
            <a:ext cx="0" cy="6858000"/>
          </a:xfrm>
          <a:prstGeom prst="straightConnector1">
            <a:avLst/>
          </a:prstGeom>
          <a:noFill/>
          <a:ln w="25400" cap="flat" cmpd="sng">
            <a:solidFill>
              <a:srgbClr val="00B086"/>
            </a:solidFill>
            <a:prstDash val="solid"/>
            <a:round/>
            <a:headEnd type="none" w="sm" len="sm"/>
            <a:tailEnd type="none" w="sm" len="sm"/>
          </a:ln>
          <a:effectLst>
            <a:outerShdw blurRad="40000" dist="20000" dir="5400000" rotWithShape="0">
              <a:srgbClr val="000000">
                <a:alpha val="37650"/>
              </a:srgbClr>
            </a:outerShdw>
          </a:effectLst>
        </p:spPr>
      </p:cxnSp>
      <p:sp>
        <p:nvSpPr>
          <p:cNvPr id="118" name="Google Shape;118;p20"/>
          <p:cNvSpPr txBox="1">
            <a:spLocks noGrp="1"/>
          </p:cNvSpPr>
          <p:nvPr>
            <p:ph type="title"/>
          </p:nvPr>
        </p:nvSpPr>
        <p:spPr>
          <a:xfrm>
            <a:off x="255179" y="298621"/>
            <a:ext cx="10515600" cy="736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accent2"/>
              </a:buClr>
              <a:buSzPts val="4267"/>
              <a:buFont typeface="Calibri"/>
              <a:buNone/>
              <a:defRPr sz="4267" b="0" i="0" u="none" strike="noStrike" cap="none">
                <a:solidFill>
                  <a:schemeClr val="accent2"/>
                </a:solidFill>
                <a:latin typeface="Calibri"/>
                <a:ea typeface="Calibri"/>
                <a:cs typeface="Calibri"/>
                <a:sym typeface="Calibri"/>
              </a:defRPr>
            </a:lvl1pPr>
            <a:lvl2pPr lvl="1" rtl="0">
              <a:spcBef>
                <a:spcPts val="0"/>
              </a:spcBef>
              <a:spcAft>
                <a:spcPts val="0"/>
              </a:spcAft>
              <a:buSzPts val="3700"/>
              <a:buNone/>
              <a:defRPr sz="1800"/>
            </a:lvl2pPr>
            <a:lvl3pPr lvl="2" rtl="0">
              <a:spcBef>
                <a:spcPts val="0"/>
              </a:spcBef>
              <a:spcAft>
                <a:spcPts val="0"/>
              </a:spcAft>
              <a:buSzPts val="3700"/>
              <a:buNone/>
              <a:defRPr sz="1800"/>
            </a:lvl3pPr>
            <a:lvl4pPr lvl="3" rtl="0">
              <a:spcBef>
                <a:spcPts val="0"/>
              </a:spcBef>
              <a:spcAft>
                <a:spcPts val="0"/>
              </a:spcAft>
              <a:buSzPts val="3700"/>
              <a:buNone/>
              <a:defRPr sz="1800"/>
            </a:lvl4pPr>
            <a:lvl5pPr lvl="4" rtl="0">
              <a:spcBef>
                <a:spcPts val="0"/>
              </a:spcBef>
              <a:spcAft>
                <a:spcPts val="0"/>
              </a:spcAft>
              <a:buSzPts val="3700"/>
              <a:buNone/>
              <a:defRPr sz="1800"/>
            </a:lvl5pPr>
            <a:lvl6pPr lvl="5" rtl="0">
              <a:spcBef>
                <a:spcPts val="0"/>
              </a:spcBef>
              <a:spcAft>
                <a:spcPts val="0"/>
              </a:spcAft>
              <a:buSzPts val="3700"/>
              <a:buNone/>
              <a:defRPr sz="1800"/>
            </a:lvl6pPr>
            <a:lvl7pPr lvl="6" rtl="0">
              <a:spcBef>
                <a:spcPts val="0"/>
              </a:spcBef>
              <a:spcAft>
                <a:spcPts val="0"/>
              </a:spcAft>
              <a:buSzPts val="3700"/>
              <a:buNone/>
              <a:defRPr sz="1800"/>
            </a:lvl7pPr>
            <a:lvl8pPr lvl="7" rtl="0">
              <a:spcBef>
                <a:spcPts val="0"/>
              </a:spcBef>
              <a:spcAft>
                <a:spcPts val="0"/>
              </a:spcAft>
              <a:buSzPts val="3700"/>
              <a:buNone/>
              <a:defRPr sz="1800"/>
            </a:lvl8pPr>
            <a:lvl9pPr lvl="8" rtl="0">
              <a:spcBef>
                <a:spcPts val="0"/>
              </a:spcBef>
              <a:spcAft>
                <a:spcPts val="0"/>
              </a:spcAft>
              <a:buSzPts val="3700"/>
              <a:buNone/>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19"/>
        <p:cNvGrpSpPr/>
        <p:nvPr/>
      </p:nvGrpSpPr>
      <p:grpSpPr>
        <a:xfrm>
          <a:off x="0" y="0"/>
          <a:ext cx="0" cy="0"/>
          <a:chOff x="0" y="0"/>
          <a:chExt cx="0" cy="0"/>
        </a:xfrm>
      </p:grpSpPr>
      <p:sp>
        <p:nvSpPr>
          <p:cNvPr id="120" name="Google Shape;120;p21"/>
          <p:cNvSpPr/>
          <p:nvPr/>
        </p:nvSpPr>
        <p:spPr>
          <a:xfrm>
            <a:off x="0" y="1"/>
            <a:ext cx="12192000" cy="3541200"/>
          </a:xfrm>
          <a:prstGeom prst="rect">
            <a:avLst/>
          </a:prstGeom>
          <a:solidFill>
            <a:srgbClr val="00B086"/>
          </a:solidFill>
          <a:ln>
            <a:noFill/>
          </a:ln>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DB6A21"/>
              </a:solidFill>
              <a:latin typeface="Calibri"/>
              <a:ea typeface="Calibri"/>
              <a:cs typeface="Calibri"/>
              <a:sym typeface="Calibri"/>
            </a:endParaRPr>
          </a:p>
        </p:txBody>
      </p:sp>
      <p:grpSp>
        <p:nvGrpSpPr>
          <p:cNvPr id="121" name="Google Shape;121;p21"/>
          <p:cNvGrpSpPr/>
          <p:nvPr/>
        </p:nvGrpSpPr>
        <p:grpSpPr>
          <a:xfrm>
            <a:off x="0" y="4854201"/>
            <a:ext cx="12191695" cy="1523962"/>
            <a:chOff x="0" y="1411"/>
            <a:chExt cx="9144000" cy="1143000"/>
          </a:xfrm>
        </p:grpSpPr>
        <p:pic>
          <p:nvPicPr>
            <p:cNvPr id="122" name="Google Shape;122;p21" descr="http://llenrock.com/blog/wp-content/uploads/2009/08/cruise-ship.jpg"/>
            <p:cNvPicPr preferRelativeResize="0"/>
            <p:nvPr/>
          </p:nvPicPr>
          <p:blipFill rotWithShape="1">
            <a:blip r:embed="rId2">
              <a:alphaModFix/>
            </a:blip>
            <a:srcRect/>
            <a:stretch/>
          </p:blipFill>
          <p:spPr>
            <a:xfrm>
              <a:off x="0" y="1413"/>
              <a:ext cx="1524000" cy="1141588"/>
            </a:xfrm>
            <a:prstGeom prst="rect">
              <a:avLst/>
            </a:prstGeom>
            <a:noFill/>
            <a:ln>
              <a:noFill/>
            </a:ln>
          </p:spPr>
        </p:pic>
        <p:pic>
          <p:nvPicPr>
            <p:cNvPr id="123" name="Google Shape;123;p21" descr="http://www.flightglobal.com/airspace/media/galleries/images/4082/500x400/british-airways-a380-artistic-impression.jpg"/>
            <p:cNvPicPr preferRelativeResize="0"/>
            <p:nvPr/>
          </p:nvPicPr>
          <p:blipFill rotWithShape="1">
            <a:blip r:embed="rId3">
              <a:alphaModFix/>
            </a:blip>
            <a:srcRect/>
            <a:stretch/>
          </p:blipFill>
          <p:spPr>
            <a:xfrm>
              <a:off x="3048000" y="1413"/>
              <a:ext cx="1524000" cy="1141588"/>
            </a:xfrm>
            <a:prstGeom prst="rect">
              <a:avLst/>
            </a:prstGeom>
            <a:noFill/>
            <a:ln>
              <a:noFill/>
            </a:ln>
          </p:spPr>
        </p:pic>
        <p:pic>
          <p:nvPicPr>
            <p:cNvPr id="124" name="Google Shape;124;p21" descr="q3.jpg"/>
            <p:cNvPicPr preferRelativeResize="0"/>
            <p:nvPr/>
          </p:nvPicPr>
          <p:blipFill rotWithShape="1">
            <a:blip r:embed="rId4">
              <a:alphaModFix/>
            </a:blip>
            <a:srcRect/>
            <a:stretch/>
          </p:blipFill>
          <p:spPr>
            <a:xfrm>
              <a:off x="4572000" y="1413"/>
              <a:ext cx="1524000" cy="1141588"/>
            </a:xfrm>
            <a:prstGeom prst="rect">
              <a:avLst/>
            </a:prstGeom>
            <a:noFill/>
            <a:ln>
              <a:noFill/>
            </a:ln>
          </p:spPr>
        </p:pic>
        <p:pic>
          <p:nvPicPr>
            <p:cNvPr id="125" name="Google Shape;125;p21" descr="http://msnbcmedia1.msn.com/j/MSNBC/Sections/Travel%20Section/___Edit/___FUTURES/romantic%20cruises-queen%20mary%20(2).grid-6x2.JPG"/>
            <p:cNvPicPr preferRelativeResize="0"/>
            <p:nvPr/>
          </p:nvPicPr>
          <p:blipFill rotWithShape="1">
            <a:blip r:embed="rId5">
              <a:alphaModFix/>
            </a:blip>
            <a:srcRect/>
            <a:stretch/>
          </p:blipFill>
          <p:spPr>
            <a:xfrm>
              <a:off x="1524000" y="1413"/>
              <a:ext cx="1524000" cy="1142998"/>
            </a:xfrm>
            <a:prstGeom prst="rect">
              <a:avLst/>
            </a:prstGeom>
            <a:noFill/>
            <a:ln>
              <a:noFill/>
            </a:ln>
          </p:spPr>
        </p:pic>
        <p:pic>
          <p:nvPicPr>
            <p:cNvPr id="126" name="Google Shape;126;p21" descr="http://www.womansday.com/var/ezflow_site/storage/images/wd2/content/family-lifestyle/travel/long-car-trip-tips/21155-3-eng-US/Long-Car-Trip-Tips_full_article_vertical.jpg"/>
            <p:cNvPicPr preferRelativeResize="0"/>
            <p:nvPr/>
          </p:nvPicPr>
          <p:blipFill rotWithShape="1">
            <a:blip r:embed="rId6">
              <a:alphaModFix/>
            </a:blip>
            <a:srcRect/>
            <a:stretch/>
          </p:blipFill>
          <p:spPr>
            <a:xfrm>
              <a:off x="6096000" y="1413"/>
              <a:ext cx="1524000" cy="1141588"/>
            </a:xfrm>
            <a:prstGeom prst="rect">
              <a:avLst/>
            </a:prstGeom>
            <a:noFill/>
            <a:ln>
              <a:noFill/>
            </a:ln>
          </p:spPr>
        </p:pic>
        <p:pic>
          <p:nvPicPr>
            <p:cNvPr id="127" name="Google Shape;127;p21" descr="http://www.qatarairways.com/images/Privilege%20Club/Privilege_Club_images/Images/Eurostar270.jpg"/>
            <p:cNvPicPr preferRelativeResize="0"/>
            <p:nvPr/>
          </p:nvPicPr>
          <p:blipFill rotWithShape="1">
            <a:blip r:embed="rId7">
              <a:alphaModFix/>
            </a:blip>
            <a:srcRect/>
            <a:stretch/>
          </p:blipFill>
          <p:spPr>
            <a:xfrm>
              <a:off x="7620000" y="1411"/>
              <a:ext cx="1524000" cy="1141588"/>
            </a:xfrm>
            <a:prstGeom prst="rect">
              <a:avLst/>
            </a:prstGeom>
            <a:noFill/>
            <a:ln>
              <a:noFill/>
            </a:ln>
          </p:spPr>
        </p:pic>
      </p:grpSp>
      <p:sp>
        <p:nvSpPr>
          <p:cNvPr id="128" name="Google Shape;128;p21"/>
          <p:cNvSpPr txBox="1">
            <a:spLocks noGrp="1"/>
          </p:cNvSpPr>
          <p:nvPr>
            <p:ph type="body" idx="1"/>
          </p:nvPr>
        </p:nvSpPr>
        <p:spPr>
          <a:xfrm>
            <a:off x="517743" y="1102640"/>
            <a:ext cx="11156400" cy="2036400"/>
          </a:xfrm>
          <a:prstGeom prst="rect">
            <a:avLst/>
          </a:prstGeom>
          <a:noFill/>
          <a:ln>
            <a:noFill/>
          </a:ln>
        </p:spPr>
        <p:txBody>
          <a:bodyPr spcFirstLastPara="1" wrap="square" lIns="121900" tIns="60925" rIns="121900" bIns="60925" anchor="ctr" anchorCtr="0">
            <a:noAutofit/>
          </a:bodyPr>
          <a:lstStyle>
            <a:lvl1pPr marL="457200" marR="0" lvl="0" indent="-228600" algn="ctr" rtl="0">
              <a:spcBef>
                <a:spcPts val="1100"/>
              </a:spcBef>
              <a:spcAft>
                <a:spcPts val="0"/>
              </a:spcAft>
              <a:buClr>
                <a:schemeClr val="lt1"/>
              </a:buClr>
              <a:buSzPts val="5500"/>
              <a:buFont typeface="Arial"/>
              <a:buNone/>
              <a:defRPr sz="5500" b="0" i="0" u="none" strike="noStrike" cap="none">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129" name="Google Shape;129;p21"/>
          <p:cNvPicPr preferRelativeResize="0"/>
          <p:nvPr/>
        </p:nvPicPr>
        <p:blipFill rotWithShape="1">
          <a:blip r:embed="rId8">
            <a:alphaModFix/>
          </a:blip>
          <a:srcRect/>
          <a:stretch/>
        </p:blipFill>
        <p:spPr>
          <a:xfrm>
            <a:off x="0" y="4837129"/>
            <a:ext cx="12191999" cy="153918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0_Presenter Info Slide">
  <p:cSld name="10_Presenter Info Slide">
    <p:spTree>
      <p:nvGrpSpPr>
        <p:cNvPr id="1" name="Shape 130"/>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_Blank">
  <p:cSld name="3_Blank">
    <p:bg>
      <p:bgPr>
        <a:solidFill>
          <a:srgbClr val="00B086"/>
        </a:solidFill>
        <a:effectLst/>
      </p:bgPr>
    </p:bg>
    <p:spTree>
      <p:nvGrpSpPr>
        <p:cNvPr id="1" name="Shape 131"/>
        <p:cNvGrpSpPr/>
        <p:nvPr/>
      </p:nvGrpSpPr>
      <p:grpSpPr>
        <a:xfrm>
          <a:off x="0" y="0"/>
          <a:ext cx="0" cy="0"/>
          <a:chOff x="0" y="0"/>
          <a:chExt cx="0" cy="0"/>
        </a:xfrm>
      </p:grpSpPr>
      <p:grpSp>
        <p:nvGrpSpPr>
          <p:cNvPr id="132" name="Google Shape;132;p23"/>
          <p:cNvGrpSpPr/>
          <p:nvPr/>
        </p:nvGrpSpPr>
        <p:grpSpPr>
          <a:xfrm flipH="1">
            <a:off x="-314530" y="12701"/>
            <a:ext cx="12506531" cy="7013765"/>
            <a:chOff x="119" y="6"/>
            <a:chExt cx="5390" cy="3314"/>
          </a:xfrm>
        </p:grpSpPr>
        <p:sp>
          <p:nvSpPr>
            <p:cNvPr id="133" name="Google Shape;133;p23"/>
            <p:cNvSpPr/>
            <p:nvPr/>
          </p:nvSpPr>
          <p:spPr>
            <a:xfrm>
              <a:off x="119" y="885"/>
              <a:ext cx="2991" cy="2435"/>
            </a:xfrm>
            <a:custGeom>
              <a:avLst/>
              <a:gdLst/>
              <a:ahLst/>
              <a:cxnLst/>
              <a:rect l="l" t="t" r="r" b="b"/>
              <a:pathLst>
                <a:path w="1404" h="1143" extrusionOk="0">
                  <a:moveTo>
                    <a:pt x="962" y="28"/>
                  </a:moveTo>
                  <a:cubicBezTo>
                    <a:pt x="884" y="10"/>
                    <a:pt x="799" y="0"/>
                    <a:pt x="711" y="0"/>
                  </a:cubicBezTo>
                  <a:cubicBezTo>
                    <a:pt x="318" y="0"/>
                    <a:pt x="0" y="192"/>
                    <a:pt x="0" y="429"/>
                  </a:cubicBezTo>
                  <a:cubicBezTo>
                    <a:pt x="0" y="579"/>
                    <a:pt x="127" y="711"/>
                    <a:pt x="319" y="788"/>
                  </a:cubicBezTo>
                  <a:cubicBezTo>
                    <a:pt x="342" y="881"/>
                    <a:pt x="426" y="1036"/>
                    <a:pt x="637" y="1143"/>
                  </a:cubicBezTo>
                  <a:cubicBezTo>
                    <a:pt x="581" y="1045"/>
                    <a:pt x="539" y="927"/>
                    <a:pt x="541" y="846"/>
                  </a:cubicBezTo>
                  <a:cubicBezTo>
                    <a:pt x="595" y="854"/>
                    <a:pt x="652" y="859"/>
                    <a:pt x="711" y="859"/>
                  </a:cubicBezTo>
                  <a:cubicBezTo>
                    <a:pt x="1050" y="859"/>
                    <a:pt x="1334" y="715"/>
                    <a:pt x="1404" y="522"/>
                  </a:cubicBezTo>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sp>
          <p:nvSpPr>
            <p:cNvPr id="134" name="Google Shape;134;p23"/>
            <p:cNvSpPr/>
            <p:nvPr/>
          </p:nvSpPr>
          <p:spPr>
            <a:xfrm>
              <a:off x="2482" y="6"/>
              <a:ext cx="3027" cy="2377"/>
            </a:xfrm>
            <a:custGeom>
              <a:avLst/>
              <a:gdLst/>
              <a:ahLst/>
              <a:cxnLst/>
              <a:rect l="l" t="t" r="r" b="b"/>
              <a:pathLst>
                <a:path w="1421" h="1116" extrusionOk="0">
                  <a:moveTo>
                    <a:pt x="1421" y="430"/>
                  </a:moveTo>
                  <a:cubicBezTo>
                    <a:pt x="1421" y="193"/>
                    <a:pt x="1103" y="0"/>
                    <a:pt x="710" y="0"/>
                  </a:cubicBezTo>
                  <a:cubicBezTo>
                    <a:pt x="318" y="0"/>
                    <a:pt x="0" y="193"/>
                    <a:pt x="0" y="430"/>
                  </a:cubicBezTo>
                  <a:cubicBezTo>
                    <a:pt x="0" y="667"/>
                    <a:pt x="318" y="859"/>
                    <a:pt x="710" y="859"/>
                  </a:cubicBezTo>
                  <a:cubicBezTo>
                    <a:pt x="787" y="859"/>
                    <a:pt x="861" y="852"/>
                    <a:pt x="930" y="838"/>
                  </a:cubicBezTo>
                  <a:cubicBezTo>
                    <a:pt x="920" y="928"/>
                    <a:pt x="881" y="1024"/>
                    <a:pt x="825" y="1116"/>
                  </a:cubicBezTo>
                  <a:cubicBezTo>
                    <a:pt x="1078" y="1007"/>
                    <a:pt x="1148" y="817"/>
                    <a:pt x="1164" y="760"/>
                  </a:cubicBezTo>
                  <a:cubicBezTo>
                    <a:pt x="1321" y="681"/>
                    <a:pt x="1421" y="563"/>
                    <a:pt x="1421" y="430"/>
                  </a:cubicBezTo>
                  <a:close/>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grpSp>
      <p:sp>
        <p:nvSpPr>
          <p:cNvPr id="135" name="Google Shape;135;p23"/>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lt1"/>
              </a:buClr>
              <a:buSzPts val="7200"/>
              <a:buFont typeface="Arial"/>
              <a:buNone/>
              <a:defRPr sz="7200" b="0" i="0" u="none" strike="noStrike" cap="none">
                <a:solidFill>
                  <a:schemeClr val="lt1"/>
                </a:solidFill>
                <a:latin typeface="Calibri"/>
                <a:ea typeface="Calibri"/>
                <a:cs typeface="Calibri"/>
                <a:sym typeface="Calibri"/>
              </a:defRPr>
            </a:lvl1pPr>
            <a:lvl2pPr marL="914400" marR="0" lvl="1" indent="-465646" algn="l" rtl="0">
              <a:spcBef>
                <a:spcPts val="2100"/>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5" algn="l" rtl="0">
              <a:spcBef>
                <a:spcPts val="2100"/>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5" algn="l" rtl="0">
              <a:spcBef>
                <a:spcPts val="2100"/>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2100"/>
              </a:spcBef>
              <a:spcAft>
                <a:spcPts val="210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O 6 A 1">
  <p:cSld name="TITLE_1_1_1_2_1_1_1_1_1_1_1_1">
    <p:bg>
      <p:bgPr>
        <a:solidFill>
          <a:schemeClr val="lt2"/>
        </a:solidFill>
        <a:effectLst/>
      </p:bgPr>
    </p:bg>
    <p:spTree>
      <p:nvGrpSpPr>
        <p:cNvPr id="1" name="Shape 136"/>
        <p:cNvGrpSpPr/>
        <p:nvPr/>
      </p:nvGrpSpPr>
      <p:grpSpPr>
        <a:xfrm>
          <a:off x="0" y="0"/>
          <a:ext cx="0" cy="0"/>
          <a:chOff x="0" y="0"/>
          <a:chExt cx="0" cy="0"/>
        </a:xfrm>
      </p:grpSpPr>
      <p:sp>
        <p:nvSpPr>
          <p:cNvPr id="137" name="Google Shape;137;p2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24"/>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100"/>
              <a:buNone/>
              <a:defRPr sz="1100">
                <a:solidFill>
                  <a:schemeClr val="dk1"/>
                </a:solidFill>
              </a:defRPr>
            </a:lvl1pPr>
            <a:lvl2pPr lvl="1" rtl="0">
              <a:lnSpc>
                <a:spcPct val="115000"/>
              </a:lnSpc>
              <a:spcBef>
                <a:spcPts val="0"/>
              </a:spcBef>
              <a:spcAft>
                <a:spcPts val="0"/>
              </a:spcAft>
              <a:buSzPts val="1100"/>
              <a:buFont typeface="Roboto Mono"/>
              <a:buNone/>
              <a:defRPr sz="1100">
                <a:latin typeface="Roboto Mono"/>
                <a:ea typeface="Roboto Mono"/>
                <a:cs typeface="Roboto Mono"/>
                <a:sym typeface="Roboto Mono"/>
              </a:defRPr>
            </a:lvl2pPr>
            <a:lvl3pPr lvl="2" rtl="0">
              <a:lnSpc>
                <a:spcPct val="115000"/>
              </a:lnSpc>
              <a:spcBef>
                <a:spcPts val="0"/>
              </a:spcBef>
              <a:spcAft>
                <a:spcPts val="0"/>
              </a:spcAft>
              <a:buSzPts val="1100"/>
              <a:buFont typeface="Roboto Mono"/>
              <a:buNone/>
              <a:defRPr sz="1100">
                <a:latin typeface="Roboto Mono"/>
                <a:ea typeface="Roboto Mono"/>
                <a:cs typeface="Roboto Mono"/>
                <a:sym typeface="Roboto Mono"/>
              </a:defRPr>
            </a:lvl3pPr>
            <a:lvl4pPr lvl="3" rtl="0">
              <a:lnSpc>
                <a:spcPct val="115000"/>
              </a:lnSpc>
              <a:spcBef>
                <a:spcPts val="0"/>
              </a:spcBef>
              <a:spcAft>
                <a:spcPts val="0"/>
              </a:spcAft>
              <a:buSzPts val="1100"/>
              <a:buFont typeface="Roboto Mono"/>
              <a:buNone/>
              <a:defRPr sz="1100">
                <a:latin typeface="Roboto Mono"/>
                <a:ea typeface="Roboto Mono"/>
                <a:cs typeface="Roboto Mono"/>
                <a:sym typeface="Roboto Mono"/>
              </a:defRPr>
            </a:lvl4pPr>
            <a:lvl5pPr lvl="4" rtl="0">
              <a:lnSpc>
                <a:spcPct val="115000"/>
              </a:lnSpc>
              <a:spcBef>
                <a:spcPts val="0"/>
              </a:spcBef>
              <a:spcAft>
                <a:spcPts val="0"/>
              </a:spcAft>
              <a:buSzPts val="1100"/>
              <a:buNone/>
              <a:defRPr/>
            </a:lvl5pPr>
            <a:lvl6pPr lvl="5" rtl="0">
              <a:lnSpc>
                <a:spcPct val="115000"/>
              </a:lnSpc>
              <a:spcBef>
                <a:spcPts val="0"/>
              </a:spcBef>
              <a:spcAft>
                <a:spcPts val="0"/>
              </a:spcAft>
              <a:buSzPts val="1100"/>
              <a:buFont typeface="Roboto Mono"/>
              <a:buNone/>
              <a:defRPr sz="1100">
                <a:latin typeface="Roboto Mono"/>
                <a:ea typeface="Roboto Mono"/>
                <a:cs typeface="Roboto Mono"/>
                <a:sym typeface="Roboto Mono"/>
              </a:defRPr>
            </a:lvl6pPr>
            <a:lvl7pPr lvl="6" rtl="0">
              <a:lnSpc>
                <a:spcPct val="115000"/>
              </a:lnSpc>
              <a:spcBef>
                <a:spcPts val="0"/>
              </a:spcBef>
              <a:spcAft>
                <a:spcPts val="0"/>
              </a:spcAft>
              <a:buSzPts val="1100"/>
              <a:buFont typeface="Roboto Mono"/>
              <a:buNone/>
              <a:defRPr sz="1100">
                <a:latin typeface="Roboto Mono"/>
                <a:ea typeface="Roboto Mono"/>
                <a:cs typeface="Roboto Mono"/>
                <a:sym typeface="Roboto Mono"/>
              </a:defRPr>
            </a:lvl7pPr>
            <a:lvl8pPr lvl="7" rtl="0">
              <a:lnSpc>
                <a:spcPct val="115000"/>
              </a:lnSpc>
              <a:spcBef>
                <a:spcPts val="0"/>
              </a:spcBef>
              <a:spcAft>
                <a:spcPts val="0"/>
              </a:spcAft>
              <a:buSzPts val="1100"/>
              <a:buFont typeface="Roboto Mono"/>
              <a:buNone/>
              <a:defRPr sz="1100">
                <a:latin typeface="Roboto Mono"/>
                <a:ea typeface="Roboto Mono"/>
                <a:cs typeface="Roboto Mono"/>
                <a:sym typeface="Roboto Mono"/>
              </a:defRPr>
            </a:lvl8pPr>
            <a:lvl9pPr lvl="8" rtl="0">
              <a:lnSpc>
                <a:spcPct val="115000"/>
              </a:lnSpc>
              <a:spcBef>
                <a:spcPts val="0"/>
              </a:spcBef>
              <a:spcAft>
                <a:spcPts val="0"/>
              </a:spcAft>
              <a:buSzPts val="1100"/>
              <a:buFont typeface="Roboto Mono"/>
              <a:buNone/>
              <a:defRPr sz="1100">
                <a:latin typeface="Roboto Mono"/>
                <a:ea typeface="Roboto Mono"/>
                <a:cs typeface="Roboto Mono"/>
                <a:sym typeface="Roboto Mono"/>
              </a:defRPr>
            </a:lvl9pPr>
          </a:lstStyle>
          <a:p>
            <a:endParaRPr/>
          </a:p>
        </p:txBody>
      </p:sp>
      <p:sp>
        <p:nvSpPr>
          <p:cNvPr id="139" name="Google Shape;139;p24"/>
          <p:cNvSpPr txBox="1">
            <a:spLocks noGrp="1"/>
          </p:cNvSpPr>
          <p:nvPr>
            <p:ph type="subTitle" idx="2"/>
          </p:nvPr>
        </p:nvSpPr>
        <p:spPr>
          <a:xfrm>
            <a:off x="9192600" y="150395"/>
            <a:ext cx="28497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100"/>
              <a:buNone/>
              <a:defRPr sz="1100">
                <a:solidFill>
                  <a:schemeClr val="dk1"/>
                </a:solidFill>
              </a:defRPr>
            </a:lvl1pPr>
            <a:lvl2pPr lvl="1" rtl="0">
              <a:lnSpc>
                <a:spcPct val="115000"/>
              </a:lnSpc>
              <a:spcBef>
                <a:spcPts val="0"/>
              </a:spcBef>
              <a:spcAft>
                <a:spcPts val="0"/>
              </a:spcAft>
              <a:buSzPts val="1100"/>
              <a:buFont typeface="Roboto Mono"/>
              <a:buNone/>
              <a:defRPr sz="1100">
                <a:latin typeface="Roboto Mono"/>
                <a:ea typeface="Roboto Mono"/>
                <a:cs typeface="Roboto Mono"/>
                <a:sym typeface="Roboto Mono"/>
              </a:defRPr>
            </a:lvl2pPr>
            <a:lvl3pPr lvl="2" rtl="0">
              <a:lnSpc>
                <a:spcPct val="115000"/>
              </a:lnSpc>
              <a:spcBef>
                <a:spcPts val="0"/>
              </a:spcBef>
              <a:spcAft>
                <a:spcPts val="0"/>
              </a:spcAft>
              <a:buSzPts val="1100"/>
              <a:buFont typeface="Roboto Mono"/>
              <a:buNone/>
              <a:defRPr sz="1100">
                <a:latin typeface="Roboto Mono"/>
                <a:ea typeface="Roboto Mono"/>
                <a:cs typeface="Roboto Mono"/>
                <a:sym typeface="Roboto Mono"/>
              </a:defRPr>
            </a:lvl3pPr>
            <a:lvl4pPr lvl="3" rtl="0">
              <a:lnSpc>
                <a:spcPct val="115000"/>
              </a:lnSpc>
              <a:spcBef>
                <a:spcPts val="0"/>
              </a:spcBef>
              <a:spcAft>
                <a:spcPts val="0"/>
              </a:spcAft>
              <a:buSzPts val="1100"/>
              <a:buFont typeface="Roboto Mono"/>
              <a:buNone/>
              <a:defRPr sz="1100">
                <a:latin typeface="Roboto Mono"/>
                <a:ea typeface="Roboto Mono"/>
                <a:cs typeface="Roboto Mono"/>
                <a:sym typeface="Roboto Mono"/>
              </a:defRPr>
            </a:lvl4pPr>
            <a:lvl5pPr lvl="4" rtl="0">
              <a:lnSpc>
                <a:spcPct val="115000"/>
              </a:lnSpc>
              <a:spcBef>
                <a:spcPts val="0"/>
              </a:spcBef>
              <a:spcAft>
                <a:spcPts val="0"/>
              </a:spcAft>
              <a:buSzPts val="1100"/>
              <a:buNone/>
              <a:defRPr/>
            </a:lvl5pPr>
            <a:lvl6pPr lvl="5" rtl="0">
              <a:lnSpc>
                <a:spcPct val="115000"/>
              </a:lnSpc>
              <a:spcBef>
                <a:spcPts val="0"/>
              </a:spcBef>
              <a:spcAft>
                <a:spcPts val="0"/>
              </a:spcAft>
              <a:buSzPts val="1100"/>
              <a:buFont typeface="Roboto Mono"/>
              <a:buNone/>
              <a:defRPr sz="1100">
                <a:latin typeface="Roboto Mono"/>
                <a:ea typeface="Roboto Mono"/>
                <a:cs typeface="Roboto Mono"/>
                <a:sym typeface="Roboto Mono"/>
              </a:defRPr>
            </a:lvl6pPr>
            <a:lvl7pPr lvl="6" rtl="0">
              <a:lnSpc>
                <a:spcPct val="115000"/>
              </a:lnSpc>
              <a:spcBef>
                <a:spcPts val="0"/>
              </a:spcBef>
              <a:spcAft>
                <a:spcPts val="0"/>
              </a:spcAft>
              <a:buSzPts val="1100"/>
              <a:buFont typeface="Roboto Mono"/>
              <a:buNone/>
              <a:defRPr sz="1100">
                <a:latin typeface="Roboto Mono"/>
                <a:ea typeface="Roboto Mono"/>
                <a:cs typeface="Roboto Mono"/>
                <a:sym typeface="Roboto Mono"/>
              </a:defRPr>
            </a:lvl7pPr>
            <a:lvl8pPr lvl="7" rtl="0">
              <a:lnSpc>
                <a:spcPct val="115000"/>
              </a:lnSpc>
              <a:spcBef>
                <a:spcPts val="0"/>
              </a:spcBef>
              <a:spcAft>
                <a:spcPts val="0"/>
              </a:spcAft>
              <a:buSzPts val="1100"/>
              <a:buFont typeface="Roboto Mono"/>
              <a:buNone/>
              <a:defRPr sz="1100">
                <a:latin typeface="Roboto Mono"/>
                <a:ea typeface="Roboto Mono"/>
                <a:cs typeface="Roboto Mono"/>
                <a:sym typeface="Roboto Mono"/>
              </a:defRPr>
            </a:lvl8pPr>
            <a:lvl9pPr lvl="8" rtl="0">
              <a:lnSpc>
                <a:spcPct val="115000"/>
              </a:lnSpc>
              <a:spcBef>
                <a:spcPts val="0"/>
              </a:spcBef>
              <a:spcAft>
                <a:spcPts val="0"/>
              </a:spcAft>
              <a:buSzPts val="1100"/>
              <a:buFont typeface="Roboto Mono"/>
              <a:buNone/>
              <a:defRPr sz="1100">
                <a:latin typeface="Roboto Mono"/>
                <a:ea typeface="Roboto Mono"/>
                <a:cs typeface="Roboto Mono"/>
                <a:sym typeface="Roboto Mono"/>
              </a:defRPr>
            </a:lvl9pPr>
          </a:lstStyle>
          <a:p>
            <a:endParaRPr/>
          </a:p>
        </p:txBody>
      </p:sp>
      <p:sp>
        <p:nvSpPr>
          <p:cNvPr id="140" name="Google Shape;140;p24"/>
          <p:cNvSpPr txBox="1">
            <a:spLocks noGrp="1"/>
          </p:cNvSpPr>
          <p:nvPr>
            <p:ph type="ctrTitle"/>
          </p:nvPr>
        </p:nvSpPr>
        <p:spPr>
          <a:xfrm>
            <a:off x="194400" y="150395"/>
            <a:ext cx="5832900" cy="1345200"/>
          </a:xfrm>
          <a:prstGeom prst="rect">
            <a:avLst/>
          </a:prstGeom>
        </p:spPr>
        <p:txBody>
          <a:bodyPr spcFirstLastPara="1" wrap="square" lIns="0" tIns="0" rIns="303475" bIns="0" anchor="t" anchorCtr="0">
            <a:noAutofit/>
          </a:bodyPr>
          <a:lstStyle>
            <a:lvl1pPr lvl="0" rtl="0">
              <a:spcBef>
                <a:spcPts val="0"/>
              </a:spcBef>
              <a:spcAft>
                <a:spcPts val="0"/>
              </a:spcAft>
              <a:buSzPts val="3200"/>
              <a:buNone/>
              <a:defRPr/>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146"/>
        <p:cNvGrpSpPr/>
        <p:nvPr/>
      </p:nvGrpSpPr>
      <p:grpSpPr>
        <a:xfrm>
          <a:off x="0" y="0"/>
          <a:ext cx="0" cy="0"/>
          <a:chOff x="0" y="0"/>
          <a:chExt cx="0" cy="0"/>
        </a:xfrm>
      </p:grpSpPr>
      <p:sp>
        <p:nvSpPr>
          <p:cNvPr id="147" name="Google Shape;147;p26"/>
          <p:cNvSpPr/>
          <p:nvPr/>
        </p:nvSpPr>
        <p:spPr>
          <a:xfrm>
            <a:off x="0" y="0"/>
            <a:ext cx="6178400" cy="685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48" name="Google Shape;148;p26"/>
          <p:cNvSpPr txBox="1">
            <a:spLocks noGrp="1"/>
          </p:cNvSpPr>
          <p:nvPr>
            <p:ph type="ctrTitle"/>
          </p:nvPr>
        </p:nvSpPr>
        <p:spPr>
          <a:xfrm>
            <a:off x="1102267" y="1865528"/>
            <a:ext cx="4164000" cy="25956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149" name="Google Shape;149;p26"/>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150" name="Google Shape;150;p26"/>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151" name="Google Shape;151;p26"/>
          <p:cNvSpPr txBox="1">
            <a:spLocks noGrp="1"/>
          </p:cNvSpPr>
          <p:nvPr>
            <p:ph type="subTitle" idx="1"/>
          </p:nvPr>
        </p:nvSpPr>
        <p:spPr>
          <a:xfrm>
            <a:off x="1102267" y="1048356"/>
            <a:ext cx="1858000" cy="6600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152" name="Google Shape;152;p26"/>
          <p:cNvSpPr txBox="1">
            <a:spLocks noGrp="1"/>
          </p:cNvSpPr>
          <p:nvPr>
            <p:ph type="subTitle" idx="2"/>
          </p:nvPr>
        </p:nvSpPr>
        <p:spPr>
          <a:xfrm>
            <a:off x="3118233" y="1048356"/>
            <a:ext cx="1896400" cy="6600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153"/>
        <p:cNvGrpSpPr/>
        <p:nvPr/>
      </p:nvGrpSpPr>
      <p:grpSpPr>
        <a:xfrm>
          <a:off x="0" y="0"/>
          <a:ext cx="0" cy="0"/>
          <a:chOff x="0" y="0"/>
          <a:chExt cx="0" cy="0"/>
        </a:xfrm>
      </p:grpSpPr>
      <p:sp>
        <p:nvSpPr>
          <p:cNvPr id="154" name="Google Shape;154;p27"/>
          <p:cNvSpPr/>
          <p:nvPr/>
        </p:nvSpPr>
        <p:spPr>
          <a:xfrm>
            <a:off x="0" y="5960072"/>
            <a:ext cx="12192000" cy="8980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5" name="Google Shape;155;p27"/>
          <p:cNvSpPr txBox="1">
            <a:spLocks noGrp="1"/>
          </p:cNvSpPr>
          <p:nvPr>
            <p:ph type="ctrTitle"/>
          </p:nvPr>
        </p:nvSpPr>
        <p:spPr>
          <a:xfrm>
            <a:off x="1102267" y="1870397"/>
            <a:ext cx="10004400" cy="3117200"/>
          </a:xfrm>
          <a:prstGeom prst="rect">
            <a:avLst/>
          </a:prstGeom>
        </p:spPr>
        <p:txBody>
          <a:bodyPr spcFirstLastPara="1" wrap="square" lIns="0" tIns="0" rIns="304800" bIns="304800"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156" name="Google Shape;156;p27"/>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157" name="Google Shape;157;p27"/>
          <p:cNvSpPr txBox="1">
            <a:spLocks noGrp="1"/>
          </p:cNvSpPr>
          <p:nvPr>
            <p:ph type="subTitle" idx="1"/>
          </p:nvPr>
        </p:nvSpPr>
        <p:spPr>
          <a:xfrm>
            <a:off x="1102267" y="1048356"/>
            <a:ext cx="1858000" cy="6600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158" name="Google Shape;158;p27"/>
          <p:cNvSpPr txBox="1">
            <a:spLocks noGrp="1"/>
          </p:cNvSpPr>
          <p:nvPr>
            <p:ph type="subTitle" idx="2"/>
          </p:nvPr>
        </p:nvSpPr>
        <p:spPr>
          <a:xfrm>
            <a:off x="3118233" y="1048356"/>
            <a:ext cx="1896400" cy="6600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159"/>
        <p:cNvGrpSpPr/>
        <p:nvPr/>
      </p:nvGrpSpPr>
      <p:grpSpPr>
        <a:xfrm>
          <a:off x="0" y="0"/>
          <a:ext cx="0" cy="0"/>
          <a:chOff x="0" y="0"/>
          <a:chExt cx="0" cy="0"/>
        </a:xfrm>
      </p:grpSpPr>
      <p:sp>
        <p:nvSpPr>
          <p:cNvPr id="160" name="Google Shape;160;p28"/>
          <p:cNvSpPr/>
          <p:nvPr/>
        </p:nvSpPr>
        <p:spPr>
          <a:xfrm>
            <a:off x="7100" y="9934"/>
            <a:ext cx="6014000" cy="68576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1" name="Google Shape;161;p28"/>
          <p:cNvSpPr txBox="1">
            <a:spLocks noGrp="1"/>
          </p:cNvSpPr>
          <p:nvPr>
            <p:ph type="ctrTitle"/>
          </p:nvPr>
        </p:nvSpPr>
        <p:spPr>
          <a:xfrm>
            <a:off x="1098000" y="1708357"/>
            <a:ext cx="3916800" cy="32744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00000"/>
              </a:buClr>
              <a:buSzPts val="2100"/>
              <a:buAutoNum type="arabicPeriod"/>
              <a:defRPr sz="2100">
                <a:solidFill>
                  <a:srgbClr val="000000"/>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162" name="Google Shape;162;p28"/>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63" name="Google Shape;163;p28"/>
          <p:cNvSpPr txBox="1">
            <a:spLocks noGrp="1"/>
          </p:cNvSpPr>
          <p:nvPr>
            <p:ph type="subTitle" idx="1"/>
          </p:nvPr>
        </p:nvSpPr>
        <p:spPr>
          <a:xfrm>
            <a:off x="1098000" y="1048356"/>
            <a:ext cx="3916800" cy="660000"/>
          </a:xfrm>
          <a:prstGeom prst="rect">
            <a:avLst/>
          </a:prstGeom>
        </p:spPr>
        <p:txBody>
          <a:bodyPr spcFirstLastPara="1" wrap="square" lIns="0" tIns="0" rIns="304800" bIns="304800"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164"/>
        <p:cNvGrpSpPr/>
        <p:nvPr/>
      </p:nvGrpSpPr>
      <p:grpSpPr>
        <a:xfrm>
          <a:off x="0" y="0"/>
          <a:ext cx="0" cy="0"/>
          <a:chOff x="0" y="0"/>
          <a:chExt cx="0" cy="0"/>
        </a:xfrm>
      </p:grpSpPr>
      <p:sp>
        <p:nvSpPr>
          <p:cNvPr id="165" name="Google Shape;165;p29"/>
          <p:cNvSpPr txBox="1">
            <a:spLocks noGrp="1"/>
          </p:cNvSpPr>
          <p:nvPr>
            <p:ph type="ctrTitle"/>
          </p:nvPr>
        </p:nvSpPr>
        <p:spPr>
          <a:xfrm>
            <a:off x="1102267" y="2685595"/>
            <a:ext cx="9969200" cy="3250000"/>
          </a:xfrm>
          <a:prstGeom prst="rect">
            <a:avLst/>
          </a:prstGeom>
        </p:spPr>
        <p:txBody>
          <a:bodyPr spcFirstLastPara="1" wrap="square" lIns="0" tIns="0" rIns="304800"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166" name="Google Shape;166;p29"/>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67" name="Google Shape;167;p29"/>
          <p:cNvSpPr txBox="1">
            <a:spLocks noGrp="1"/>
          </p:cNvSpPr>
          <p:nvPr>
            <p:ph type="subTitle" idx="1"/>
          </p:nvPr>
        </p:nvSpPr>
        <p:spPr>
          <a:xfrm>
            <a:off x="1102267" y="1048356"/>
            <a:ext cx="2894000" cy="14784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168"/>
        <p:cNvGrpSpPr/>
        <p:nvPr/>
      </p:nvGrpSpPr>
      <p:grpSpPr>
        <a:xfrm>
          <a:off x="0" y="0"/>
          <a:ext cx="0" cy="0"/>
          <a:chOff x="0" y="0"/>
          <a:chExt cx="0" cy="0"/>
        </a:xfrm>
      </p:grpSpPr>
      <p:sp>
        <p:nvSpPr>
          <p:cNvPr id="169" name="Google Shape;169;p30"/>
          <p:cNvSpPr txBox="1">
            <a:spLocks noGrp="1"/>
          </p:cNvSpPr>
          <p:nvPr>
            <p:ph type="ctrTitle"/>
          </p:nvPr>
        </p:nvSpPr>
        <p:spPr>
          <a:xfrm>
            <a:off x="1102267" y="1048356"/>
            <a:ext cx="6950000" cy="4753200"/>
          </a:xfrm>
          <a:prstGeom prst="rect">
            <a:avLst/>
          </a:prstGeom>
        </p:spPr>
        <p:txBody>
          <a:bodyPr spcFirstLastPara="1" wrap="square" lIns="0" tIns="0" rIns="304800"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170" name="Google Shape;170;p30"/>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30"/>
          <p:cNvSpPr txBox="1">
            <a:spLocks noGrp="1"/>
          </p:cNvSpPr>
          <p:nvPr>
            <p:ph type="subTitle" idx="1"/>
          </p:nvPr>
        </p:nvSpPr>
        <p:spPr>
          <a:xfrm>
            <a:off x="8210233" y="1048356"/>
            <a:ext cx="2879600" cy="4887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172"/>
        <p:cNvGrpSpPr/>
        <p:nvPr/>
      </p:nvGrpSpPr>
      <p:grpSpPr>
        <a:xfrm>
          <a:off x="0" y="0"/>
          <a:ext cx="0" cy="0"/>
          <a:chOff x="0" y="0"/>
          <a:chExt cx="0" cy="0"/>
        </a:xfrm>
      </p:grpSpPr>
      <p:sp>
        <p:nvSpPr>
          <p:cNvPr id="173" name="Google Shape;173;p31"/>
          <p:cNvSpPr/>
          <p:nvPr/>
        </p:nvSpPr>
        <p:spPr>
          <a:xfrm>
            <a:off x="-5133" y="9934"/>
            <a:ext cx="6023600" cy="685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4" name="Google Shape;174;p31"/>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75" name="Google Shape;175;p31"/>
          <p:cNvSpPr txBox="1">
            <a:spLocks noGrp="1"/>
          </p:cNvSpPr>
          <p:nvPr>
            <p:ph type="ctrTitle"/>
          </p:nvPr>
        </p:nvSpPr>
        <p:spPr>
          <a:xfrm>
            <a:off x="1102267" y="1048356"/>
            <a:ext cx="3912400" cy="14788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176" name="Google Shape;176;p31"/>
          <p:cNvSpPr txBox="1">
            <a:spLocks noGrp="1"/>
          </p:cNvSpPr>
          <p:nvPr>
            <p:ph type="subTitle" idx="1"/>
          </p:nvPr>
        </p:nvSpPr>
        <p:spPr>
          <a:xfrm>
            <a:off x="1102267" y="2685595"/>
            <a:ext cx="39124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2100"/>
              <a:buFont typeface="Poppins Light"/>
              <a:buNone/>
              <a:defRPr sz="21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177"/>
        <p:cNvGrpSpPr/>
        <p:nvPr/>
      </p:nvGrpSpPr>
      <p:grpSpPr>
        <a:xfrm>
          <a:off x="0" y="0"/>
          <a:ext cx="0" cy="0"/>
          <a:chOff x="0" y="0"/>
          <a:chExt cx="0" cy="0"/>
        </a:xfrm>
      </p:grpSpPr>
      <p:sp>
        <p:nvSpPr>
          <p:cNvPr id="178" name="Google Shape;178;p32"/>
          <p:cNvSpPr/>
          <p:nvPr/>
        </p:nvSpPr>
        <p:spPr>
          <a:xfrm>
            <a:off x="-5133" y="9934"/>
            <a:ext cx="6023600" cy="685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9" name="Google Shape;179;p32"/>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80" name="Google Shape;180;p32"/>
          <p:cNvSpPr txBox="1">
            <a:spLocks noGrp="1"/>
          </p:cNvSpPr>
          <p:nvPr>
            <p:ph type="ctrTitle"/>
          </p:nvPr>
        </p:nvSpPr>
        <p:spPr>
          <a:xfrm>
            <a:off x="1102267" y="1048356"/>
            <a:ext cx="3903200" cy="11920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181" name="Google Shape;181;p32"/>
          <p:cNvSpPr txBox="1">
            <a:spLocks noGrp="1"/>
          </p:cNvSpPr>
          <p:nvPr>
            <p:ph type="subTitle" idx="1"/>
          </p:nvPr>
        </p:nvSpPr>
        <p:spPr>
          <a:xfrm>
            <a:off x="1102267" y="2685595"/>
            <a:ext cx="18580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182" name="Google Shape;182;p32"/>
          <p:cNvSpPr txBox="1">
            <a:spLocks noGrp="1"/>
          </p:cNvSpPr>
          <p:nvPr>
            <p:ph type="subTitle" idx="2"/>
          </p:nvPr>
        </p:nvSpPr>
        <p:spPr>
          <a:xfrm>
            <a:off x="3106867" y="2685595"/>
            <a:ext cx="19140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183"/>
        <p:cNvGrpSpPr/>
        <p:nvPr/>
      </p:nvGrpSpPr>
      <p:grpSpPr>
        <a:xfrm>
          <a:off x="0" y="0"/>
          <a:ext cx="0" cy="0"/>
          <a:chOff x="0" y="0"/>
          <a:chExt cx="0" cy="0"/>
        </a:xfrm>
      </p:grpSpPr>
      <p:sp>
        <p:nvSpPr>
          <p:cNvPr id="184" name="Google Shape;184;p33"/>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85" name="Google Shape;185;p33"/>
          <p:cNvSpPr txBox="1">
            <a:spLocks noGrp="1"/>
          </p:cNvSpPr>
          <p:nvPr>
            <p:ph type="ctrTitle"/>
          </p:nvPr>
        </p:nvSpPr>
        <p:spPr>
          <a:xfrm>
            <a:off x="1102267" y="1048356"/>
            <a:ext cx="4916000" cy="11920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186" name="Google Shape;186;p33"/>
          <p:cNvSpPr txBox="1">
            <a:spLocks noGrp="1"/>
          </p:cNvSpPr>
          <p:nvPr>
            <p:ph type="subTitle" idx="1"/>
          </p:nvPr>
        </p:nvSpPr>
        <p:spPr>
          <a:xfrm>
            <a:off x="1102267" y="2685595"/>
            <a:ext cx="28464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187" name="Google Shape;187;p33"/>
          <p:cNvSpPr txBox="1">
            <a:spLocks noGrp="1"/>
          </p:cNvSpPr>
          <p:nvPr>
            <p:ph type="subTitle" idx="2"/>
          </p:nvPr>
        </p:nvSpPr>
        <p:spPr>
          <a:xfrm>
            <a:off x="4154467" y="2685595"/>
            <a:ext cx="28704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188" name="Google Shape;188;p33"/>
          <p:cNvSpPr txBox="1">
            <a:spLocks noGrp="1"/>
          </p:cNvSpPr>
          <p:nvPr>
            <p:ph type="subTitle" idx="3"/>
          </p:nvPr>
        </p:nvSpPr>
        <p:spPr>
          <a:xfrm>
            <a:off x="7183067" y="2685595"/>
            <a:ext cx="2890400" cy="3115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189"/>
        <p:cNvGrpSpPr/>
        <p:nvPr/>
      </p:nvGrpSpPr>
      <p:grpSpPr>
        <a:xfrm>
          <a:off x="0" y="0"/>
          <a:ext cx="0" cy="0"/>
          <a:chOff x="0" y="0"/>
          <a:chExt cx="0" cy="0"/>
        </a:xfrm>
      </p:grpSpPr>
      <p:sp>
        <p:nvSpPr>
          <p:cNvPr id="190" name="Google Shape;190;p34"/>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91" name="Google Shape;191;p34"/>
          <p:cNvSpPr txBox="1">
            <a:spLocks noGrp="1"/>
          </p:cNvSpPr>
          <p:nvPr>
            <p:ph type="ctrTitle"/>
          </p:nvPr>
        </p:nvSpPr>
        <p:spPr>
          <a:xfrm>
            <a:off x="918867" y="1048356"/>
            <a:ext cx="7352000" cy="4887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192" name="Google Shape;192;p34"/>
          <p:cNvSpPr txBox="1">
            <a:spLocks noGrp="1"/>
          </p:cNvSpPr>
          <p:nvPr>
            <p:ph type="subTitle" idx="1"/>
          </p:nvPr>
        </p:nvSpPr>
        <p:spPr>
          <a:xfrm>
            <a:off x="8435233" y="1048356"/>
            <a:ext cx="2827200" cy="50476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193"/>
        <p:cNvGrpSpPr/>
        <p:nvPr/>
      </p:nvGrpSpPr>
      <p:grpSpPr>
        <a:xfrm>
          <a:off x="0" y="0"/>
          <a:ext cx="0" cy="0"/>
          <a:chOff x="0" y="0"/>
          <a:chExt cx="0" cy="0"/>
        </a:xfrm>
      </p:grpSpPr>
      <p:sp>
        <p:nvSpPr>
          <p:cNvPr id="194" name="Google Shape;194;p35"/>
          <p:cNvSpPr txBox="1">
            <a:spLocks noGrp="1"/>
          </p:cNvSpPr>
          <p:nvPr>
            <p:ph type="ctrTitle"/>
          </p:nvPr>
        </p:nvSpPr>
        <p:spPr>
          <a:xfrm>
            <a:off x="1102267" y="1048356"/>
            <a:ext cx="3912400" cy="4887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195" name="Google Shape;195;p35"/>
          <p:cNvSpPr txBox="1">
            <a:spLocks noGrp="1"/>
          </p:cNvSpPr>
          <p:nvPr>
            <p:ph type="subTitle" idx="1"/>
          </p:nvPr>
        </p:nvSpPr>
        <p:spPr>
          <a:xfrm>
            <a:off x="5172600" y="1048422"/>
            <a:ext cx="2849600" cy="2301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196" name="Google Shape;196;p35"/>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197" name="Google Shape;197;p35"/>
          <p:cNvSpPr txBox="1">
            <a:spLocks noGrp="1"/>
          </p:cNvSpPr>
          <p:nvPr>
            <p:ph type="subTitle" idx="2"/>
          </p:nvPr>
        </p:nvSpPr>
        <p:spPr>
          <a:xfrm>
            <a:off x="8180133" y="1048356"/>
            <a:ext cx="2834800" cy="2301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198" name="Google Shape;198;p35"/>
          <p:cNvSpPr txBox="1">
            <a:spLocks noGrp="1"/>
          </p:cNvSpPr>
          <p:nvPr>
            <p:ph type="subTitle" idx="3"/>
          </p:nvPr>
        </p:nvSpPr>
        <p:spPr>
          <a:xfrm>
            <a:off x="5172600" y="3508424"/>
            <a:ext cx="2849600" cy="2301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199" name="Google Shape;199;p35"/>
          <p:cNvSpPr txBox="1">
            <a:spLocks noGrp="1"/>
          </p:cNvSpPr>
          <p:nvPr>
            <p:ph type="subTitle" idx="4"/>
          </p:nvPr>
        </p:nvSpPr>
        <p:spPr>
          <a:xfrm>
            <a:off x="8180133" y="3508359"/>
            <a:ext cx="2834800" cy="2301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200"/>
        <p:cNvGrpSpPr/>
        <p:nvPr/>
      </p:nvGrpSpPr>
      <p:grpSpPr>
        <a:xfrm>
          <a:off x="0" y="0"/>
          <a:ext cx="0" cy="0"/>
          <a:chOff x="0" y="0"/>
          <a:chExt cx="0" cy="0"/>
        </a:xfrm>
      </p:grpSpPr>
      <p:sp>
        <p:nvSpPr>
          <p:cNvPr id="201" name="Google Shape;201;p36"/>
          <p:cNvSpPr txBox="1">
            <a:spLocks noGrp="1"/>
          </p:cNvSpPr>
          <p:nvPr>
            <p:ph type="subTitle" idx="1"/>
          </p:nvPr>
        </p:nvSpPr>
        <p:spPr>
          <a:xfrm>
            <a:off x="153200" y="2685594"/>
            <a:ext cx="2849600" cy="400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02" name="Google Shape;202;p36"/>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203" name="Google Shape;203;p36"/>
          <p:cNvSpPr txBox="1">
            <a:spLocks noGrp="1"/>
          </p:cNvSpPr>
          <p:nvPr>
            <p:ph type="subTitle" idx="2"/>
          </p:nvPr>
        </p:nvSpPr>
        <p:spPr>
          <a:xfrm>
            <a:off x="3171433" y="2685604"/>
            <a:ext cx="2830400" cy="400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04" name="Google Shape;204;p36"/>
          <p:cNvSpPr txBox="1">
            <a:spLocks noGrp="1"/>
          </p:cNvSpPr>
          <p:nvPr>
            <p:ph type="subTitle" idx="3"/>
          </p:nvPr>
        </p:nvSpPr>
        <p:spPr>
          <a:xfrm>
            <a:off x="6226167" y="2693708"/>
            <a:ext cx="2794400" cy="400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05" name="Google Shape;205;p36"/>
          <p:cNvSpPr txBox="1">
            <a:spLocks noGrp="1"/>
          </p:cNvSpPr>
          <p:nvPr>
            <p:ph type="subTitle" idx="4"/>
          </p:nvPr>
        </p:nvSpPr>
        <p:spPr>
          <a:xfrm>
            <a:off x="9192600" y="2685594"/>
            <a:ext cx="2849600" cy="400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06" name="Google Shape;206;p36"/>
          <p:cNvSpPr txBox="1">
            <a:spLocks noGrp="1"/>
          </p:cNvSpPr>
          <p:nvPr>
            <p:ph type="subTitle" idx="5"/>
          </p:nvPr>
        </p:nvSpPr>
        <p:spPr>
          <a:xfrm>
            <a:off x="153200" y="1865524"/>
            <a:ext cx="2835600" cy="661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07" name="Google Shape;207;p36"/>
          <p:cNvSpPr txBox="1">
            <a:spLocks noGrp="1"/>
          </p:cNvSpPr>
          <p:nvPr>
            <p:ph type="subTitle" idx="6"/>
          </p:nvPr>
        </p:nvSpPr>
        <p:spPr>
          <a:xfrm>
            <a:off x="3176735" y="1865530"/>
            <a:ext cx="2830400" cy="661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08" name="Google Shape;208;p36"/>
          <p:cNvSpPr txBox="1">
            <a:spLocks noGrp="1"/>
          </p:cNvSpPr>
          <p:nvPr>
            <p:ph type="subTitle" idx="7"/>
          </p:nvPr>
        </p:nvSpPr>
        <p:spPr>
          <a:xfrm>
            <a:off x="6198567" y="1865530"/>
            <a:ext cx="2794400" cy="661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09" name="Google Shape;209;p36"/>
          <p:cNvSpPr txBox="1">
            <a:spLocks noGrp="1"/>
          </p:cNvSpPr>
          <p:nvPr>
            <p:ph type="subTitle" idx="8"/>
          </p:nvPr>
        </p:nvSpPr>
        <p:spPr>
          <a:xfrm>
            <a:off x="9192600" y="1865530"/>
            <a:ext cx="2794400" cy="661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10" name="Google Shape;210;p36"/>
          <p:cNvSpPr txBox="1">
            <a:spLocks noGrp="1"/>
          </p:cNvSpPr>
          <p:nvPr>
            <p:ph type="ctrTitle"/>
          </p:nvPr>
        </p:nvSpPr>
        <p:spPr>
          <a:xfrm>
            <a:off x="194400" y="150395"/>
            <a:ext cx="5832800" cy="1558000"/>
          </a:xfrm>
          <a:prstGeom prst="rect">
            <a:avLst/>
          </a:prstGeom>
        </p:spPr>
        <p:txBody>
          <a:bodyPr spcFirstLastPara="1" wrap="square" lIns="0" tIns="0" rIns="304800"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211"/>
        <p:cNvGrpSpPr/>
        <p:nvPr/>
      </p:nvGrpSpPr>
      <p:grpSpPr>
        <a:xfrm>
          <a:off x="0" y="0"/>
          <a:ext cx="0" cy="0"/>
          <a:chOff x="0" y="0"/>
          <a:chExt cx="0" cy="0"/>
        </a:xfrm>
      </p:grpSpPr>
      <p:sp>
        <p:nvSpPr>
          <p:cNvPr id="212" name="Google Shape;212;p37"/>
          <p:cNvSpPr txBox="1">
            <a:spLocks noGrp="1"/>
          </p:cNvSpPr>
          <p:nvPr>
            <p:ph type="subTitle" idx="1"/>
          </p:nvPr>
        </p:nvSpPr>
        <p:spPr>
          <a:xfrm>
            <a:off x="153200" y="5141190"/>
            <a:ext cx="2849600" cy="15548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13" name="Google Shape;213;p37"/>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214" name="Google Shape;214;p37"/>
          <p:cNvSpPr txBox="1">
            <a:spLocks noGrp="1"/>
          </p:cNvSpPr>
          <p:nvPr>
            <p:ph type="subTitle" idx="2"/>
          </p:nvPr>
        </p:nvSpPr>
        <p:spPr>
          <a:xfrm>
            <a:off x="3171433" y="5141194"/>
            <a:ext cx="2830400" cy="15548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15" name="Google Shape;215;p37"/>
          <p:cNvSpPr txBox="1">
            <a:spLocks noGrp="1"/>
          </p:cNvSpPr>
          <p:nvPr>
            <p:ph type="subTitle" idx="3"/>
          </p:nvPr>
        </p:nvSpPr>
        <p:spPr>
          <a:xfrm>
            <a:off x="6226167" y="5144339"/>
            <a:ext cx="2794400" cy="15548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16" name="Google Shape;216;p37"/>
          <p:cNvSpPr txBox="1">
            <a:spLocks noGrp="1"/>
          </p:cNvSpPr>
          <p:nvPr>
            <p:ph type="subTitle" idx="4"/>
          </p:nvPr>
        </p:nvSpPr>
        <p:spPr>
          <a:xfrm>
            <a:off x="9192600" y="5141190"/>
            <a:ext cx="2849600" cy="15548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217" name="Google Shape;217;p37"/>
          <p:cNvSpPr txBox="1">
            <a:spLocks noGrp="1"/>
          </p:cNvSpPr>
          <p:nvPr>
            <p:ph type="subTitle" idx="5"/>
          </p:nvPr>
        </p:nvSpPr>
        <p:spPr>
          <a:xfrm>
            <a:off x="153200" y="4322837"/>
            <a:ext cx="2835600" cy="669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18" name="Google Shape;218;p37"/>
          <p:cNvSpPr txBox="1">
            <a:spLocks noGrp="1"/>
          </p:cNvSpPr>
          <p:nvPr>
            <p:ph type="subTitle" idx="6"/>
          </p:nvPr>
        </p:nvSpPr>
        <p:spPr>
          <a:xfrm>
            <a:off x="3176735" y="4322843"/>
            <a:ext cx="2830400" cy="669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19" name="Google Shape;219;p37"/>
          <p:cNvSpPr txBox="1">
            <a:spLocks noGrp="1"/>
          </p:cNvSpPr>
          <p:nvPr>
            <p:ph type="subTitle" idx="7"/>
          </p:nvPr>
        </p:nvSpPr>
        <p:spPr>
          <a:xfrm>
            <a:off x="6198567" y="4322843"/>
            <a:ext cx="2794400" cy="669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20" name="Google Shape;220;p37"/>
          <p:cNvSpPr txBox="1">
            <a:spLocks noGrp="1"/>
          </p:cNvSpPr>
          <p:nvPr>
            <p:ph type="subTitle" idx="8"/>
          </p:nvPr>
        </p:nvSpPr>
        <p:spPr>
          <a:xfrm>
            <a:off x="9192600" y="4322843"/>
            <a:ext cx="2794400" cy="6696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221" name="Google Shape;221;p37"/>
          <p:cNvSpPr txBox="1">
            <a:spLocks noGrp="1"/>
          </p:cNvSpPr>
          <p:nvPr>
            <p:ph type="ctrTitle"/>
          </p:nvPr>
        </p:nvSpPr>
        <p:spPr>
          <a:xfrm>
            <a:off x="194400" y="150395"/>
            <a:ext cx="5832800" cy="1558000"/>
          </a:xfrm>
          <a:prstGeom prst="rect">
            <a:avLst/>
          </a:prstGeom>
        </p:spPr>
        <p:txBody>
          <a:bodyPr spcFirstLastPara="1" wrap="square" lIns="0" tIns="0" rIns="304800"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222"/>
        <p:cNvGrpSpPr/>
        <p:nvPr/>
      </p:nvGrpSpPr>
      <p:grpSpPr>
        <a:xfrm>
          <a:off x="0" y="0"/>
          <a:ext cx="0" cy="0"/>
          <a:chOff x="0" y="0"/>
          <a:chExt cx="0" cy="0"/>
        </a:xfrm>
      </p:grpSpPr>
      <p:sp>
        <p:nvSpPr>
          <p:cNvPr id="223" name="Google Shape;223;p38"/>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224" name="Google Shape;224;p38"/>
          <p:cNvSpPr txBox="1">
            <a:spLocks noGrp="1"/>
          </p:cNvSpPr>
          <p:nvPr>
            <p:ph type="ctrTitle"/>
          </p:nvPr>
        </p:nvSpPr>
        <p:spPr>
          <a:xfrm>
            <a:off x="194400" y="150395"/>
            <a:ext cx="5832800" cy="1558000"/>
          </a:xfrm>
          <a:prstGeom prst="rect">
            <a:avLst/>
          </a:prstGeom>
        </p:spPr>
        <p:txBody>
          <a:bodyPr spcFirstLastPara="1" wrap="square" lIns="0" tIns="0" rIns="304800"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225" name="Google Shape;225;p38"/>
          <p:cNvSpPr txBox="1">
            <a:spLocks noGrp="1"/>
          </p:cNvSpPr>
          <p:nvPr>
            <p:ph type="subTitle" idx="1"/>
          </p:nvPr>
        </p:nvSpPr>
        <p:spPr>
          <a:xfrm>
            <a:off x="6178200" y="150395"/>
            <a:ext cx="2835600" cy="134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226" name="Google Shape;226;p38"/>
          <p:cNvSpPr txBox="1">
            <a:spLocks noGrp="1"/>
          </p:cNvSpPr>
          <p:nvPr>
            <p:ph type="subTitle" idx="2"/>
          </p:nvPr>
        </p:nvSpPr>
        <p:spPr>
          <a:xfrm>
            <a:off x="9215467" y="150395"/>
            <a:ext cx="2849600" cy="1345200"/>
          </a:xfrm>
          <a:prstGeom prst="rect">
            <a:avLst/>
          </a:prstGeom>
        </p:spPr>
        <p:txBody>
          <a:bodyPr spcFirstLastPara="1" wrap="square" lIns="0" tIns="0" rIns="304800"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227"/>
        <p:cNvGrpSpPr/>
        <p:nvPr/>
      </p:nvGrpSpPr>
      <p:grpSpPr>
        <a:xfrm>
          <a:off x="0" y="0"/>
          <a:ext cx="0" cy="0"/>
          <a:chOff x="0" y="0"/>
          <a:chExt cx="0" cy="0"/>
        </a:xfrm>
      </p:grpSpPr>
      <p:sp>
        <p:nvSpPr>
          <p:cNvPr id="228" name="Google Shape;228;p39"/>
          <p:cNvSpPr/>
          <p:nvPr/>
        </p:nvSpPr>
        <p:spPr>
          <a:xfrm>
            <a:off x="8210233" y="9704"/>
            <a:ext cx="39904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9" name="Google Shape;229;p39"/>
          <p:cNvSpPr txBox="1">
            <a:spLocks noGrp="1"/>
          </p:cNvSpPr>
          <p:nvPr>
            <p:ph type="ctrTitle"/>
          </p:nvPr>
        </p:nvSpPr>
        <p:spPr>
          <a:xfrm>
            <a:off x="9192600" y="1048356"/>
            <a:ext cx="2099600" cy="2293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230" name="Google Shape;230;p39"/>
          <p:cNvSpPr txBox="1">
            <a:spLocks noGrp="1"/>
          </p:cNvSpPr>
          <p:nvPr>
            <p:ph type="subTitle" idx="1"/>
          </p:nvPr>
        </p:nvSpPr>
        <p:spPr>
          <a:xfrm>
            <a:off x="9192600" y="3508359"/>
            <a:ext cx="2099600" cy="2293200"/>
          </a:xfrm>
          <a:prstGeom prst="rect">
            <a:avLst/>
          </a:prstGeom>
        </p:spPr>
        <p:txBody>
          <a:bodyPr spcFirstLastPara="1" wrap="square" lIns="0" tIns="0" rIns="304800"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231" name="Google Shape;231;p39"/>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232"/>
        <p:cNvGrpSpPr/>
        <p:nvPr/>
      </p:nvGrpSpPr>
      <p:grpSpPr>
        <a:xfrm>
          <a:off x="0" y="0"/>
          <a:ext cx="0" cy="0"/>
          <a:chOff x="0" y="0"/>
          <a:chExt cx="0" cy="0"/>
        </a:xfrm>
      </p:grpSpPr>
      <p:sp>
        <p:nvSpPr>
          <p:cNvPr id="233" name="Google Shape;233;p40"/>
          <p:cNvSpPr txBox="1">
            <a:spLocks noGrp="1"/>
          </p:cNvSpPr>
          <p:nvPr>
            <p:ph type="sldNum" idx="12"/>
          </p:nvPr>
        </p:nvSpPr>
        <p:spPr>
          <a:xfrm>
            <a:off x="11345167" y="6660662"/>
            <a:ext cx="731600" cy="342400"/>
          </a:xfrm>
          <a:prstGeom prst="rect">
            <a:avLst/>
          </a:prstGeom>
        </p:spPr>
        <p:txBody>
          <a:bodyPr spcFirstLastPara="1" wrap="square" lIns="121900" tIns="0" rIns="12190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234" name="Google Shape;234;p40"/>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56"/>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257"/>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275"/>
        <p:cNvGrpSpPr/>
        <p:nvPr/>
      </p:nvGrpSpPr>
      <p:grpSpPr>
        <a:xfrm>
          <a:off x="0" y="0"/>
          <a:ext cx="0" cy="0"/>
          <a:chOff x="0" y="0"/>
          <a:chExt cx="0" cy="0"/>
        </a:xfrm>
      </p:grpSpPr>
      <p:sp>
        <p:nvSpPr>
          <p:cNvPr id="276" name="Google Shape;276;p49"/>
          <p:cNvSpPr/>
          <p:nvPr/>
        </p:nvSpPr>
        <p:spPr>
          <a:xfrm>
            <a:off x="0" y="0"/>
            <a:ext cx="61784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277" name="Google Shape;277;p49"/>
          <p:cNvSpPr txBox="1">
            <a:spLocks noGrp="1"/>
          </p:cNvSpPr>
          <p:nvPr>
            <p:ph type="ctrTitle"/>
          </p:nvPr>
        </p:nvSpPr>
        <p:spPr>
          <a:xfrm>
            <a:off x="1102267" y="1865528"/>
            <a:ext cx="4164000" cy="2596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278" name="Google Shape;278;p49"/>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279" name="Google Shape;279;p49"/>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280" name="Google Shape;280;p49"/>
          <p:cNvSpPr txBox="1">
            <a:spLocks noGrp="1"/>
          </p:cNvSpPr>
          <p:nvPr>
            <p:ph type="subTitle" idx="1"/>
          </p:nvPr>
        </p:nvSpPr>
        <p:spPr>
          <a:xfrm>
            <a:off x="1102267" y="1048356"/>
            <a:ext cx="18580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281" name="Google Shape;281;p49"/>
          <p:cNvSpPr txBox="1">
            <a:spLocks noGrp="1"/>
          </p:cNvSpPr>
          <p:nvPr>
            <p:ph type="subTitle" idx="2"/>
          </p:nvPr>
        </p:nvSpPr>
        <p:spPr>
          <a:xfrm>
            <a:off x="3118233" y="1048356"/>
            <a:ext cx="18964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282"/>
        <p:cNvGrpSpPr/>
        <p:nvPr/>
      </p:nvGrpSpPr>
      <p:grpSpPr>
        <a:xfrm>
          <a:off x="0" y="0"/>
          <a:ext cx="0" cy="0"/>
          <a:chOff x="0" y="0"/>
          <a:chExt cx="0" cy="0"/>
        </a:xfrm>
      </p:grpSpPr>
      <p:sp>
        <p:nvSpPr>
          <p:cNvPr id="283" name="Google Shape;283;p50"/>
          <p:cNvSpPr/>
          <p:nvPr/>
        </p:nvSpPr>
        <p:spPr>
          <a:xfrm>
            <a:off x="0" y="5960072"/>
            <a:ext cx="12192000" cy="898000"/>
          </a:xfrm>
          <a:prstGeom prst="rect">
            <a:avLst/>
          </a:prstGeom>
          <a:solidFill>
            <a:schemeClr val="accent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284" name="Google Shape;284;p50"/>
          <p:cNvSpPr txBox="1">
            <a:spLocks noGrp="1"/>
          </p:cNvSpPr>
          <p:nvPr>
            <p:ph type="ctrTitle"/>
          </p:nvPr>
        </p:nvSpPr>
        <p:spPr>
          <a:xfrm>
            <a:off x="1102267" y="1870397"/>
            <a:ext cx="10004400" cy="3117200"/>
          </a:xfrm>
          <a:prstGeom prst="rect">
            <a:avLst/>
          </a:prstGeom>
        </p:spPr>
        <p:txBody>
          <a:bodyPr spcFirstLastPara="1" wrap="square" lIns="0" tIns="0" rIns="303475" bIns="303475"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285" name="Google Shape;285;p50"/>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286" name="Google Shape;286;p50"/>
          <p:cNvSpPr txBox="1">
            <a:spLocks noGrp="1"/>
          </p:cNvSpPr>
          <p:nvPr>
            <p:ph type="subTitle" idx="1"/>
          </p:nvPr>
        </p:nvSpPr>
        <p:spPr>
          <a:xfrm>
            <a:off x="1102267" y="1048356"/>
            <a:ext cx="18580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287" name="Google Shape;287;p50"/>
          <p:cNvSpPr txBox="1">
            <a:spLocks noGrp="1"/>
          </p:cNvSpPr>
          <p:nvPr>
            <p:ph type="subTitle" idx="2"/>
          </p:nvPr>
        </p:nvSpPr>
        <p:spPr>
          <a:xfrm>
            <a:off x="3118233" y="1048356"/>
            <a:ext cx="18964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288"/>
        <p:cNvGrpSpPr/>
        <p:nvPr/>
      </p:nvGrpSpPr>
      <p:grpSpPr>
        <a:xfrm>
          <a:off x="0" y="0"/>
          <a:ext cx="0" cy="0"/>
          <a:chOff x="0" y="0"/>
          <a:chExt cx="0" cy="0"/>
        </a:xfrm>
      </p:grpSpPr>
      <p:sp>
        <p:nvSpPr>
          <p:cNvPr id="289" name="Google Shape;289;p51"/>
          <p:cNvSpPr/>
          <p:nvPr/>
        </p:nvSpPr>
        <p:spPr>
          <a:xfrm>
            <a:off x="7100" y="9934"/>
            <a:ext cx="6014000" cy="6857600"/>
          </a:xfrm>
          <a:prstGeom prst="rect">
            <a:avLst/>
          </a:prstGeom>
          <a:solidFill>
            <a:schemeClr val="accent5"/>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290" name="Google Shape;290;p51"/>
          <p:cNvSpPr txBox="1">
            <a:spLocks noGrp="1"/>
          </p:cNvSpPr>
          <p:nvPr>
            <p:ph type="ctrTitle"/>
          </p:nvPr>
        </p:nvSpPr>
        <p:spPr>
          <a:xfrm>
            <a:off x="1098000" y="1708357"/>
            <a:ext cx="3916800" cy="32740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00000"/>
              </a:buClr>
              <a:buSzPts val="2100"/>
              <a:buAutoNum type="arabicPeriod"/>
              <a:defRPr sz="2100">
                <a:solidFill>
                  <a:srgbClr val="000000"/>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291" name="Google Shape;291;p51"/>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292" name="Google Shape;292;p51"/>
          <p:cNvSpPr txBox="1">
            <a:spLocks noGrp="1"/>
          </p:cNvSpPr>
          <p:nvPr>
            <p:ph type="subTitle" idx="1"/>
          </p:nvPr>
        </p:nvSpPr>
        <p:spPr>
          <a:xfrm>
            <a:off x="1098000" y="1048356"/>
            <a:ext cx="39168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293"/>
        <p:cNvGrpSpPr/>
        <p:nvPr/>
      </p:nvGrpSpPr>
      <p:grpSpPr>
        <a:xfrm>
          <a:off x="0" y="0"/>
          <a:ext cx="0" cy="0"/>
          <a:chOff x="0" y="0"/>
          <a:chExt cx="0" cy="0"/>
        </a:xfrm>
      </p:grpSpPr>
      <p:sp>
        <p:nvSpPr>
          <p:cNvPr id="294" name="Google Shape;294;p52"/>
          <p:cNvSpPr txBox="1">
            <a:spLocks noGrp="1"/>
          </p:cNvSpPr>
          <p:nvPr>
            <p:ph type="ctrTitle"/>
          </p:nvPr>
        </p:nvSpPr>
        <p:spPr>
          <a:xfrm>
            <a:off x="1102267" y="2685595"/>
            <a:ext cx="9969200" cy="3250000"/>
          </a:xfrm>
          <a:prstGeom prst="rect">
            <a:avLst/>
          </a:prstGeom>
        </p:spPr>
        <p:txBody>
          <a:bodyPr spcFirstLastPara="1" wrap="square" lIns="0" tIns="0" rIns="303475"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295" name="Google Shape;295;p52"/>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296" name="Google Shape;296;p52"/>
          <p:cNvSpPr txBox="1">
            <a:spLocks noGrp="1"/>
          </p:cNvSpPr>
          <p:nvPr>
            <p:ph type="subTitle" idx="1"/>
          </p:nvPr>
        </p:nvSpPr>
        <p:spPr>
          <a:xfrm>
            <a:off x="1102267" y="1048356"/>
            <a:ext cx="2894000" cy="14784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297"/>
        <p:cNvGrpSpPr/>
        <p:nvPr/>
      </p:nvGrpSpPr>
      <p:grpSpPr>
        <a:xfrm>
          <a:off x="0" y="0"/>
          <a:ext cx="0" cy="0"/>
          <a:chOff x="0" y="0"/>
          <a:chExt cx="0" cy="0"/>
        </a:xfrm>
      </p:grpSpPr>
      <p:sp>
        <p:nvSpPr>
          <p:cNvPr id="298" name="Google Shape;298;p53"/>
          <p:cNvSpPr txBox="1">
            <a:spLocks noGrp="1"/>
          </p:cNvSpPr>
          <p:nvPr>
            <p:ph type="ctrTitle"/>
          </p:nvPr>
        </p:nvSpPr>
        <p:spPr>
          <a:xfrm>
            <a:off x="1102267" y="1048356"/>
            <a:ext cx="6950000" cy="4752800"/>
          </a:xfrm>
          <a:prstGeom prst="rect">
            <a:avLst/>
          </a:prstGeom>
        </p:spPr>
        <p:txBody>
          <a:bodyPr spcFirstLastPara="1" wrap="square" lIns="0" tIns="0" rIns="303475"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299" name="Google Shape;299;p53"/>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00" name="Google Shape;300;p53"/>
          <p:cNvSpPr txBox="1">
            <a:spLocks noGrp="1"/>
          </p:cNvSpPr>
          <p:nvPr>
            <p:ph type="subTitle" idx="1"/>
          </p:nvPr>
        </p:nvSpPr>
        <p:spPr>
          <a:xfrm>
            <a:off x="8210233" y="1048356"/>
            <a:ext cx="2879600" cy="4887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301"/>
        <p:cNvGrpSpPr/>
        <p:nvPr/>
      </p:nvGrpSpPr>
      <p:grpSpPr>
        <a:xfrm>
          <a:off x="0" y="0"/>
          <a:ext cx="0" cy="0"/>
          <a:chOff x="0" y="0"/>
          <a:chExt cx="0" cy="0"/>
        </a:xfrm>
      </p:grpSpPr>
      <p:sp>
        <p:nvSpPr>
          <p:cNvPr id="302" name="Google Shape;302;p54"/>
          <p:cNvSpPr/>
          <p:nvPr/>
        </p:nvSpPr>
        <p:spPr>
          <a:xfrm>
            <a:off x="-5133" y="9934"/>
            <a:ext cx="60236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303" name="Google Shape;303;p54"/>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04" name="Google Shape;304;p54"/>
          <p:cNvSpPr txBox="1">
            <a:spLocks noGrp="1"/>
          </p:cNvSpPr>
          <p:nvPr>
            <p:ph type="ctrTitle"/>
          </p:nvPr>
        </p:nvSpPr>
        <p:spPr>
          <a:xfrm>
            <a:off x="1102267" y="1048356"/>
            <a:ext cx="3912400" cy="1478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305" name="Google Shape;305;p54"/>
          <p:cNvSpPr txBox="1">
            <a:spLocks noGrp="1"/>
          </p:cNvSpPr>
          <p:nvPr>
            <p:ph type="subTitle" idx="1"/>
          </p:nvPr>
        </p:nvSpPr>
        <p:spPr>
          <a:xfrm>
            <a:off x="1102267" y="2685595"/>
            <a:ext cx="3912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2100"/>
              <a:buFont typeface="Poppins Light"/>
              <a:buNone/>
              <a:defRPr sz="21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306"/>
        <p:cNvGrpSpPr/>
        <p:nvPr/>
      </p:nvGrpSpPr>
      <p:grpSpPr>
        <a:xfrm>
          <a:off x="0" y="0"/>
          <a:ext cx="0" cy="0"/>
          <a:chOff x="0" y="0"/>
          <a:chExt cx="0" cy="0"/>
        </a:xfrm>
      </p:grpSpPr>
      <p:sp>
        <p:nvSpPr>
          <p:cNvPr id="307" name="Google Shape;307;p55"/>
          <p:cNvSpPr/>
          <p:nvPr/>
        </p:nvSpPr>
        <p:spPr>
          <a:xfrm>
            <a:off x="-5133" y="9934"/>
            <a:ext cx="60236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308" name="Google Shape;308;p55"/>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09" name="Google Shape;309;p55"/>
          <p:cNvSpPr txBox="1">
            <a:spLocks noGrp="1"/>
          </p:cNvSpPr>
          <p:nvPr>
            <p:ph type="ctrTitle"/>
          </p:nvPr>
        </p:nvSpPr>
        <p:spPr>
          <a:xfrm>
            <a:off x="1102267" y="1048356"/>
            <a:ext cx="3903200" cy="11924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310" name="Google Shape;310;p55"/>
          <p:cNvSpPr txBox="1">
            <a:spLocks noGrp="1"/>
          </p:cNvSpPr>
          <p:nvPr>
            <p:ph type="subTitle" idx="1"/>
          </p:nvPr>
        </p:nvSpPr>
        <p:spPr>
          <a:xfrm>
            <a:off x="1102267" y="2685595"/>
            <a:ext cx="18580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11" name="Google Shape;311;p55"/>
          <p:cNvSpPr txBox="1">
            <a:spLocks noGrp="1"/>
          </p:cNvSpPr>
          <p:nvPr>
            <p:ph type="subTitle" idx="2"/>
          </p:nvPr>
        </p:nvSpPr>
        <p:spPr>
          <a:xfrm>
            <a:off x="3106867" y="2685595"/>
            <a:ext cx="19140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312"/>
        <p:cNvGrpSpPr/>
        <p:nvPr/>
      </p:nvGrpSpPr>
      <p:grpSpPr>
        <a:xfrm>
          <a:off x="0" y="0"/>
          <a:ext cx="0" cy="0"/>
          <a:chOff x="0" y="0"/>
          <a:chExt cx="0" cy="0"/>
        </a:xfrm>
      </p:grpSpPr>
      <p:sp>
        <p:nvSpPr>
          <p:cNvPr id="313" name="Google Shape;313;p56"/>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14" name="Google Shape;314;p56"/>
          <p:cNvSpPr txBox="1">
            <a:spLocks noGrp="1"/>
          </p:cNvSpPr>
          <p:nvPr>
            <p:ph type="ctrTitle"/>
          </p:nvPr>
        </p:nvSpPr>
        <p:spPr>
          <a:xfrm>
            <a:off x="1102267" y="1048356"/>
            <a:ext cx="4916000" cy="11924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315" name="Google Shape;315;p56"/>
          <p:cNvSpPr txBox="1">
            <a:spLocks noGrp="1"/>
          </p:cNvSpPr>
          <p:nvPr>
            <p:ph type="subTitle" idx="1"/>
          </p:nvPr>
        </p:nvSpPr>
        <p:spPr>
          <a:xfrm>
            <a:off x="1102267" y="2685595"/>
            <a:ext cx="2846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16" name="Google Shape;316;p56"/>
          <p:cNvSpPr txBox="1">
            <a:spLocks noGrp="1"/>
          </p:cNvSpPr>
          <p:nvPr>
            <p:ph type="subTitle" idx="2"/>
          </p:nvPr>
        </p:nvSpPr>
        <p:spPr>
          <a:xfrm>
            <a:off x="4154467" y="2685595"/>
            <a:ext cx="2870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17" name="Google Shape;317;p56"/>
          <p:cNvSpPr txBox="1">
            <a:spLocks noGrp="1"/>
          </p:cNvSpPr>
          <p:nvPr>
            <p:ph type="subTitle" idx="3"/>
          </p:nvPr>
        </p:nvSpPr>
        <p:spPr>
          <a:xfrm>
            <a:off x="7183067" y="2685595"/>
            <a:ext cx="2890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318"/>
        <p:cNvGrpSpPr/>
        <p:nvPr/>
      </p:nvGrpSpPr>
      <p:grpSpPr>
        <a:xfrm>
          <a:off x="0" y="0"/>
          <a:ext cx="0" cy="0"/>
          <a:chOff x="0" y="0"/>
          <a:chExt cx="0" cy="0"/>
        </a:xfrm>
      </p:grpSpPr>
      <p:sp>
        <p:nvSpPr>
          <p:cNvPr id="319" name="Google Shape;319;p57"/>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20" name="Google Shape;320;p57"/>
          <p:cNvSpPr txBox="1">
            <a:spLocks noGrp="1"/>
          </p:cNvSpPr>
          <p:nvPr>
            <p:ph type="ctrTitle"/>
          </p:nvPr>
        </p:nvSpPr>
        <p:spPr>
          <a:xfrm>
            <a:off x="918867" y="1048356"/>
            <a:ext cx="7352000" cy="4887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321" name="Google Shape;321;p57"/>
          <p:cNvSpPr txBox="1">
            <a:spLocks noGrp="1"/>
          </p:cNvSpPr>
          <p:nvPr>
            <p:ph type="subTitle" idx="1"/>
          </p:nvPr>
        </p:nvSpPr>
        <p:spPr>
          <a:xfrm>
            <a:off x="8435233" y="1048356"/>
            <a:ext cx="2827200" cy="50476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322"/>
        <p:cNvGrpSpPr/>
        <p:nvPr/>
      </p:nvGrpSpPr>
      <p:grpSpPr>
        <a:xfrm>
          <a:off x="0" y="0"/>
          <a:ext cx="0" cy="0"/>
          <a:chOff x="0" y="0"/>
          <a:chExt cx="0" cy="0"/>
        </a:xfrm>
      </p:grpSpPr>
      <p:sp>
        <p:nvSpPr>
          <p:cNvPr id="323" name="Google Shape;323;p58"/>
          <p:cNvSpPr txBox="1">
            <a:spLocks noGrp="1"/>
          </p:cNvSpPr>
          <p:nvPr>
            <p:ph type="ctrTitle"/>
          </p:nvPr>
        </p:nvSpPr>
        <p:spPr>
          <a:xfrm>
            <a:off x="1102267" y="1048356"/>
            <a:ext cx="3912400" cy="4887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324" name="Google Shape;324;p58"/>
          <p:cNvSpPr txBox="1">
            <a:spLocks noGrp="1"/>
          </p:cNvSpPr>
          <p:nvPr>
            <p:ph type="subTitle" idx="1"/>
          </p:nvPr>
        </p:nvSpPr>
        <p:spPr>
          <a:xfrm>
            <a:off x="5172600" y="1048422"/>
            <a:ext cx="28496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325" name="Google Shape;325;p58"/>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26" name="Google Shape;326;p58"/>
          <p:cNvSpPr txBox="1">
            <a:spLocks noGrp="1"/>
          </p:cNvSpPr>
          <p:nvPr>
            <p:ph type="subTitle" idx="2"/>
          </p:nvPr>
        </p:nvSpPr>
        <p:spPr>
          <a:xfrm>
            <a:off x="8180133" y="1048356"/>
            <a:ext cx="28348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327" name="Google Shape;327;p58"/>
          <p:cNvSpPr txBox="1">
            <a:spLocks noGrp="1"/>
          </p:cNvSpPr>
          <p:nvPr>
            <p:ph type="subTitle" idx="3"/>
          </p:nvPr>
        </p:nvSpPr>
        <p:spPr>
          <a:xfrm>
            <a:off x="5172600" y="3508424"/>
            <a:ext cx="28496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328" name="Google Shape;328;p58"/>
          <p:cNvSpPr txBox="1">
            <a:spLocks noGrp="1"/>
          </p:cNvSpPr>
          <p:nvPr>
            <p:ph type="subTitle" idx="4"/>
          </p:nvPr>
        </p:nvSpPr>
        <p:spPr>
          <a:xfrm>
            <a:off x="8180133" y="3508359"/>
            <a:ext cx="28348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329"/>
        <p:cNvGrpSpPr/>
        <p:nvPr/>
      </p:nvGrpSpPr>
      <p:grpSpPr>
        <a:xfrm>
          <a:off x="0" y="0"/>
          <a:ext cx="0" cy="0"/>
          <a:chOff x="0" y="0"/>
          <a:chExt cx="0" cy="0"/>
        </a:xfrm>
      </p:grpSpPr>
      <p:sp>
        <p:nvSpPr>
          <p:cNvPr id="330" name="Google Shape;330;p59"/>
          <p:cNvSpPr txBox="1">
            <a:spLocks noGrp="1"/>
          </p:cNvSpPr>
          <p:nvPr>
            <p:ph type="subTitle" idx="1"/>
          </p:nvPr>
        </p:nvSpPr>
        <p:spPr>
          <a:xfrm>
            <a:off x="153200" y="2685594"/>
            <a:ext cx="28496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31" name="Google Shape;331;p59"/>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32" name="Google Shape;332;p59"/>
          <p:cNvSpPr txBox="1">
            <a:spLocks noGrp="1"/>
          </p:cNvSpPr>
          <p:nvPr>
            <p:ph type="subTitle" idx="2"/>
          </p:nvPr>
        </p:nvSpPr>
        <p:spPr>
          <a:xfrm>
            <a:off x="3171433" y="2685604"/>
            <a:ext cx="28304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33" name="Google Shape;333;p59"/>
          <p:cNvSpPr txBox="1">
            <a:spLocks noGrp="1"/>
          </p:cNvSpPr>
          <p:nvPr>
            <p:ph type="subTitle" idx="3"/>
          </p:nvPr>
        </p:nvSpPr>
        <p:spPr>
          <a:xfrm>
            <a:off x="6226167" y="2693708"/>
            <a:ext cx="27944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34" name="Google Shape;334;p59"/>
          <p:cNvSpPr txBox="1">
            <a:spLocks noGrp="1"/>
          </p:cNvSpPr>
          <p:nvPr>
            <p:ph type="subTitle" idx="4"/>
          </p:nvPr>
        </p:nvSpPr>
        <p:spPr>
          <a:xfrm>
            <a:off x="9192600" y="2685594"/>
            <a:ext cx="28496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35" name="Google Shape;335;p59"/>
          <p:cNvSpPr txBox="1">
            <a:spLocks noGrp="1"/>
          </p:cNvSpPr>
          <p:nvPr>
            <p:ph type="subTitle" idx="5"/>
          </p:nvPr>
        </p:nvSpPr>
        <p:spPr>
          <a:xfrm>
            <a:off x="153200" y="1865524"/>
            <a:ext cx="28356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36" name="Google Shape;336;p59"/>
          <p:cNvSpPr txBox="1">
            <a:spLocks noGrp="1"/>
          </p:cNvSpPr>
          <p:nvPr>
            <p:ph type="subTitle" idx="6"/>
          </p:nvPr>
        </p:nvSpPr>
        <p:spPr>
          <a:xfrm>
            <a:off x="3176735" y="1865530"/>
            <a:ext cx="2830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37" name="Google Shape;337;p59"/>
          <p:cNvSpPr txBox="1">
            <a:spLocks noGrp="1"/>
          </p:cNvSpPr>
          <p:nvPr>
            <p:ph type="subTitle" idx="7"/>
          </p:nvPr>
        </p:nvSpPr>
        <p:spPr>
          <a:xfrm>
            <a:off x="6198567" y="1865530"/>
            <a:ext cx="2794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38" name="Google Shape;338;p59"/>
          <p:cNvSpPr txBox="1">
            <a:spLocks noGrp="1"/>
          </p:cNvSpPr>
          <p:nvPr>
            <p:ph type="subTitle" idx="8"/>
          </p:nvPr>
        </p:nvSpPr>
        <p:spPr>
          <a:xfrm>
            <a:off x="9192600" y="1865530"/>
            <a:ext cx="2794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39" name="Google Shape;339;p59"/>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340"/>
        <p:cNvGrpSpPr/>
        <p:nvPr/>
      </p:nvGrpSpPr>
      <p:grpSpPr>
        <a:xfrm>
          <a:off x="0" y="0"/>
          <a:ext cx="0" cy="0"/>
          <a:chOff x="0" y="0"/>
          <a:chExt cx="0" cy="0"/>
        </a:xfrm>
      </p:grpSpPr>
      <p:sp>
        <p:nvSpPr>
          <p:cNvPr id="341" name="Google Shape;341;p60"/>
          <p:cNvSpPr txBox="1">
            <a:spLocks noGrp="1"/>
          </p:cNvSpPr>
          <p:nvPr>
            <p:ph type="subTitle" idx="1"/>
          </p:nvPr>
        </p:nvSpPr>
        <p:spPr>
          <a:xfrm>
            <a:off x="153200" y="5141190"/>
            <a:ext cx="28496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42" name="Google Shape;342;p60"/>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43" name="Google Shape;343;p60"/>
          <p:cNvSpPr txBox="1">
            <a:spLocks noGrp="1"/>
          </p:cNvSpPr>
          <p:nvPr>
            <p:ph type="subTitle" idx="2"/>
          </p:nvPr>
        </p:nvSpPr>
        <p:spPr>
          <a:xfrm>
            <a:off x="3171433" y="5141194"/>
            <a:ext cx="28304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44" name="Google Shape;344;p60"/>
          <p:cNvSpPr txBox="1">
            <a:spLocks noGrp="1"/>
          </p:cNvSpPr>
          <p:nvPr>
            <p:ph type="subTitle" idx="3"/>
          </p:nvPr>
        </p:nvSpPr>
        <p:spPr>
          <a:xfrm>
            <a:off x="6226167" y="5144339"/>
            <a:ext cx="27944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45" name="Google Shape;345;p60"/>
          <p:cNvSpPr txBox="1">
            <a:spLocks noGrp="1"/>
          </p:cNvSpPr>
          <p:nvPr>
            <p:ph type="subTitle" idx="4"/>
          </p:nvPr>
        </p:nvSpPr>
        <p:spPr>
          <a:xfrm>
            <a:off x="9192600" y="5141190"/>
            <a:ext cx="28496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346" name="Google Shape;346;p60"/>
          <p:cNvSpPr txBox="1">
            <a:spLocks noGrp="1"/>
          </p:cNvSpPr>
          <p:nvPr>
            <p:ph type="subTitle" idx="5"/>
          </p:nvPr>
        </p:nvSpPr>
        <p:spPr>
          <a:xfrm>
            <a:off x="153200" y="4322837"/>
            <a:ext cx="28356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47" name="Google Shape;347;p60"/>
          <p:cNvSpPr txBox="1">
            <a:spLocks noGrp="1"/>
          </p:cNvSpPr>
          <p:nvPr>
            <p:ph type="subTitle" idx="6"/>
          </p:nvPr>
        </p:nvSpPr>
        <p:spPr>
          <a:xfrm>
            <a:off x="3176735" y="4322843"/>
            <a:ext cx="2830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48" name="Google Shape;348;p60"/>
          <p:cNvSpPr txBox="1">
            <a:spLocks noGrp="1"/>
          </p:cNvSpPr>
          <p:nvPr>
            <p:ph type="subTitle" idx="7"/>
          </p:nvPr>
        </p:nvSpPr>
        <p:spPr>
          <a:xfrm>
            <a:off x="6198567" y="4322843"/>
            <a:ext cx="2794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49" name="Google Shape;349;p60"/>
          <p:cNvSpPr txBox="1">
            <a:spLocks noGrp="1"/>
          </p:cNvSpPr>
          <p:nvPr>
            <p:ph type="subTitle" idx="8"/>
          </p:nvPr>
        </p:nvSpPr>
        <p:spPr>
          <a:xfrm>
            <a:off x="9192600" y="4322843"/>
            <a:ext cx="2794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350" name="Google Shape;350;p60"/>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351"/>
        <p:cNvGrpSpPr/>
        <p:nvPr/>
      </p:nvGrpSpPr>
      <p:grpSpPr>
        <a:xfrm>
          <a:off x="0" y="0"/>
          <a:ext cx="0" cy="0"/>
          <a:chOff x="0" y="0"/>
          <a:chExt cx="0" cy="0"/>
        </a:xfrm>
      </p:grpSpPr>
      <p:sp>
        <p:nvSpPr>
          <p:cNvPr id="352" name="Google Shape;352;p61"/>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353" name="Google Shape;353;p61"/>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354" name="Google Shape;354;p61"/>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355" name="Google Shape;355;p61"/>
          <p:cNvSpPr txBox="1">
            <a:spLocks noGrp="1"/>
          </p:cNvSpPr>
          <p:nvPr>
            <p:ph type="subTitle" idx="2"/>
          </p:nvPr>
        </p:nvSpPr>
        <p:spPr>
          <a:xfrm>
            <a:off x="9215467" y="150395"/>
            <a:ext cx="2849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356"/>
        <p:cNvGrpSpPr/>
        <p:nvPr/>
      </p:nvGrpSpPr>
      <p:grpSpPr>
        <a:xfrm>
          <a:off x="0" y="0"/>
          <a:ext cx="0" cy="0"/>
          <a:chOff x="0" y="0"/>
          <a:chExt cx="0" cy="0"/>
        </a:xfrm>
      </p:grpSpPr>
      <p:sp>
        <p:nvSpPr>
          <p:cNvPr id="357" name="Google Shape;357;p62"/>
          <p:cNvSpPr/>
          <p:nvPr/>
        </p:nvSpPr>
        <p:spPr>
          <a:xfrm>
            <a:off x="8210233" y="9704"/>
            <a:ext cx="3990400" cy="68584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358" name="Google Shape;358;p62"/>
          <p:cNvSpPr txBox="1">
            <a:spLocks noGrp="1"/>
          </p:cNvSpPr>
          <p:nvPr>
            <p:ph type="ctrTitle"/>
          </p:nvPr>
        </p:nvSpPr>
        <p:spPr>
          <a:xfrm>
            <a:off x="9192600" y="1048356"/>
            <a:ext cx="2099600" cy="2292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359" name="Google Shape;359;p62"/>
          <p:cNvSpPr txBox="1">
            <a:spLocks noGrp="1"/>
          </p:cNvSpPr>
          <p:nvPr>
            <p:ph type="subTitle" idx="1"/>
          </p:nvPr>
        </p:nvSpPr>
        <p:spPr>
          <a:xfrm>
            <a:off x="9192600" y="3508359"/>
            <a:ext cx="2099600" cy="2292800"/>
          </a:xfrm>
          <a:prstGeom prst="rect">
            <a:avLst/>
          </a:prstGeom>
        </p:spPr>
        <p:txBody>
          <a:bodyPr spcFirstLastPara="1" wrap="square" lIns="0" tIns="0" rIns="303475"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360" name="Google Shape;360;p62"/>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361"/>
        <p:cNvGrpSpPr/>
        <p:nvPr/>
      </p:nvGrpSpPr>
      <p:grpSpPr>
        <a:xfrm>
          <a:off x="0" y="0"/>
          <a:ext cx="0" cy="0"/>
          <a:chOff x="0" y="0"/>
          <a:chExt cx="0" cy="0"/>
        </a:xfrm>
      </p:grpSpPr>
      <p:sp>
        <p:nvSpPr>
          <p:cNvPr id="362" name="Google Shape;362;p63"/>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363" name="Google Shape;363;p63"/>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10_Blank">
  <p:cSld name="10_Blank">
    <p:bg>
      <p:bgPr>
        <a:solidFill>
          <a:srgbClr val="00B086"/>
        </a:solidFill>
        <a:effectLst/>
      </p:bgPr>
    </p:bg>
    <p:spTree>
      <p:nvGrpSpPr>
        <p:cNvPr id="1" name="Shape 364"/>
        <p:cNvGrpSpPr/>
        <p:nvPr/>
      </p:nvGrpSpPr>
      <p:grpSpPr>
        <a:xfrm>
          <a:off x="0" y="0"/>
          <a:ext cx="0" cy="0"/>
          <a:chOff x="0" y="0"/>
          <a:chExt cx="0" cy="0"/>
        </a:xfrm>
      </p:grpSpPr>
      <p:sp>
        <p:nvSpPr>
          <p:cNvPr id="365" name="Google Shape;365;p64"/>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500"/>
              </a:spcBef>
              <a:spcAft>
                <a:spcPts val="0"/>
              </a:spcAft>
              <a:buClr>
                <a:schemeClr val="lt1"/>
              </a:buClr>
              <a:buSzPts val="7200"/>
              <a:buFont typeface="Arial"/>
              <a:buNone/>
              <a:defRPr sz="7200" b="0" i="0" u="none" strike="noStrike" cap="none">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366" name="Google Shape;366;p64"/>
          <p:cNvPicPr preferRelativeResize="0"/>
          <p:nvPr/>
        </p:nvPicPr>
        <p:blipFill rotWithShape="1">
          <a:blip r:embed="rId2">
            <a:alphaModFix amt="20000"/>
          </a:blip>
          <a:srcRect l="33612"/>
          <a:stretch/>
        </p:blipFill>
        <p:spPr>
          <a:xfrm>
            <a:off x="-1" y="3767970"/>
            <a:ext cx="3675529" cy="3179675"/>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67"/>
        <p:cNvGrpSpPr/>
        <p:nvPr/>
      </p:nvGrpSpPr>
      <p:grpSpPr>
        <a:xfrm>
          <a:off x="0" y="0"/>
          <a:ext cx="0" cy="0"/>
          <a:chOff x="0" y="0"/>
          <a:chExt cx="0" cy="0"/>
        </a:xfrm>
      </p:grpSpPr>
      <p:sp>
        <p:nvSpPr>
          <p:cNvPr id="368" name="Google Shape;368;p65"/>
          <p:cNvSpPr txBox="1">
            <a:spLocks noGrp="1"/>
          </p:cNvSpPr>
          <p:nvPr>
            <p:ph type="title"/>
          </p:nvPr>
        </p:nvSpPr>
        <p:spPr>
          <a:xfrm>
            <a:off x="609601" y="227736"/>
            <a:ext cx="10515600" cy="736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7E287E"/>
              </a:buClr>
              <a:buSzPts val="4300"/>
              <a:buFont typeface="Calibri"/>
              <a:buNone/>
              <a:defRPr sz="4300" b="1" i="0" u="none" strike="noStrike" cap="none">
                <a:solidFill>
                  <a:srgbClr val="7E287E"/>
                </a:solidFill>
                <a:latin typeface="Calibri"/>
                <a:ea typeface="Calibri"/>
                <a:cs typeface="Calibri"/>
                <a:sym typeface="Calibri"/>
              </a:defRPr>
            </a:lvl1pPr>
            <a:lvl2pPr lvl="1" rtl="0">
              <a:spcBef>
                <a:spcPts val="0"/>
              </a:spcBef>
              <a:spcAft>
                <a:spcPts val="0"/>
              </a:spcAft>
              <a:buSzPts val="3700"/>
              <a:buNone/>
              <a:defRPr sz="1900"/>
            </a:lvl2pPr>
            <a:lvl3pPr lvl="2" rtl="0">
              <a:spcBef>
                <a:spcPts val="0"/>
              </a:spcBef>
              <a:spcAft>
                <a:spcPts val="0"/>
              </a:spcAft>
              <a:buSzPts val="3700"/>
              <a:buNone/>
              <a:defRPr sz="1900"/>
            </a:lvl3pPr>
            <a:lvl4pPr lvl="3" rtl="0">
              <a:spcBef>
                <a:spcPts val="0"/>
              </a:spcBef>
              <a:spcAft>
                <a:spcPts val="0"/>
              </a:spcAft>
              <a:buSzPts val="3700"/>
              <a:buNone/>
              <a:defRPr sz="1900"/>
            </a:lvl4pPr>
            <a:lvl5pPr lvl="4" rtl="0">
              <a:spcBef>
                <a:spcPts val="0"/>
              </a:spcBef>
              <a:spcAft>
                <a:spcPts val="0"/>
              </a:spcAft>
              <a:buSzPts val="3700"/>
              <a:buNone/>
              <a:defRPr sz="1900"/>
            </a:lvl5pPr>
            <a:lvl6pPr lvl="5" rtl="0">
              <a:spcBef>
                <a:spcPts val="0"/>
              </a:spcBef>
              <a:spcAft>
                <a:spcPts val="0"/>
              </a:spcAft>
              <a:buSzPts val="3700"/>
              <a:buNone/>
              <a:defRPr sz="1900"/>
            </a:lvl6pPr>
            <a:lvl7pPr lvl="6" rtl="0">
              <a:spcBef>
                <a:spcPts val="0"/>
              </a:spcBef>
              <a:spcAft>
                <a:spcPts val="0"/>
              </a:spcAft>
              <a:buSzPts val="3700"/>
              <a:buNone/>
              <a:defRPr sz="1900"/>
            </a:lvl7pPr>
            <a:lvl8pPr lvl="7" rtl="0">
              <a:spcBef>
                <a:spcPts val="0"/>
              </a:spcBef>
              <a:spcAft>
                <a:spcPts val="0"/>
              </a:spcAft>
              <a:buSzPts val="3700"/>
              <a:buNone/>
              <a:defRPr sz="1900"/>
            </a:lvl8pPr>
            <a:lvl9pPr lvl="8" rtl="0">
              <a:spcBef>
                <a:spcPts val="0"/>
              </a:spcBef>
              <a:spcAft>
                <a:spcPts val="0"/>
              </a:spcAft>
              <a:buSzPts val="3700"/>
              <a:buNone/>
              <a:defRPr sz="1900"/>
            </a:lvl9pPr>
          </a:lstStyle>
          <a:p>
            <a:endParaRPr/>
          </a:p>
        </p:txBody>
      </p:sp>
      <p:cxnSp>
        <p:nvCxnSpPr>
          <p:cNvPr id="369" name="Google Shape;369;p65"/>
          <p:cNvCxnSpPr/>
          <p:nvPr/>
        </p:nvCxnSpPr>
        <p:spPr>
          <a:xfrm rot="10800000" flipH="1">
            <a:off x="771050" y="1143719"/>
            <a:ext cx="10816800" cy="2400"/>
          </a:xfrm>
          <a:prstGeom prst="straightConnector1">
            <a:avLst/>
          </a:prstGeom>
          <a:noFill/>
          <a:ln w="9525" cap="flat" cmpd="sng">
            <a:solidFill>
              <a:srgbClr val="B4B4B4"/>
            </a:solidFill>
            <a:prstDash val="solid"/>
            <a:round/>
            <a:headEnd type="none" w="sm" len="sm"/>
            <a:tailEnd type="none" w="sm" len="sm"/>
          </a:ln>
        </p:spPr>
      </p:cxnSp>
      <p:cxnSp>
        <p:nvCxnSpPr>
          <p:cNvPr id="370" name="Google Shape;370;p65"/>
          <p:cNvCxnSpPr/>
          <p:nvPr/>
        </p:nvCxnSpPr>
        <p:spPr>
          <a:xfrm>
            <a:off x="0" y="0"/>
            <a:ext cx="0" cy="6858000"/>
          </a:xfrm>
          <a:prstGeom prst="straightConnector1">
            <a:avLst/>
          </a:prstGeom>
          <a:noFill/>
          <a:ln w="57150" cap="flat" cmpd="sng">
            <a:solidFill>
              <a:srgbClr val="00926F"/>
            </a:solidFill>
            <a:prstDash val="solid"/>
            <a:round/>
            <a:headEnd type="none" w="sm" len="sm"/>
            <a:tailEnd type="none" w="sm" len="sm"/>
          </a:ln>
        </p:spPr>
      </p:cxnSp>
      <p:sp>
        <p:nvSpPr>
          <p:cNvPr id="371" name="Google Shape;371;p65"/>
          <p:cNvSpPr txBox="1">
            <a:spLocks noGrp="1"/>
          </p:cNvSpPr>
          <p:nvPr>
            <p:ph type="body" idx="1"/>
          </p:nvPr>
        </p:nvSpPr>
        <p:spPr>
          <a:xfrm>
            <a:off x="609601" y="1531090"/>
            <a:ext cx="10515600" cy="49904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700"/>
              </a:spcBef>
              <a:spcAft>
                <a:spcPts val="0"/>
              </a:spcAft>
              <a:buClr>
                <a:srgbClr val="5D5D5D"/>
              </a:buClr>
              <a:buSzPts val="3200"/>
              <a:buFont typeface="Arial"/>
              <a:buNone/>
              <a:defRPr sz="3200" b="0" i="0" u="none" strike="noStrike" cap="none">
                <a:solidFill>
                  <a:srgbClr val="5D5D5D"/>
                </a:solidFill>
                <a:latin typeface="Calibri"/>
                <a:ea typeface="Calibri"/>
                <a:cs typeface="Calibri"/>
                <a:sym typeface="Calibri"/>
              </a:defRPr>
            </a:lvl1pPr>
            <a:lvl2pPr marL="914400" marR="0" lvl="1"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2pPr>
            <a:lvl3pPr marL="1371600" marR="0" lvl="2"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3pPr>
            <a:lvl4pPr marL="1828800" marR="0" lvl="3"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4pPr>
            <a:lvl5pPr marL="2286000" marR="0" lvl="4"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72"/>
        <p:cNvGrpSpPr/>
        <p:nvPr/>
      </p:nvGrpSpPr>
      <p:grpSpPr>
        <a:xfrm>
          <a:off x="0" y="0"/>
          <a:ext cx="0" cy="0"/>
          <a:chOff x="0" y="0"/>
          <a:chExt cx="0" cy="0"/>
        </a:xfrm>
      </p:grpSpPr>
      <p:sp>
        <p:nvSpPr>
          <p:cNvPr id="373" name="Google Shape;373;p66"/>
          <p:cNvSpPr/>
          <p:nvPr/>
        </p:nvSpPr>
        <p:spPr>
          <a:xfrm>
            <a:off x="0" y="2"/>
            <a:ext cx="12192000" cy="3541200"/>
          </a:xfrm>
          <a:prstGeom prst="rect">
            <a:avLst/>
          </a:prstGeom>
          <a:solidFill>
            <a:srgbClr val="00B0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DB6A21"/>
              </a:solidFill>
              <a:latin typeface="Calibri"/>
              <a:ea typeface="Calibri"/>
              <a:cs typeface="Calibri"/>
              <a:sym typeface="Calibri"/>
            </a:endParaRPr>
          </a:p>
        </p:txBody>
      </p:sp>
      <p:grpSp>
        <p:nvGrpSpPr>
          <p:cNvPr id="374" name="Google Shape;374;p66"/>
          <p:cNvGrpSpPr/>
          <p:nvPr/>
        </p:nvGrpSpPr>
        <p:grpSpPr>
          <a:xfrm>
            <a:off x="0" y="4854201"/>
            <a:ext cx="12192000" cy="1524000"/>
            <a:chOff x="0" y="1411"/>
            <a:chExt cx="9144000" cy="1143000"/>
          </a:xfrm>
        </p:grpSpPr>
        <p:pic>
          <p:nvPicPr>
            <p:cNvPr id="375" name="Google Shape;375;p66" descr="http://llenrock.com/blog/wp-content/uploads/2009/08/cruise-ship.jpg"/>
            <p:cNvPicPr preferRelativeResize="0"/>
            <p:nvPr/>
          </p:nvPicPr>
          <p:blipFill rotWithShape="1">
            <a:blip r:embed="rId2">
              <a:alphaModFix/>
            </a:blip>
            <a:srcRect/>
            <a:stretch/>
          </p:blipFill>
          <p:spPr>
            <a:xfrm>
              <a:off x="0" y="1413"/>
              <a:ext cx="1524000" cy="1141588"/>
            </a:xfrm>
            <a:prstGeom prst="rect">
              <a:avLst/>
            </a:prstGeom>
            <a:noFill/>
            <a:ln>
              <a:noFill/>
            </a:ln>
          </p:spPr>
        </p:pic>
        <p:pic>
          <p:nvPicPr>
            <p:cNvPr id="376" name="Google Shape;376;p66" descr="http://www.flightglobal.com/airspace/media/galleries/images/4082/500x400/british-airways-a380-artistic-impression.jpg"/>
            <p:cNvPicPr preferRelativeResize="0"/>
            <p:nvPr/>
          </p:nvPicPr>
          <p:blipFill rotWithShape="1">
            <a:blip r:embed="rId3">
              <a:alphaModFix/>
            </a:blip>
            <a:srcRect/>
            <a:stretch/>
          </p:blipFill>
          <p:spPr>
            <a:xfrm>
              <a:off x="3048000" y="1413"/>
              <a:ext cx="1524000" cy="1141588"/>
            </a:xfrm>
            <a:prstGeom prst="rect">
              <a:avLst/>
            </a:prstGeom>
            <a:noFill/>
            <a:ln>
              <a:noFill/>
            </a:ln>
          </p:spPr>
        </p:pic>
        <p:pic>
          <p:nvPicPr>
            <p:cNvPr id="377" name="Google Shape;377;p66" descr="q3.jpg"/>
            <p:cNvPicPr preferRelativeResize="0"/>
            <p:nvPr/>
          </p:nvPicPr>
          <p:blipFill rotWithShape="1">
            <a:blip r:embed="rId4">
              <a:alphaModFix/>
            </a:blip>
            <a:srcRect/>
            <a:stretch/>
          </p:blipFill>
          <p:spPr>
            <a:xfrm>
              <a:off x="4572000" y="1413"/>
              <a:ext cx="1524000" cy="1141588"/>
            </a:xfrm>
            <a:prstGeom prst="rect">
              <a:avLst/>
            </a:prstGeom>
            <a:noFill/>
            <a:ln>
              <a:noFill/>
            </a:ln>
          </p:spPr>
        </p:pic>
        <p:pic>
          <p:nvPicPr>
            <p:cNvPr id="378" name="Google Shape;378;p66" descr="http://msnbcmedia1.msn.com/j/MSNBC/Sections/Travel%20Section/___Edit/___FUTURES/romantic%20cruises-queen%20mary%20(2).grid-6x2.JPG"/>
            <p:cNvPicPr preferRelativeResize="0"/>
            <p:nvPr/>
          </p:nvPicPr>
          <p:blipFill rotWithShape="1">
            <a:blip r:embed="rId5">
              <a:alphaModFix/>
            </a:blip>
            <a:srcRect/>
            <a:stretch/>
          </p:blipFill>
          <p:spPr>
            <a:xfrm>
              <a:off x="1524000" y="1413"/>
              <a:ext cx="1524000" cy="1142998"/>
            </a:xfrm>
            <a:prstGeom prst="rect">
              <a:avLst/>
            </a:prstGeom>
            <a:noFill/>
            <a:ln>
              <a:noFill/>
            </a:ln>
          </p:spPr>
        </p:pic>
        <p:pic>
          <p:nvPicPr>
            <p:cNvPr id="379" name="Google Shape;379;p66" descr="http://www.womansday.com/var/ezflow_site/storage/images/wd2/content/family-lifestyle/travel/long-car-trip-tips/21155-3-eng-US/Long-Car-Trip-Tips_full_article_vertical.jpg"/>
            <p:cNvPicPr preferRelativeResize="0"/>
            <p:nvPr/>
          </p:nvPicPr>
          <p:blipFill rotWithShape="1">
            <a:blip r:embed="rId6">
              <a:alphaModFix/>
            </a:blip>
            <a:srcRect/>
            <a:stretch/>
          </p:blipFill>
          <p:spPr>
            <a:xfrm>
              <a:off x="6096000" y="1413"/>
              <a:ext cx="1524000" cy="1141588"/>
            </a:xfrm>
            <a:prstGeom prst="rect">
              <a:avLst/>
            </a:prstGeom>
            <a:noFill/>
            <a:ln>
              <a:noFill/>
            </a:ln>
          </p:spPr>
        </p:pic>
        <p:pic>
          <p:nvPicPr>
            <p:cNvPr id="380" name="Google Shape;380;p66" descr="http://www.qatarairways.com/images/Privilege%20Club/Privilege_Club_images/Images/Eurostar270.jpg"/>
            <p:cNvPicPr preferRelativeResize="0"/>
            <p:nvPr/>
          </p:nvPicPr>
          <p:blipFill rotWithShape="1">
            <a:blip r:embed="rId7">
              <a:alphaModFix/>
            </a:blip>
            <a:srcRect/>
            <a:stretch/>
          </p:blipFill>
          <p:spPr>
            <a:xfrm>
              <a:off x="7620000" y="1411"/>
              <a:ext cx="1524000" cy="1141588"/>
            </a:xfrm>
            <a:prstGeom prst="rect">
              <a:avLst/>
            </a:prstGeom>
            <a:noFill/>
            <a:ln>
              <a:noFill/>
            </a:ln>
          </p:spPr>
        </p:pic>
      </p:grpSp>
      <p:sp>
        <p:nvSpPr>
          <p:cNvPr id="381" name="Google Shape;381;p66"/>
          <p:cNvSpPr txBox="1">
            <a:spLocks noGrp="1"/>
          </p:cNvSpPr>
          <p:nvPr>
            <p:ph type="body" idx="1"/>
          </p:nvPr>
        </p:nvSpPr>
        <p:spPr>
          <a:xfrm>
            <a:off x="517743" y="1102641"/>
            <a:ext cx="11156400" cy="20360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100"/>
              </a:spcBef>
              <a:spcAft>
                <a:spcPts val="0"/>
              </a:spcAft>
              <a:buClr>
                <a:schemeClr val="lt1"/>
              </a:buClr>
              <a:buSzPts val="5500"/>
              <a:buFont typeface="Arial"/>
              <a:buNone/>
              <a:defRPr sz="5500" b="0" i="0" u="none" strike="noStrike" cap="none">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382" name="Google Shape;382;p66"/>
          <p:cNvPicPr preferRelativeResize="0"/>
          <p:nvPr/>
        </p:nvPicPr>
        <p:blipFill rotWithShape="1">
          <a:blip r:embed="rId8">
            <a:alphaModFix/>
          </a:blip>
          <a:srcRect/>
          <a:stretch/>
        </p:blipFill>
        <p:spPr>
          <a:xfrm>
            <a:off x="0" y="4837130"/>
            <a:ext cx="12192001" cy="1539189"/>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3_Blank">
  <p:cSld name="3_Blank">
    <p:bg>
      <p:bgPr>
        <a:solidFill>
          <a:srgbClr val="00B086"/>
        </a:solidFill>
        <a:effectLst/>
      </p:bgPr>
    </p:bg>
    <p:spTree>
      <p:nvGrpSpPr>
        <p:cNvPr id="1" name="Shape 383"/>
        <p:cNvGrpSpPr/>
        <p:nvPr/>
      </p:nvGrpSpPr>
      <p:grpSpPr>
        <a:xfrm>
          <a:off x="0" y="0"/>
          <a:ext cx="0" cy="0"/>
          <a:chOff x="0" y="0"/>
          <a:chExt cx="0" cy="0"/>
        </a:xfrm>
      </p:grpSpPr>
      <p:grpSp>
        <p:nvGrpSpPr>
          <p:cNvPr id="384" name="Google Shape;384;p67"/>
          <p:cNvGrpSpPr/>
          <p:nvPr/>
        </p:nvGrpSpPr>
        <p:grpSpPr>
          <a:xfrm flipH="1">
            <a:off x="-314530" y="12701"/>
            <a:ext cx="12506531" cy="7013765"/>
            <a:chOff x="119" y="6"/>
            <a:chExt cx="5390" cy="3314"/>
          </a:xfrm>
        </p:grpSpPr>
        <p:sp>
          <p:nvSpPr>
            <p:cNvPr id="385" name="Google Shape;385;p67"/>
            <p:cNvSpPr/>
            <p:nvPr/>
          </p:nvSpPr>
          <p:spPr>
            <a:xfrm>
              <a:off x="119" y="885"/>
              <a:ext cx="2991" cy="2435"/>
            </a:xfrm>
            <a:custGeom>
              <a:avLst/>
              <a:gdLst/>
              <a:ahLst/>
              <a:cxnLst/>
              <a:rect l="l" t="t" r="r" b="b"/>
              <a:pathLst>
                <a:path w="1404" h="1143" extrusionOk="0">
                  <a:moveTo>
                    <a:pt x="962" y="28"/>
                  </a:moveTo>
                  <a:cubicBezTo>
                    <a:pt x="884" y="10"/>
                    <a:pt x="799" y="0"/>
                    <a:pt x="711" y="0"/>
                  </a:cubicBezTo>
                  <a:cubicBezTo>
                    <a:pt x="318" y="0"/>
                    <a:pt x="0" y="192"/>
                    <a:pt x="0" y="429"/>
                  </a:cubicBezTo>
                  <a:cubicBezTo>
                    <a:pt x="0" y="579"/>
                    <a:pt x="127" y="711"/>
                    <a:pt x="319" y="788"/>
                  </a:cubicBezTo>
                  <a:cubicBezTo>
                    <a:pt x="342" y="881"/>
                    <a:pt x="426" y="1036"/>
                    <a:pt x="637" y="1143"/>
                  </a:cubicBezTo>
                  <a:cubicBezTo>
                    <a:pt x="581" y="1045"/>
                    <a:pt x="539" y="927"/>
                    <a:pt x="541" y="846"/>
                  </a:cubicBezTo>
                  <a:cubicBezTo>
                    <a:pt x="595" y="854"/>
                    <a:pt x="652" y="859"/>
                    <a:pt x="711" y="859"/>
                  </a:cubicBezTo>
                  <a:cubicBezTo>
                    <a:pt x="1050" y="859"/>
                    <a:pt x="1334" y="715"/>
                    <a:pt x="1404" y="522"/>
                  </a:cubicBezTo>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sp>
          <p:nvSpPr>
            <p:cNvPr id="386" name="Google Shape;386;p67"/>
            <p:cNvSpPr/>
            <p:nvPr/>
          </p:nvSpPr>
          <p:spPr>
            <a:xfrm>
              <a:off x="2482" y="6"/>
              <a:ext cx="3027" cy="2377"/>
            </a:xfrm>
            <a:custGeom>
              <a:avLst/>
              <a:gdLst/>
              <a:ahLst/>
              <a:cxnLst/>
              <a:rect l="l" t="t" r="r" b="b"/>
              <a:pathLst>
                <a:path w="1421" h="1116" extrusionOk="0">
                  <a:moveTo>
                    <a:pt x="1421" y="430"/>
                  </a:moveTo>
                  <a:cubicBezTo>
                    <a:pt x="1421" y="193"/>
                    <a:pt x="1103" y="0"/>
                    <a:pt x="710" y="0"/>
                  </a:cubicBezTo>
                  <a:cubicBezTo>
                    <a:pt x="318" y="0"/>
                    <a:pt x="0" y="193"/>
                    <a:pt x="0" y="430"/>
                  </a:cubicBezTo>
                  <a:cubicBezTo>
                    <a:pt x="0" y="667"/>
                    <a:pt x="318" y="859"/>
                    <a:pt x="710" y="859"/>
                  </a:cubicBezTo>
                  <a:cubicBezTo>
                    <a:pt x="787" y="859"/>
                    <a:pt x="861" y="852"/>
                    <a:pt x="930" y="838"/>
                  </a:cubicBezTo>
                  <a:cubicBezTo>
                    <a:pt x="920" y="928"/>
                    <a:pt x="881" y="1024"/>
                    <a:pt x="825" y="1116"/>
                  </a:cubicBezTo>
                  <a:cubicBezTo>
                    <a:pt x="1078" y="1007"/>
                    <a:pt x="1148" y="817"/>
                    <a:pt x="1164" y="760"/>
                  </a:cubicBezTo>
                  <a:cubicBezTo>
                    <a:pt x="1321" y="681"/>
                    <a:pt x="1421" y="563"/>
                    <a:pt x="1421" y="430"/>
                  </a:cubicBezTo>
                  <a:close/>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grpSp>
      <p:sp>
        <p:nvSpPr>
          <p:cNvPr id="387" name="Google Shape;387;p67"/>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500"/>
              </a:spcBef>
              <a:spcAft>
                <a:spcPts val="0"/>
              </a:spcAft>
              <a:buClr>
                <a:schemeClr val="lt1"/>
              </a:buClr>
              <a:buSzPts val="7200"/>
              <a:buFont typeface="Arial"/>
              <a:buNone/>
              <a:defRPr sz="7200" b="0" i="0">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88"/>
        <p:cNvGrpSpPr/>
        <p:nvPr/>
      </p:nvGrpSpPr>
      <p:grpSpPr>
        <a:xfrm>
          <a:off x="0" y="0"/>
          <a:ext cx="0" cy="0"/>
          <a:chOff x="0" y="0"/>
          <a:chExt cx="0" cy="0"/>
        </a:xfrm>
      </p:grpSpPr>
      <p:sp>
        <p:nvSpPr>
          <p:cNvPr id="389" name="Google Shape;389;p68"/>
          <p:cNvSpPr txBox="1">
            <a:spLocks noGrp="1"/>
          </p:cNvSpPr>
          <p:nvPr>
            <p:ph type="dt" idx="10"/>
          </p:nvPr>
        </p:nvSpPr>
        <p:spPr>
          <a:xfrm>
            <a:off x="609600" y="6356353"/>
            <a:ext cx="2844800" cy="365200"/>
          </a:xfrm>
          <a:prstGeom prst="rect">
            <a:avLst/>
          </a:prstGeom>
          <a:noFill/>
          <a:ln>
            <a:noFill/>
          </a:ln>
        </p:spPr>
        <p:txBody>
          <a:bodyPr spcFirstLastPara="1" wrap="square" lIns="121900" tIns="60925" rIns="121900" bIns="60925" anchor="t" anchorCtr="0">
            <a:noAutofit/>
          </a:bodyPr>
          <a:lstStyle>
            <a:lvl1pPr marR="0" lvl="0" algn="l" rtl="0">
              <a:spcBef>
                <a:spcPts val="0"/>
              </a:spcBef>
              <a:spcAft>
                <a:spcPts val="0"/>
              </a:spcAft>
              <a:buSzPts val="1900"/>
              <a:buNone/>
              <a:defRPr sz="2400">
                <a:solidFill>
                  <a:schemeClr val="dk1"/>
                </a:solidFill>
                <a:latin typeface="Calibri"/>
                <a:ea typeface="Calibri"/>
                <a:cs typeface="Calibri"/>
                <a:sym typeface="Calibri"/>
              </a:defRPr>
            </a:lvl1pPr>
            <a:lvl2pPr marR="0" lvl="1"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9pPr>
          </a:lstStyle>
          <a:p>
            <a:endParaRPr/>
          </a:p>
        </p:txBody>
      </p:sp>
      <p:sp>
        <p:nvSpPr>
          <p:cNvPr id="390" name="Google Shape;390;p68"/>
          <p:cNvSpPr txBox="1">
            <a:spLocks noGrp="1"/>
          </p:cNvSpPr>
          <p:nvPr>
            <p:ph type="ftr" idx="11"/>
          </p:nvPr>
        </p:nvSpPr>
        <p:spPr>
          <a:xfrm>
            <a:off x="4165600" y="6356353"/>
            <a:ext cx="3860800" cy="365200"/>
          </a:xfrm>
          <a:prstGeom prst="rect">
            <a:avLst/>
          </a:prstGeom>
          <a:noFill/>
          <a:ln>
            <a:noFill/>
          </a:ln>
        </p:spPr>
        <p:txBody>
          <a:bodyPr spcFirstLastPara="1" wrap="square" lIns="121900" tIns="60925" rIns="121900" bIns="60925" anchor="t" anchorCtr="0">
            <a:noAutofit/>
          </a:bodyPr>
          <a:lstStyle>
            <a:lvl1pPr marR="0" lvl="0" algn="l" rtl="0">
              <a:spcBef>
                <a:spcPts val="0"/>
              </a:spcBef>
              <a:spcAft>
                <a:spcPts val="0"/>
              </a:spcAft>
              <a:buSzPts val="1900"/>
              <a:buNone/>
              <a:defRPr sz="2400">
                <a:solidFill>
                  <a:schemeClr val="dk1"/>
                </a:solidFill>
                <a:latin typeface="Calibri"/>
                <a:ea typeface="Calibri"/>
                <a:cs typeface="Calibri"/>
                <a:sym typeface="Calibri"/>
              </a:defRPr>
            </a:lvl1pPr>
            <a:lvl2pPr marR="0" lvl="1"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900"/>
              <a:buNone/>
              <a:defRPr sz="2400" b="0" i="0" u="none" strike="noStrike" cap="none">
                <a:solidFill>
                  <a:schemeClr val="dk1"/>
                </a:solidFill>
                <a:latin typeface="Calibri"/>
                <a:ea typeface="Calibri"/>
                <a:cs typeface="Calibri"/>
                <a:sym typeface="Calibri"/>
              </a:defRPr>
            </a:lvl9pPr>
          </a:lstStyle>
          <a:p>
            <a:endParaRPr/>
          </a:p>
        </p:txBody>
      </p:sp>
      <p:sp>
        <p:nvSpPr>
          <p:cNvPr id="391" name="Google Shape;391;p68"/>
          <p:cNvSpPr txBox="1">
            <a:spLocks noGrp="1"/>
          </p:cNvSpPr>
          <p:nvPr>
            <p:ph type="sldNum" idx="12"/>
          </p:nvPr>
        </p:nvSpPr>
        <p:spPr>
          <a:xfrm>
            <a:off x="8737600" y="6356353"/>
            <a:ext cx="2844800" cy="365200"/>
          </a:xfrm>
          <a:prstGeom prst="rect">
            <a:avLst/>
          </a:prstGeom>
          <a:noFill/>
          <a:ln>
            <a:noFill/>
          </a:ln>
        </p:spPr>
        <p:txBody>
          <a:bodyPr spcFirstLastPara="1" wrap="square" lIns="121900" tIns="60925" rIns="121900" bIns="60925" anchor="t" anchorCtr="0">
            <a:noAutofit/>
          </a:bodyPr>
          <a:lstStyle>
            <a:lvl1pPr marL="0" marR="0" lvl="0" indent="0" algn="l" rtl="0">
              <a:spcBef>
                <a:spcPts val="0"/>
              </a:spcBef>
              <a:buNone/>
              <a:defRPr sz="2400">
                <a:solidFill>
                  <a:srgbClr val="888888"/>
                </a:solidFill>
                <a:latin typeface="Calibri"/>
                <a:ea typeface="Calibri"/>
                <a:cs typeface="Calibri"/>
                <a:sym typeface="Calibri"/>
              </a:defRPr>
            </a:lvl1pPr>
            <a:lvl2pPr marL="0" marR="0" lvl="1" indent="0" algn="l" rtl="0">
              <a:spcBef>
                <a:spcPts val="0"/>
              </a:spcBef>
              <a:buNone/>
              <a:defRPr sz="2400">
                <a:solidFill>
                  <a:srgbClr val="888888"/>
                </a:solidFill>
                <a:latin typeface="Calibri"/>
                <a:ea typeface="Calibri"/>
                <a:cs typeface="Calibri"/>
                <a:sym typeface="Calibri"/>
              </a:defRPr>
            </a:lvl2pPr>
            <a:lvl3pPr marL="0" marR="0" lvl="2" indent="0" algn="l" rtl="0">
              <a:spcBef>
                <a:spcPts val="0"/>
              </a:spcBef>
              <a:buNone/>
              <a:defRPr sz="2400">
                <a:solidFill>
                  <a:srgbClr val="888888"/>
                </a:solidFill>
                <a:latin typeface="Calibri"/>
                <a:ea typeface="Calibri"/>
                <a:cs typeface="Calibri"/>
                <a:sym typeface="Calibri"/>
              </a:defRPr>
            </a:lvl3pPr>
            <a:lvl4pPr marL="0" marR="0" lvl="3" indent="0" algn="l" rtl="0">
              <a:spcBef>
                <a:spcPts val="0"/>
              </a:spcBef>
              <a:buNone/>
              <a:defRPr sz="2400">
                <a:solidFill>
                  <a:srgbClr val="888888"/>
                </a:solidFill>
                <a:latin typeface="Calibri"/>
                <a:ea typeface="Calibri"/>
                <a:cs typeface="Calibri"/>
                <a:sym typeface="Calibri"/>
              </a:defRPr>
            </a:lvl4pPr>
            <a:lvl5pPr marL="0" marR="0" lvl="4" indent="0" algn="l" rtl="0">
              <a:spcBef>
                <a:spcPts val="0"/>
              </a:spcBef>
              <a:buNone/>
              <a:defRPr sz="2400">
                <a:solidFill>
                  <a:srgbClr val="888888"/>
                </a:solidFill>
                <a:latin typeface="Calibri"/>
                <a:ea typeface="Calibri"/>
                <a:cs typeface="Calibri"/>
                <a:sym typeface="Calibri"/>
              </a:defRPr>
            </a:lvl5pPr>
            <a:lvl6pPr marL="0" marR="0" lvl="5" indent="0" algn="l" rtl="0">
              <a:spcBef>
                <a:spcPts val="0"/>
              </a:spcBef>
              <a:buNone/>
              <a:defRPr sz="2400">
                <a:solidFill>
                  <a:srgbClr val="888888"/>
                </a:solidFill>
                <a:latin typeface="Calibri"/>
                <a:ea typeface="Calibri"/>
                <a:cs typeface="Calibri"/>
                <a:sym typeface="Calibri"/>
              </a:defRPr>
            </a:lvl6pPr>
            <a:lvl7pPr marL="0" marR="0" lvl="6" indent="0" algn="l" rtl="0">
              <a:spcBef>
                <a:spcPts val="0"/>
              </a:spcBef>
              <a:buNone/>
              <a:defRPr sz="2400">
                <a:solidFill>
                  <a:srgbClr val="888888"/>
                </a:solidFill>
                <a:latin typeface="Calibri"/>
                <a:ea typeface="Calibri"/>
                <a:cs typeface="Calibri"/>
                <a:sym typeface="Calibri"/>
              </a:defRPr>
            </a:lvl7pPr>
            <a:lvl8pPr marL="0" marR="0" lvl="7" indent="0" algn="l" rtl="0">
              <a:spcBef>
                <a:spcPts val="0"/>
              </a:spcBef>
              <a:buNone/>
              <a:defRPr sz="2400">
                <a:solidFill>
                  <a:srgbClr val="888888"/>
                </a:solidFill>
                <a:latin typeface="Calibri"/>
                <a:ea typeface="Calibri"/>
                <a:cs typeface="Calibri"/>
                <a:sym typeface="Calibri"/>
              </a:defRPr>
            </a:lvl8pPr>
            <a:lvl9pPr marL="0" marR="0" lvl="8" indent="0" algn="l" rtl="0">
              <a:spcBef>
                <a:spcPts val="0"/>
              </a:spcBef>
              <a:buNone/>
              <a:defRPr sz="2400">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92"/>
        <p:cNvGrpSpPr/>
        <p:nvPr/>
      </p:nvGrpSpPr>
      <p:grpSpPr>
        <a:xfrm>
          <a:off x="0" y="0"/>
          <a:ext cx="0" cy="0"/>
          <a:chOff x="0" y="0"/>
          <a:chExt cx="0" cy="0"/>
        </a:xfrm>
      </p:grpSpPr>
      <p:sp>
        <p:nvSpPr>
          <p:cNvPr id="393" name="Google Shape;393;p69"/>
          <p:cNvSpPr txBox="1">
            <a:spLocks noGrp="1"/>
          </p:cNvSpPr>
          <p:nvPr>
            <p:ph type="ctrTitle"/>
          </p:nvPr>
        </p:nvSpPr>
        <p:spPr>
          <a:xfrm>
            <a:off x="415611" y="992767"/>
            <a:ext cx="11360800" cy="2736800"/>
          </a:xfrm>
          <a:prstGeom prst="rect">
            <a:avLst/>
          </a:prstGeom>
        </p:spPr>
        <p:txBody>
          <a:bodyPr spcFirstLastPara="1" wrap="square" lIns="0" tIns="0" rIns="121375" bIns="121375" anchor="b" anchorCtr="0">
            <a:noAutofit/>
          </a:bodyPr>
          <a:lstStyle>
            <a:lvl1pPr lvl="0" algn="ctr" rtl="0">
              <a:spcBef>
                <a:spcPts val="0"/>
              </a:spcBef>
              <a:spcAft>
                <a:spcPts val="0"/>
              </a:spcAft>
              <a:buSzPts val="6900"/>
              <a:buNone/>
              <a:defRPr sz="6900"/>
            </a:lvl1pPr>
            <a:lvl2pPr lvl="1" algn="ctr" rtl="0">
              <a:spcBef>
                <a:spcPts val="0"/>
              </a:spcBef>
              <a:spcAft>
                <a:spcPts val="0"/>
              </a:spcAft>
              <a:buSzPts val="6900"/>
              <a:buNone/>
              <a:defRPr sz="6900"/>
            </a:lvl2pPr>
            <a:lvl3pPr lvl="2" algn="ctr" rtl="0">
              <a:spcBef>
                <a:spcPts val="0"/>
              </a:spcBef>
              <a:spcAft>
                <a:spcPts val="0"/>
              </a:spcAft>
              <a:buSzPts val="6900"/>
              <a:buNone/>
              <a:defRPr sz="6900"/>
            </a:lvl3pPr>
            <a:lvl4pPr lvl="3" algn="ctr" rtl="0">
              <a:spcBef>
                <a:spcPts val="0"/>
              </a:spcBef>
              <a:spcAft>
                <a:spcPts val="0"/>
              </a:spcAft>
              <a:buSzPts val="6900"/>
              <a:buNone/>
              <a:defRPr sz="6900"/>
            </a:lvl4pPr>
            <a:lvl5pPr lvl="4" algn="ctr" rtl="0">
              <a:spcBef>
                <a:spcPts val="0"/>
              </a:spcBef>
              <a:spcAft>
                <a:spcPts val="0"/>
              </a:spcAft>
              <a:buSzPts val="6900"/>
              <a:buNone/>
              <a:defRPr sz="6900"/>
            </a:lvl5pPr>
            <a:lvl6pPr lvl="5" algn="ctr" rtl="0">
              <a:spcBef>
                <a:spcPts val="0"/>
              </a:spcBef>
              <a:spcAft>
                <a:spcPts val="0"/>
              </a:spcAft>
              <a:buSzPts val="6900"/>
              <a:buNone/>
              <a:defRPr sz="6900"/>
            </a:lvl6pPr>
            <a:lvl7pPr lvl="6" algn="ctr" rtl="0">
              <a:spcBef>
                <a:spcPts val="0"/>
              </a:spcBef>
              <a:spcAft>
                <a:spcPts val="0"/>
              </a:spcAft>
              <a:buSzPts val="6900"/>
              <a:buNone/>
              <a:defRPr sz="6900"/>
            </a:lvl7pPr>
            <a:lvl8pPr lvl="7" algn="ctr" rtl="0">
              <a:spcBef>
                <a:spcPts val="0"/>
              </a:spcBef>
              <a:spcAft>
                <a:spcPts val="0"/>
              </a:spcAft>
              <a:buSzPts val="6900"/>
              <a:buNone/>
              <a:defRPr sz="6900"/>
            </a:lvl8pPr>
            <a:lvl9pPr lvl="8" algn="ctr" rtl="0">
              <a:spcBef>
                <a:spcPts val="0"/>
              </a:spcBef>
              <a:spcAft>
                <a:spcPts val="0"/>
              </a:spcAft>
              <a:buSzPts val="6900"/>
              <a:buNone/>
              <a:defRPr sz="6900"/>
            </a:lvl9pPr>
          </a:lstStyle>
          <a:p>
            <a:endParaRPr/>
          </a:p>
        </p:txBody>
      </p:sp>
      <p:sp>
        <p:nvSpPr>
          <p:cNvPr id="394" name="Google Shape;394;p69"/>
          <p:cNvSpPr txBox="1">
            <a:spLocks noGrp="1"/>
          </p:cNvSpPr>
          <p:nvPr>
            <p:ph type="subTitle" idx="1"/>
          </p:nvPr>
        </p:nvSpPr>
        <p:spPr>
          <a:xfrm>
            <a:off x="415600" y="3778833"/>
            <a:ext cx="11360800" cy="1056800"/>
          </a:xfrm>
          <a:prstGeom prst="rect">
            <a:avLst/>
          </a:prstGeom>
        </p:spPr>
        <p:txBody>
          <a:bodyPr spcFirstLastPara="1" wrap="square" lIns="0" tIns="0" rIns="121375" bIns="0" anchor="t" anchorCtr="0">
            <a:noAutofit/>
          </a:bodyPr>
          <a:lstStyle>
            <a:lvl1pPr lvl="0" algn="ctr" rtl="0">
              <a:lnSpc>
                <a:spcPct val="100000"/>
              </a:lnSpc>
              <a:spcBef>
                <a:spcPts val="0"/>
              </a:spcBef>
              <a:spcAft>
                <a:spcPts val="0"/>
              </a:spcAft>
              <a:buSzPts val="3700"/>
              <a:buNone/>
              <a:defRPr sz="3700"/>
            </a:lvl1pPr>
            <a:lvl2pPr lvl="1" algn="ctr" rtl="0">
              <a:lnSpc>
                <a:spcPct val="100000"/>
              </a:lnSpc>
              <a:spcBef>
                <a:spcPts val="0"/>
              </a:spcBef>
              <a:spcAft>
                <a:spcPts val="0"/>
              </a:spcAft>
              <a:buSzPts val="3700"/>
              <a:buNone/>
              <a:defRPr sz="3700"/>
            </a:lvl2pPr>
            <a:lvl3pPr lvl="2" algn="ctr" rtl="0">
              <a:lnSpc>
                <a:spcPct val="100000"/>
              </a:lnSpc>
              <a:spcBef>
                <a:spcPts val="0"/>
              </a:spcBef>
              <a:spcAft>
                <a:spcPts val="0"/>
              </a:spcAft>
              <a:buSzPts val="3700"/>
              <a:buNone/>
              <a:defRPr sz="3700"/>
            </a:lvl3pPr>
            <a:lvl4pPr lvl="3" algn="ctr" rtl="0">
              <a:lnSpc>
                <a:spcPct val="100000"/>
              </a:lnSpc>
              <a:spcBef>
                <a:spcPts val="0"/>
              </a:spcBef>
              <a:spcAft>
                <a:spcPts val="0"/>
              </a:spcAft>
              <a:buSzPts val="3700"/>
              <a:buNone/>
              <a:defRPr sz="3700"/>
            </a:lvl4pPr>
            <a:lvl5pPr lvl="4" algn="ctr" rtl="0">
              <a:lnSpc>
                <a:spcPct val="100000"/>
              </a:lnSpc>
              <a:spcBef>
                <a:spcPts val="0"/>
              </a:spcBef>
              <a:spcAft>
                <a:spcPts val="0"/>
              </a:spcAft>
              <a:buSzPts val="3700"/>
              <a:buNone/>
              <a:defRPr sz="3700"/>
            </a:lvl5pPr>
            <a:lvl6pPr lvl="5" algn="ctr" rtl="0">
              <a:lnSpc>
                <a:spcPct val="100000"/>
              </a:lnSpc>
              <a:spcBef>
                <a:spcPts val="0"/>
              </a:spcBef>
              <a:spcAft>
                <a:spcPts val="0"/>
              </a:spcAft>
              <a:buSzPts val="3700"/>
              <a:buNone/>
              <a:defRPr sz="3700"/>
            </a:lvl6pPr>
            <a:lvl7pPr lvl="6" algn="ctr" rtl="0">
              <a:lnSpc>
                <a:spcPct val="100000"/>
              </a:lnSpc>
              <a:spcBef>
                <a:spcPts val="0"/>
              </a:spcBef>
              <a:spcAft>
                <a:spcPts val="0"/>
              </a:spcAft>
              <a:buSzPts val="3700"/>
              <a:buNone/>
              <a:defRPr sz="3700"/>
            </a:lvl7pPr>
            <a:lvl8pPr lvl="7" algn="ctr" rtl="0">
              <a:lnSpc>
                <a:spcPct val="100000"/>
              </a:lnSpc>
              <a:spcBef>
                <a:spcPts val="0"/>
              </a:spcBef>
              <a:spcAft>
                <a:spcPts val="0"/>
              </a:spcAft>
              <a:buSzPts val="3700"/>
              <a:buNone/>
              <a:defRPr sz="3700"/>
            </a:lvl8pPr>
            <a:lvl9pPr lvl="8" algn="ctr" rtl="0">
              <a:lnSpc>
                <a:spcPct val="100000"/>
              </a:lnSpc>
              <a:spcBef>
                <a:spcPts val="0"/>
              </a:spcBef>
              <a:spcAft>
                <a:spcPts val="0"/>
              </a:spcAft>
              <a:buSzPts val="3700"/>
              <a:buNone/>
              <a:defRPr sz="3700"/>
            </a:lvl9pPr>
          </a:lstStyle>
          <a:p>
            <a:endParaRPr/>
          </a:p>
        </p:txBody>
      </p:sp>
      <p:sp>
        <p:nvSpPr>
          <p:cNvPr id="395" name="Google Shape;395;p69"/>
          <p:cNvSpPr txBox="1">
            <a:spLocks noGrp="1"/>
          </p:cNvSpPr>
          <p:nvPr>
            <p:ph type="sldNum" idx="12"/>
          </p:nvPr>
        </p:nvSpPr>
        <p:spPr>
          <a:xfrm>
            <a:off x="11296610" y="6217622"/>
            <a:ext cx="731600" cy="5248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7_Blank">
  <p:cSld name="7_Blank">
    <p:bg>
      <p:bgPr>
        <a:solidFill>
          <a:srgbClr val="00B086"/>
        </a:solidFill>
        <a:effectLst/>
      </p:bgPr>
    </p:bg>
    <p:spTree>
      <p:nvGrpSpPr>
        <p:cNvPr id="1" name="Shape 396"/>
        <p:cNvGrpSpPr/>
        <p:nvPr/>
      </p:nvGrpSpPr>
      <p:grpSpPr>
        <a:xfrm>
          <a:off x="0" y="0"/>
          <a:ext cx="0" cy="0"/>
          <a:chOff x="0" y="0"/>
          <a:chExt cx="0" cy="0"/>
        </a:xfrm>
      </p:grpSpPr>
      <p:sp>
        <p:nvSpPr>
          <p:cNvPr id="397" name="Google Shape;397;p70"/>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100"/>
              </a:spcBef>
              <a:spcAft>
                <a:spcPts val="0"/>
              </a:spcAft>
              <a:buClr>
                <a:schemeClr val="lt1"/>
              </a:buClr>
              <a:buSzPts val="7200"/>
              <a:buNone/>
              <a:defRPr sz="7200" b="0" i="0">
                <a:solidFill>
                  <a:schemeClr val="lt1"/>
                </a:solidFill>
                <a:latin typeface="Calibri"/>
                <a:ea typeface="Calibri"/>
                <a:cs typeface="Calibri"/>
                <a:sym typeface="Calibri"/>
              </a:defRPr>
            </a:lvl1pPr>
            <a:lvl2pPr marL="914400" lvl="1" indent="-349250" algn="l" rtl="0">
              <a:lnSpc>
                <a:spcPct val="90000"/>
              </a:lnSpc>
              <a:spcBef>
                <a:spcPts val="2100"/>
              </a:spcBef>
              <a:spcAft>
                <a:spcPts val="0"/>
              </a:spcAft>
              <a:buClr>
                <a:schemeClr val="dk1"/>
              </a:buClr>
              <a:buSzPts val="1900"/>
              <a:buChar char="○"/>
              <a:defRPr/>
            </a:lvl2pPr>
            <a:lvl3pPr marL="1371600" lvl="2" indent="-349250" algn="l" rtl="0">
              <a:lnSpc>
                <a:spcPct val="90000"/>
              </a:lnSpc>
              <a:spcBef>
                <a:spcPts val="2100"/>
              </a:spcBef>
              <a:spcAft>
                <a:spcPts val="0"/>
              </a:spcAft>
              <a:buClr>
                <a:schemeClr val="dk1"/>
              </a:buClr>
              <a:buSzPts val="1900"/>
              <a:buChar char="■"/>
              <a:defRPr/>
            </a:lvl3pPr>
            <a:lvl4pPr marL="1828800" lvl="3" indent="-349250" algn="l" rtl="0">
              <a:lnSpc>
                <a:spcPct val="90000"/>
              </a:lnSpc>
              <a:spcBef>
                <a:spcPts val="2100"/>
              </a:spcBef>
              <a:spcAft>
                <a:spcPts val="0"/>
              </a:spcAft>
              <a:buClr>
                <a:schemeClr val="dk1"/>
              </a:buClr>
              <a:buSzPts val="1900"/>
              <a:buChar char="●"/>
              <a:defRPr/>
            </a:lvl4pPr>
            <a:lvl5pPr marL="2286000" lvl="4" indent="-349250" algn="l" rtl="0">
              <a:lnSpc>
                <a:spcPct val="90000"/>
              </a:lnSpc>
              <a:spcBef>
                <a:spcPts val="2100"/>
              </a:spcBef>
              <a:spcAft>
                <a:spcPts val="0"/>
              </a:spcAft>
              <a:buClr>
                <a:schemeClr val="dk1"/>
              </a:buClr>
              <a:buSzPts val="1900"/>
              <a:buChar char="○"/>
              <a:defRPr/>
            </a:lvl5pPr>
            <a:lvl6pPr marL="2743200" lvl="5" indent="-349250" algn="l" rtl="0">
              <a:lnSpc>
                <a:spcPct val="90000"/>
              </a:lnSpc>
              <a:spcBef>
                <a:spcPts val="2100"/>
              </a:spcBef>
              <a:spcAft>
                <a:spcPts val="0"/>
              </a:spcAft>
              <a:buClr>
                <a:schemeClr val="dk1"/>
              </a:buClr>
              <a:buSzPts val="1900"/>
              <a:buChar char="■"/>
              <a:defRPr/>
            </a:lvl6pPr>
            <a:lvl7pPr marL="3200400" lvl="6" indent="-349250" algn="l" rtl="0">
              <a:lnSpc>
                <a:spcPct val="90000"/>
              </a:lnSpc>
              <a:spcBef>
                <a:spcPts val="2100"/>
              </a:spcBef>
              <a:spcAft>
                <a:spcPts val="0"/>
              </a:spcAft>
              <a:buClr>
                <a:schemeClr val="dk1"/>
              </a:buClr>
              <a:buSzPts val="1900"/>
              <a:buChar char="●"/>
              <a:defRPr/>
            </a:lvl7pPr>
            <a:lvl8pPr marL="3657600" lvl="7" indent="-349250" algn="l" rtl="0">
              <a:lnSpc>
                <a:spcPct val="90000"/>
              </a:lnSpc>
              <a:spcBef>
                <a:spcPts val="2100"/>
              </a:spcBef>
              <a:spcAft>
                <a:spcPts val="0"/>
              </a:spcAft>
              <a:buClr>
                <a:schemeClr val="dk1"/>
              </a:buClr>
              <a:buSzPts val="1900"/>
              <a:buChar char="○"/>
              <a:defRPr/>
            </a:lvl8pPr>
            <a:lvl9pPr marL="4114800" lvl="8" indent="-349250" algn="l" rtl="0">
              <a:lnSpc>
                <a:spcPct val="90000"/>
              </a:lnSpc>
              <a:spcBef>
                <a:spcPts val="2100"/>
              </a:spcBef>
              <a:spcAft>
                <a:spcPts val="2100"/>
              </a:spcAft>
              <a:buClr>
                <a:schemeClr val="dk1"/>
              </a:buClr>
              <a:buSzPts val="1900"/>
              <a:buChar char="■"/>
              <a:defRPr/>
            </a:lvl9pPr>
          </a:lstStyle>
          <a:p>
            <a:endParaRPr/>
          </a:p>
        </p:txBody>
      </p:sp>
      <p:pic>
        <p:nvPicPr>
          <p:cNvPr id="398" name="Google Shape;398;p70"/>
          <p:cNvPicPr preferRelativeResize="0"/>
          <p:nvPr/>
        </p:nvPicPr>
        <p:blipFill rotWithShape="1">
          <a:blip r:embed="rId2">
            <a:alphaModFix amt="20000"/>
          </a:blip>
          <a:srcRect l="33612"/>
          <a:stretch/>
        </p:blipFill>
        <p:spPr>
          <a:xfrm>
            <a:off x="-1" y="3767970"/>
            <a:ext cx="3675529" cy="3179675"/>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7_Blank 1">
  <p:cSld name="7_Blank_1">
    <p:spTree>
      <p:nvGrpSpPr>
        <p:cNvPr id="1" name="Shape 399"/>
        <p:cNvGrpSpPr/>
        <p:nvPr/>
      </p:nvGrpSpPr>
      <p:grpSpPr>
        <a:xfrm>
          <a:off x="0" y="0"/>
          <a:ext cx="0" cy="0"/>
          <a:chOff x="0" y="0"/>
          <a:chExt cx="0" cy="0"/>
        </a:xfrm>
      </p:grpSpPr>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LO 2 w BG 1">
  <p:cSld name="TITLE_1_1_1_1_1_3_2_1_2">
    <p:bg>
      <p:bgPr>
        <a:solidFill>
          <a:schemeClr val="lt1"/>
        </a:solidFill>
        <a:effectLst/>
      </p:bgPr>
    </p:bg>
    <p:spTree>
      <p:nvGrpSpPr>
        <p:cNvPr id="1" name="Shape 400"/>
        <p:cNvGrpSpPr/>
        <p:nvPr/>
      </p:nvGrpSpPr>
      <p:grpSpPr>
        <a:xfrm>
          <a:off x="0" y="0"/>
          <a:ext cx="0" cy="0"/>
          <a:chOff x="0" y="0"/>
          <a:chExt cx="0" cy="0"/>
        </a:xfrm>
      </p:grpSpPr>
      <p:sp>
        <p:nvSpPr>
          <p:cNvPr id="401" name="Google Shape;401;p72"/>
          <p:cNvSpPr/>
          <p:nvPr/>
        </p:nvSpPr>
        <p:spPr>
          <a:xfrm>
            <a:off x="-5133" y="-47895"/>
            <a:ext cx="6018900" cy="6915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2" name="Google Shape;402;p7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03" name="Google Shape;403;p72"/>
          <p:cNvSpPr txBox="1">
            <a:spLocks noGrp="1"/>
          </p:cNvSpPr>
          <p:nvPr>
            <p:ph type="ctrTitle"/>
          </p:nvPr>
        </p:nvSpPr>
        <p:spPr>
          <a:xfrm>
            <a:off x="918867" y="887896"/>
            <a:ext cx="4347300" cy="13524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04" name="Google Shape;404;p72"/>
          <p:cNvSpPr txBox="1">
            <a:spLocks noGrp="1"/>
          </p:cNvSpPr>
          <p:nvPr>
            <p:ph type="subTitle" idx="1"/>
          </p:nvPr>
        </p:nvSpPr>
        <p:spPr>
          <a:xfrm>
            <a:off x="918867" y="2375989"/>
            <a:ext cx="2846400" cy="3559200"/>
          </a:xfrm>
          <a:prstGeom prst="rect">
            <a:avLst/>
          </a:prstGeom>
        </p:spPr>
        <p:txBody>
          <a:bodyPr spcFirstLastPara="1" wrap="square" lIns="0" tIns="0" rIns="304800" bIns="0" anchor="t" anchorCtr="0">
            <a:noAutofit/>
          </a:bodyPr>
          <a:lstStyle>
            <a:lvl1pPr lvl="0" rtl="0">
              <a:lnSpc>
                <a:spcPct val="10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00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00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10_Presenter Info Slide">
  <p:cSld name="10_Presenter Info Slide">
    <p:spTree>
      <p:nvGrpSpPr>
        <p:cNvPr id="1" name="Shape 405"/>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6_Blank">
  <p:cSld name="6_Blank">
    <p:spTree>
      <p:nvGrpSpPr>
        <p:cNvPr id="1" name="Shape 406"/>
        <p:cNvGrpSpPr/>
        <p:nvPr/>
      </p:nvGrpSpPr>
      <p:grpSpPr>
        <a:xfrm>
          <a:off x="0" y="0"/>
          <a:ext cx="0" cy="0"/>
          <a:chOff x="0" y="0"/>
          <a:chExt cx="0" cy="0"/>
        </a:xfrm>
      </p:grpSpPr>
      <p:sp>
        <p:nvSpPr>
          <p:cNvPr id="407" name="Google Shape;407;p74"/>
          <p:cNvSpPr txBox="1">
            <a:spLocks noGrp="1"/>
          </p:cNvSpPr>
          <p:nvPr>
            <p:ph type="body" idx="1"/>
          </p:nvPr>
        </p:nvSpPr>
        <p:spPr>
          <a:xfrm>
            <a:off x="255179" y="1488560"/>
            <a:ext cx="11483100" cy="5004300"/>
          </a:xfrm>
          <a:prstGeom prst="rect">
            <a:avLst/>
          </a:prstGeom>
          <a:noFill/>
          <a:ln>
            <a:noFill/>
          </a:ln>
        </p:spPr>
        <p:txBody>
          <a:bodyPr spcFirstLastPara="1" wrap="square" lIns="121900" tIns="60925" rIns="121900" bIns="60925" anchor="t" anchorCtr="0">
            <a:noAutofit/>
          </a:bodyPr>
          <a:lstStyle>
            <a:lvl1pPr marL="457200" marR="0" lvl="0" indent="-228600" algn="ctr" rtl="0">
              <a:spcBef>
                <a:spcPts val="800"/>
              </a:spcBef>
              <a:spcAft>
                <a:spcPts val="0"/>
              </a:spcAft>
              <a:buClr>
                <a:schemeClr val="dk2"/>
              </a:buClr>
              <a:buSzPts val="4000"/>
              <a:buNone/>
              <a:defRPr sz="4000">
                <a:solidFill>
                  <a:schemeClr val="dk2"/>
                </a:solidFill>
              </a:defRPr>
            </a:lvl1pPr>
            <a:lvl2pPr marL="914400" marR="0" lvl="1" indent="-482600" algn="l" rtl="0">
              <a:spcBef>
                <a:spcPts val="2100"/>
              </a:spcBef>
              <a:spcAft>
                <a:spcPts val="0"/>
              </a:spcAft>
              <a:buClr>
                <a:schemeClr val="dk2"/>
              </a:buClr>
              <a:buSzPts val="4000"/>
              <a:buChar char="–"/>
              <a:defRPr sz="4000" i="0" u="none" strike="noStrike" cap="none">
                <a:solidFill>
                  <a:schemeClr val="dk2"/>
                </a:solidFill>
              </a:defRPr>
            </a:lvl2pPr>
            <a:lvl3pPr marL="1371600" marR="0" lvl="2" indent="-482600" algn="l" rtl="0">
              <a:spcBef>
                <a:spcPts val="2100"/>
              </a:spcBef>
              <a:spcAft>
                <a:spcPts val="0"/>
              </a:spcAft>
              <a:buSzPts val="4000"/>
              <a:buChar char="•"/>
              <a:defRPr sz="4000" i="0" u="none" strike="noStrike" cap="none"/>
            </a:lvl3pPr>
            <a:lvl4pPr marL="1828800" marR="0" lvl="3" indent="-482600" algn="l" rtl="0">
              <a:spcBef>
                <a:spcPts val="2100"/>
              </a:spcBef>
              <a:spcAft>
                <a:spcPts val="0"/>
              </a:spcAft>
              <a:buSzPts val="4000"/>
              <a:buChar char="–"/>
              <a:defRPr sz="4000" i="0" u="none" strike="noStrike" cap="none"/>
            </a:lvl4pPr>
            <a:lvl5pPr marL="2286000" marR="0" lvl="4" indent="-482600" algn="l" rtl="0">
              <a:spcBef>
                <a:spcPts val="2100"/>
              </a:spcBef>
              <a:spcAft>
                <a:spcPts val="0"/>
              </a:spcAft>
              <a:buSzPts val="4000"/>
              <a:buFont typeface="Poppins"/>
              <a:buChar char="»"/>
              <a:defRPr sz="4000" i="0" u="none" strike="noStrike" cap="none">
                <a:latin typeface="Poppins"/>
                <a:ea typeface="Poppins"/>
                <a:cs typeface="Poppins"/>
                <a:sym typeface="Poppins"/>
              </a:defRPr>
            </a:lvl5pPr>
            <a:lvl6pPr marL="2743200" marR="0" lvl="5" indent="-400050" algn="l" rtl="0">
              <a:spcBef>
                <a:spcPts val="2100"/>
              </a:spcBef>
              <a:spcAft>
                <a:spcPts val="0"/>
              </a:spcAft>
              <a:buSzPts val="2700"/>
              <a:buChar char="•"/>
              <a:defRPr sz="2700" i="0" u="none" strike="noStrike" cap="none"/>
            </a:lvl6pPr>
            <a:lvl7pPr marL="3200400" marR="0" lvl="6" indent="-400050" algn="l" rtl="0">
              <a:spcBef>
                <a:spcPts val="2100"/>
              </a:spcBef>
              <a:spcAft>
                <a:spcPts val="0"/>
              </a:spcAft>
              <a:buSzPts val="2700"/>
              <a:buChar char="•"/>
              <a:defRPr sz="2700" i="0" u="none" strike="noStrike" cap="none"/>
            </a:lvl7pPr>
            <a:lvl8pPr marL="3657600" marR="0" lvl="7" indent="-400050" algn="l" rtl="0">
              <a:spcBef>
                <a:spcPts val="2100"/>
              </a:spcBef>
              <a:spcAft>
                <a:spcPts val="0"/>
              </a:spcAft>
              <a:buSzPts val="2700"/>
              <a:buChar char="•"/>
              <a:defRPr sz="2700" i="0" u="none" strike="noStrike" cap="none"/>
            </a:lvl8pPr>
            <a:lvl9pPr marL="4114800" marR="0" lvl="8" indent="-400050" algn="l" rtl="0">
              <a:spcBef>
                <a:spcPts val="2100"/>
              </a:spcBef>
              <a:spcAft>
                <a:spcPts val="2100"/>
              </a:spcAft>
              <a:buSzPts val="2700"/>
              <a:buChar char="•"/>
              <a:defRPr sz="2700" i="0" u="none" strike="noStrike" cap="none"/>
            </a:lvl9pPr>
          </a:lstStyle>
          <a:p>
            <a:endParaRPr/>
          </a:p>
        </p:txBody>
      </p:sp>
      <p:sp>
        <p:nvSpPr>
          <p:cNvPr id="408" name="Google Shape;408;p74"/>
          <p:cNvSpPr txBox="1">
            <a:spLocks noGrp="1"/>
          </p:cNvSpPr>
          <p:nvPr>
            <p:ph type="title"/>
          </p:nvPr>
        </p:nvSpPr>
        <p:spPr>
          <a:xfrm>
            <a:off x="255179" y="298621"/>
            <a:ext cx="10515600" cy="735900"/>
          </a:xfrm>
          <a:prstGeom prst="rect">
            <a:avLst/>
          </a:prstGeom>
          <a:noFill/>
          <a:ln>
            <a:noFill/>
          </a:ln>
        </p:spPr>
        <p:txBody>
          <a:bodyPr spcFirstLastPara="1" wrap="square" lIns="121900" tIns="60925" rIns="121900" bIns="60925" anchor="ctr" anchorCtr="0">
            <a:noAutofit/>
          </a:bodyPr>
          <a:lstStyle>
            <a:lvl1pPr marR="0" lvl="0" algn="l" rtl="0">
              <a:spcBef>
                <a:spcPts val="0"/>
              </a:spcBef>
              <a:spcAft>
                <a:spcPts val="0"/>
              </a:spcAft>
              <a:buClr>
                <a:schemeClr val="dk2"/>
              </a:buClr>
              <a:buSzPts val="4300"/>
              <a:buNone/>
              <a:defRPr sz="4300" i="0" u="none" strike="noStrike" cap="none">
                <a:solidFill>
                  <a:schemeClr val="dk2"/>
                </a:solidFill>
              </a:defRPr>
            </a:lvl1pPr>
            <a:lvl2pPr lvl="1" rtl="0">
              <a:spcBef>
                <a:spcPts val="0"/>
              </a:spcBef>
              <a:spcAft>
                <a:spcPts val="0"/>
              </a:spcAft>
              <a:buSzPts val="3700"/>
              <a:buNone/>
              <a:defRPr sz="2400"/>
            </a:lvl2pPr>
            <a:lvl3pPr lvl="2" rtl="0">
              <a:spcBef>
                <a:spcPts val="0"/>
              </a:spcBef>
              <a:spcAft>
                <a:spcPts val="0"/>
              </a:spcAft>
              <a:buSzPts val="3700"/>
              <a:buNone/>
              <a:defRPr sz="2400"/>
            </a:lvl3pPr>
            <a:lvl4pPr lvl="3" rtl="0">
              <a:spcBef>
                <a:spcPts val="0"/>
              </a:spcBef>
              <a:spcAft>
                <a:spcPts val="0"/>
              </a:spcAft>
              <a:buSzPts val="3700"/>
              <a:buNone/>
              <a:defRPr sz="2400"/>
            </a:lvl4pPr>
            <a:lvl5pPr lvl="4" rtl="0">
              <a:spcBef>
                <a:spcPts val="0"/>
              </a:spcBef>
              <a:spcAft>
                <a:spcPts val="0"/>
              </a:spcAft>
              <a:buSzPts val="3700"/>
              <a:buNone/>
              <a:defRPr sz="2400"/>
            </a:lvl5pPr>
            <a:lvl6pPr lvl="5" rtl="0">
              <a:spcBef>
                <a:spcPts val="0"/>
              </a:spcBef>
              <a:spcAft>
                <a:spcPts val="0"/>
              </a:spcAft>
              <a:buSzPts val="3700"/>
              <a:buNone/>
              <a:defRPr sz="2400"/>
            </a:lvl6pPr>
            <a:lvl7pPr lvl="6" rtl="0">
              <a:spcBef>
                <a:spcPts val="0"/>
              </a:spcBef>
              <a:spcAft>
                <a:spcPts val="0"/>
              </a:spcAft>
              <a:buSzPts val="3700"/>
              <a:buNone/>
              <a:defRPr sz="2400"/>
            </a:lvl7pPr>
            <a:lvl8pPr lvl="7" rtl="0">
              <a:spcBef>
                <a:spcPts val="0"/>
              </a:spcBef>
              <a:spcAft>
                <a:spcPts val="0"/>
              </a:spcAft>
              <a:buSzPts val="3700"/>
              <a:buNone/>
              <a:defRPr sz="2400"/>
            </a:lvl8pPr>
            <a:lvl9pPr lvl="8" rtl="0">
              <a:spcBef>
                <a:spcPts val="0"/>
              </a:spcBef>
              <a:spcAft>
                <a:spcPts val="0"/>
              </a:spcAft>
              <a:buSzPts val="3700"/>
              <a:buNone/>
              <a:defRPr sz="2400"/>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414"/>
        <p:cNvGrpSpPr/>
        <p:nvPr/>
      </p:nvGrpSpPr>
      <p:grpSpPr>
        <a:xfrm>
          <a:off x="0" y="0"/>
          <a:ext cx="0" cy="0"/>
          <a:chOff x="0" y="0"/>
          <a:chExt cx="0" cy="0"/>
        </a:xfrm>
      </p:grpSpPr>
      <p:sp>
        <p:nvSpPr>
          <p:cNvPr id="415" name="Google Shape;415;p76"/>
          <p:cNvSpPr/>
          <p:nvPr/>
        </p:nvSpPr>
        <p:spPr>
          <a:xfrm>
            <a:off x="0" y="0"/>
            <a:ext cx="61785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16" name="Google Shape;416;p76"/>
          <p:cNvSpPr txBox="1">
            <a:spLocks noGrp="1"/>
          </p:cNvSpPr>
          <p:nvPr>
            <p:ph type="ctrTitle"/>
          </p:nvPr>
        </p:nvSpPr>
        <p:spPr>
          <a:xfrm>
            <a:off x="1102267" y="1865528"/>
            <a:ext cx="4164000" cy="25959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417" name="Google Shape;417;p76"/>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418" name="Google Shape;418;p76"/>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419" name="Google Shape;419;p76"/>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420" name="Google Shape;420;p76"/>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421"/>
        <p:cNvGrpSpPr/>
        <p:nvPr/>
      </p:nvGrpSpPr>
      <p:grpSpPr>
        <a:xfrm>
          <a:off x="0" y="0"/>
          <a:ext cx="0" cy="0"/>
          <a:chOff x="0" y="0"/>
          <a:chExt cx="0" cy="0"/>
        </a:xfrm>
      </p:grpSpPr>
      <p:sp>
        <p:nvSpPr>
          <p:cNvPr id="422" name="Google Shape;422;p77"/>
          <p:cNvSpPr/>
          <p:nvPr/>
        </p:nvSpPr>
        <p:spPr>
          <a:xfrm>
            <a:off x="0" y="5960072"/>
            <a:ext cx="12192000" cy="897900"/>
          </a:xfrm>
          <a:prstGeom prst="rect">
            <a:avLst/>
          </a:prstGeom>
          <a:solidFill>
            <a:schemeClr val="accent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23" name="Google Shape;423;p77"/>
          <p:cNvSpPr txBox="1">
            <a:spLocks noGrp="1"/>
          </p:cNvSpPr>
          <p:nvPr>
            <p:ph type="ctrTitle"/>
          </p:nvPr>
        </p:nvSpPr>
        <p:spPr>
          <a:xfrm>
            <a:off x="1102267" y="1870397"/>
            <a:ext cx="10004400" cy="3117300"/>
          </a:xfrm>
          <a:prstGeom prst="rect">
            <a:avLst/>
          </a:prstGeom>
        </p:spPr>
        <p:txBody>
          <a:bodyPr spcFirstLastPara="1" wrap="square" lIns="0" tIns="0" rIns="303475" bIns="303475"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424" name="Google Shape;424;p77"/>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425" name="Google Shape;425;p77"/>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426" name="Google Shape;426;p77"/>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427"/>
        <p:cNvGrpSpPr/>
        <p:nvPr/>
      </p:nvGrpSpPr>
      <p:grpSpPr>
        <a:xfrm>
          <a:off x="0" y="0"/>
          <a:ext cx="0" cy="0"/>
          <a:chOff x="0" y="0"/>
          <a:chExt cx="0" cy="0"/>
        </a:xfrm>
      </p:grpSpPr>
      <p:sp>
        <p:nvSpPr>
          <p:cNvPr id="428" name="Google Shape;428;p78"/>
          <p:cNvSpPr/>
          <p:nvPr/>
        </p:nvSpPr>
        <p:spPr>
          <a:xfrm>
            <a:off x="7100" y="9934"/>
            <a:ext cx="6014100" cy="6857700"/>
          </a:xfrm>
          <a:prstGeom prst="rect">
            <a:avLst/>
          </a:prstGeom>
          <a:solidFill>
            <a:schemeClr val="accent5"/>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29" name="Google Shape;429;p78"/>
          <p:cNvSpPr txBox="1">
            <a:spLocks noGrp="1"/>
          </p:cNvSpPr>
          <p:nvPr>
            <p:ph type="ctrTitle"/>
          </p:nvPr>
        </p:nvSpPr>
        <p:spPr>
          <a:xfrm>
            <a:off x="1098000" y="1708357"/>
            <a:ext cx="3916800" cy="32742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00000"/>
              </a:buClr>
              <a:buSzPts val="2100"/>
              <a:buAutoNum type="arabicPeriod"/>
              <a:defRPr sz="2100">
                <a:solidFill>
                  <a:srgbClr val="000000"/>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430" name="Google Shape;430;p78"/>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31" name="Google Shape;431;p78"/>
          <p:cNvSpPr txBox="1">
            <a:spLocks noGrp="1"/>
          </p:cNvSpPr>
          <p:nvPr>
            <p:ph type="subTitle" idx="1"/>
          </p:nvPr>
        </p:nvSpPr>
        <p:spPr>
          <a:xfrm>
            <a:off x="1098000" y="1048356"/>
            <a:ext cx="39168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432"/>
        <p:cNvGrpSpPr/>
        <p:nvPr/>
      </p:nvGrpSpPr>
      <p:grpSpPr>
        <a:xfrm>
          <a:off x="0" y="0"/>
          <a:ext cx="0" cy="0"/>
          <a:chOff x="0" y="0"/>
          <a:chExt cx="0" cy="0"/>
        </a:xfrm>
      </p:grpSpPr>
      <p:sp>
        <p:nvSpPr>
          <p:cNvPr id="433" name="Google Shape;433;p79"/>
          <p:cNvSpPr txBox="1">
            <a:spLocks noGrp="1"/>
          </p:cNvSpPr>
          <p:nvPr>
            <p:ph type="ctrTitle"/>
          </p:nvPr>
        </p:nvSpPr>
        <p:spPr>
          <a:xfrm>
            <a:off x="1102267" y="2685595"/>
            <a:ext cx="9969300" cy="3249900"/>
          </a:xfrm>
          <a:prstGeom prst="rect">
            <a:avLst/>
          </a:prstGeom>
        </p:spPr>
        <p:txBody>
          <a:bodyPr spcFirstLastPara="1" wrap="square" lIns="0" tIns="0" rIns="303475"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434" name="Google Shape;434;p79"/>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35" name="Google Shape;435;p79"/>
          <p:cNvSpPr txBox="1">
            <a:spLocks noGrp="1"/>
          </p:cNvSpPr>
          <p:nvPr>
            <p:ph type="subTitle" idx="1"/>
          </p:nvPr>
        </p:nvSpPr>
        <p:spPr>
          <a:xfrm>
            <a:off x="1102267" y="1048356"/>
            <a:ext cx="2894100" cy="14784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436"/>
        <p:cNvGrpSpPr/>
        <p:nvPr/>
      </p:nvGrpSpPr>
      <p:grpSpPr>
        <a:xfrm>
          <a:off x="0" y="0"/>
          <a:ext cx="0" cy="0"/>
          <a:chOff x="0" y="0"/>
          <a:chExt cx="0" cy="0"/>
        </a:xfrm>
      </p:grpSpPr>
      <p:sp>
        <p:nvSpPr>
          <p:cNvPr id="437" name="Google Shape;437;p80"/>
          <p:cNvSpPr txBox="1">
            <a:spLocks noGrp="1"/>
          </p:cNvSpPr>
          <p:nvPr>
            <p:ph type="ctrTitle"/>
          </p:nvPr>
        </p:nvSpPr>
        <p:spPr>
          <a:xfrm>
            <a:off x="1102267" y="1048356"/>
            <a:ext cx="6950100" cy="4752900"/>
          </a:xfrm>
          <a:prstGeom prst="rect">
            <a:avLst/>
          </a:prstGeom>
        </p:spPr>
        <p:txBody>
          <a:bodyPr spcFirstLastPara="1" wrap="square" lIns="0" tIns="0" rIns="303475"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438" name="Google Shape;438;p80"/>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39" name="Google Shape;439;p80"/>
          <p:cNvSpPr txBox="1">
            <a:spLocks noGrp="1"/>
          </p:cNvSpPr>
          <p:nvPr>
            <p:ph type="subTitle" idx="1"/>
          </p:nvPr>
        </p:nvSpPr>
        <p:spPr>
          <a:xfrm>
            <a:off x="8210233" y="1048356"/>
            <a:ext cx="2879700" cy="4887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440"/>
        <p:cNvGrpSpPr/>
        <p:nvPr/>
      </p:nvGrpSpPr>
      <p:grpSpPr>
        <a:xfrm>
          <a:off x="0" y="0"/>
          <a:ext cx="0" cy="0"/>
          <a:chOff x="0" y="0"/>
          <a:chExt cx="0" cy="0"/>
        </a:xfrm>
      </p:grpSpPr>
      <p:sp>
        <p:nvSpPr>
          <p:cNvPr id="441" name="Google Shape;441;p81"/>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42" name="Google Shape;442;p81"/>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43" name="Google Shape;443;p81"/>
          <p:cNvSpPr txBox="1">
            <a:spLocks noGrp="1"/>
          </p:cNvSpPr>
          <p:nvPr>
            <p:ph type="ctrTitle"/>
          </p:nvPr>
        </p:nvSpPr>
        <p:spPr>
          <a:xfrm>
            <a:off x="1102267" y="1048356"/>
            <a:ext cx="3912300" cy="14787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2"/>
              </a:buClr>
              <a:buSzPts val="3200"/>
              <a:buNone/>
              <a:defRPr b="0">
                <a:solidFill>
                  <a:schemeClr val="dk2"/>
                </a:solidFill>
              </a:defRPr>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44" name="Google Shape;444;p81"/>
          <p:cNvSpPr txBox="1">
            <a:spLocks noGrp="1"/>
          </p:cNvSpPr>
          <p:nvPr>
            <p:ph type="subTitle" idx="1"/>
          </p:nvPr>
        </p:nvSpPr>
        <p:spPr>
          <a:xfrm>
            <a:off x="1102267" y="2685595"/>
            <a:ext cx="39123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2100"/>
              <a:buFont typeface="Poppins Light"/>
              <a:buNone/>
              <a:defRPr sz="21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445"/>
        <p:cNvGrpSpPr/>
        <p:nvPr/>
      </p:nvGrpSpPr>
      <p:grpSpPr>
        <a:xfrm>
          <a:off x="0" y="0"/>
          <a:ext cx="0" cy="0"/>
          <a:chOff x="0" y="0"/>
          <a:chExt cx="0" cy="0"/>
        </a:xfrm>
      </p:grpSpPr>
      <p:sp>
        <p:nvSpPr>
          <p:cNvPr id="446" name="Google Shape;446;p82"/>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47" name="Google Shape;447;p8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48" name="Google Shape;448;p82"/>
          <p:cNvSpPr txBox="1">
            <a:spLocks noGrp="1"/>
          </p:cNvSpPr>
          <p:nvPr>
            <p:ph type="ctrTitle"/>
          </p:nvPr>
        </p:nvSpPr>
        <p:spPr>
          <a:xfrm>
            <a:off x="1102267" y="1048356"/>
            <a:ext cx="39033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49" name="Google Shape;449;p82"/>
          <p:cNvSpPr txBox="1">
            <a:spLocks noGrp="1"/>
          </p:cNvSpPr>
          <p:nvPr>
            <p:ph type="subTitle" idx="1"/>
          </p:nvPr>
        </p:nvSpPr>
        <p:spPr>
          <a:xfrm>
            <a:off x="1102267" y="2685595"/>
            <a:ext cx="18579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50" name="Google Shape;450;p82"/>
          <p:cNvSpPr txBox="1">
            <a:spLocks noGrp="1"/>
          </p:cNvSpPr>
          <p:nvPr>
            <p:ph type="subTitle" idx="2"/>
          </p:nvPr>
        </p:nvSpPr>
        <p:spPr>
          <a:xfrm>
            <a:off x="3106867" y="2685595"/>
            <a:ext cx="19140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451"/>
        <p:cNvGrpSpPr/>
        <p:nvPr/>
      </p:nvGrpSpPr>
      <p:grpSpPr>
        <a:xfrm>
          <a:off x="0" y="0"/>
          <a:ext cx="0" cy="0"/>
          <a:chOff x="0" y="0"/>
          <a:chExt cx="0" cy="0"/>
        </a:xfrm>
      </p:grpSpPr>
      <p:sp>
        <p:nvSpPr>
          <p:cNvPr id="452" name="Google Shape;452;p83"/>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53" name="Google Shape;453;p83"/>
          <p:cNvSpPr txBox="1">
            <a:spLocks noGrp="1"/>
          </p:cNvSpPr>
          <p:nvPr>
            <p:ph type="ctrTitle"/>
          </p:nvPr>
        </p:nvSpPr>
        <p:spPr>
          <a:xfrm>
            <a:off x="1102267" y="1048356"/>
            <a:ext cx="49161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454" name="Google Shape;454;p83"/>
          <p:cNvSpPr txBox="1">
            <a:spLocks noGrp="1"/>
          </p:cNvSpPr>
          <p:nvPr>
            <p:ph type="subTitle" idx="1"/>
          </p:nvPr>
        </p:nvSpPr>
        <p:spPr>
          <a:xfrm>
            <a:off x="1102267" y="2685595"/>
            <a:ext cx="2846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55" name="Google Shape;455;p83"/>
          <p:cNvSpPr txBox="1">
            <a:spLocks noGrp="1"/>
          </p:cNvSpPr>
          <p:nvPr>
            <p:ph type="subTitle" idx="2"/>
          </p:nvPr>
        </p:nvSpPr>
        <p:spPr>
          <a:xfrm>
            <a:off x="4154467" y="2685595"/>
            <a:ext cx="2870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56" name="Google Shape;456;p83"/>
          <p:cNvSpPr txBox="1">
            <a:spLocks noGrp="1"/>
          </p:cNvSpPr>
          <p:nvPr>
            <p:ph type="subTitle" idx="3"/>
          </p:nvPr>
        </p:nvSpPr>
        <p:spPr>
          <a:xfrm>
            <a:off x="7183067" y="2685595"/>
            <a:ext cx="28905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457"/>
        <p:cNvGrpSpPr/>
        <p:nvPr/>
      </p:nvGrpSpPr>
      <p:grpSpPr>
        <a:xfrm>
          <a:off x="0" y="0"/>
          <a:ext cx="0" cy="0"/>
          <a:chOff x="0" y="0"/>
          <a:chExt cx="0" cy="0"/>
        </a:xfrm>
      </p:grpSpPr>
      <p:sp>
        <p:nvSpPr>
          <p:cNvPr id="458" name="Google Shape;458;p8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59" name="Google Shape;459;p84"/>
          <p:cNvSpPr txBox="1">
            <a:spLocks noGrp="1"/>
          </p:cNvSpPr>
          <p:nvPr>
            <p:ph type="ctrTitle"/>
          </p:nvPr>
        </p:nvSpPr>
        <p:spPr>
          <a:xfrm>
            <a:off x="918867" y="1048356"/>
            <a:ext cx="73521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460" name="Google Shape;460;p84"/>
          <p:cNvSpPr txBox="1">
            <a:spLocks noGrp="1"/>
          </p:cNvSpPr>
          <p:nvPr>
            <p:ph type="subTitle" idx="1"/>
          </p:nvPr>
        </p:nvSpPr>
        <p:spPr>
          <a:xfrm>
            <a:off x="8435233" y="1048356"/>
            <a:ext cx="2827200" cy="50475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461"/>
        <p:cNvGrpSpPr/>
        <p:nvPr/>
      </p:nvGrpSpPr>
      <p:grpSpPr>
        <a:xfrm>
          <a:off x="0" y="0"/>
          <a:ext cx="0" cy="0"/>
          <a:chOff x="0" y="0"/>
          <a:chExt cx="0" cy="0"/>
        </a:xfrm>
      </p:grpSpPr>
      <p:sp>
        <p:nvSpPr>
          <p:cNvPr id="462" name="Google Shape;462;p85"/>
          <p:cNvSpPr txBox="1">
            <a:spLocks noGrp="1"/>
          </p:cNvSpPr>
          <p:nvPr>
            <p:ph type="ctrTitle"/>
          </p:nvPr>
        </p:nvSpPr>
        <p:spPr>
          <a:xfrm>
            <a:off x="1102267" y="1048356"/>
            <a:ext cx="39123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463" name="Google Shape;463;p85"/>
          <p:cNvSpPr txBox="1">
            <a:spLocks noGrp="1"/>
          </p:cNvSpPr>
          <p:nvPr>
            <p:ph type="subTitle" idx="1"/>
          </p:nvPr>
        </p:nvSpPr>
        <p:spPr>
          <a:xfrm>
            <a:off x="5172600" y="1048422"/>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464" name="Google Shape;464;p85"/>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65" name="Google Shape;465;p85"/>
          <p:cNvSpPr txBox="1">
            <a:spLocks noGrp="1"/>
          </p:cNvSpPr>
          <p:nvPr>
            <p:ph type="subTitle" idx="2"/>
          </p:nvPr>
        </p:nvSpPr>
        <p:spPr>
          <a:xfrm>
            <a:off x="8180133" y="1048356"/>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466" name="Google Shape;466;p85"/>
          <p:cNvSpPr txBox="1">
            <a:spLocks noGrp="1"/>
          </p:cNvSpPr>
          <p:nvPr>
            <p:ph type="subTitle" idx="3"/>
          </p:nvPr>
        </p:nvSpPr>
        <p:spPr>
          <a:xfrm>
            <a:off x="5172600" y="3508424"/>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467" name="Google Shape;467;p85"/>
          <p:cNvSpPr txBox="1">
            <a:spLocks noGrp="1"/>
          </p:cNvSpPr>
          <p:nvPr>
            <p:ph type="subTitle" idx="4"/>
          </p:nvPr>
        </p:nvSpPr>
        <p:spPr>
          <a:xfrm>
            <a:off x="8180133" y="3508359"/>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468"/>
        <p:cNvGrpSpPr/>
        <p:nvPr/>
      </p:nvGrpSpPr>
      <p:grpSpPr>
        <a:xfrm>
          <a:off x="0" y="0"/>
          <a:ext cx="0" cy="0"/>
          <a:chOff x="0" y="0"/>
          <a:chExt cx="0" cy="0"/>
        </a:xfrm>
      </p:grpSpPr>
      <p:sp>
        <p:nvSpPr>
          <p:cNvPr id="469" name="Google Shape;469;p86"/>
          <p:cNvSpPr txBox="1">
            <a:spLocks noGrp="1"/>
          </p:cNvSpPr>
          <p:nvPr>
            <p:ph type="subTitle" idx="1"/>
          </p:nvPr>
        </p:nvSpPr>
        <p:spPr>
          <a:xfrm>
            <a:off x="1532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70" name="Google Shape;470;p86"/>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71" name="Google Shape;471;p86"/>
          <p:cNvSpPr txBox="1">
            <a:spLocks noGrp="1"/>
          </p:cNvSpPr>
          <p:nvPr>
            <p:ph type="subTitle" idx="2"/>
          </p:nvPr>
        </p:nvSpPr>
        <p:spPr>
          <a:xfrm>
            <a:off x="3171433" y="2685604"/>
            <a:ext cx="2830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72" name="Google Shape;472;p86"/>
          <p:cNvSpPr txBox="1">
            <a:spLocks noGrp="1"/>
          </p:cNvSpPr>
          <p:nvPr>
            <p:ph type="subTitle" idx="3"/>
          </p:nvPr>
        </p:nvSpPr>
        <p:spPr>
          <a:xfrm>
            <a:off x="6226167" y="2693708"/>
            <a:ext cx="2794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73" name="Google Shape;473;p86"/>
          <p:cNvSpPr txBox="1">
            <a:spLocks noGrp="1"/>
          </p:cNvSpPr>
          <p:nvPr>
            <p:ph type="subTitle" idx="4"/>
          </p:nvPr>
        </p:nvSpPr>
        <p:spPr>
          <a:xfrm>
            <a:off x="91926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74" name="Google Shape;474;p86"/>
          <p:cNvSpPr txBox="1">
            <a:spLocks noGrp="1"/>
          </p:cNvSpPr>
          <p:nvPr>
            <p:ph type="subTitle" idx="5"/>
          </p:nvPr>
        </p:nvSpPr>
        <p:spPr>
          <a:xfrm>
            <a:off x="153200" y="1865524"/>
            <a:ext cx="28356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75" name="Google Shape;475;p86"/>
          <p:cNvSpPr txBox="1">
            <a:spLocks noGrp="1"/>
          </p:cNvSpPr>
          <p:nvPr>
            <p:ph type="subTitle" idx="6"/>
          </p:nvPr>
        </p:nvSpPr>
        <p:spPr>
          <a:xfrm>
            <a:off x="3176735" y="1865530"/>
            <a:ext cx="2830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76" name="Google Shape;476;p86"/>
          <p:cNvSpPr txBox="1">
            <a:spLocks noGrp="1"/>
          </p:cNvSpPr>
          <p:nvPr>
            <p:ph type="subTitle" idx="7"/>
          </p:nvPr>
        </p:nvSpPr>
        <p:spPr>
          <a:xfrm>
            <a:off x="6198567"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77" name="Google Shape;477;p86"/>
          <p:cNvSpPr txBox="1">
            <a:spLocks noGrp="1"/>
          </p:cNvSpPr>
          <p:nvPr>
            <p:ph type="subTitle" idx="8"/>
          </p:nvPr>
        </p:nvSpPr>
        <p:spPr>
          <a:xfrm>
            <a:off x="9192600"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78" name="Google Shape;478;p86"/>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subTitle" idx="1"/>
          </p:nvPr>
        </p:nvSpPr>
        <p:spPr>
          <a:xfrm>
            <a:off x="1532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81" name="Google Shape;481;p87"/>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82" name="Google Shape;482;p87"/>
          <p:cNvSpPr txBox="1">
            <a:spLocks noGrp="1"/>
          </p:cNvSpPr>
          <p:nvPr>
            <p:ph type="subTitle" idx="2"/>
          </p:nvPr>
        </p:nvSpPr>
        <p:spPr>
          <a:xfrm>
            <a:off x="3171433" y="5141194"/>
            <a:ext cx="2830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83" name="Google Shape;483;p87"/>
          <p:cNvSpPr txBox="1">
            <a:spLocks noGrp="1"/>
          </p:cNvSpPr>
          <p:nvPr>
            <p:ph type="subTitle" idx="3"/>
          </p:nvPr>
        </p:nvSpPr>
        <p:spPr>
          <a:xfrm>
            <a:off x="6226167" y="5144339"/>
            <a:ext cx="2794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84" name="Google Shape;484;p87"/>
          <p:cNvSpPr txBox="1">
            <a:spLocks noGrp="1"/>
          </p:cNvSpPr>
          <p:nvPr>
            <p:ph type="subTitle" idx="4"/>
          </p:nvPr>
        </p:nvSpPr>
        <p:spPr>
          <a:xfrm>
            <a:off x="91926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485" name="Google Shape;485;p87"/>
          <p:cNvSpPr txBox="1">
            <a:spLocks noGrp="1"/>
          </p:cNvSpPr>
          <p:nvPr>
            <p:ph type="subTitle" idx="5"/>
          </p:nvPr>
        </p:nvSpPr>
        <p:spPr>
          <a:xfrm>
            <a:off x="153200" y="4322837"/>
            <a:ext cx="28356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86" name="Google Shape;486;p87"/>
          <p:cNvSpPr txBox="1">
            <a:spLocks noGrp="1"/>
          </p:cNvSpPr>
          <p:nvPr>
            <p:ph type="subTitle" idx="6"/>
          </p:nvPr>
        </p:nvSpPr>
        <p:spPr>
          <a:xfrm>
            <a:off x="3176735" y="4322843"/>
            <a:ext cx="2830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87" name="Google Shape;487;p87"/>
          <p:cNvSpPr txBox="1">
            <a:spLocks noGrp="1"/>
          </p:cNvSpPr>
          <p:nvPr>
            <p:ph type="subTitle" idx="7"/>
          </p:nvPr>
        </p:nvSpPr>
        <p:spPr>
          <a:xfrm>
            <a:off x="6198567"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88" name="Google Shape;488;p87"/>
          <p:cNvSpPr txBox="1">
            <a:spLocks noGrp="1"/>
          </p:cNvSpPr>
          <p:nvPr>
            <p:ph type="subTitle" idx="8"/>
          </p:nvPr>
        </p:nvSpPr>
        <p:spPr>
          <a:xfrm>
            <a:off x="9192600"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489" name="Google Shape;489;p87"/>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490"/>
        <p:cNvGrpSpPr/>
        <p:nvPr/>
      </p:nvGrpSpPr>
      <p:grpSpPr>
        <a:xfrm>
          <a:off x="0" y="0"/>
          <a:ext cx="0" cy="0"/>
          <a:chOff x="0" y="0"/>
          <a:chExt cx="0" cy="0"/>
        </a:xfrm>
      </p:grpSpPr>
      <p:sp>
        <p:nvSpPr>
          <p:cNvPr id="491" name="Google Shape;491;p88"/>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492" name="Google Shape;492;p88"/>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493" name="Google Shape;493;p88"/>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494" name="Google Shape;494;p88"/>
          <p:cNvSpPr txBox="1">
            <a:spLocks noGrp="1"/>
          </p:cNvSpPr>
          <p:nvPr>
            <p:ph type="subTitle" idx="2"/>
          </p:nvPr>
        </p:nvSpPr>
        <p:spPr>
          <a:xfrm>
            <a:off x="9215467" y="150395"/>
            <a:ext cx="28497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495"/>
        <p:cNvGrpSpPr/>
        <p:nvPr/>
      </p:nvGrpSpPr>
      <p:grpSpPr>
        <a:xfrm>
          <a:off x="0" y="0"/>
          <a:ext cx="0" cy="0"/>
          <a:chOff x="0" y="0"/>
          <a:chExt cx="0" cy="0"/>
        </a:xfrm>
      </p:grpSpPr>
      <p:sp>
        <p:nvSpPr>
          <p:cNvPr id="496" name="Google Shape;496;p89"/>
          <p:cNvSpPr/>
          <p:nvPr/>
        </p:nvSpPr>
        <p:spPr>
          <a:xfrm>
            <a:off x="8210233" y="9704"/>
            <a:ext cx="3990300" cy="68583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497" name="Google Shape;497;p89"/>
          <p:cNvSpPr txBox="1">
            <a:spLocks noGrp="1"/>
          </p:cNvSpPr>
          <p:nvPr>
            <p:ph type="ctrTitle"/>
          </p:nvPr>
        </p:nvSpPr>
        <p:spPr>
          <a:xfrm>
            <a:off x="9192600" y="1048356"/>
            <a:ext cx="2099700" cy="22929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498" name="Google Shape;498;p89"/>
          <p:cNvSpPr txBox="1">
            <a:spLocks noGrp="1"/>
          </p:cNvSpPr>
          <p:nvPr>
            <p:ph type="subTitle" idx="1"/>
          </p:nvPr>
        </p:nvSpPr>
        <p:spPr>
          <a:xfrm>
            <a:off x="9192600" y="3508359"/>
            <a:ext cx="2099700" cy="2292900"/>
          </a:xfrm>
          <a:prstGeom prst="rect">
            <a:avLst/>
          </a:prstGeom>
        </p:spPr>
        <p:txBody>
          <a:bodyPr spcFirstLastPara="1" wrap="square" lIns="0" tIns="0" rIns="303475"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499" name="Google Shape;499;p89"/>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500"/>
        <p:cNvGrpSpPr/>
        <p:nvPr/>
      </p:nvGrpSpPr>
      <p:grpSpPr>
        <a:xfrm>
          <a:off x="0" y="0"/>
          <a:ext cx="0" cy="0"/>
          <a:chOff x="0" y="0"/>
          <a:chExt cx="0" cy="0"/>
        </a:xfrm>
      </p:grpSpPr>
      <p:sp>
        <p:nvSpPr>
          <p:cNvPr id="501" name="Google Shape;501;p90"/>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502" name="Google Shape;502;p90"/>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01 Title A 1">
  <p:cSld name="TITLE_2_1_1_2">
    <p:bg>
      <p:bgPr>
        <a:solidFill>
          <a:schemeClr val="accent2"/>
        </a:solidFill>
        <a:effectLst/>
      </p:bgPr>
    </p:bg>
    <p:spTree>
      <p:nvGrpSpPr>
        <p:cNvPr id="1" name="Shape 503"/>
        <p:cNvGrpSpPr/>
        <p:nvPr/>
      </p:nvGrpSpPr>
      <p:grpSpPr>
        <a:xfrm>
          <a:off x="0" y="0"/>
          <a:ext cx="0" cy="0"/>
          <a:chOff x="0" y="0"/>
          <a:chExt cx="0" cy="0"/>
        </a:xfrm>
      </p:grpSpPr>
      <p:sp>
        <p:nvSpPr>
          <p:cNvPr id="504" name="Google Shape;504;p91"/>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505" name="Google Shape;505;p91"/>
          <p:cNvPicPr preferRelativeResize="0"/>
          <p:nvPr/>
        </p:nvPicPr>
        <p:blipFill>
          <a:blip r:embed="rId2">
            <a:alphaModFix/>
          </a:blip>
          <a:stretch>
            <a:fillRect/>
          </a:stretch>
        </p:blipFill>
        <p:spPr>
          <a:xfrm>
            <a:off x="567633" y="5343656"/>
            <a:ext cx="2781087" cy="591810"/>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LO 6 A 1">
  <p:cSld name="TITLE_1_1_1_2_1_1_1_1_1_1_1_1">
    <p:bg>
      <p:bgPr>
        <a:solidFill>
          <a:schemeClr val="lt2"/>
        </a:solidFill>
        <a:effectLst/>
      </p:bgPr>
    </p:bg>
    <p:spTree>
      <p:nvGrpSpPr>
        <p:cNvPr id="1" name="Shape 506"/>
        <p:cNvGrpSpPr/>
        <p:nvPr/>
      </p:nvGrpSpPr>
      <p:grpSpPr>
        <a:xfrm>
          <a:off x="0" y="0"/>
          <a:ext cx="0" cy="0"/>
          <a:chOff x="0" y="0"/>
          <a:chExt cx="0" cy="0"/>
        </a:xfrm>
      </p:grpSpPr>
      <p:sp>
        <p:nvSpPr>
          <p:cNvPr id="507" name="Google Shape;507;p9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08" name="Google Shape;508;p92"/>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100"/>
              <a:buNone/>
              <a:defRPr sz="1100">
                <a:solidFill>
                  <a:schemeClr val="dk1"/>
                </a:solidFill>
              </a:defRPr>
            </a:lvl1pPr>
            <a:lvl2pPr lvl="1" rtl="0">
              <a:lnSpc>
                <a:spcPct val="115000"/>
              </a:lnSpc>
              <a:spcBef>
                <a:spcPts val="0"/>
              </a:spcBef>
              <a:spcAft>
                <a:spcPts val="0"/>
              </a:spcAft>
              <a:buSzPts val="1100"/>
              <a:buFont typeface="Roboto Mono"/>
              <a:buNone/>
              <a:defRPr sz="1100">
                <a:latin typeface="Roboto Mono"/>
                <a:ea typeface="Roboto Mono"/>
                <a:cs typeface="Roboto Mono"/>
                <a:sym typeface="Roboto Mono"/>
              </a:defRPr>
            </a:lvl2pPr>
            <a:lvl3pPr lvl="2" rtl="0">
              <a:lnSpc>
                <a:spcPct val="115000"/>
              </a:lnSpc>
              <a:spcBef>
                <a:spcPts val="0"/>
              </a:spcBef>
              <a:spcAft>
                <a:spcPts val="0"/>
              </a:spcAft>
              <a:buSzPts val="1100"/>
              <a:buFont typeface="Roboto Mono"/>
              <a:buNone/>
              <a:defRPr sz="1100">
                <a:latin typeface="Roboto Mono"/>
                <a:ea typeface="Roboto Mono"/>
                <a:cs typeface="Roboto Mono"/>
                <a:sym typeface="Roboto Mono"/>
              </a:defRPr>
            </a:lvl3pPr>
            <a:lvl4pPr lvl="3" rtl="0">
              <a:lnSpc>
                <a:spcPct val="115000"/>
              </a:lnSpc>
              <a:spcBef>
                <a:spcPts val="0"/>
              </a:spcBef>
              <a:spcAft>
                <a:spcPts val="0"/>
              </a:spcAft>
              <a:buSzPts val="1100"/>
              <a:buFont typeface="Roboto Mono"/>
              <a:buNone/>
              <a:defRPr sz="1100">
                <a:latin typeface="Roboto Mono"/>
                <a:ea typeface="Roboto Mono"/>
                <a:cs typeface="Roboto Mono"/>
                <a:sym typeface="Roboto Mono"/>
              </a:defRPr>
            </a:lvl4pPr>
            <a:lvl5pPr lvl="4" rtl="0">
              <a:lnSpc>
                <a:spcPct val="115000"/>
              </a:lnSpc>
              <a:spcBef>
                <a:spcPts val="0"/>
              </a:spcBef>
              <a:spcAft>
                <a:spcPts val="0"/>
              </a:spcAft>
              <a:buSzPts val="1100"/>
              <a:buNone/>
              <a:defRPr/>
            </a:lvl5pPr>
            <a:lvl6pPr lvl="5" rtl="0">
              <a:lnSpc>
                <a:spcPct val="115000"/>
              </a:lnSpc>
              <a:spcBef>
                <a:spcPts val="0"/>
              </a:spcBef>
              <a:spcAft>
                <a:spcPts val="0"/>
              </a:spcAft>
              <a:buSzPts val="1100"/>
              <a:buFont typeface="Roboto Mono"/>
              <a:buNone/>
              <a:defRPr sz="1100">
                <a:latin typeface="Roboto Mono"/>
                <a:ea typeface="Roboto Mono"/>
                <a:cs typeface="Roboto Mono"/>
                <a:sym typeface="Roboto Mono"/>
              </a:defRPr>
            </a:lvl6pPr>
            <a:lvl7pPr lvl="6" rtl="0">
              <a:lnSpc>
                <a:spcPct val="115000"/>
              </a:lnSpc>
              <a:spcBef>
                <a:spcPts val="0"/>
              </a:spcBef>
              <a:spcAft>
                <a:spcPts val="0"/>
              </a:spcAft>
              <a:buSzPts val="1100"/>
              <a:buFont typeface="Roboto Mono"/>
              <a:buNone/>
              <a:defRPr sz="1100">
                <a:latin typeface="Roboto Mono"/>
                <a:ea typeface="Roboto Mono"/>
                <a:cs typeface="Roboto Mono"/>
                <a:sym typeface="Roboto Mono"/>
              </a:defRPr>
            </a:lvl7pPr>
            <a:lvl8pPr lvl="7" rtl="0">
              <a:lnSpc>
                <a:spcPct val="115000"/>
              </a:lnSpc>
              <a:spcBef>
                <a:spcPts val="0"/>
              </a:spcBef>
              <a:spcAft>
                <a:spcPts val="0"/>
              </a:spcAft>
              <a:buSzPts val="1100"/>
              <a:buFont typeface="Roboto Mono"/>
              <a:buNone/>
              <a:defRPr sz="1100">
                <a:latin typeface="Roboto Mono"/>
                <a:ea typeface="Roboto Mono"/>
                <a:cs typeface="Roboto Mono"/>
                <a:sym typeface="Roboto Mono"/>
              </a:defRPr>
            </a:lvl8pPr>
            <a:lvl9pPr lvl="8" rtl="0">
              <a:lnSpc>
                <a:spcPct val="115000"/>
              </a:lnSpc>
              <a:spcBef>
                <a:spcPts val="0"/>
              </a:spcBef>
              <a:spcAft>
                <a:spcPts val="0"/>
              </a:spcAft>
              <a:buSzPts val="1100"/>
              <a:buFont typeface="Roboto Mono"/>
              <a:buNone/>
              <a:defRPr sz="1100">
                <a:latin typeface="Roboto Mono"/>
                <a:ea typeface="Roboto Mono"/>
                <a:cs typeface="Roboto Mono"/>
                <a:sym typeface="Roboto Mono"/>
              </a:defRPr>
            </a:lvl9pPr>
          </a:lstStyle>
          <a:p>
            <a:endParaRPr/>
          </a:p>
        </p:txBody>
      </p:sp>
      <p:sp>
        <p:nvSpPr>
          <p:cNvPr id="509" name="Google Shape;509;p92"/>
          <p:cNvSpPr txBox="1">
            <a:spLocks noGrp="1"/>
          </p:cNvSpPr>
          <p:nvPr>
            <p:ph type="subTitle" idx="2"/>
          </p:nvPr>
        </p:nvSpPr>
        <p:spPr>
          <a:xfrm>
            <a:off x="9192600" y="150395"/>
            <a:ext cx="28497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100"/>
              <a:buNone/>
              <a:defRPr sz="1100">
                <a:solidFill>
                  <a:schemeClr val="dk1"/>
                </a:solidFill>
              </a:defRPr>
            </a:lvl1pPr>
            <a:lvl2pPr lvl="1" rtl="0">
              <a:lnSpc>
                <a:spcPct val="115000"/>
              </a:lnSpc>
              <a:spcBef>
                <a:spcPts val="0"/>
              </a:spcBef>
              <a:spcAft>
                <a:spcPts val="0"/>
              </a:spcAft>
              <a:buSzPts val="1100"/>
              <a:buFont typeface="Roboto Mono"/>
              <a:buNone/>
              <a:defRPr sz="1100">
                <a:latin typeface="Roboto Mono"/>
                <a:ea typeface="Roboto Mono"/>
                <a:cs typeface="Roboto Mono"/>
                <a:sym typeface="Roboto Mono"/>
              </a:defRPr>
            </a:lvl2pPr>
            <a:lvl3pPr lvl="2" rtl="0">
              <a:lnSpc>
                <a:spcPct val="115000"/>
              </a:lnSpc>
              <a:spcBef>
                <a:spcPts val="0"/>
              </a:spcBef>
              <a:spcAft>
                <a:spcPts val="0"/>
              </a:spcAft>
              <a:buSzPts val="1100"/>
              <a:buFont typeface="Roboto Mono"/>
              <a:buNone/>
              <a:defRPr sz="1100">
                <a:latin typeface="Roboto Mono"/>
                <a:ea typeface="Roboto Mono"/>
                <a:cs typeface="Roboto Mono"/>
                <a:sym typeface="Roboto Mono"/>
              </a:defRPr>
            </a:lvl3pPr>
            <a:lvl4pPr lvl="3" rtl="0">
              <a:lnSpc>
                <a:spcPct val="115000"/>
              </a:lnSpc>
              <a:spcBef>
                <a:spcPts val="0"/>
              </a:spcBef>
              <a:spcAft>
                <a:spcPts val="0"/>
              </a:spcAft>
              <a:buSzPts val="1100"/>
              <a:buFont typeface="Roboto Mono"/>
              <a:buNone/>
              <a:defRPr sz="1100">
                <a:latin typeface="Roboto Mono"/>
                <a:ea typeface="Roboto Mono"/>
                <a:cs typeface="Roboto Mono"/>
                <a:sym typeface="Roboto Mono"/>
              </a:defRPr>
            </a:lvl4pPr>
            <a:lvl5pPr lvl="4" rtl="0">
              <a:lnSpc>
                <a:spcPct val="115000"/>
              </a:lnSpc>
              <a:spcBef>
                <a:spcPts val="0"/>
              </a:spcBef>
              <a:spcAft>
                <a:spcPts val="0"/>
              </a:spcAft>
              <a:buSzPts val="1100"/>
              <a:buNone/>
              <a:defRPr/>
            </a:lvl5pPr>
            <a:lvl6pPr lvl="5" rtl="0">
              <a:lnSpc>
                <a:spcPct val="115000"/>
              </a:lnSpc>
              <a:spcBef>
                <a:spcPts val="0"/>
              </a:spcBef>
              <a:spcAft>
                <a:spcPts val="0"/>
              </a:spcAft>
              <a:buSzPts val="1100"/>
              <a:buFont typeface="Roboto Mono"/>
              <a:buNone/>
              <a:defRPr sz="1100">
                <a:latin typeface="Roboto Mono"/>
                <a:ea typeface="Roboto Mono"/>
                <a:cs typeface="Roboto Mono"/>
                <a:sym typeface="Roboto Mono"/>
              </a:defRPr>
            </a:lvl6pPr>
            <a:lvl7pPr lvl="6" rtl="0">
              <a:lnSpc>
                <a:spcPct val="115000"/>
              </a:lnSpc>
              <a:spcBef>
                <a:spcPts val="0"/>
              </a:spcBef>
              <a:spcAft>
                <a:spcPts val="0"/>
              </a:spcAft>
              <a:buSzPts val="1100"/>
              <a:buFont typeface="Roboto Mono"/>
              <a:buNone/>
              <a:defRPr sz="1100">
                <a:latin typeface="Roboto Mono"/>
                <a:ea typeface="Roboto Mono"/>
                <a:cs typeface="Roboto Mono"/>
                <a:sym typeface="Roboto Mono"/>
              </a:defRPr>
            </a:lvl7pPr>
            <a:lvl8pPr lvl="7" rtl="0">
              <a:lnSpc>
                <a:spcPct val="115000"/>
              </a:lnSpc>
              <a:spcBef>
                <a:spcPts val="0"/>
              </a:spcBef>
              <a:spcAft>
                <a:spcPts val="0"/>
              </a:spcAft>
              <a:buSzPts val="1100"/>
              <a:buFont typeface="Roboto Mono"/>
              <a:buNone/>
              <a:defRPr sz="1100">
                <a:latin typeface="Roboto Mono"/>
                <a:ea typeface="Roboto Mono"/>
                <a:cs typeface="Roboto Mono"/>
                <a:sym typeface="Roboto Mono"/>
              </a:defRPr>
            </a:lvl8pPr>
            <a:lvl9pPr lvl="8" rtl="0">
              <a:lnSpc>
                <a:spcPct val="115000"/>
              </a:lnSpc>
              <a:spcBef>
                <a:spcPts val="0"/>
              </a:spcBef>
              <a:spcAft>
                <a:spcPts val="0"/>
              </a:spcAft>
              <a:buSzPts val="1100"/>
              <a:buFont typeface="Roboto Mono"/>
              <a:buNone/>
              <a:defRPr sz="1100">
                <a:latin typeface="Roboto Mono"/>
                <a:ea typeface="Roboto Mono"/>
                <a:cs typeface="Roboto Mono"/>
                <a:sym typeface="Roboto Mono"/>
              </a:defRPr>
            </a:lvl9pPr>
          </a:lstStyle>
          <a:p>
            <a:endParaRPr/>
          </a:p>
        </p:txBody>
      </p:sp>
      <p:sp>
        <p:nvSpPr>
          <p:cNvPr id="510" name="Google Shape;510;p92"/>
          <p:cNvSpPr txBox="1">
            <a:spLocks noGrp="1"/>
          </p:cNvSpPr>
          <p:nvPr>
            <p:ph type="ctrTitle"/>
          </p:nvPr>
        </p:nvSpPr>
        <p:spPr>
          <a:xfrm>
            <a:off x="194400" y="150395"/>
            <a:ext cx="5832900" cy="1345200"/>
          </a:xfrm>
          <a:prstGeom prst="rect">
            <a:avLst/>
          </a:prstGeom>
        </p:spPr>
        <p:txBody>
          <a:bodyPr spcFirstLastPara="1" wrap="square" lIns="0" tIns="0" rIns="303475" bIns="0" anchor="t" anchorCtr="0">
            <a:noAutofit/>
          </a:bodyPr>
          <a:lstStyle>
            <a:lvl1pPr lvl="0" rtl="0">
              <a:spcBef>
                <a:spcPts val="0"/>
              </a:spcBef>
              <a:spcAft>
                <a:spcPts val="0"/>
              </a:spcAft>
              <a:buSzPts val="3200"/>
              <a:buNone/>
              <a:defRPr/>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516"/>
        <p:cNvGrpSpPr/>
        <p:nvPr/>
      </p:nvGrpSpPr>
      <p:grpSpPr>
        <a:xfrm>
          <a:off x="0" y="0"/>
          <a:ext cx="0" cy="0"/>
          <a:chOff x="0" y="0"/>
          <a:chExt cx="0" cy="0"/>
        </a:xfrm>
      </p:grpSpPr>
      <p:sp>
        <p:nvSpPr>
          <p:cNvPr id="517" name="Google Shape;517;p94"/>
          <p:cNvSpPr/>
          <p:nvPr/>
        </p:nvSpPr>
        <p:spPr>
          <a:xfrm>
            <a:off x="0" y="0"/>
            <a:ext cx="61784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18" name="Google Shape;518;p94"/>
          <p:cNvSpPr txBox="1">
            <a:spLocks noGrp="1"/>
          </p:cNvSpPr>
          <p:nvPr>
            <p:ph type="ctrTitle"/>
          </p:nvPr>
        </p:nvSpPr>
        <p:spPr>
          <a:xfrm>
            <a:off x="1102267" y="1865528"/>
            <a:ext cx="4164000" cy="2596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519" name="Google Shape;519;p94"/>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520" name="Google Shape;520;p94"/>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521" name="Google Shape;521;p94"/>
          <p:cNvSpPr txBox="1">
            <a:spLocks noGrp="1"/>
          </p:cNvSpPr>
          <p:nvPr>
            <p:ph type="subTitle" idx="1"/>
          </p:nvPr>
        </p:nvSpPr>
        <p:spPr>
          <a:xfrm>
            <a:off x="1102267" y="1048356"/>
            <a:ext cx="18580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522" name="Google Shape;522;p94"/>
          <p:cNvSpPr txBox="1">
            <a:spLocks noGrp="1"/>
          </p:cNvSpPr>
          <p:nvPr>
            <p:ph type="subTitle" idx="2"/>
          </p:nvPr>
        </p:nvSpPr>
        <p:spPr>
          <a:xfrm>
            <a:off x="3118233" y="1048356"/>
            <a:ext cx="18964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523"/>
        <p:cNvGrpSpPr/>
        <p:nvPr/>
      </p:nvGrpSpPr>
      <p:grpSpPr>
        <a:xfrm>
          <a:off x="0" y="0"/>
          <a:ext cx="0" cy="0"/>
          <a:chOff x="0" y="0"/>
          <a:chExt cx="0" cy="0"/>
        </a:xfrm>
      </p:grpSpPr>
      <p:sp>
        <p:nvSpPr>
          <p:cNvPr id="524" name="Google Shape;524;p95"/>
          <p:cNvSpPr/>
          <p:nvPr/>
        </p:nvSpPr>
        <p:spPr>
          <a:xfrm>
            <a:off x="0" y="5960072"/>
            <a:ext cx="12192000" cy="898000"/>
          </a:xfrm>
          <a:prstGeom prst="rect">
            <a:avLst/>
          </a:prstGeom>
          <a:solidFill>
            <a:schemeClr val="accent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25" name="Google Shape;525;p95"/>
          <p:cNvSpPr txBox="1">
            <a:spLocks noGrp="1"/>
          </p:cNvSpPr>
          <p:nvPr>
            <p:ph type="ctrTitle"/>
          </p:nvPr>
        </p:nvSpPr>
        <p:spPr>
          <a:xfrm>
            <a:off x="1102267" y="1870397"/>
            <a:ext cx="10004400" cy="3117200"/>
          </a:xfrm>
          <a:prstGeom prst="rect">
            <a:avLst/>
          </a:prstGeom>
        </p:spPr>
        <p:txBody>
          <a:bodyPr spcFirstLastPara="1" wrap="square" lIns="0" tIns="0" rIns="303475" bIns="303475"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526" name="Google Shape;526;p95"/>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527" name="Google Shape;527;p95"/>
          <p:cNvSpPr txBox="1">
            <a:spLocks noGrp="1"/>
          </p:cNvSpPr>
          <p:nvPr>
            <p:ph type="subTitle" idx="1"/>
          </p:nvPr>
        </p:nvSpPr>
        <p:spPr>
          <a:xfrm>
            <a:off x="1102267" y="1048356"/>
            <a:ext cx="18580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528" name="Google Shape;528;p95"/>
          <p:cNvSpPr txBox="1">
            <a:spLocks noGrp="1"/>
          </p:cNvSpPr>
          <p:nvPr>
            <p:ph type="subTitle" idx="2"/>
          </p:nvPr>
        </p:nvSpPr>
        <p:spPr>
          <a:xfrm>
            <a:off x="3118233" y="1048356"/>
            <a:ext cx="18964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529"/>
        <p:cNvGrpSpPr/>
        <p:nvPr/>
      </p:nvGrpSpPr>
      <p:grpSpPr>
        <a:xfrm>
          <a:off x="0" y="0"/>
          <a:ext cx="0" cy="0"/>
          <a:chOff x="0" y="0"/>
          <a:chExt cx="0" cy="0"/>
        </a:xfrm>
      </p:grpSpPr>
      <p:sp>
        <p:nvSpPr>
          <p:cNvPr id="530" name="Google Shape;530;p96"/>
          <p:cNvSpPr/>
          <p:nvPr/>
        </p:nvSpPr>
        <p:spPr>
          <a:xfrm>
            <a:off x="7100" y="9934"/>
            <a:ext cx="6014000" cy="6857600"/>
          </a:xfrm>
          <a:prstGeom prst="rect">
            <a:avLst/>
          </a:prstGeom>
          <a:solidFill>
            <a:schemeClr val="accent5"/>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31" name="Google Shape;531;p96"/>
          <p:cNvSpPr txBox="1">
            <a:spLocks noGrp="1"/>
          </p:cNvSpPr>
          <p:nvPr>
            <p:ph type="ctrTitle"/>
          </p:nvPr>
        </p:nvSpPr>
        <p:spPr>
          <a:xfrm>
            <a:off x="1098000" y="1708357"/>
            <a:ext cx="3916800" cy="32740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00000"/>
              </a:buClr>
              <a:buSzPts val="2100"/>
              <a:buAutoNum type="arabicPeriod"/>
              <a:defRPr sz="2100">
                <a:solidFill>
                  <a:srgbClr val="000000"/>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532" name="Google Shape;532;p96"/>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33" name="Google Shape;533;p96"/>
          <p:cNvSpPr txBox="1">
            <a:spLocks noGrp="1"/>
          </p:cNvSpPr>
          <p:nvPr>
            <p:ph type="subTitle" idx="1"/>
          </p:nvPr>
        </p:nvSpPr>
        <p:spPr>
          <a:xfrm>
            <a:off x="1098000" y="1048356"/>
            <a:ext cx="39168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534"/>
        <p:cNvGrpSpPr/>
        <p:nvPr/>
      </p:nvGrpSpPr>
      <p:grpSpPr>
        <a:xfrm>
          <a:off x="0" y="0"/>
          <a:ext cx="0" cy="0"/>
          <a:chOff x="0" y="0"/>
          <a:chExt cx="0" cy="0"/>
        </a:xfrm>
      </p:grpSpPr>
      <p:sp>
        <p:nvSpPr>
          <p:cNvPr id="535" name="Google Shape;535;p97"/>
          <p:cNvSpPr txBox="1">
            <a:spLocks noGrp="1"/>
          </p:cNvSpPr>
          <p:nvPr>
            <p:ph type="ctrTitle"/>
          </p:nvPr>
        </p:nvSpPr>
        <p:spPr>
          <a:xfrm>
            <a:off x="1102267" y="2685595"/>
            <a:ext cx="9969200" cy="3250000"/>
          </a:xfrm>
          <a:prstGeom prst="rect">
            <a:avLst/>
          </a:prstGeom>
        </p:spPr>
        <p:txBody>
          <a:bodyPr spcFirstLastPara="1" wrap="square" lIns="0" tIns="0" rIns="303475"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536" name="Google Shape;536;p97"/>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37" name="Google Shape;537;p97"/>
          <p:cNvSpPr txBox="1">
            <a:spLocks noGrp="1"/>
          </p:cNvSpPr>
          <p:nvPr>
            <p:ph type="subTitle" idx="1"/>
          </p:nvPr>
        </p:nvSpPr>
        <p:spPr>
          <a:xfrm>
            <a:off x="1102267" y="1048356"/>
            <a:ext cx="2894000" cy="14784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538"/>
        <p:cNvGrpSpPr/>
        <p:nvPr/>
      </p:nvGrpSpPr>
      <p:grpSpPr>
        <a:xfrm>
          <a:off x="0" y="0"/>
          <a:ext cx="0" cy="0"/>
          <a:chOff x="0" y="0"/>
          <a:chExt cx="0" cy="0"/>
        </a:xfrm>
      </p:grpSpPr>
      <p:sp>
        <p:nvSpPr>
          <p:cNvPr id="539" name="Google Shape;539;p98"/>
          <p:cNvSpPr txBox="1">
            <a:spLocks noGrp="1"/>
          </p:cNvSpPr>
          <p:nvPr>
            <p:ph type="ctrTitle"/>
          </p:nvPr>
        </p:nvSpPr>
        <p:spPr>
          <a:xfrm>
            <a:off x="1102267" y="1048356"/>
            <a:ext cx="6950000" cy="4752800"/>
          </a:xfrm>
          <a:prstGeom prst="rect">
            <a:avLst/>
          </a:prstGeom>
        </p:spPr>
        <p:txBody>
          <a:bodyPr spcFirstLastPara="1" wrap="square" lIns="0" tIns="0" rIns="303475"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540" name="Google Shape;540;p98"/>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41" name="Google Shape;541;p98"/>
          <p:cNvSpPr txBox="1">
            <a:spLocks noGrp="1"/>
          </p:cNvSpPr>
          <p:nvPr>
            <p:ph type="subTitle" idx="1"/>
          </p:nvPr>
        </p:nvSpPr>
        <p:spPr>
          <a:xfrm>
            <a:off x="8210233" y="1048356"/>
            <a:ext cx="2879600" cy="4887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542"/>
        <p:cNvGrpSpPr/>
        <p:nvPr/>
      </p:nvGrpSpPr>
      <p:grpSpPr>
        <a:xfrm>
          <a:off x="0" y="0"/>
          <a:ext cx="0" cy="0"/>
          <a:chOff x="0" y="0"/>
          <a:chExt cx="0" cy="0"/>
        </a:xfrm>
      </p:grpSpPr>
      <p:sp>
        <p:nvSpPr>
          <p:cNvPr id="543" name="Google Shape;543;p99"/>
          <p:cNvSpPr/>
          <p:nvPr/>
        </p:nvSpPr>
        <p:spPr>
          <a:xfrm>
            <a:off x="-5133" y="9934"/>
            <a:ext cx="60236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44" name="Google Shape;544;p99"/>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45" name="Google Shape;545;p99"/>
          <p:cNvSpPr txBox="1">
            <a:spLocks noGrp="1"/>
          </p:cNvSpPr>
          <p:nvPr>
            <p:ph type="ctrTitle"/>
          </p:nvPr>
        </p:nvSpPr>
        <p:spPr>
          <a:xfrm>
            <a:off x="1102267" y="1048356"/>
            <a:ext cx="3912400" cy="1478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546" name="Google Shape;546;p99"/>
          <p:cNvSpPr txBox="1">
            <a:spLocks noGrp="1"/>
          </p:cNvSpPr>
          <p:nvPr>
            <p:ph type="subTitle" idx="1"/>
          </p:nvPr>
        </p:nvSpPr>
        <p:spPr>
          <a:xfrm>
            <a:off x="1102267" y="2685595"/>
            <a:ext cx="3912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2100"/>
              <a:buFont typeface="Poppins Light"/>
              <a:buNone/>
              <a:defRPr sz="21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547"/>
        <p:cNvGrpSpPr/>
        <p:nvPr/>
      </p:nvGrpSpPr>
      <p:grpSpPr>
        <a:xfrm>
          <a:off x="0" y="0"/>
          <a:ext cx="0" cy="0"/>
          <a:chOff x="0" y="0"/>
          <a:chExt cx="0" cy="0"/>
        </a:xfrm>
      </p:grpSpPr>
      <p:sp>
        <p:nvSpPr>
          <p:cNvPr id="548" name="Google Shape;548;p100"/>
          <p:cNvSpPr/>
          <p:nvPr/>
        </p:nvSpPr>
        <p:spPr>
          <a:xfrm>
            <a:off x="-5133" y="9934"/>
            <a:ext cx="6023600" cy="68576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49" name="Google Shape;549;p100"/>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50" name="Google Shape;550;p100"/>
          <p:cNvSpPr txBox="1">
            <a:spLocks noGrp="1"/>
          </p:cNvSpPr>
          <p:nvPr>
            <p:ph type="ctrTitle"/>
          </p:nvPr>
        </p:nvSpPr>
        <p:spPr>
          <a:xfrm>
            <a:off x="1102267" y="1048356"/>
            <a:ext cx="3903200" cy="1192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551" name="Google Shape;551;p100"/>
          <p:cNvSpPr txBox="1">
            <a:spLocks noGrp="1"/>
          </p:cNvSpPr>
          <p:nvPr>
            <p:ph type="subTitle" idx="1"/>
          </p:nvPr>
        </p:nvSpPr>
        <p:spPr>
          <a:xfrm>
            <a:off x="1102267" y="2685595"/>
            <a:ext cx="18580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52" name="Google Shape;552;p100"/>
          <p:cNvSpPr txBox="1">
            <a:spLocks noGrp="1"/>
          </p:cNvSpPr>
          <p:nvPr>
            <p:ph type="subTitle" idx="2"/>
          </p:nvPr>
        </p:nvSpPr>
        <p:spPr>
          <a:xfrm>
            <a:off x="3106867" y="2685595"/>
            <a:ext cx="19140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553"/>
        <p:cNvGrpSpPr/>
        <p:nvPr/>
      </p:nvGrpSpPr>
      <p:grpSpPr>
        <a:xfrm>
          <a:off x="0" y="0"/>
          <a:ext cx="0" cy="0"/>
          <a:chOff x="0" y="0"/>
          <a:chExt cx="0" cy="0"/>
        </a:xfrm>
      </p:grpSpPr>
      <p:sp>
        <p:nvSpPr>
          <p:cNvPr id="554" name="Google Shape;554;p101"/>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55" name="Google Shape;555;p101"/>
          <p:cNvSpPr txBox="1">
            <a:spLocks noGrp="1"/>
          </p:cNvSpPr>
          <p:nvPr>
            <p:ph type="ctrTitle"/>
          </p:nvPr>
        </p:nvSpPr>
        <p:spPr>
          <a:xfrm>
            <a:off x="1102267" y="1048356"/>
            <a:ext cx="4916000" cy="1192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556" name="Google Shape;556;p101"/>
          <p:cNvSpPr txBox="1">
            <a:spLocks noGrp="1"/>
          </p:cNvSpPr>
          <p:nvPr>
            <p:ph type="subTitle" idx="1"/>
          </p:nvPr>
        </p:nvSpPr>
        <p:spPr>
          <a:xfrm>
            <a:off x="1102267" y="2685595"/>
            <a:ext cx="2846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57" name="Google Shape;557;p101"/>
          <p:cNvSpPr txBox="1">
            <a:spLocks noGrp="1"/>
          </p:cNvSpPr>
          <p:nvPr>
            <p:ph type="subTitle" idx="2"/>
          </p:nvPr>
        </p:nvSpPr>
        <p:spPr>
          <a:xfrm>
            <a:off x="4154467" y="2685595"/>
            <a:ext cx="2870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58" name="Google Shape;558;p101"/>
          <p:cNvSpPr txBox="1">
            <a:spLocks noGrp="1"/>
          </p:cNvSpPr>
          <p:nvPr>
            <p:ph type="subTitle" idx="3"/>
          </p:nvPr>
        </p:nvSpPr>
        <p:spPr>
          <a:xfrm>
            <a:off x="7183067" y="2685595"/>
            <a:ext cx="2890400" cy="31160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559"/>
        <p:cNvGrpSpPr/>
        <p:nvPr/>
      </p:nvGrpSpPr>
      <p:grpSpPr>
        <a:xfrm>
          <a:off x="0" y="0"/>
          <a:ext cx="0" cy="0"/>
          <a:chOff x="0" y="0"/>
          <a:chExt cx="0" cy="0"/>
        </a:xfrm>
      </p:grpSpPr>
      <p:sp>
        <p:nvSpPr>
          <p:cNvPr id="560" name="Google Shape;560;p102"/>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61" name="Google Shape;561;p102"/>
          <p:cNvSpPr txBox="1">
            <a:spLocks noGrp="1"/>
          </p:cNvSpPr>
          <p:nvPr>
            <p:ph type="ctrTitle"/>
          </p:nvPr>
        </p:nvSpPr>
        <p:spPr>
          <a:xfrm>
            <a:off x="918867" y="1048356"/>
            <a:ext cx="7352000" cy="4887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562" name="Google Shape;562;p102"/>
          <p:cNvSpPr txBox="1">
            <a:spLocks noGrp="1"/>
          </p:cNvSpPr>
          <p:nvPr>
            <p:ph type="subTitle" idx="1"/>
          </p:nvPr>
        </p:nvSpPr>
        <p:spPr>
          <a:xfrm>
            <a:off x="8435233" y="1048356"/>
            <a:ext cx="2827200" cy="50476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563"/>
        <p:cNvGrpSpPr/>
        <p:nvPr/>
      </p:nvGrpSpPr>
      <p:grpSpPr>
        <a:xfrm>
          <a:off x="0" y="0"/>
          <a:ext cx="0" cy="0"/>
          <a:chOff x="0" y="0"/>
          <a:chExt cx="0" cy="0"/>
        </a:xfrm>
      </p:grpSpPr>
      <p:sp>
        <p:nvSpPr>
          <p:cNvPr id="564" name="Google Shape;564;p103"/>
          <p:cNvSpPr txBox="1">
            <a:spLocks noGrp="1"/>
          </p:cNvSpPr>
          <p:nvPr>
            <p:ph type="ctrTitle"/>
          </p:nvPr>
        </p:nvSpPr>
        <p:spPr>
          <a:xfrm>
            <a:off x="1102267" y="1048356"/>
            <a:ext cx="3912400" cy="4887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565" name="Google Shape;565;p103"/>
          <p:cNvSpPr txBox="1">
            <a:spLocks noGrp="1"/>
          </p:cNvSpPr>
          <p:nvPr>
            <p:ph type="subTitle" idx="1"/>
          </p:nvPr>
        </p:nvSpPr>
        <p:spPr>
          <a:xfrm>
            <a:off x="5172600" y="1048422"/>
            <a:ext cx="28496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566" name="Google Shape;566;p103"/>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67" name="Google Shape;567;p103"/>
          <p:cNvSpPr txBox="1">
            <a:spLocks noGrp="1"/>
          </p:cNvSpPr>
          <p:nvPr>
            <p:ph type="subTitle" idx="2"/>
          </p:nvPr>
        </p:nvSpPr>
        <p:spPr>
          <a:xfrm>
            <a:off x="8180133" y="1048356"/>
            <a:ext cx="28348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568" name="Google Shape;568;p103"/>
          <p:cNvSpPr txBox="1">
            <a:spLocks noGrp="1"/>
          </p:cNvSpPr>
          <p:nvPr>
            <p:ph type="subTitle" idx="3"/>
          </p:nvPr>
        </p:nvSpPr>
        <p:spPr>
          <a:xfrm>
            <a:off x="5172600" y="3508424"/>
            <a:ext cx="28496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569" name="Google Shape;569;p103"/>
          <p:cNvSpPr txBox="1">
            <a:spLocks noGrp="1"/>
          </p:cNvSpPr>
          <p:nvPr>
            <p:ph type="subTitle" idx="4"/>
          </p:nvPr>
        </p:nvSpPr>
        <p:spPr>
          <a:xfrm>
            <a:off x="8180133" y="3508359"/>
            <a:ext cx="2834800" cy="2301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570"/>
        <p:cNvGrpSpPr/>
        <p:nvPr/>
      </p:nvGrpSpPr>
      <p:grpSpPr>
        <a:xfrm>
          <a:off x="0" y="0"/>
          <a:ext cx="0" cy="0"/>
          <a:chOff x="0" y="0"/>
          <a:chExt cx="0" cy="0"/>
        </a:xfrm>
      </p:grpSpPr>
      <p:sp>
        <p:nvSpPr>
          <p:cNvPr id="571" name="Google Shape;571;p104"/>
          <p:cNvSpPr txBox="1">
            <a:spLocks noGrp="1"/>
          </p:cNvSpPr>
          <p:nvPr>
            <p:ph type="subTitle" idx="1"/>
          </p:nvPr>
        </p:nvSpPr>
        <p:spPr>
          <a:xfrm>
            <a:off x="153200" y="2685594"/>
            <a:ext cx="28496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72" name="Google Shape;572;p104"/>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73" name="Google Shape;573;p104"/>
          <p:cNvSpPr txBox="1">
            <a:spLocks noGrp="1"/>
          </p:cNvSpPr>
          <p:nvPr>
            <p:ph type="subTitle" idx="2"/>
          </p:nvPr>
        </p:nvSpPr>
        <p:spPr>
          <a:xfrm>
            <a:off x="3171433" y="2685604"/>
            <a:ext cx="28304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74" name="Google Shape;574;p104"/>
          <p:cNvSpPr txBox="1">
            <a:spLocks noGrp="1"/>
          </p:cNvSpPr>
          <p:nvPr>
            <p:ph type="subTitle" idx="3"/>
          </p:nvPr>
        </p:nvSpPr>
        <p:spPr>
          <a:xfrm>
            <a:off x="6226167" y="2693708"/>
            <a:ext cx="27944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75" name="Google Shape;575;p104"/>
          <p:cNvSpPr txBox="1">
            <a:spLocks noGrp="1"/>
          </p:cNvSpPr>
          <p:nvPr>
            <p:ph type="subTitle" idx="4"/>
          </p:nvPr>
        </p:nvSpPr>
        <p:spPr>
          <a:xfrm>
            <a:off x="9192600" y="2685594"/>
            <a:ext cx="2849600" cy="400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76" name="Google Shape;576;p104"/>
          <p:cNvSpPr txBox="1">
            <a:spLocks noGrp="1"/>
          </p:cNvSpPr>
          <p:nvPr>
            <p:ph type="subTitle" idx="5"/>
          </p:nvPr>
        </p:nvSpPr>
        <p:spPr>
          <a:xfrm>
            <a:off x="153200" y="1865524"/>
            <a:ext cx="28356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77" name="Google Shape;577;p104"/>
          <p:cNvSpPr txBox="1">
            <a:spLocks noGrp="1"/>
          </p:cNvSpPr>
          <p:nvPr>
            <p:ph type="subTitle" idx="6"/>
          </p:nvPr>
        </p:nvSpPr>
        <p:spPr>
          <a:xfrm>
            <a:off x="3176735" y="1865530"/>
            <a:ext cx="2830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78" name="Google Shape;578;p104"/>
          <p:cNvSpPr txBox="1">
            <a:spLocks noGrp="1"/>
          </p:cNvSpPr>
          <p:nvPr>
            <p:ph type="subTitle" idx="7"/>
          </p:nvPr>
        </p:nvSpPr>
        <p:spPr>
          <a:xfrm>
            <a:off x="6198567" y="1865530"/>
            <a:ext cx="2794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79" name="Google Shape;579;p104"/>
          <p:cNvSpPr txBox="1">
            <a:spLocks noGrp="1"/>
          </p:cNvSpPr>
          <p:nvPr>
            <p:ph type="subTitle" idx="8"/>
          </p:nvPr>
        </p:nvSpPr>
        <p:spPr>
          <a:xfrm>
            <a:off x="9192600" y="1865530"/>
            <a:ext cx="27944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80" name="Google Shape;580;p104"/>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581"/>
        <p:cNvGrpSpPr/>
        <p:nvPr/>
      </p:nvGrpSpPr>
      <p:grpSpPr>
        <a:xfrm>
          <a:off x="0" y="0"/>
          <a:ext cx="0" cy="0"/>
          <a:chOff x="0" y="0"/>
          <a:chExt cx="0" cy="0"/>
        </a:xfrm>
      </p:grpSpPr>
      <p:sp>
        <p:nvSpPr>
          <p:cNvPr id="582" name="Google Shape;582;p105"/>
          <p:cNvSpPr txBox="1">
            <a:spLocks noGrp="1"/>
          </p:cNvSpPr>
          <p:nvPr>
            <p:ph type="subTitle" idx="1"/>
          </p:nvPr>
        </p:nvSpPr>
        <p:spPr>
          <a:xfrm>
            <a:off x="153200" y="5141190"/>
            <a:ext cx="28496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83" name="Google Shape;583;p105"/>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84" name="Google Shape;584;p105"/>
          <p:cNvSpPr txBox="1">
            <a:spLocks noGrp="1"/>
          </p:cNvSpPr>
          <p:nvPr>
            <p:ph type="subTitle" idx="2"/>
          </p:nvPr>
        </p:nvSpPr>
        <p:spPr>
          <a:xfrm>
            <a:off x="3171433" y="5141194"/>
            <a:ext cx="28304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85" name="Google Shape;585;p105"/>
          <p:cNvSpPr txBox="1">
            <a:spLocks noGrp="1"/>
          </p:cNvSpPr>
          <p:nvPr>
            <p:ph type="subTitle" idx="3"/>
          </p:nvPr>
        </p:nvSpPr>
        <p:spPr>
          <a:xfrm>
            <a:off x="6226167" y="5144339"/>
            <a:ext cx="27944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86" name="Google Shape;586;p105"/>
          <p:cNvSpPr txBox="1">
            <a:spLocks noGrp="1"/>
          </p:cNvSpPr>
          <p:nvPr>
            <p:ph type="subTitle" idx="4"/>
          </p:nvPr>
        </p:nvSpPr>
        <p:spPr>
          <a:xfrm>
            <a:off x="9192600" y="5141190"/>
            <a:ext cx="2849600" cy="15548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587" name="Google Shape;587;p105"/>
          <p:cNvSpPr txBox="1">
            <a:spLocks noGrp="1"/>
          </p:cNvSpPr>
          <p:nvPr>
            <p:ph type="subTitle" idx="5"/>
          </p:nvPr>
        </p:nvSpPr>
        <p:spPr>
          <a:xfrm>
            <a:off x="153200" y="4322837"/>
            <a:ext cx="28356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88" name="Google Shape;588;p105"/>
          <p:cNvSpPr txBox="1">
            <a:spLocks noGrp="1"/>
          </p:cNvSpPr>
          <p:nvPr>
            <p:ph type="subTitle" idx="6"/>
          </p:nvPr>
        </p:nvSpPr>
        <p:spPr>
          <a:xfrm>
            <a:off x="3176735" y="4322843"/>
            <a:ext cx="2830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89" name="Google Shape;589;p105"/>
          <p:cNvSpPr txBox="1">
            <a:spLocks noGrp="1"/>
          </p:cNvSpPr>
          <p:nvPr>
            <p:ph type="subTitle" idx="7"/>
          </p:nvPr>
        </p:nvSpPr>
        <p:spPr>
          <a:xfrm>
            <a:off x="6198567" y="4322843"/>
            <a:ext cx="2794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90" name="Google Shape;590;p105"/>
          <p:cNvSpPr txBox="1">
            <a:spLocks noGrp="1"/>
          </p:cNvSpPr>
          <p:nvPr>
            <p:ph type="subTitle" idx="8"/>
          </p:nvPr>
        </p:nvSpPr>
        <p:spPr>
          <a:xfrm>
            <a:off x="9192600" y="4322843"/>
            <a:ext cx="27944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591" name="Google Shape;591;p105"/>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592"/>
        <p:cNvGrpSpPr/>
        <p:nvPr/>
      </p:nvGrpSpPr>
      <p:grpSpPr>
        <a:xfrm>
          <a:off x="0" y="0"/>
          <a:ext cx="0" cy="0"/>
          <a:chOff x="0" y="0"/>
          <a:chExt cx="0" cy="0"/>
        </a:xfrm>
      </p:grpSpPr>
      <p:sp>
        <p:nvSpPr>
          <p:cNvPr id="593" name="Google Shape;593;p106"/>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94" name="Google Shape;594;p106"/>
          <p:cNvSpPr txBox="1">
            <a:spLocks noGrp="1"/>
          </p:cNvSpPr>
          <p:nvPr>
            <p:ph type="ctrTitle"/>
          </p:nvPr>
        </p:nvSpPr>
        <p:spPr>
          <a:xfrm>
            <a:off x="194400" y="150395"/>
            <a:ext cx="5832800" cy="15580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595" name="Google Shape;595;p106"/>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596" name="Google Shape;596;p106"/>
          <p:cNvSpPr txBox="1">
            <a:spLocks noGrp="1"/>
          </p:cNvSpPr>
          <p:nvPr>
            <p:ph type="subTitle" idx="2"/>
          </p:nvPr>
        </p:nvSpPr>
        <p:spPr>
          <a:xfrm>
            <a:off x="9215467" y="150395"/>
            <a:ext cx="2849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597"/>
        <p:cNvGrpSpPr/>
        <p:nvPr/>
      </p:nvGrpSpPr>
      <p:grpSpPr>
        <a:xfrm>
          <a:off x="0" y="0"/>
          <a:ext cx="0" cy="0"/>
          <a:chOff x="0" y="0"/>
          <a:chExt cx="0" cy="0"/>
        </a:xfrm>
      </p:grpSpPr>
      <p:sp>
        <p:nvSpPr>
          <p:cNvPr id="598" name="Google Shape;598;p107"/>
          <p:cNvSpPr/>
          <p:nvPr/>
        </p:nvSpPr>
        <p:spPr>
          <a:xfrm>
            <a:off x="8210233" y="9704"/>
            <a:ext cx="3990400" cy="68584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599" name="Google Shape;599;p107"/>
          <p:cNvSpPr txBox="1">
            <a:spLocks noGrp="1"/>
          </p:cNvSpPr>
          <p:nvPr>
            <p:ph type="ctrTitle"/>
          </p:nvPr>
        </p:nvSpPr>
        <p:spPr>
          <a:xfrm>
            <a:off x="9192600" y="1048356"/>
            <a:ext cx="2099600" cy="2292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600" name="Google Shape;600;p107"/>
          <p:cNvSpPr txBox="1">
            <a:spLocks noGrp="1"/>
          </p:cNvSpPr>
          <p:nvPr>
            <p:ph type="subTitle" idx="1"/>
          </p:nvPr>
        </p:nvSpPr>
        <p:spPr>
          <a:xfrm>
            <a:off x="9192600" y="3508359"/>
            <a:ext cx="2099600" cy="2292800"/>
          </a:xfrm>
          <a:prstGeom prst="rect">
            <a:avLst/>
          </a:prstGeom>
        </p:spPr>
        <p:txBody>
          <a:bodyPr spcFirstLastPara="1" wrap="square" lIns="0" tIns="0" rIns="303475"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601" name="Google Shape;601;p107"/>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602"/>
        <p:cNvGrpSpPr/>
        <p:nvPr/>
      </p:nvGrpSpPr>
      <p:grpSpPr>
        <a:xfrm>
          <a:off x="0" y="0"/>
          <a:ext cx="0" cy="0"/>
          <a:chOff x="0" y="0"/>
          <a:chExt cx="0" cy="0"/>
        </a:xfrm>
      </p:grpSpPr>
      <p:sp>
        <p:nvSpPr>
          <p:cNvPr id="603" name="Google Shape;603;p108"/>
          <p:cNvSpPr txBox="1">
            <a:spLocks noGrp="1"/>
          </p:cNvSpPr>
          <p:nvPr>
            <p:ph type="sldNum" idx="12"/>
          </p:nvPr>
        </p:nvSpPr>
        <p:spPr>
          <a:xfrm>
            <a:off x="11345167" y="6660662"/>
            <a:ext cx="731600" cy="3424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604" name="Google Shape;604;p108"/>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7_Blank">
  <p:cSld name="7_Blank">
    <p:bg>
      <p:bgPr>
        <a:solidFill>
          <a:srgbClr val="00B086"/>
        </a:solidFill>
        <a:effectLst/>
      </p:bgPr>
    </p:bg>
    <p:spTree>
      <p:nvGrpSpPr>
        <p:cNvPr id="1" name="Shape 605"/>
        <p:cNvGrpSpPr/>
        <p:nvPr/>
      </p:nvGrpSpPr>
      <p:grpSpPr>
        <a:xfrm>
          <a:off x="0" y="0"/>
          <a:ext cx="0" cy="0"/>
          <a:chOff x="0" y="0"/>
          <a:chExt cx="0" cy="0"/>
        </a:xfrm>
      </p:grpSpPr>
      <p:sp>
        <p:nvSpPr>
          <p:cNvPr id="606" name="Google Shape;606;p109"/>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500"/>
              </a:spcBef>
              <a:spcAft>
                <a:spcPts val="0"/>
              </a:spcAft>
              <a:buClr>
                <a:schemeClr val="lt1"/>
              </a:buClr>
              <a:buSzPts val="7200"/>
              <a:buFont typeface="Arial"/>
              <a:buNone/>
              <a:defRPr sz="7200" b="0" i="0" u="none" strike="noStrike" cap="none">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pic>
        <p:nvPicPr>
          <p:cNvPr id="607" name="Google Shape;607;p109"/>
          <p:cNvPicPr preferRelativeResize="0"/>
          <p:nvPr/>
        </p:nvPicPr>
        <p:blipFill rotWithShape="1">
          <a:blip r:embed="rId2">
            <a:alphaModFix amt="20000"/>
          </a:blip>
          <a:srcRect l="33612"/>
          <a:stretch/>
        </p:blipFill>
        <p:spPr>
          <a:xfrm>
            <a:off x="-1" y="3767971"/>
            <a:ext cx="3675529" cy="3179675"/>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matchingName="10_Blank" type="blank">
  <p:cSld name="BLANK">
    <p:spTree>
      <p:nvGrpSpPr>
        <p:cNvPr id="1" name="Shape 608"/>
        <p:cNvGrpSpPr/>
        <p:nvPr/>
      </p:nvGrpSpPr>
      <p:grpSpPr>
        <a:xfrm>
          <a:off x="0" y="0"/>
          <a:ext cx="0" cy="0"/>
          <a:chOff x="0" y="0"/>
          <a:chExt cx="0" cy="0"/>
        </a:xfrm>
      </p:grpSpPr>
      <p:sp>
        <p:nvSpPr>
          <p:cNvPr id="609" name="Google Shape;609;p110"/>
          <p:cNvSpPr txBox="1">
            <a:spLocks noGrp="1"/>
          </p:cNvSpPr>
          <p:nvPr>
            <p:ph type="dt" idx="10"/>
          </p:nvPr>
        </p:nvSpPr>
        <p:spPr>
          <a:xfrm>
            <a:off x="609600" y="6356354"/>
            <a:ext cx="2844800" cy="365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9pPr>
          </a:lstStyle>
          <a:p>
            <a:endParaRPr/>
          </a:p>
        </p:txBody>
      </p:sp>
      <p:sp>
        <p:nvSpPr>
          <p:cNvPr id="610" name="Google Shape;610;p110"/>
          <p:cNvSpPr txBox="1">
            <a:spLocks noGrp="1"/>
          </p:cNvSpPr>
          <p:nvPr>
            <p:ph type="ftr" idx="11"/>
          </p:nvPr>
        </p:nvSpPr>
        <p:spPr>
          <a:xfrm>
            <a:off x="4165600" y="6356354"/>
            <a:ext cx="3860800" cy="365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500"/>
              <a:buNone/>
              <a:defRPr sz="1900" b="0" i="0" u="none" strike="noStrike" cap="none">
                <a:solidFill>
                  <a:schemeClr val="dk1"/>
                </a:solidFill>
                <a:latin typeface="Calibri"/>
                <a:ea typeface="Calibri"/>
                <a:cs typeface="Calibri"/>
                <a:sym typeface="Calibri"/>
              </a:defRPr>
            </a:lvl9pPr>
          </a:lstStyle>
          <a:p>
            <a:endParaRPr/>
          </a:p>
        </p:txBody>
      </p:sp>
      <p:sp>
        <p:nvSpPr>
          <p:cNvPr id="611" name="Google Shape;611;p110"/>
          <p:cNvSpPr txBox="1">
            <a:spLocks noGrp="1"/>
          </p:cNvSpPr>
          <p:nvPr>
            <p:ph type="sldNum" idx="12"/>
          </p:nvPr>
        </p:nvSpPr>
        <p:spPr>
          <a:xfrm>
            <a:off x="8737600" y="6356354"/>
            <a:ext cx="2844800" cy="3652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900" b="0" i="0" u="none" strike="noStrike" cap="none">
                <a:solidFill>
                  <a:srgbClr val="888888"/>
                </a:solidFill>
                <a:latin typeface="Calibri"/>
                <a:ea typeface="Calibri"/>
                <a:cs typeface="Calibri"/>
                <a:sym typeface="Calibri"/>
              </a:defRPr>
            </a:lvl1pPr>
            <a:lvl2pPr marL="0" marR="0" lvl="1" indent="0" algn="l" rtl="0">
              <a:spcBef>
                <a:spcPts val="0"/>
              </a:spcBef>
              <a:buNone/>
              <a:defRPr sz="1900" b="0" i="0" u="none" strike="noStrike" cap="none">
                <a:solidFill>
                  <a:srgbClr val="888888"/>
                </a:solidFill>
                <a:latin typeface="Calibri"/>
                <a:ea typeface="Calibri"/>
                <a:cs typeface="Calibri"/>
                <a:sym typeface="Calibri"/>
              </a:defRPr>
            </a:lvl2pPr>
            <a:lvl3pPr marL="0" marR="0" lvl="2" indent="0" algn="l" rtl="0">
              <a:spcBef>
                <a:spcPts val="0"/>
              </a:spcBef>
              <a:buNone/>
              <a:defRPr sz="1900" b="0" i="0" u="none" strike="noStrike" cap="none">
                <a:solidFill>
                  <a:srgbClr val="888888"/>
                </a:solidFill>
                <a:latin typeface="Calibri"/>
                <a:ea typeface="Calibri"/>
                <a:cs typeface="Calibri"/>
                <a:sym typeface="Calibri"/>
              </a:defRPr>
            </a:lvl3pPr>
            <a:lvl4pPr marL="0" marR="0" lvl="3" indent="0" algn="l" rtl="0">
              <a:spcBef>
                <a:spcPts val="0"/>
              </a:spcBef>
              <a:buNone/>
              <a:defRPr sz="1900" b="0" i="0" u="none" strike="noStrike" cap="none">
                <a:solidFill>
                  <a:srgbClr val="888888"/>
                </a:solidFill>
                <a:latin typeface="Calibri"/>
                <a:ea typeface="Calibri"/>
                <a:cs typeface="Calibri"/>
                <a:sym typeface="Calibri"/>
              </a:defRPr>
            </a:lvl4pPr>
            <a:lvl5pPr marL="0" marR="0" lvl="4" indent="0" algn="l" rtl="0">
              <a:spcBef>
                <a:spcPts val="0"/>
              </a:spcBef>
              <a:buNone/>
              <a:defRPr sz="1900" b="0" i="0" u="none" strike="noStrike" cap="none">
                <a:solidFill>
                  <a:srgbClr val="888888"/>
                </a:solidFill>
                <a:latin typeface="Calibri"/>
                <a:ea typeface="Calibri"/>
                <a:cs typeface="Calibri"/>
                <a:sym typeface="Calibri"/>
              </a:defRPr>
            </a:lvl5pPr>
            <a:lvl6pPr marL="0" marR="0" lvl="5" indent="0" algn="l" rtl="0">
              <a:spcBef>
                <a:spcPts val="0"/>
              </a:spcBef>
              <a:buNone/>
              <a:defRPr sz="1900" b="0" i="0" u="none" strike="noStrike" cap="none">
                <a:solidFill>
                  <a:srgbClr val="888888"/>
                </a:solidFill>
                <a:latin typeface="Calibri"/>
                <a:ea typeface="Calibri"/>
                <a:cs typeface="Calibri"/>
                <a:sym typeface="Calibri"/>
              </a:defRPr>
            </a:lvl6pPr>
            <a:lvl7pPr marL="0" marR="0" lvl="6" indent="0" algn="l" rtl="0">
              <a:spcBef>
                <a:spcPts val="0"/>
              </a:spcBef>
              <a:buNone/>
              <a:defRPr sz="1900" b="0" i="0" u="none" strike="noStrike" cap="none">
                <a:solidFill>
                  <a:srgbClr val="888888"/>
                </a:solidFill>
                <a:latin typeface="Calibri"/>
                <a:ea typeface="Calibri"/>
                <a:cs typeface="Calibri"/>
                <a:sym typeface="Calibri"/>
              </a:defRPr>
            </a:lvl7pPr>
            <a:lvl8pPr marL="0" marR="0" lvl="7" indent="0" algn="l" rtl="0">
              <a:spcBef>
                <a:spcPts val="0"/>
              </a:spcBef>
              <a:buNone/>
              <a:defRPr sz="1900" b="0" i="0" u="none" strike="noStrike" cap="none">
                <a:solidFill>
                  <a:srgbClr val="888888"/>
                </a:solidFill>
                <a:latin typeface="Calibri"/>
                <a:ea typeface="Calibri"/>
                <a:cs typeface="Calibri"/>
                <a:sym typeface="Calibri"/>
              </a:defRPr>
            </a:lvl8pPr>
            <a:lvl9pPr marL="0" marR="0" lvl="8" indent="0" algn="l" rtl="0">
              <a:spcBef>
                <a:spcPts val="0"/>
              </a:spcBef>
              <a:buNone/>
              <a:defRPr sz="19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612"/>
        <p:cNvGrpSpPr/>
        <p:nvPr/>
      </p:nvGrpSpPr>
      <p:grpSpPr>
        <a:xfrm>
          <a:off x="0" y="0"/>
          <a:ext cx="0" cy="0"/>
          <a:chOff x="0" y="0"/>
          <a:chExt cx="0" cy="0"/>
        </a:xfrm>
      </p:grpSpPr>
      <p:sp>
        <p:nvSpPr>
          <p:cNvPr id="613" name="Google Shape;613;p111"/>
          <p:cNvSpPr/>
          <p:nvPr/>
        </p:nvSpPr>
        <p:spPr>
          <a:xfrm>
            <a:off x="0" y="2"/>
            <a:ext cx="12192000" cy="3541200"/>
          </a:xfrm>
          <a:prstGeom prst="rect">
            <a:avLst/>
          </a:prstGeom>
          <a:solidFill>
            <a:srgbClr val="00B0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DB6A21"/>
              </a:solidFill>
              <a:latin typeface="Calibri"/>
              <a:ea typeface="Calibri"/>
              <a:cs typeface="Calibri"/>
              <a:sym typeface="Calibri"/>
            </a:endParaRPr>
          </a:p>
        </p:txBody>
      </p:sp>
      <p:grpSp>
        <p:nvGrpSpPr>
          <p:cNvPr id="614" name="Google Shape;614;p111"/>
          <p:cNvGrpSpPr/>
          <p:nvPr/>
        </p:nvGrpSpPr>
        <p:grpSpPr>
          <a:xfrm>
            <a:off x="0" y="4854201"/>
            <a:ext cx="12192000" cy="1524000"/>
            <a:chOff x="0" y="1411"/>
            <a:chExt cx="9144000" cy="1143000"/>
          </a:xfrm>
        </p:grpSpPr>
        <p:pic>
          <p:nvPicPr>
            <p:cNvPr id="615" name="Google Shape;615;p111" descr="http://llenrock.com/blog/wp-content/uploads/2009/08/cruise-ship.jpg"/>
            <p:cNvPicPr preferRelativeResize="0"/>
            <p:nvPr/>
          </p:nvPicPr>
          <p:blipFill rotWithShape="1">
            <a:blip r:embed="rId2">
              <a:alphaModFix/>
            </a:blip>
            <a:srcRect/>
            <a:stretch/>
          </p:blipFill>
          <p:spPr>
            <a:xfrm>
              <a:off x="0" y="1413"/>
              <a:ext cx="1524000" cy="1141588"/>
            </a:xfrm>
            <a:prstGeom prst="rect">
              <a:avLst/>
            </a:prstGeom>
            <a:noFill/>
            <a:ln>
              <a:noFill/>
            </a:ln>
          </p:spPr>
        </p:pic>
        <p:pic>
          <p:nvPicPr>
            <p:cNvPr id="616" name="Google Shape;616;p111" descr="http://www.flightglobal.com/airspace/media/galleries/images/4082/500x400/british-airways-a380-artistic-impression.jpg"/>
            <p:cNvPicPr preferRelativeResize="0"/>
            <p:nvPr/>
          </p:nvPicPr>
          <p:blipFill rotWithShape="1">
            <a:blip r:embed="rId3">
              <a:alphaModFix/>
            </a:blip>
            <a:srcRect/>
            <a:stretch/>
          </p:blipFill>
          <p:spPr>
            <a:xfrm>
              <a:off x="3048000" y="1413"/>
              <a:ext cx="1524000" cy="1141588"/>
            </a:xfrm>
            <a:prstGeom prst="rect">
              <a:avLst/>
            </a:prstGeom>
            <a:noFill/>
            <a:ln>
              <a:noFill/>
            </a:ln>
          </p:spPr>
        </p:pic>
        <p:pic>
          <p:nvPicPr>
            <p:cNvPr id="617" name="Google Shape;617;p111" descr="q3.jpg"/>
            <p:cNvPicPr preferRelativeResize="0"/>
            <p:nvPr/>
          </p:nvPicPr>
          <p:blipFill rotWithShape="1">
            <a:blip r:embed="rId4">
              <a:alphaModFix/>
            </a:blip>
            <a:srcRect/>
            <a:stretch/>
          </p:blipFill>
          <p:spPr>
            <a:xfrm>
              <a:off x="4572000" y="1413"/>
              <a:ext cx="1524000" cy="1141588"/>
            </a:xfrm>
            <a:prstGeom prst="rect">
              <a:avLst/>
            </a:prstGeom>
            <a:noFill/>
            <a:ln>
              <a:noFill/>
            </a:ln>
          </p:spPr>
        </p:pic>
        <p:pic>
          <p:nvPicPr>
            <p:cNvPr id="618" name="Google Shape;618;p111" descr="http://msnbcmedia1.msn.com/j/MSNBC/Sections/Travel%20Section/___Edit/___FUTURES/romantic%20cruises-queen%20mary%20(2).grid-6x2.JPG"/>
            <p:cNvPicPr preferRelativeResize="0"/>
            <p:nvPr/>
          </p:nvPicPr>
          <p:blipFill rotWithShape="1">
            <a:blip r:embed="rId5">
              <a:alphaModFix/>
            </a:blip>
            <a:srcRect/>
            <a:stretch/>
          </p:blipFill>
          <p:spPr>
            <a:xfrm>
              <a:off x="1524000" y="1413"/>
              <a:ext cx="1524000" cy="1142998"/>
            </a:xfrm>
            <a:prstGeom prst="rect">
              <a:avLst/>
            </a:prstGeom>
            <a:noFill/>
            <a:ln>
              <a:noFill/>
            </a:ln>
          </p:spPr>
        </p:pic>
        <p:pic>
          <p:nvPicPr>
            <p:cNvPr id="619" name="Google Shape;619;p111" descr="http://www.womansday.com/var/ezflow_site/storage/images/wd2/content/family-lifestyle/travel/long-car-trip-tips/21155-3-eng-US/Long-Car-Trip-Tips_full_article_vertical.jpg"/>
            <p:cNvPicPr preferRelativeResize="0"/>
            <p:nvPr/>
          </p:nvPicPr>
          <p:blipFill rotWithShape="1">
            <a:blip r:embed="rId6">
              <a:alphaModFix/>
            </a:blip>
            <a:srcRect/>
            <a:stretch/>
          </p:blipFill>
          <p:spPr>
            <a:xfrm>
              <a:off x="6096000" y="1413"/>
              <a:ext cx="1524000" cy="1141588"/>
            </a:xfrm>
            <a:prstGeom prst="rect">
              <a:avLst/>
            </a:prstGeom>
            <a:noFill/>
            <a:ln>
              <a:noFill/>
            </a:ln>
          </p:spPr>
        </p:pic>
        <p:pic>
          <p:nvPicPr>
            <p:cNvPr id="620" name="Google Shape;620;p111" descr="http://www.qatarairways.com/images/Privilege%20Club/Privilege_Club_images/Images/Eurostar270.jpg"/>
            <p:cNvPicPr preferRelativeResize="0"/>
            <p:nvPr/>
          </p:nvPicPr>
          <p:blipFill rotWithShape="1">
            <a:blip r:embed="rId7">
              <a:alphaModFix/>
            </a:blip>
            <a:srcRect/>
            <a:stretch/>
          </p:blipFill>
          <p:spPr>
            <a:xfrm>
              <a:off x="7620000" y="1411"/>
              <a:ext cx="1524000" cy="1141588"/>
            </a:xfrm>
            <a:prstGeom prst="rect">
              <a:avLst/>
            </a:prstGeom>
            <a:noFill/>
            <a:ln>
              <a:noFill/>
            </a:ln>
          </p:spPr>
        </p:pic>
      </p:grpSp>
      <p:sp>
        <p:nvSpPr>
          <p:cNvPr id="621" name="Google Shape;621;p111"/>
          <p:cNvSpPr txBox="1">
            <a:spLocks noGrp="1"/>
          </p:cNvSpPr>
          <p:nvPr>
            <p:ph type="body" idx="1"/>
          </p:nvPr>
        </p:nvSpPr>
        <p:spPr>
          <a:xfrm>
            <a:off x="517743" y="1102641"/>
            <a:ext cx="11156400" cy="20360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100"/>
              </a:spcBef>
              <a:spcAft>
                <a:spcPts val="0"/>
              </a:spcAft>
              <a:buClr>
                <a:schemeClr val="lt1"/>
              </a:buClr>
              <a:buSzPts val="5500"/>
              <a:buFont typeface="Arial"/>
              <a:buNone/>
              <a:defRPr sz="5500" b="0" i="0" u="none" strike="noStrike" cap="none">
                <a:solidFill>
                  <a:schemeClr val="lt1"/>
                </a:solidFill>
                <a:latin typeface="Helvetica Neue"/>
                <a:ea typeface="Helvetica Neue"/>
                <a:cs typeface="Helvetica Neue"/>
                <a:sym typeface="Helvetica Neue"/>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622" name="Google Shape;622;p111" descr="http://www.pcavt.org/assets/images/TECHNICOOL%20Web%203.jpg"/>
          <p:cNvSpPr/>
          <p:nvPr/>
        </p:nvSpPr>
        <p:spPr>
          <a:xfrm>
            <a:off x="1" y="1"/>
            <a:ext cx="4305200" cy="4305200"/>
          </a:xfrm>
          <a:prstGeom prst="rect">
            <a:avLst/>
          </a:prstGeom>
          <a:noFill/>
          <a:ln>
            <a:noFill/>
          </a:ln>
        </p:spPr>
        <p:txBody>
          <a:bodyPr spcFirstLastPara="1" wrap="square" lIns="121900" tIns="60975" rIns="121900" bIns="60975"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grpSp>
        <p:nvGrpSpPr>
          <p:cNvPr id="623" name="Google Shape;623;p111"/>
          <p:cNvGrpSpPr/>
          <p:nvPr/>
        </p:nvGrpSpPr>
        <p:grpSpPr>
          <a:xfrm>
            <a:off x="-26504" y="4846211"/>
            <a:ext cx="12218504" cy="1530109"/>
            <a:chOff x="-19878" y="3634657"/>
            <a:chExt cx="9163878" cy="1147582"/>
          </a:xfrm>
        </p:grpSpPr>
        <p:pic>
          <p:nvPicPr>
            <p:cNvPr id="624" name="Google Shape;624;p111" descr="https://otalliance.org/system/files/files/initiative/images/committees.jpg"/>
            <p:cNvPicPr preferRelativeResize="0"/>
            <p:nvPr/>
          </p:nvPicPr>
          <p:blipFill rotWithShape="1">
            <a:blip r:embed="rId8">
              <a:alphaModFix/>
            </a:blip>
            <a:srcRect/>
            <a:stretch/>
          </p:blipFill>
          <p:spPr>
            <a:xfrm>
              <a:off x="3048000" y="3639243"/>
              <a:ext cx="1524000" cy="1123431"/>
            </a:xfrm>
            <a:prstGeom prst="rect">
              <a:avLst/>
            </a:prstGeom>
            <a:noFill/>
            <a:ln>
              <a:noFill/>
            </a:ln>
          </p:spPr>
        </p:pic>
        <p:pic>
          <p:nvPicPr>
            <p:cNvPr id="625" name="Google Shape;625;p111" descr="https://www.cloudyn.com/wp-content/uploads/2014/09/Servers-Server-Farm-Engine-Room1.jpg"/>
            <p:cNvPicPr preferRelativeResize="0"/>
            <p:nvPr/>
          </p:nvPicPr>
          <p:blipFill rotWithShape="1">
            <a:blip r:embed="rId9">
              <a:alphaModFix/>
            </a:blip>
            <a:srcRect l="18366" r="18868" b="-1958"/>
            <a:stretch/>
          </p:blipFill>
          <p:spPr>
            <a:xfrm>
              <a:off x="-19878" y="3639243"/>
              <a:ext cx="1563756" cy="1142996"/>
            </a:xfrm>
            <a:prstGeom prst="rect">
              <a:avLst/>
            </a:prstGeom>
            <a:noFill/>
            <a:ln>
              <a:noFill/>
            </a:ln>
          </p:spPr>
        </p:pic>
        <p:pic>
          <p:nvPicPr>
            <p:cNvPr id="626" name="Google Shape;626;p111" descr="http://blog.digistor.com/wp-content/uploads/companies-continue-to-raise-concerns-regarding-the-integrity-of-data-sto_1127_550820_0_14094433_500-500x288.jpg"/>
            <p:cNvPicPr preferRelativeResize="0"/>
            <p:nvPr/>
          </p:nvPicPr>
          <p:blipFill rotWithShape="1">
            <a:blip r:embed="rId10">
              <a:alphaModFix/>
            </a:blip>
            <a:srcRect l="17812" r="6425" b="4077"/>
            <a:stretch/>
          </p:blipFill>
          <p:spPr>
            <a:xfrm>
              <a:off x="7620000" y="3634657"/>
              <a:ext cx="1524000" cy="1145115"/>
            </a:xfrm>
            <a:prstGeom prst="rect">
              <a:avLst/>
            </a:prstGeom>
            <a:noFill/>
            <a:ln>
              <a:noFill/>
            </a:ln>
          </p:spPr>
        </p:pic>
        <p:pic>
          <p:nvPicPr>
            <p:cNvPr id="627" name="Google Shape;627;p111" descr="http://i.telegraph.co.uk/multimedia/archive/02964/Internet_troll_2964588b.jpg"/>
            <p:cNvPicPr preferRelativeResize="0"/>
            <p:nvPr/>
          </p:nvPicPr>
          <p:blipFill rotWithShape="1">
            <a:blip r:embed="rId11">
              <a:alphaModFix/>
            </a:blip>
            <a:srcRect l="18540"/>
            <a:stretch/>
          </p:blipFill>
          <p:spPr>
            <a:xfrm flipH="1">
              <a:off x="1524000" y="3639244"/>
              <a:ext cx="1524000" cy="1106860"/>
            </a:xfrm>
            <a:prstGeom prst="rect">
              <a:avLst/>
            </a:prstGeom>
            <a:noFill/>
            <a:ln>
              <a:noFill/>
            </a:ln>
          </p:spPr>
        </p:pic>
        <p:pic>
          <p:nvPicPr>
            <p:cNvPr id="628" name="Google Shape;628;p111"/>
            <p:cNvPicPr preferRelativeResize="0"/>
            <p:nvPr/>
          </p:nvPicPr>
          <p:blipFill rotWithShape="1">
            <a:blip r:embed="rId12">
              <a:alphaModFix/>
            </a:blip>
            <a:srcRect/>
            <a:stretch/>
          </p:blipFill>
          <p:spPr>
            <a:xfrm>
              <a:off x="6076122" y="3638549"/>
              <a:ext cx="1543879" cy="1141222"/>
            </a:xfrm>
            <a:prstGeom prst="rect">
              <a:avLst/>
            </a:prstGeom>
            <a:noFill/>
            <a:ln>
              <a:noFill/>
            </a:ln>
          </p:spPr>
        </p:pic>
        <p:pic>
          <p:nvPicPr>
            <p:cNvPr id="629" name="Google Shape;629;p111"/>
            <p:cNvPicPr preferRelativeResize="0"/>
            <p:nvPr/>
          </p:nvPicPr>
          <p:blipFill rotWithShape="1">
            <a:blip r:embed="rId13">
              <a:alphaModFix/>
            </a:blip>
            <a:srcRect t="16729" r="823" b="7543"/>
            <a:stretch/>
          </p:blipFill>
          <p:spPr>
            <a:xfrm>
              <a:off x="4572000" y="3656716"/>
              <a:ext cx="1504122" cy="1089388"/>
            </a:xfrm>
            <a:prstGeom prst="rect">
              <a:avLst/>
            </a:prstGeom>
            <a:noFill/>
            <a:ln>
              <a:noFill/>
            </a:ln>
          </p:spPr>
        </p:pic>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630"/>
        <p:cNvGrpSpPr/>
        <p:nvPr/>
      </p:nvGrpSpPr>
      <p:grpSpPr>
        <a:xfrm>
          <a:off x="0" y="0"/>
          <a:ext cx="0" cy="0"/>
          <a:chOff x="0" y="0"/>
          <a:chExt cx="0" cy="0"/>
        </a:xfrm>
      </p:grpSpPr>
      <p:sp>
        <p:nvSpPr>
          <p:cNvPr id="631" name="Google Shape;631;p112"/>
          <p:cNvSpPr txBox="1">
            <a:spLocks noGrp="1"/>
          </p:cNvSpPr>
          <p:nvPr>
            <p:ph type="title"/>
          </p:nvPr>
        </p:nvSpPr>
        <p:spPr>
          <a:xfrm>
            <a:off x="609601" y="227736"/>
            <a:ext cx="10515600" cy="736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7E287E"/>
              </a:buClr>
              <a:buSzPts val="4300"/>
              <a:buFont typeface="Calibri"/>
              <a:buNone/>
              <a:defRPr sz="4300" b="1" i="0" u="none" strike="noStrike" cap="none">
                <a:solidFill>
                  <a:srgbClr val="7E287E"/>
                </a:solidFill>
                <a:latin typeface="Calibri"/>
                <a:ea typeface="Calibri"/>
                <a:cs typeface="Calibri"/>
                <a:sym typeface="Calibri"/>
              </a:defRPr>
            </a:lvl1pPr>
            <a:lvl2pPr lvl="1" rtl="0">
              <a:spcBef>
                <a:spcPts val="0"/>
              </a:spcBef>
              <a:spcAft>
                <a:spcPts val="0"/>
              </a:spcAft>
              <a:buSzPts val="3700"/>
              <a:buNone/>
              <a:defRPr sz="1900"/>
            </a:lvl2pPr>
            <a:lvl3pPr lvl="2" rtl="0">
              <a:spcBef>
                <a:spcPts val="0"/>
              </a:spcBef>
              <a:spcAft>
                <a:spcPts val="0"/>
              </a:spcAft>
              <a:buSzPts val="3700"/>
              <a:buNone/>
              <a:defRPr sz="1900"/>
            </a:lvl3pPr>
            <a:lvl4pPr lvl="3" rtl="0">
              <a:spcBef>
                <a:spcPts val="0"/>
              </a:spcBef>
              <a:spcAft>
                <a:spcPts val="0"/>
              </a:spcAft>
              <a:buSzPts val="3700"/>
              <a:buNone/>
              <a:defRPr sz="1900"/>
            </a:lvl4pPr>
            <a:lvl5pPr lvl="4" rtl="0">
              <a:spcBef>
                <a:spcPts val="0"/>
              </a:spcBef>
              <a:spcAft>
                <a:spcPts val="0"/>
              </a:spcAft>
              <a:buSzPts val="3700"/>
              <a:buNone/>
              <a:defRPr sz="1900"/>
            </a:lvl5pPr>
            <a:lvl6pPr lvl="5" rtl="0">
              <a:spcBef>
                <a:spcPts val="0"/>
              </a:spcBef>
              <a:spcAft>
                <a:spcPts val="0"/>
              </a:spcAft>
              <a:buSzPts val="3700"/>
              <a:buNone/>
              <a:defRPr sz="1900"/>
            </a:lvl6pPr>
            <a:lvl7pPr lvl="6" rtl="0">
              <a:spcBef>
                <a:spcPts val="0"/>
              </a:spcBef>
              <a:spcAft>
                <a:spcPts val="0"/>
              </a:spcAft>
              <a:buSzPts val="3700"/>
              <a:buNone/>
              <a:defRPr sz="1900"/>
            </a:lvl7pPr>
            <a:lvl8pPr lvl="7" rtl="0">
              <a:spcBef>
                <a:spcPts val="0"/>
              </a:spcBef>
              <a:spcAft>
                <a:spcPts val="0"/>
              </a:spcAft>
              <a:buSzPts val="3700"/>
              <a:buNone/>
              <a:defRPr sz="1900"/>
            </a:lvl8pPr>
            <a:lvl9pPr lvl="8" rtl="0">
              <a:spcBef>
                <a:spcPts val="0"/>
              </a:spcBef>
              <a:spcAft>
                <a:spcPts val="0"/>
              </a:spcAft>
              <a:buSzPts val="3700"/>
              <a:buNone/>
              <a:defRPr sz="1900"/>
            </a:lvl9pPr>
          </a:lstStyle>
          <a:p>
            <a:endParaRPr/>
          </a:p>
        </p:txBody>
      </p:sp>
      <p:cxnSp>
        <p:nvCxnSpPr>
          <p:cNvPr id="632" name="Google Shape;632;p112"/>
          <p:cNvCxnSpPr/>
          <p:nvPr/>
        </p:nvCxnSpPr>
        <p:spPr>
          <a:xfrm rot="10800000" flipH="1">
            <a:off x="771050" y="1143719"/>
            <a:ext cx="10816800" cy="2400"/>
          </a:xfrm>
          <a:prstGeom prst="straightConnector1">
            <a:avLst/>
          </a:prstGeom>
          <a:noFill/>
          <a:ln w="9525" cap="flat" cmpd="sng">
            <a:solidFill>
              <a:srgbClr val="B4B4B4"/>
            </a:solidFill>
            <a:prstDash val="solid"/>
            <a:round/>
            <a:headEnd type="none" w="sm" len="sm"/>
            <a:tailEnd type="none" w="sm" len="sm"/>
          </a:ln>
        </p:spPr>
      </p:cxnSp>
      <p:cxnSp>
        <p:nvCxnSpPr>
          <p:cNvPr id="633" name="Google Shape;633;p112"/>
          <p:cNvCxnSpPr/>
          <p:nvPr/>
        </p:nvCxnSpPr>
        <p:spPr>
          <a:xfrm>
            <a:off x="0" y="0"/>
            <a:ext cx="0" cy="6858000"/>
          </a:xfrm>
          <a:prstGeom prst="straightConnector1">
            <a:avLst/>
          </a:prstGeom>
          <a:noFill/>
          <a:ln w="57150" cap="flat" cmpd="sng">
            <a:solidFill>
              <a:srgbClr val="00926F"/>
            </a:solidFill>
            <a:prstDash val="solid"/>
            <a:round/>
            <a:headEnd type="none" w="sm" len="sm"/>
            <a:tailEnd type="none" w="sm" len="sm"/>
          </a:ln>
        </p:spPr>
      </p:cxnSp>
      <p:sp>
        <p:nvSpPr>
          <p:cNvPr id="634" name="Google Shape;634;p112"/>
          <p:cNvSpPr txBox="1">
            <a:spLocks noGrp="1"/>
          </p:cNvSpPr>
          <p:nvPr>
            <p:ph type="body" idx="1"/>
          </p:nvPr>
        </p:nvSpPr>
        <p:spPr>
          <a:xfrm>
            <a:off x="609601" y="1531090"/>
            <a:ext cx="10515600" cy="499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700"/>
              </a:spcBef>
              <a:spcAft>
                <a:spcPts val="0"/>
              </a:spcAft>
              <a:buClr>
                <a:srgbClr val="5D5D5D"/>
              </a:buClr>
              <a:buSzPts val="3200"/>
              <a:buFont typeface="Arial"/>
              <a:buNone/>
              <a:defRPr sz="3200" b="0" i="0" u="none" strike="noStrike" cap="none">
                <a:solidFill>
                  <a:srgbClr val="5D5D5D"/>
                </a:solidFill>
                <a:latin typeface="Calibri"/>
                <a:ea typeface="Calibri"/>
                <a:cs typeface="Calibri"/>
                <a:sym typeface="Calibri"/>
              </a:defRPr>
            </a:lvl1pPr>
            <a:lvl2pPr marL="914400" marR="0" lvl="1"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2pPr>
            <a:lvl3pPr marL="1371600" marR="0" lvl="2"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3pPr>
            <a:lvl4pPr marL="1828800" marR="0" lvl="3"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4pPr>
            <a:lvl5pPr marL="2286000" marR="0" lvl="4"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7_Blank 1">
  <p:cSld name="7_Blank_1">
    <p:spTree>
      <p:nvGrpSpPr>
        <p:cNvPr id="1" name="Shape 635"/>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636"/>
        <p:cNvGrpSpPr/>
        <p:nvPr/>
      </p:nvGrpSpPr>
      <p:grpSpPr>
        <a:xfrm>
          <a:off x="0" y="0"/>
          <a:ext cx="0" cy="0"/>
          <a:chOff x="0" y="0"/>
          <a:chExt cx="0" cy="0"/>
        </a:xfrm>
      </p:grpSpPr>
      <p:sp>
        <p:nvSpPr>
          <p:cNvPr id="637" name="Google Shape;637;p114"/>
          <p:cNvSpPr>
            <a:spLocks noGrp="1"/>
          </p:cNvSpPr>
          <p:nvPr>
            <p:ph type="title"/>
          </p:nvPr>
        </p:nvSpPr>
        <p:spPr>
          <a:xfrm>
            <a:off x="0" y="501931"/>
            <a:ext cx="10972800" cy="887200"/>
          </a:xfrm>
          <a:prstGeom prst="homePlate">
            <a:avLst>
              <a:gd name="adj" fmla="val 35116"/>
            </a:avLst>
          </a:prstGeom>
          <a:solidFill>
            <a:srgbClr val="00B086"/>
          </a:solidFill>
          <a:ln w="9525" cap="flat" cmpd="sng">
            <a:solidFill>
              <a:srgbClr val="00B086"/>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lvl1pPr marR="0" lvl="0" algn="l" rtl="0">
              <a:spcBef>
                <a:spcPts val="0"/>
              </a:spcBef>
              <a:spcAft>
                <a:spcPts val="0"/>
              </a:spcAft>
              <a:buClr>
                <a:srgbClr val="FFFFFF"/>
              </a:buClr>
              <a:buSzPts val="2400"/>
              <a:buFont typeface="Helvetica Neue"/>
              <a:buNone/>
              <a:defRPr sz="2400" b="0" i="0" u="none" strike="noStrike" cap="none">
                <a:solidFill>
                  <a:srgbClr val="FFFFFF"/>
                </a:solidFill>
                <a:latin typeface="Helvetica Neue"/>
                <a:ea typeface="Helvetica Neue"/>
                <a:cs typeface="Helvetica Neue"/>
                <a:sym typeface="Helvetica Neue"/>
              </a:defRPr>
            </a:lvl1pPr>
            <a:lvl2pPr lvl="1" rtl="0">
              <a:spcBef>
                <a:spcPts val="0"/>
              </a:spcBef>
              <a:spcAft>
                <a:spcPts val="0"/>
              </a:spcAft>
              <a:buSzPts val="3700"/>
              <a:buNone/>
              <a:defRPr sz="1900"/>
            </a:lvl2pPr>
            <a:lvl3pPr lvl="2" rtl="0">
              <a:spcBef>
                <a:spcPts val="0"/>
              </a:spcBef>
              <a:spcAft>
                <a:spcPts val="0"/>
              </a:spcAft>
              <a:buSzPts val="3700"/>
              <a:buNone/>
              <a:defRPr sz="1900"/>
            </a:lvl3pPr>
            <a:lvl4pPr lvl="3" rtl="0">
              <a:spcBef>
                <a:spcPts val="0"/>
              </a:spcBef>
              <a:spcAft>
                <a:spcPts val="0"/>
              </a:spcAft>
              <a:buSzPts val="3700"/>
              <a:buNone/>
              <a:defRPr sz="1900"/>
            </a:lvl4pPr>
            <a:lvl5pPr lvl="4" rtl="0">
              <a:spcBef>
                <a:spcPts val="0"/>
              </a:spcBef>
              <a:spcAft>
                <a:spcPts val="0"/>
              </a:spcAft>
              <a:buSzPts val="3700"/>
              <a:buNone/>
              <a:defRPr sz="1900"/>
            </a:lvl5pPr>
            <a:lvl6pPr lvl="5" rtl="0">
              <a:spcBef>
                <a:spcPts val="0"/>
              </a:spcBef>
              <a:spcAft>
                <a:spcPts val="0"/>
              </a:spcAft>
              <a:buSzPts val="3700"/>
              <a:buNone/>
              <a:defRPr sz="1900"/>
            </a:lvl6pPr>
            <a:lvl7pPr lvl="6" rtl="0">
              <a:spcBef>
                <a:spcPts val="0"/>
              </a:spcBef>
              <a:spcAft>
                <a:spcPts val="0"/>
              </a:spcAft>
              <a:buSzPts val="3700"/>
              <a:buNone/>
              <a:defRPr sz="1900"/>
            </a:lvl7pPr>
            <a:lvl8pPr lvl="7" rtl="0">
              <a:spcBef>
                <a:spcPts val="0"/>
              </a:spcBef>
              <a:spcAft>
                <a:spcPts val="0"/>
              </a:spcAft>
              <a:buSzPts val="3700"/>
              <a:buNone/>
              <a:defRPr sz="1900"/>
            </a:lvl8pPr>
            <a:lvl9pPr lvl="8" rtl="0">
              <a:spcBef>
                <a:spcPts val="0"/>
              </a:spcBef>
              <a:spcAft>
                <a:spcPts val="0"/>
              </a:spcAft>
              <a:buSzPts val="3700"/>
              <a:buNone/>
              <a:defRPr sz="1900"/>
            </a:lvl9pPr>
          </a:lstStyle>
          <a:p>
            <a:endParaRPr/>
          </a:p>
        </p:txBody>
      </p:sp>
      <p:sp>
        <p:nvSpPr>
          <p:cNvPr id="638" name="Google Shape;638;p114"/>
          <p:cNvSpPr txBox="1">
            <a:spLocks noGrp="1"/>
          </p:cNvSpPr>
          <p:nvPr>
            <p:ph type="body" idx="1"/>
          </p:nvPr>
        </p:nvSpPr>
        <p:spPr>
          <a:xfrm>
            <a:off x="838200" y="1826684"/>
            <a:ext cx="10515600" cy="4349600"/>
          </a:xfrm>
          <a:prstGeom prst="rect">
            <a:avLst/>
          </a:prstGeom>
          <a:noFill/>
          <a:ln>
            <a:noFill/>
          </a:ln>
        </p:spPr>
        <p:txBody>
          <a:bodyPr spcFirstLastPara="1" wrap="square" lIns="91425" tIns="45700" rIns="91425" bIns="45700" anchor="t" anchorCtr="0">
            <a:noAutofit/>
          </a:bodyPr>
          <a:lstStyle>
            <a:lvl1pPr marL="457200" marR="0" lvl="0" indent="-501650" algn="l" rtl="0">
              <a:spcBef>
                <a:spcPts val="800"/>
              </a:spcBef>
              <a:spcAft>
                <a:spcPts val="0"/>
              </a:spcAft>
              <a:buClr>
                <a:schemeClr val="dk1"/>
              </a:buClr>
              <a:buSzPts val="4300"/>
              <a:buFont typeface="Arial"/>
              <a:buChar char="•"/>
              <a:defRPr sz="4300" b="0" i="0" u="none" strike="noStrike" cap="none">
                <a:solidFill>
                  <a:schemeClr val="dk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Calibri"/>
                <a:ea typeface="Calibri"/>
                <a:cs typeface="Calibri"/>
                <a:sym typeface="Calibri"/>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639" name="Google Shape;639;p114"/>
          <p:cNvSpPr txBox="1"/>
          <p:nvPr/>
        </p:nvSpPr>
        <p:spPr>
          <a:xfrm>
            <a:off x="838200" y="366185"/>
            <a:ext cx="10515600" cy="1325200"/>
          </a:xfrm>
          <a:prstGeom prst="rect">
            <a:avLst/>
          </a:prstGeom>
          <a:noFill/>
          <a:ln>
            <a:noFill/>
          </a:ln>
        </p:spPr>
        <p:txBody>
          <a:bodyPr spcFirstLastPara="1" wrap="square" lIns="121900" tIns="60975" rIns="121900" bIns="60975" anchor="ctr" anchorCtr="0">
            <a:noAutofit/>
          </a:bodyPr>
          <a:lstStyle/>
          <a:p>
            <a:pPr marL="0" marR="0" lvl="0" indent="0" algn="l" rtl="0">
              <a:lnSpc>
                <a:spcPct val="90000"/>
              </a:lnSpc>
              <a:spcBef>
                <a:spcPts val="0"/>
              </a:spcBef>
              <a:spcAft>
                <a:spcPts val="0"/>
              </a:spcAft>
              <a:buClr>
                <a:srgbClr val="FFFFFF"/>
              </a:buClr>
              <a:buSzPts val="3700"/>
              <a:buFont typeface="Helvetica Neue"/>
              <a:buNone/>
            </a:pPr>
            <a:r>
              <a:rPr lang="en-US" sz="3700">
                <a:solidFill>
                  <a:srgbClr val="FFFFFF"/>
                </a:solidFill>
                <a:latin typeface="Helvetica Neue"/>
                <a:ea typeface="Helvetica Neue"/>
                <a:cs typeface="Helvetica Neue"/>
                <a:sym typeface="Helvetica Neue"/>
              </a:rPr>
              <a:t>Click to edit Master title style</a:t>
            </a:r>
            <a:endParaRPr sz="150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640"/>
        <p:cNvGrpSpPr/>
        <p:nvPr/>
      </p:nvGrpSpPr>
      <p:grpSpPr>
        <a:xfrm>
          <a:off x="0" y="0"/>
          <a:ext cx="0" cy="0"/>
          <a:chOff x="0" y="0"/>
          <a:chExt cx="0" cy="0"/>
        </a:xfrm>
      </p:grpSpPr>
      <p:sp>
        <p:nvSpPr>
          <p:cNvPr id="641" name="Google Shape;641;p115"/>
          <p:cNvSpPr txBox="1">
            <a:spLocks noGrp="1"/>
          </p:cNvSpPr>
          <p:nvPr>
            <p:ph type="body" idx="1"/>
          </p:nvPr>
        </p:nvSpPr>
        <p:spPr>
          <a:xfrm>
            <a:off x="914400" y="1354913"/>
            <a:ext cx="10363200" cy="4438800"/>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21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9250" algn="l" rtl="0">
              <a:spcBef>
                <a:spcPts val="21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7_Blank 2">
  <p:cSld name="7_Blank_2">
    <p:spTree>
      <p:nvGrpSpPr>
        <p:cNvPr id="1" name="Shape 642"/>
        <p:cNvGrpSpPr/>
        <p:nvPr/>
      </p:nvGrpSpPr>
      <p:grpSpPr>
        <a:xfrm>
          <a:off x="0" y="0"/>
          <a:ext cx="0" cy="0"/>
          <a:chOff x="0" y="0"/>
          <a:chExt cx="0" cy="0"/>
        </a:xfrm>
      </p:grpSpPr>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5_Presenter Info Slide">
  <p:cSld name="5_Presenter Info Slide">
    <p:spTree>
      <p:nvGrpSpPr>
        <p:cNvPr id="1" name="Shape 643"/>
        <p:cNvGrpSpPr/>
        <p:nvPr/>
      </p:nvGrpSpPr>
      <p:grpSpPr>
        <a:xfrm>
          <a:off x="0" y="0"/>
          <a:ext cx="0" cy="0"/>
          <a:chOff x="0" y="0"/>
          <a:chExt cx="0" cy="0"/>
        </a:xfrm>
      </p:grpSpPr>
      <p:sp>
        <p:nvSpPr>
          <p:cNvPr id="644" name="Google Shape;644;p117"/>
          <p:cNvSpPr txBox="1">
            <a:spLocks noGrp="1"/>
          </p:cNvSpPr>
          <p:nvPr>
            <p:ph type="title"/>
          </p:nvPr>
        </p:nvSpPr>
        <p:spPr>
          <a:xfrm>
            <a:off x="609601" y="227736"/>
            <a:ext cx="10515600" cy="73600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Clr>
                <a:schemeClr val="accent2"/>
              </a:buClr>
              <a:buSzPts val="4300"/>
              <a:buFont typeface="Calibri"/>
              <a:buNone/>
              <a:defRPr sz="4300" b="0" i="0" u="none" strike="noStrike" cap="none">
                <a:solidFill>
                  <a:schemeClr val="accent2"/>
                </a:solidFill>
                <a:latin typeface="Calibri"/>
                <a:ea typeface="Calibri"/>
                <a:cs typeface="Calibri"/>
                <a:sym typeface="Calibri"/>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645" name="Google Shape;645;p117"/>
          <p:cNvSpPr>
            <a:spLocks noGrp="1"/>
          </p:cNvSpPr>
          <p:nvPr>
            <p:ph type="pic" idx="2"/>
          </p:nvPr>
        </p:nvSpPr>
        <p:spPr>
          <a:xfrm>
            <a:off x="609602" y="1698547"/>
            <a:ext cx="3954000" cy="3954000"/>
          </a:xfrm>
          <a:prstGeom prst="ellipse">
            <a:avLst/>
          </a:prstGeom>
          <a:noFill/>
          <a:ln w="38100" cap="flat" cmpd="sng">
            <a:solidFill>
              <a:srgbClr val="00B086"/>
            </a:solidFill>
            <a:prstDash val="solid"/>
            <a:round/>
            <a:headEnd type="none" w="sm" len="sm"/>
            <a:tailEnd type="none" w="sm" len="sm"/>
          </a:ln>
        </p:spPr>
        <p:txBody>
          <a:bodyPr spcFirstLastPara="1" wrap="square" lIns="91425" tIns="91425" rIns="91425" bIns="91425" anchor="t" anchorCtr="0">
            <a:noAutofit/>
          </a:bodyPr>
          <a:lstStyle>
            <a:lvl1pPr marR="0" lvl="0" algn="l" rtl="0">
              <a:spcBef>
                <a:spcPts val="7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R="0" lvl="1" algn="l" rtl="0">
              <a:spcBef>
                <a:spcPts val="8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R="0" lvl="2" algn="l" rtl="0">
              <a:spcBef>
                <a:spcPts val="7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R="0" lvl="3" algn="l" rtl="0">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R="0" lvl="4" algn="l" rtl="0">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R="0" lvl="5"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R="0" lvl="6"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R="0" lvl="7"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R="0" lvl="8" algn="l" rtl="0">
              <a:spcBef>
                <a:spcPts val="5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646" name="Google Shape;646;p117"/>
          <p:cNvSpPr txBox="1">
            <a:spLocks noGrp="1"/>
          </p:cNvSpPr>
          <p:nvPr>
            <p:ph type="body" idx="1"/>
          </p:nvPr>
        </p:nvSpPr>
        <p:spPr>
          <a:xfrm>
            <a:off x="4835609" y="1698547"/>
            <a:ext cx="6289600" cy="3954000"/>
          </a:xfrm>
          <a:prstGeom prst="rect">
            <a:avLst/>
          </a:prstGeom>
          <a:noFill/>
          <a:ln w="9525" cap="flat" cmpd="sng">
            <a:solidFill>
              <a:srgbClr val="00B086"/>
            </a:solidFill>
            <a:prstDash val="solid"/>
            <a:round/>
            <a:headEnd type="none" w="sm" len="sm"/>
            <a:tailEnd type="none" w="sm" len="sm"/>
          </a:ln>
        </p:spPr>
        <p:txBody>
          <a:bodyPr spcFirstLastPara="1" wrap="square" lIns="91425" tIns="91425" rIns="91425" bIns="91425" anchor="ctr" anchorCtr="0">
            <a:noAutofit/>
          </a:bodyPr>
          <a:lstStyle>
            <a:lvl1pPr marL="457200" marR="0" lvl="0" indent="-412750" algn="l" rtl="0">
              <a:spcBef>
                <a:spcPts val="500"/>
              </a:spcBef>
              <a:spcAft>
                <a:spcPts val="0"/>
              </a:spcAft>
              <a:buClr>
                <a:srgbClr val="00B086"/>
              </a:buClr>
              <a:buSzPts val="2900"/>
              <a:buFont typeface="Arial"/>
              <a:buChar char="•"/>
              <a:defRPr sz="2400" b="0" i="0" u="none" strike="noStrike" cap="none">
                <a:solidFill>
                  <a:schemeClr val="dk1"/>
                </a:solidFill>
                <a:latin typeface="Calibri"/>
                <a:ea typeface="Calibri"/>
                <a:cs typeface="Calibri"/>
                <a:sym typeface="Calibri"/>
              </a:defRPr>
            </a:lvl1pPr>
            <a:lvl2pPr marL="914400" marR="0" lvl="1" indent="-463550" algn="l" rtl="0">
              <a:spcBef>
                <a:spcPts val="16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3_Blank">
  <p:cSld name="3_Blank">
    <p:bg>
      <p:bgPr>
        <a:solidFill>
          <a:srgbClr val="00B086"/>
        </a:solidFill>
        <a:effectLst/>
      </p:bgPr>
    </p:bg>
    <p:spTree>
      <p:nvGrpSpPr>
        <p:cNvPr id="1" name="Shape 647"/>
        <p:cNvGrpSpPr/>
        <p:nvPr/>
      </p:nvGrpSpPr>
      <p:grpSpPr>
        <a:xfrm>
          <a:off x="0" y="0"/>
          <a:ext cx="0" cy="0"/>
          <a:chOff x="0" y="0"/>
          <a:chExt cx="0" cy="0"/>
        </a:xfrm>
      </p:grpSpPr>
      <p:grpSp>
        <p:nvGrpSpPr>
          <p:cNvPr id="648" name="Google Shape;648;p118"/>
          <p:cNvGrpSpPr/>
          <p:nvPr/>
        </p:nvGrpSpPr>
        <p:grpSpPr>
          <a:xfrm flipH="1">
            <a:off x="-314529" y="12701"/>
            <a:ext cx="12506530" cy="7013765"/>
            <a:chOff x="119" y="6"/>
            <a:chExt cx="5390" cy="3314"/>
          </a:xfrm>
        </p:grpSpPr>
        <p:sp>
          <p:nvSpPr>
            <p:cNvPr id="649" name="Google Shape;649;p118"/>
            <p:cNvSpPr/>
            <p:nvPr/>
          </p:nvSpPr>
          <p:spPr>
            <a:xfrm>
              <a:off x="119" y="885"/>
              <a:ext cx="2991" cy="2435"/>
            </a:xfrm>
            <a:custGeom>
              <a:avLst/>
              <a:gdLst/>
              <a:ahLst/>
              <a:cxnLst/>
              <a:rect l="l" t="t" r="r" b="b"/>
              <a:pathLst>
                <a:path w="1404" h="1143" extrusionOk="0">
                  <a:moveTo>
                    <a:pt x="962" y="28"/>
                  </a:moveTo>
                  <a:cubicBezTo>
                    <a:pt x="884" y="10"/>
                    <a:pt x="799" y="0"/>
                    <a:pt x="711" y="0"/>
                  </a:cubicBezTo>
                  <a:cubicBezTo>
                    <a:pt x="318" y="0"/>
                    <a:pt x="0" y="192"/>
                    <a:pt x="0" y="429"/>
                  </a:cubicBezTo>
                  <a:cubicBezTo>
                    <a:pt x="0" y="579"/>
                    <a:pt x="127" y="711"/>
                    <a:pt x="319" y="788"/>
                  </a:cubicBezTo>
                  <a:cubicBezTo>
                    <a:pt x="342" y="881"/>
                    <a:pt x="426" y="1036"/>
                    <a:pt x="637" y="1143"/>
                  </a:cubicBezTo>
                  <a:cubicBezTo>
                    <a:pt x="581" y="1045"/>
                    <a:pt x="539" y="927"/>
                    <a:pt x="541" y="846"/>
                  </a:cubicBezTo>
                  <a:cubicBezTo>
                    <a:pt x="595" y="854"/>
                    <a:pt x="652" y="859"/>
                    <a:pt x="711" y="859"/>
                  </a:cubicBezTo>
                  <a:cubicBezTo>
                    <a:pt x="1050" y="859"/>
                    <a:pt x="1334" y="715"/>
                    <a:pt x="1404" y="522"/>
                  </a:cubicBezTo>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sp>
          <p:nvSpPr>
            <p:cNvPr id="650" name="Google Shape;650;p118"/>
            <p:cNvSpPr/>
            <p:nvPr/>
          </p:nvSpPr>
          <p:spPr>
            <a:xfrm>
              <a:off x="2482" y="6"/>
              <a:ext cx="3027" cy="2377"/>
            </a:xfrm>
            <a:custGeom>
              <a:avLst/>
              <a:gdLst/>
              <a:ahLst/>
              <a:cxnLst/>
              <a:rect l="l" t="t" r="r" b="b"/>
              <a:pathLst>
                <a:path w="1421" h="1116" extrusionOk="0">
                  <a:moveTo>
                    <a:pt x="1421" y="430"/>
                  </a:moveTo>
                  <a:cubicBezTo>
                    <a:pt x="1421" y="193"/>
                    <a:pt x="1103" y="0"/>
                    <a:pt x="710" y="0"/>
                  </a:cubicBezTo>
                  <a:cubicBezTo>
                    <a:pt x="318" y="0"/>
                    <a:pt x="0" y="193"/>
                    <a:pt x="0" y="430"/>
                  </a:cubicBezTo>
                  <a:cubicBezTo>
                    <a:pt x="0" y="667"/>
                    <a:pt x="318" y="859"/>
                    <a:pt x="710" y="859"/>
                  </a:cubicBezTo>
                  <a:cubicBezTo>
                    <a:pt x="787" y="859"/>
                    <a:pt x="861" y="852"/>
                    <a:pt x="930" y="838"/>
                  </a:cubicBezTo>
                  <a:cubicBezTo>
                    <a:pt x="920" y="928"/>
                    <a:pt x="881" y="1024"/>
                    <a:pt x="825" y="1116"/>
                  </a:cubicBezTo>
                  <a:cubicBezTo>
                    <a:pt x="1078" y="1007"/>
                    <a:pt x="1148" y="817"/>
                    <a:pt x="1164" y="760"/>
                  </a:cubicBezTo>
                  <a:cubicBezTo>
                    <a:pt x="1321" y="681"/>
                    <a:pt x="1421" y="563"/>
                    <a:pt x="1421" y="430"/>
                  </a:cubicBezTo>
                  <a:close/>
                </a:path>
              </a:pathLst>
            </a:custGeom>
            <a:noFill/>
            <a:ln w="317500" cap="rnd" cmpd="sng">
              <a:solidFill>
                <a:schemeClr val="dk1">
                  <a:alpha val="745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303030"/>
                </a:solidFill>
                <a:latin typeface="Calibri"/>
                <a:ea typeface="Calibri"/>
                <a:cs typeface="Calibri"/>
                <a:sym typeface="Calibri"/>
              </a:endParaRPr>
            </a:p>
          </p:txBody>
        </p:sp>
      </p:grpSp>
      <p:sp>
        <p:nvSpPr>
          <p:cNvPr id="651" name="Google Shape;651;p118"/>
          <p:cNvSpPr txBox="1">
            <a:spLocks noGrp="1"/>
          </p:cNvSpPr>
          <p:nvPr>
            <p:ph type="body" idx="1"/>
          </p:nvPr>
        </p:nvSpPr>
        <p:spPr>
          <a:xfrm>
            <a:off x="1235901" y="2379135"/>
            <a:ext cx="9736800" cy="2438400"/>
          </a:xfrm>
          <a:prstGeom prst="rect">
            <a:avLst/>
          </a:prstGeom>
          <a:noFill/>
          <a:ln>
            <a:noFill/>
          </a:ln>
        </p:spPr>
        <p:txBody>
          <a:bodyPr spcFirstLastPara="1" wrap="square" lIns="91425" tIns="91425" rIns="91425" bIns="91425" anchor="ctr" anchorCtr="0">
            <a:noAutofit/>
          </a:bodyPr>
          <a:lstStyle>
            <a:lvl1pPr marL="457200" marR="0" lvl="0" indent="-228600" algn="ctr" rtl="0">
              <a:spcBef>
                <a:spcPts val="1500"/>
              </a:spcBef>
              <a:spcAft>
                <a:spcPts val="0"/>
              </a:spcAft>
              <a:buClr>
                <a:schemeClr val="lt1"/>
              </a:buClr>
              <a:buSzPts val="7200"/>
              <a:buFont typeface="Arial"/>
              <a:buNone/>
              <a:defRPr sz="7200" b="0" i="0" u="none" strike="noStrike" cap="none">
                <a:solidFill>
                  <a:schemeClr val="lt1"/>
                </a:solidFill>
                <a:latin typeface="Calibri"/>
                <a:ea typeface="Calibri"/>
                <a:cs typeface="Calibri"/>
                <a:sym typeface="Calibri"/>
              </a:defRPr>
            </a:lvl1pPr>
            <a:lvl2pPr marL="914400" marR="0" lvl="1" indent="-463550" algn="l" rtl="0">
              <a:spcBef>
                <a:spcPts val="21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spcBef>
                <a:spcPts val="21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4_Presenter Info Slide">
  <p:cSld name="4_Presenter Info Slide">
    <p:spTree>
      <p:nvGrpSpPr>
        <p:cNvPr id="1" name="Shape 652"/>
        <p:cNvGrpSpPr/>
        <p:nvPr/>
      </p:nvGrpSpPr>
      <p:grpSpPr>
        <a:xfrm>
          <a:off x="0" y="0"/>
          <a:ext cx="0" cy="0"/>
          <a:chOff x="0" y="0"/>
          <a:chExt cx="0" cy="0"/>
        </a:xfrm>
      </p:grpSpPr>
      <p:sp>
        <p:nvSpPr>
          <p:cNvPr id="653" name="Google Shape;653;p119"/>
          <p:cNvSpPr/>
          <p:nvPr/>
        </p:nvSpPr>
        <p:spPr>
          <a:xfrm>
            <a:off x="0" y="452630"/>
            <a:ext cx="10972800" cy="826400"/>
          </a:xfrm>
          <a:prstGeom prst="homePlate">
            <a:avLst>
              <a:gd name="adj" fmla="val 35116"/>
            </a:avLst>
          </a:prstGeom>
          <a:solidFill>
            <a:srgbClr val="00B086"/>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Arial"/>
              <a:buNone/>
            </a:pPr>
            <a:endParaRPr sz="2400" b="0" i="0" u="none" strike="noStrike" cap="none">
              <a:solidFill>
                <a:srgbClr val="FFFFFF"/>
              </a:solidFill>
              <a:latin typeface="Arial"/>
              <a:ea typeface="Arial"/>
              <a:cs typeface="Arial"/>
              <a:sym typeface="Arial"/>
            </a:endParaRPr>
          </a:p>
        </p:txBody>
      </p:sp>
      <p:sp>
        <p:nvSpPr>
          <p:cNvPr id="654" name="Google Shape;654;p119"/>
          <p:cNvSpPr txBox="1">
            <a:spLocks noGrp="1"/>
          </p:cNvSpPr>
          <p:nvPr>
            <p:ph type="title"/>
          </p:nvPr>
        </p:nvSpPr>
        <p:spPr>
          <a:xfrm>
            <a:off x="457200" y="542748"/>
            <a:ext cx="7368400" cy="73600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Clr>
                <a:schemeClr val="lt1"/>
              </a:buClr>
              <a:buSzPts val="3200"/>
              <a:buFont typeface="Calibri"/>
              <a:buNone/>
              <a:defRPr sz="3200" b="0" i="0" u="none" strike="noStrike" cap="none">
                <a:solidFill>
                  <a:schemeClr val="lt1"/>
                </a:solidFill>
                <a:latin typeface="Calibri"/>
                <a:ea typeface="Calibri"/>
                <a:cs typeface="Calibri"/>
                <a:sym typeface="Calibri"/>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655" name="Google Shape;655;p119"/>
          <p:cNvSpPr txBox="1">
            <a:spLocks noGrp="1"/>
          </p:cNvSpPr>
          <p:nvPr>
            <p:ph type="body" idx="1"/>
          </p:nvPr>
        </p:nvSpPr>
        <p:spPr>
          <a:xfrm>
            <a:off x="297710" y="1531090"/>
            <a:ext cx="11696000" cy="4990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rgbClr val="5D5D5D"/>
              </a:buClr>
              <a:buSzPts val="3700"/>
              <a:buFont typeface="Arial"/>
              <a:buNone/>
              <a:defRPr sz="3700" b="0" i="0" u="none" strike="noStrike" cap="none">
                <a:solidFill>
                  <a:srgbClr val="5D5D5D"/>
                </a:solidFill>
                <a:latin typeface="Calibri"/>
                <a:ea typeface="Calibri"/>
                <a:cs typeface="Calibri"/>
                <a:sym typeface="Calibri"/>
              </a:defRPr>
            </a:lvl1pPr>
            <a:lvl2pPr marL="914400" marR="0" lvl="1"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2pPr>
            <a:lvl3pPr marL="1371600" marR="0" lvl="2"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3pPr>
            <a:lvl4pPr marL="1828800" marR="0" lvl="3"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4pPr>
            <a:lvl5pPr marL="2286000" marR="0" lvl="4"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5pPr>
            <a:lvl6pPr marL="2743200" marR="0" lvl="5"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21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2100"/>
              </a:spcBef>
              <a:spcAft>
                <a:spcPts val="210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01 Title A">
  <p:cSld name="TITLE_2_1_1">
    <p:bg>
      <p:bgPr>
        <a:solidFill>
          <a:srgbClr val="FFFFFF"/>
        </a:solidFill>
        <a:effectLst/>
      </p:bgPr>
    </p:bg>
    <p:spTree>
      <p:nvGrpSpPr>
        <p:cNvPr id="1" name="Shape 661"/>
        <p:cNvGrpSpPr/>
        <p:nvPr/>
      </p:nvGrpSpPr>
      <p:grpSpPr>
        <a:xfrm>
          <a:off x="0" y="0"/>
          <a:ext cx="0" cy="0"/>
          <a:chOff x="0" y="0"/>
          <a:chExt cx="0" cy="0"/>
        </a:xfrm>
      </p:grpSpPr>
      <p:sp>
        <p:nvSpPr>
          <p:cNvPr id="662" name="Google Shape;662;p121"/>
          <p:cNvSpPr/>
          <p:nvPr/>
        </p:nvSpPr>
        <p:spPr>
          <a:xfrm>
            <a:off x="0" y="0"/>
            <a:ext cx="61785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663" name="Google Shape;663;p121"/>
          <p:cNvSpPr txBox="1">
            <a:spLocks noGrp="1"/>
          </p:cNvSpPr>
          <p:nvPr>
            <p:ph type="ctrTitle"/>
          </p:nvPr>
        </p:nvSpPr>
        <p:spPr>
          <a:xfrm>
            <a:off x="1102267" y="1865528"/>
            <a:ext cx="4164000" cy="25959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3200"/>
              <a:buNone/>
              <a:defRPr>
                <a:solidFill>
                  <a:srgbClr val="000000"/>
                </a:solidFill>
              </a:defRPr>
            </a:lvl1pPr>
            <a:lvl2pPr lvl="1"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10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sp>
        <p:nvSpPr>
          <p:cNvPr id="664" name="Google Shape;664;p121"/>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665" name="Google Shape;665;p121"/>
          <p:cNvPicPr preferRelativeResize="0"/>
          <p:nvPr/>
        </p:nvPicPr>
        <p:blipFill>
          <a:blip r:embed="rId2">
            <a:alphaModFix/>
          </a:blip>
          <a:stretch>
            <a:fillRect/>
          </a:stretch>
        </p:blipFill>
        <p:spPr>
          <a:xfrm>
            <a:off x="1102267" y="5141452"/>
            <a:ext cx="3101531" cy="660001"/>
          </a:xfrm>
          <a:prstGeom prst="rect">
            <a:avLst/>
          </a:prstGeom>
          <a:noFill/>
          <a:ln>
            <a:noFill/>
          </a:ln>
        </p:spPr>
      </p:pic>
      <p:sp>
        <p:nvSpPr>
          <p:cNvPr id="666" name="Google Shape;666;p121"/>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667" name="Google Shape;667;p121"/>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01 Title B">
  <p:cSld name="TITLE_2_1_1_1_1">
    <p:bg>
      <p:bgPr>
        <a:solidFill>
          <a:schemeClr val="lt2"/>
        </a:solidFill>
        <a:effectLst/>
      </p:bgPr>
    </p:bg>
    <p:spTree>
      <p:nvGrpSpPr>
        <p:cNvPr id="1" name="Shape 668"/>
        <p:cNvGrpSpPr/>
        <p:nvPr/>
      </p:nvGrpSpPr>
      <p:grpSpPr>
        <a:xfrm>
          <a:off x="0" y="0"/>
          <a:ext cx="0" cy="0"/>
          <a:chOff x="0" y="0"/>
          <a:chExt cx="0" cy="0"/>
        </a:xfrm>
      </p:grpSpPr>
      <p:sp>
        <p:nvSpPr>
          <p:cNvPr id="669" name="Google Shape;669;p122"/>
          <p:cNvSpPr/>
          <p:nvPr/>
        </p:nvSpPr>
        <p:spPr>
          <a:xfrm>
            <a:off x="0" y="5960072"/>
            <a:ext cx="12192000" cy="897900"/>
          </a:xfrm>
          <a:prstGeom prst="rect">
            <a:avLst/>
          </a:prstGeom>
          <a:solidFill>
            <a:schemeClr val="accent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670" name="Google Shape;670;p122"/>
          <p:cNvSpPr txBox="1">
            <a:spLocks noGrp="1"/>
          </p:cNvSpPr>
          <p:nvPr>
            <p:ph type="ctrTitle"/>
          </p:nvPr>
        </p:nvSpPr>
        <p:spPr>
          <a:xfrm>
            <a:off x="1102267" y="1870397"/>
            <a:ext cx="10004400" cy="3117300"/>
          </a:xfrm>
          <a:prstGeom prst="rect">
            <a:avLst/>
          </a:prstGeom>
        </p:spPr>
        <p:txBody>
          <a:bodyPr spcFirstLastPara="1" wrap="square" lIns="0" tIns="0" rIns="303475" bIns="303475" anchor="t" anchorCtr="0">
            <a:noAutofit/>
          </a:bodyPr>
          <a:lstStyle>
            <a:lvl1pPr lvl="0" rtl="0">
              <a:lnSpc>
                <a:spcPct val="90000"/>
              </a:lnSpc>
              <a:spcBef>
                <a:spcPts val="0"/>
              </a:spcBef>
              <a:spcAft>
                <a:spcPts val="0"/>
              </a:spcAft>
              <a:buClr>
                <a:srgbClr val="000000"/>
              </a:buClr>
              <a:buSzPts val="6400"/>
              <a:buNone/>
              <a:defRPr sz="6400">
                <a:solidFill>
                  <a:srgbClr val="000000"/>
                </a:solidFill>
              </a:defRPr>
            </a:lvl1pPr>
            <a:lvl2pPr lvl="1"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2pPr>
            <a:lvl3pPr lvl="2"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3pPr>
            <a:lvl4pPr lvl="3"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4pPr>
            <a:lvl5pPr lvl="4"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5pPr>
            <a:lvl6pPr lvl="5"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6pPr>
            <a:lvl7pPr lvl="6"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7pPr>
            <a:lvl8pPr lvl="7"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8pPr>
            <a:lvl9pPr lvl="8" rtl="0">
              <a:lnSpc>
                <a:spcPct val="90000"/>
              </a:lnSpc>
              <a:spcBef>
                <a:spcPts val="0"/>
              </a:spcBef>
              <a:spcAft>
                <a:spcPts val="0"/>
              </a:spcAft>
              <a:buClr>
                <a:srgbClr val="000000"/>
              </a:buClr>
              <a:buSzPts val="4800"/>
              <a:buFont typeface="Poppins"/>
              <a:buNone/>
              <a:defRPr sz="4800" b="1">
                <a:solidFill>
                  <a:srgbClr val="000000"/>
                </a:solidFill>
                <a:latin typeface="Poppins"/>
                <a:ea typeface="Poppins"/>
                <a:cs typeface="Poppins"/>
                <a:sym typeface="Poppins"/>
              </a:defRPr>
            </a:lvl9pPr>
          </a:lstStyle>
          <a:p>
            <a:endParaRPr/>
          </a:p>
        </p:txBody>
      </p:sp>
      <p:pic>
        <p:nvPicPr>
          <p:cNvPr id="671" name="Google Shape;671;p122"/>
          <p:cNvPicPr preferRelativeResize="0"/>
          <p:nvPr/>
        </p:nvPicPr>
        <p:blipFill>
          <a:blip r:embed="rId2">
            <a:alphaModFix/>
          </a:blip>
          <a:stretch>
            <a:fillRect/>
          </a:stretch>
        </p:blipFill>
        <p:spPr>
          <a:xfrm>
            <a:off x="1102267" y="6181389"/>
            <a:ext cx="2820594" cy="430657"/>
          </a:xfrm>
          <a:prstGeom prst="rect">
            <a:avLst/>
          </a:prstGeom>
          <a:noFill/>
          <a:ln>
            <a:noFill/>
          </a:ln>
        </p:spPr>
      </p:pic>
      <p:sp>
        <p:nvSpPr>
          <p:cNvPr id="672" name="Google Shape;672;p122"/>
          <p:cNvSpPr txBox="1">
            <a:spLocks noGrp="1"/>
          </p:cNvSpPr>
          <p:nvPr>
            <p:ph type="subTitle" idx="1"/>
          </p:nvPr>
        </p:nvSpPr>
        <p:spPr>
          <a:xfrm>
            <a:off x="1102267" y="1048356"/>
            <a:ext cx="18579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
        <p:nvSpPr>
          <p:cNvPr id="673" name="Google Shape;673;p122"/>
          <p:cNvSpPr txBox="1">
            <a:spLocks noGrp="1"/>
          </p:cNvSpPr>
          <p:nvPr>
            <p:ph type="subTitle" idx="2"/>
          </p:nvPr>
        </p:nvSpPr>
        <p:spPr>
          <a:xfrm>
            <a:off x="3118233" y="1048356"/>
            <a:ext cx="18963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02 List">
  <p:cSld name="TITLE_2_1_1_1_2">
    <p:bg>
      <p:bgPr>
        <a:solidFill>
          <a:schemeClr val="lt2"/>
        </a:solidFill>
        <a:effectLst/>
      </p:bgPr>
    </p:bg>
    <p:spTree>
      <p:nvGrpSpPr>
        <p:cNvPr id="1" name="Shape 674"/>
        <p:cNvGrpSpPr/>
        <p:nvPr/>
      </p:nvGrpSpPr>
      <p:grpSpPr>
        <a:xfrm>
          <a:off x="0" y="0"/>
          <a:ext cx="0" cy="0"/>
          <a:chOff x="0" y="0"/>
          <a:chExt cx="0" cy="0"/>
        </a:xfrm>
      </p:grpSpPr>
      <p:sp>
        <p:nvSpPr>
          <p:cNvPr id="675" name="Google Shape;675;p123"/>
          <p:cNvSpPr/>
          <p:nvPr/>
        </p:nvSpPr>
        <p:spPr>
          <a:xfrm>
            <a:off x="7100" y="9934"/>
            <a:ext cx="6014100" cy="6857700"/>
          </a:xfrm>
          <a:prstGeom prst="rect">
            <a:avLst/>
          </a:prstGeom>
          <a:solidFill>
            <a:schemeClr val="accent5"/>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676" name="Google Shape;676;p123"/>
          <p:cNvSpPr txBox="1">
            <a:spLocks noGrp="1"/>
          </p:cNvSpPr>
          <p:nvPr>
            <p:ph type="ctrTitle"/>
          </p:nvPr>
        </p:nvSpPr>
        <p:spPr>
          <a:xfrm>
            <a:off x="1098000" y="1708357"/>
            <a:ext cx="3916800" cy="32742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00000"/>
              </a:buClr>
              <a:buSzPts val="2100"/>
              <a:buAutoNum type="arabicPeriod"/>
              <a:defRPr sz="2100">
                <a:solidFill>
                  <a:srgbClr val="000000"/>
                </a:solidFill>
              </a:defRPr>
            </a:lvl1pPr>
            <a:lvl2pPr lvl="1"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2pPr>
            <a:lvl3pPr lvl="2"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3pPr>
            <a:lvl4pPr lvl="3"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4pPr>
            <a:lvl5pPr lvl="4"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5pPr>
            <a:lvl6pPr lvl="5"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6pPr>
            <a:lvl7pPr lvl="6" rtl="0">
              <a:lnSpc>
                <a:spcPct val="87000"/>
              </a:lnSpc>
              <a:spcBef>
                <a:spcPts val="0"/>
              </a:spcBef>
              <a:spcAft>
                <a:spcPts val="0"/>
              </a:spcAft>
              <a:buClr>
                <a:srgbClr val="000000"/>
              </a:buClr>
              <a:buSzPts val="4800"/>
              <a:buFont typeface="Poppins"/>
              <a:buAutoNum type="arabicPeriod"/>
              <a:defRPr sz="4800" b="1">
                <a:solidFill>
                  <a:srgbClr val="000000"/>
                </a:solidFill>
                <a:latin typeface="Poppins"/>
                <a:ea typeface="Poppins"/>
                <a:cs typeface="Poppins"/>
                <a:sym typeface="Poppins"/>
              </a:defRPr>
            </a:lvl7pPr>
            <a:lvl8pPr lvl="7" rtl="0">
              <a:lnSpc>
                <a:spcPct val="87000"/>
              </a:lnSpc>
              <a:spcBef>
                <a:spcPts val="0"/>
              </a:spcBef>
              <a:spcAft>
                <a:spcPts val="0"/>
              </a:spcAft>
              <a:buClr>
                <a:srgbClr val="000000"/>
              </a:buClr>
              <a:buSzPts val="4800"/>
              <a:buFont typeface="Poppins"/>
              <a:buAutoNum type="alphaLcPeriod"/>
              <a:defRPr sz="4800" b="1">
                <a:solidFill>
                  <a:srgbClr val="000000"/>
                </a:solidFill>
                <a:latin typeface="Poppins"/>
                <a:ea typeface="Poppins"/>
                <a:cs typeface="Poppins"/>
                <a:sym typeface="Poppins"/>
              </a:defRPr>
            </a:lvl8pPr>
            <a:lvl9pPr lvl="8" rtl="0">
              <a:lnSpc>
                <a:spcPct val="87000"/>
              </a:lnSpc>
              <a:spcBef>
                <a:spcPts val="0"/>
              </a:spcBef>
              <a:spcAft>
                <a:spcPts val="0"/>
              </a:spcAft>
              <a:buClr>
                <a:srgbClr val="000000"/>
              </a:buClr>
              <a:buSzPts val="4800"/>
              <a:buFont typeface="Poppins"/>
              <a:buAutoNum type="romanLcPeriod"/>
              <a:defRPr sz="4800" b="1">
                <a:solidFill>
                  <a:srgbClr val="000000"/>
                </a:solidFill>
                <a:latin typeface="Poppins"/>
                <a:ea typeface="Poppins"/>
                <a:cs typeface="Poppins"/>
                <a:sym typeface="Poppins"/>
              </a:defRPr>
            </a:lvl9pPr>
          </a:lstStyle>
          <a:p>
            <a:endParaRPr/>
          </a:p>
        </p:txBody>
      </p:sp>
      <p:sp>
        <p:nvSpPr>
          <p:cNvPr id="677" name="Google Shape;677;p123"/>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78" name="Google Shape;678;p123"/>
          <p:cNvSpPr txBox="1">
            <a:spLocks noGrp="1"/>
          </p:cNvSpPr>
          <p:nvPr>
            <p:ph type="subTitle" idx="1"/>
          </p:nvPr>
        </p:nvSpPr>
        <p:spPr>
          <a:xfrm>
            <a:off x="1098000" y="1048356"/>
            <a:ext cx="3916800" cy="660000"/>
          </a:xfrm>
          <a:prstGeom prst="rect">
            <a:avLst/>
          </a:prstGeom>
        </p:spPr>
        <p:txBody>
          <a:bodyPr spcFirstLastPara="1" wrap="square" lIns="0" tIns="0" rIns="303475" bIns="303475" anchor="t" anchorCtr="0">
            <a:noAutofit/>
          </a:bodyPr>
          <a:lstStyle>
            <a:lvl1pPr lvl="0"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1pPr>
            <a:lvl2pPr lvl="1"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2pPr>
            <a:lvl3pPr lvl="2"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3pPr>
            <a:lvl4pPr lvl="3"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4pPr>
            <a:lvl5pPr lvl="4" rtl="0">
              <a:lnSpc>
                <a:spcPct val="100000"/>
              </a:lnSpc>
              <a:spcBef>
                <a:spcPts val="0"/>
              </a:spcBef>
              <a:spcAft>
                <a:spcPts val="0"/>
              </a:spcAft>
              <a:buClr>
                <a:srgbClr val="000000"/>
              </a:buClr>
              <a:buSzPts val="1100"/>
              <a:buNone/>
              <a:defRPr>
                <a:solidFill>
                  <a:srgbClr val="000000"/>
                </a:solidFill>
              </a:defRPr>
            </a:lvl5pPr>
            <a:lvl6pPr lvl="5"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6pPr>
            <a:lvl7pPr lvl="6"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7pPr>
            <a:lvl8pPr lvl="7"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8pPr>
            <a:lvl9pPr lvl="8" rtl="0">
              <a:lnSpc>
                <a:spcPct val="100000"/>
              </a:lnSpc>
              <a:spcBef>
                <a:spcPts val="0"/>
              </a:spcBef>
              <a:spcAft>
                <a:spcPts val="0"/>
              </a:spcAft>
              <a:buClr>
                <a:srgbClr val="000000"/>
              </a:buClr>
              <a:buSzPts val="1100"/>
              <a:buFont typeface="Roboto Mono"/>
              <a:buNone/>
              <a:defRPr sz="1100">
                <a:solidFill>
                  <a:srgbClr val="000000"/>
                </a:solidFill>
                <a:latin typeface="Roboto Mono"/>
                <a:ea typeface="Roboto Mono"/>
                <a:cs typeface="Roboto Mono"/>
                <a:sym typeface="Roboto Mono"/>
              </a:defRPr>
            </a:lvl9pPr>
          </a:lstStyle>
          <a:p>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04 Divider">
  <p:cSld name="TITLE_1_1_1_1_1_2_4_1">
    <p:bg>
      <p:bgPr>
        <a:solidFill>
          <a:schemeClr val="accent4"/>
        </a:solidFill>
        <a:effectLst/>
      </p:bgPr>
    </p:bg>
    <p:spTree>
      <p:nvGrpSpPr>
        <p:cNvPr id="1" name="Shape 679"/>
        <p:cNvGrpSpPr/>
        <p:nvPr/>
      </p:nvGrpSpPr>
      <p:grpSpPr>
        <a:xfrm>
          <a:off x="0" y="0"/>
          <a:ext cx="0" cy="0"/>
          <a:chOff x="0" y="0"/>
          <a:chExt cx="0" cy="0"/>
        </a:xfrm>
      </p:grpSpPr>
      <p:sp>
        <p:nvSpPr>
          <p:cNvPr id="680" name="Google Shape;680;p124"/>
          <p:cNvSpPr txBox="1">
            <a:spLocks noGrp="1"/>
          </p:cNvSpPr>
          <p:nvPr>
            <p:ph type="ctrTitle"/>
          </p:nvPr>
        </p:nvSpPr>
        <p:spPr>
          <a:xfrm>
            <a:off x="1102267" y="2685595"/>
            <a:ext cx="9969300" cy="3249900"/>
          </a:xfrm>
          <a:prstGeom prst="rect">
            <a:avLst/>
          </a:prstGeom>
        </p:spPr>
        <p:txBody>
          <a:bodyPr spcFirstLastPara="1" wrap="square" lIns="0" tIns="0" rIns="303475" bIns="0" anchor="b" anchorCtr="0">
            <a:noAutofit/>
          </a:bodyPr>
          <a:lstStyle>
            <a:lvl1pPr lvl="0" rtl="0">
              <a:lnSpc>
                <a:spcPct val="100000"/>
              </a:lnSpc>
              <a:spcBef>
                <a:spcPts val="0"/>
              </a:spcBef>
              <a:spcAft>
                <a:spcPts val="0"/>
              </a:spcAft>
              <a:buClr>
                <a:schemeClr val="lt2"/>
              </a:buClr>
              <a:buSzPts val="8000"/>
              <a:buNone/>
              <a:defRPr sz="8000">
                <a:solidFill>
                  <a:schemeClr val="lt2"/>
                </a:solidFill>
              </a:defRPr>
            </a:lvl1pPr>
            <a:lvl2pPr lvl="1"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2pPr>
            <a:lvl3pPr lvl="2"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3pPr>
            <a:lvl4pPr lvl="3"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4pPr>
            <a:lvl5pPr lvl="4"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5pPr>
            <a:lvl6pPr lvl="5"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6pPr>
            <a:lvl7pPr lvl="6"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7pPr>
            <a:lvl8pPr lvl="7"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8pPr>
            <a:lvl9pPr lvl="8" rtl="0">
              <a:lnSpc>
                <a:spcPct val="100000"/>
              </a:lnSpc>
              <a:spcBef>
                <a:spcPts val="0"/>
              </a:spcBef>
              <a:spcAft>
                <a:spcPts val="0"/>
              </a:spcAft>
              <a:buClr>
                <a:schemeClr val="accent1"/>
              </a:buClr>
              <a:buSzPts val="8000"/>
              <a:buFont typeface="Poppins"/>
              <a:buNone/>
              <a:defRPr sz="8000">
                <a:solidFill>
                  <a:schemeClr val="accent1"/>
                </a:solidFill>
                <a:latin typeface="Poppins"/>
                <a:ea typeface="Poppins"/>
                <a:cs typeface="Poppins"/>
                <a:sym typeface="Poppins"/>
              </a:defRPr>
            </a:lvl9pPr>
          </a:lstStyle>
          <a:p>
            <a:endParaRPr/>
          </a:p>
        </p:txBody>
      </p:sp>
      <p:sp>
        <p:nvSpPr>
          <p:cNvPr id="681" name="Google Shape;681;p12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82" name="Google Shape;682;p124"/>
          <p:cNvSpPr txBox="1">
            <a:spLocks noGrp="1"/>
          </p:cNvSpPr>
          <p:nvPr>
            <p:ph type="subTitle" idx="1"/>
          </p:nvPr>
        </p:nvSpPr>
        <p:spPr>
          <a:xfrm>
            <a:off x="1102267" y="1048356"/>
            <a:ext cx="2894100" cy="14784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1pPr>
            <a:lvl2pPr lvl="1"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2pPr>
            <a:lvl3pPr lvl="2"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3pPr>
            <a:lvl4pPr lvl="3"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4pPr>
            <a:lvl5pPr lvl="4" rtl="0">
              <a:lnSpc>
                <a:spcPct val="115000"/>
              </a:lnSpc>
              <a:spcBef>
                <a:spcPts val="0"/>
              </a:spcBef>
              <a:spcAft>
                <a:spcPts val="0"/>
              </a:spcAft>
              <a:buClr>
                <a:schemeClr val="accent5"/>
              </a:buClr>
              <a:buSzPts val="1100"/>
              <a:buNone/>
              <a:defRPr>
                <a:solidFill>
                  <a:schemeClr val="accent5"/>
                </a:solidFill>
              </a:defRPr>
            </a:lvl5pPr>
            <a:lvl6pPr lvl="5"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6pPr>
            <a:lvl7pPr lvl="6"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7pPr>
            <a:lvl8pPr lvl="7"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8pPr>
            <a:lvl9pPr lvl="8" rtl="0">
              <a:lnSpc>
                <a:spcPct val="115000"/>
              </a:lnSpc>
              <a:spcBef>
                <a:spcPts val="0"/>
              </a:spcBef>
              <a:spcAft>
                <a:spcPts val="0"/>
              </a:spcAft>
              <a:buClr>
                <a:schemeClr val="accent5"/>
              </a:buClr>
              <a:buSzPts val="1100"/>
              <a:buFont typeface="Roboto Mono"/>
              <a:buNone/>
              <a:defRPr sz="1100">
                <a:solidFill>
                  <a:schemeClr val="accent5"/>
                </a:solidFill>
                <a:latin typeface="Roboto Mono"/>
                <a:ea typeface="Roboto Mono"/>
                <a:cs typeface="Roboto Mono"/>
                <a:sym typeface="Roboto Mono"/>
              </a:defRPr>
            </a:lvl9pPr>
          </a:lstStyle>
          <a:p>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05 XL Headline">
  <p:cSld name="TITLE_1_1_1_1_1_2_4_2">
    <p:bg>
      <p:bgPr>
        <a:solidFill>
          <a:schemeClr val="accent2"/>
        </a:solidFill>
        <a:effectLst/>
      </p:bgPr>
    </p:bg>
    <p:spTree>
      <p:nvGrpSpPr>
        <p:cNvPr id="1" name="Shape 683"/>
        <p:cNvGrpSpPr/>
        <p:nvPr/>
      </p:nvGrpSpPr>
      <p:grpSpPr>
        <a:xfrm>
          <a:off x="0" y="0"/>
          <a:ext cx="0" cy="0"/>
          <a:chOff x="0" y="0"/>
          <a:chExt cx="0" cy="0"/>
        </a:xfrm>
      </p:grpSpPr>
      <p:sp>
        <p:nvSpPr>
          <p:cNvPr id="684" name="Google Shape;684;p125"/>
          <p:cNvSpPr txBox="1">
            <a:spLocks noGrp="1"/>
          </p:cNvSpPr>
          <p:nvPr>
            <p:ph type="ctrTitle"/>
          </p:nvPr>
        </p:nvSpPr>
        <p:spPr>
          <a:xfrm>
            <a:off x="1102267" y="1048356"/>
            <a:ext cx="6950100" cy="4752900"/>
          </a:xfrm>
          <a:prstGeom prst="rect">
            <a:avLst/>
          </a:prstGeom>
        </p:spPr>
        <p:txBody>
          <a:bodyPr spcFirstLastPara="1" wrap="square" lIns="0" tIns="0" rIns="303475" bIns="0" anchor="t" anchorCtr="0">
            <a:noAutofit/>
          </a:bodyPr>
          <a:lstStyle>
            <a:lvl1pPr lvl="0" rtl="0">
              <a:lnSpc>
                <a:spcPct val="85000"/>
              </a:lnSpc>
              <a:spcBef>
                <a:spcPts val="0"/>
              </a:spcBef>
              <a:spcAft>
                <a:spcPts val="0"/>
              </a:spcAft>
              <a:buSzPts val="9600"/>
              <a:buFont typeface="Poppins ExtraBold"/>
              <a:buNone/>
              <a:defRPr sz="9600">
                <a:latin typeface="Poppins ExtraBold"/>
                <a:ea typeface="Poppins ExtraBold"/>
                <a:cs typeface="Poppins ExtraBold"/>
                <a:sym typeface="Poppins ExtraBold"/>
              </a:defRPr>
            </a:lvl1pPr>
            <a:lvl2pPr lvl="1"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2pPr>
            <a:lvl3pPr lvl="2"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3pPr>
            <a:lvl4pPr lvl="3"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4pPr>
            <a:lvl5pPr lvl="4"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5pPr>
            <a:lvl6pPr lvl="5"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6pPr>
            <a:lvl7pPr lvl="6"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7pPr>
            <a:lvl8pPr lvl="7"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8pPr>
            <a:lvl9pPr lvl="8" rtl="0">
              <a:spcBef>
                <a:spcPts val="0"/>
              </a:spcBef>
              <a:spcAft>
                <a:spcPts val="0"/>
              </a:spcAft>
              <a:buClr>
                <a:schemeClr val="accent1"/>
              </a:buClr>
              <a:buSzPts val="8000"/>
              <a:buFont typeface="Poppins"/>
              <a:buNone/>
              <a:defRPr sz="8000" b="1">
                <a:solidFill>
                  <a:schemeClr val="accent1"/>
                </a:solidFill>
                <a:latin typeface="Poppins"/>
                <a:ea typeface="Poppins"/>
                <a:cs typeface="Poppins"/>
                <a:sym typeface="Poppins"/>
              </a:defRPr>
            </a:lvl9pPr>
          </a:lstStyle>
          <a:p>
            <a:endParaRPr/>
          </a:p>
        </p:txBody>
      </p:sp>
      <p:sp>
        <p:nvSpPr>
          <p:cNvPr id="685" name="Google Shape;685;p125"/>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86" name="Google Shape;686;p125"/>
          <p:cNvSpPr txBox="1">
            <a:spLocks noGrp="1"/>
          </p:cNvSpPr>
          <p:nvPr>
            <p:ph type="subTitle" idx="1"/>
          </p:nvPr>
        </p:nvSpPr>
        <p:spPr>
          <a:xfrm>
            <a:off x="8210233" y="1048356"/>
            <a:ext cx="2879700" cy="4887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2pPr>
            <a:lvl3pPr lvl="2"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3pPr>
            <a:lvl4pPr lvl="3" rtl="0">
              <a:lnSpc>
                <a:spcPct val="115000"/>
              </a:lnSpc>
              <a:spcBef>
                <a:spcPts val="0"/>
              </a:spcBef>
              <a:spcAft>
                <a:spcPts val="0"/>
              </a:spcAft>
              <a:buSzPts val="1300"/>
              <a:buFont typeface="Poppins Light"/>
              <a:buNone/>
              <a:defRPr>
                <a:latin typeface="Poppins Light"/>
                <a:ea typeface="Poppins Light"/>
                <a:cs typeface="Poppins Light"/>
                <a:sym typeface="Poppins Light"/>
              </a:defRPr>
            </a:lvl4pPr>
            <a:lvl5pPr lvl="4"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5pPr>
            <a:lvl6pPr lvl="5"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6pPr>
            <a:lvl7pPr lvl="6"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7pPr>
            <a:lvl8pPr lvl="7"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8pPr>
            <a:lvl9pPr lvl="8" rtl="0">
              <a:lnSpc>
                <a:spcPct val="115000"/>
              </a:lnSpc>
              <a:spcBef>
                <a:spcPts val="0"/>
              </a:spcBef>
              <a:spcAft>
                <a:spcPts val="0"/>
              </a:spcAft>
              <a:buSzPts val="1300"/>
              <a:buFont typeface="Poppins Light"/>
              <a:buNone/>
              <a:defRPr sz="1300">
                <a:latin typeface="Poppins Light"/>
                <a:ea typeface="Poppins Light"/>
                <a:cs typeface="Poppins Light"/>
                <a:sym typeface="Poppins Light"/>
              </a:defRPr>
            </a:lvl9pPr>
          </a:lstStyle>
          <a:p>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LO 2 w BG">
  <p:cSld name="TITLE_1_1_1_1_1_3_2_1_1">
    <p:bg>
      <p:bgPr>
        <a:solidFill>
          <a:schemeClr val="lt1"/>
        </a:solidFill>
        <a:effectLst/>
      </p:bgPr>
    </p:bg>
    <p:spTree>
      <p:nvGrpSpPr>
        <p:cNvPr id="1" name="Shape 687"/>
        <p:cNvGrpSpPr/>
        <p:nvPr/>
      </p:nvGrpSpPr>
      <p:grpSpPr>
        <a:xfrm>
          <a:off x="0" y="0"/>
          <a:ext cx="0" cy="0"/>
          <a:chOff x="0" y="0"/>
          <a:chExt cx="0" cy="0"/>
        </a:xfrm>
      </p:grpSpPr>
      <p:sp>
        <p:nvSpPr>
          <p:cNvPr id="688" name="Google Shape;688;p126"/>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689" name="Google Shape;689;p126"/>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90" name="Google Shape;690;p126"/>
          <p:cNvSpPr txBox="1">
            <a:spLocks noGrp="1"/>
          </p:cNvSpPr>
          <p:nvPr>
            <p:ph type="ctrTitle"/>
          </p:nvPr>
        </p:nvSpPr>
        <p:spPr>
          <a:xfrm>
            <a:off x="1102267" y="1048356"/>
            <a:ext cx="3912300" cy="14787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691" name="Google Shape;691;p126"/>
          <p:cNvSpPr txBox="1">
            <a:spLocks noGrp="1"/>
          </p:cNvSpPr>
          <p:nvPr>
            <p:ph type="subTitle" idx="1"/>
          </p:nvPr>
        </p:nvSpPr>
        <p:spPr>
          <a:xfrm>
            <a:off x="1102267" y="2685595"/>
            <a:ext cx="39123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2100"/>
              <a:buFont typeface="Poppins Light"/>
              <a:buNone/>
              <a:defRPr sz="21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2pPr>
            <a:lvl3pPr lvl="2"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3pPr>
            <a:lvl4pPr lvl="3"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4pPr>
            <a:lvl5pPr lvl="4"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5pPr>
            <a:lvl6pPr lvl="5"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6pPr>
            <a:lvl7pPr lvl="6"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7pPr>
            <a:lvl8pPr lvl="7"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8pPr>
            <a:lvl9pPr lvl="8" rtl="0">
              <a:lnSpc>
                <a:spcPct val="100000"/>
              </a:lnSpc>
              <a:spcBef>
                <a:spcPts val="0"/>
              </a:spcBef>
              <a:spcAft>
                <a:spcPts val="0"/>
              </a:spcAft>
              <a:buSzPts val="2100"/>
              <a:buFont typeface="Poppins Light"/>
              <a:buNone/>
              <a:defRPr sz="2100">
                <a:latin typeface="Poppins Light"/>
                <a:ea typeface="Poppins Light"/>
                <a:cs typeface="Poppins Light"/>
                <a:sym typeface="Poppins Light"/>
              </a:defRPr>
            </a:lvl9pPr>
          </a:lstStyle>
          <a:p>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LO 2B w BG">
  <p:cSld name="TITLE_1_1_1_1_1_3_2_1_1_1">
    <p:bg>
      <p:bgPr>
        <a:solidFill>
          <a:schemeClr val="lt1"/>
        </a:solidFill>
        <a:effectLst/>
      </p:bgPr>
    </p:bg>
    <p:spTree>
      <p:nvGrpSpPr>
        <p:cNvPr id="1" name="Shape 692"/>
        <p:cNvGrpSpPr/>
        <p:nvPr/>
      </p:nvGrpSpPr>
      <p:grpSpPr>
        <a:xfrm>
          <a:off x="0" y="0"/>
          <a:ext cx="0" cy="0"/>
          <a:chOff x="0" y="0"/>
          <a:chExt cx="0" cy="0"/>
        </a:xfrm>
      </p:grpSpPr>
      <p:sp>
        <p:nvSpPr>
          <p:cNvPr id="693" name="Google Shape;693;p127"/>
          <p:cNvSpPr/>
          <p:nvPr/>
        </p:nvSpPr>
        <p:spPr>
          <a:xfrm>
            <a:off x="-5133" y="9934"/>
            <a:ext cx="6023700" cy="68577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694" name="Google Shape;694;p127"/>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695" name="Google Shape;695;p127"/>
          <p:cNvSpPr txBox="1">
            <a:spLocks noGrp="1"/>
          </p:cNvSpPr>
          <p:nvPr>
            <p:ph type="ctrTitle"/>
          </p:nvPr>
        </p:nvSpPr>
        <p:spPr>
          <a:xfrm>
            <a:off x="1102267" y="1048356"/>
            <a:ext cx="39033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696" name="Google Shape;696;p127"/>
          <p:cNvSpPr txBox="1">
            <a:spLocks noGrp="1"/>
          </p:cNvSpPr>
          <p:nvPr>
            <p:ph type="subTitle" idx="1"/>
          </p:nvPr>
        </p:nvSpPr>
        <p:spPr>
          <a:xfrm>
            <a:off x="1102267" y="2685595"/>
            <a:ext cx="18579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697" name="Google Shape;697;p127"/>
          <p:cNvSpPr txBox="1">
            <a:spLocks noGrp="1"/>
          </p:cNvSpPr>
          <p:nvPr>
            <p:ph type="subTitle" idx="2"/>
          </p:nvPr>
        </p:nvSpPr>
        <p:spPr>
          <a:xfrm>
            <a:off x="3106867" y="2685595"/>
            <a:ext cx="19140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LO 3">
  <p:cSld name="TITLE_1_1_1_1_1_3_2_1_1_1_1">
    <p:bg>
      <p:bgPr>
        <a:solidFill>
          <a:schemeClr val="lt2"/>
        </a:solidFill>
        <a:effectLst/>
      </p:bgPr>
    </p:bg>
    <p:spTree>
      <p:nvGrpSpPr>
        <p:cNvPr id="1" name="Shape 698"/>
        <p:cNvGrpSpPr/>
        <p:nvPr/>
      </p:nvGrpSpPr>
      <p:grpSpPr>
        <a:xfrm>
          <a:off x="0" y="0"/>
          <a:ext cx="0" cy="0"/>
          <a:chOff x="0" y="0"/>
          <a:chExt cx="0" cy="0"/>
        </a:xfrm>
      </p:grpSpPr>
      <p:sp>
        <p:nvSpPr>
          <p:cNvPr id="699" name="Google Shape;699;p128"/>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00" name="Google Shape;700;p128"/>
          <p:cNvSpPr txBox="1">
            <a:spLocks noGrp="1"/>
          </p:cNvSpPr>
          <p:nvPr>
            <p:ph type="ctrTitle"/>
          </p:nvPr>
        </p:nvSpPr>
        <p:spPr>
          <a:xfrm>
            <a:off x="1102267" y="1048356"/>
            <a:ext cx="4916100" cy="1192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lnSpc>
                <a:spcPct val="100000"/>
              </a:lnSpc>
              <a:spcBef>
                <a:spcPts val="0"/>
              </a:spcBef>
              <a:spcAft>
                <a:spcPts val="0"/>
              </a:spcAft>
              <a:buClr>
                <a:schemeClr val="accent1"/>
              </a:buClr>
              <a:buSzPts val="3200"/>
              <a:buNone/>
              <a:defRPr sz="3200">
                <a:solidFill>
                  <a:schemeClr val="accent1"/>
                </a:solidFill>
              </a:defRPr>
            </a:lvl2pPr>
            <a:lvl3pPr lvl="2" rtl="0">
              <a:lnSpc>
                <a:spcPct val="100000"/>
              </a:lnSpc>
              <a:spcBef>
                <a:spcPts val="0"/>
              </a:spcBef>
              <a:spcAft>
                <a:spcPts val="0"/>
              </a:spcAft>
              <a:buClr>
                <a:schemeClr val="accent1"/>
              </a:buClr>
              <a:buSzPts val="3200"/>
              <a:buNone/>
              <a:defRPr sz="3200">
                <a:solidFill>
                  <a:schemeClr val="accent1"/>
                </a:solidFill>
              </a:defRPr>
            </a:lvl3pPr>
            <a:lvl4pPr lvl="3" rtl="0">
              <a:lnSpc>
                <a:spcPct val="100000"/>
              </a:lnSpc>
              <a:spcBef>
                <a:spcPts val="0"/>
              </a:spcBef>
              <a:spcAft>
                <a:spcPts val="0"/>
              </a:spcAft>
              <a:buClr>
                <a:schemeClr val="accent1"/>
              </a:buClr>
              <a:buSzPts val="3200"/>
              <a:buNone/>
              <a:defRPr sz="3200">
                <a:solidFill>
                  <a:schemeClr val="accent1"/>
                </a:solidFill>
              </a:defRPr>
            </a:lvl4pPr>
            <a:lvl5pPr lvl="4" rtl="0">
              <a:lnSpc>
                <a:spcPct val="100000"/>
              </a:lnSpc>
              <a:spcBef>
                <a:spcPts val="0"/>
              </a:spcBef>
              <a:spcAft>
                <a:spcPts val="0"/>
              </a:spcAft>
              <a:buClr>
                <a:schemeClr val="accent1"/>
              </a:buClr>
              <a:buSzPts val="3200"/>
              <a:buNone/>
              <a:defRPr sz="3200">
                <a:solidFill>
                  <a:schemeClr val="accent1"/>
                </a:solidFill>
              </a:defRPr>
            </a:lvl5pPr>
            <a:lvl6pPr lvl="5" rtl="0">
              <a:lnSpc>
                <a:spcPct val="100000"/>
              </a:lnSpc>
              <a:spcBef>
                <a:spcPts val="0"/>
              </a:spcBef>
              <a:spcAft>
                <a:spcPts val="0"/>
              </a:spcAft>
              <a:buClr>
                <a:schemeClr val="accent1"/>
              </a:buClr>
              <a:buSzPts val="3200"/>
              <a:buNone/>
              <a:defRPr sz="3200">
                <a:solidFill>
                  <a:schemeClr val="accent1"/>
                </a:solidFill>
              </a:defRPr>
            </a:lvl6pPr>
            <a:lvl7pPr lvl="6" rtl="0">
              <a:lnSpc>
                <a:spcPct val="100000"/>
              </a:lnSpc>
              <a:spcBef>
                <a:spcPts val="0"/>
              </a:spcBef>
              <a:spcAft>
                <a:spcPts val="0"/>
              </a:spcAft>
              <a:buClr>
                <a:schemeClr val="accent1"/>
              </a:buClr>
              <a:buSzPts val="3200"/>
              <a:buNone/>
              <a:defRPr sz="3200">
                <a:solidFill>
                  <a:schemeClr val="accent1"/>
                </a:solidFill>
              </a:defRPr>
            </a:lvl7pPr>
            <a:lvl8pPr lvl="7" rtl="0">
              <a:lnSpc>
                <a:spcPct val="100000"/>
              </a:lnSpc>
              <a:spcBef>
                <a:spcPts val="0"/>
              </a:spcBef>
              <a:spcAft>
                <a:spcPts val="0"/>
              </a:spcAft>
              <a:buClr>
                <a:schemeClr val="accent1"/>
              </a:buClr>
              <a:buSzPts val="3200"/>
              <a:buNone/>
              <a:defRPr sz="3200">
                <a:solidFill>
                  <a:schemeClr val="accent1"/>
                </a:solidFill>
              </a:defRPr>
            </a:lvl8pPr>
            <a:lvl9pPr lvl="8" rtl="0">
              <a:lnSpc>
                <a:spcPct val="100000"/>
              </a:lnSpc>
              <a:spcBef>
                <a:spcPts val="0"/>
              </a:spcBef>
              <a:spcAft>
                <a:spcPts val="0"/>
              </a:spcAft>
              <a:buClr>
                <a:schemeClr val="accent1"/>
              </a:buClr>
              <a:buSzPts val="3200"/>
              <a:buNone/>
              <a:defRPr sz="3200">
                <a:solidFill>
                  <a:schemeClr val="accent1"/>
                </a:solidFill>
              </a:defRPr>
            </a:lvl9pPr>
          </a:lstStyle>
          <a:p>
            <a:endParaRPr/>
          </a:p>
        </p:txBody>
      </p:sp>
      <p:sp>
        <p:nvSpPr>
          <p:cNvPr id="701" name="Google Shape;701;p128"/>
          <p:cNvSpPr txBox="1">
            <a:spLocks noGrp="1"/>
          </p:cNvSpPr>
          <p:nvPr>
            <p:ph type="subTitle" idx="1"/>
          </p:nvPr>
        </p:nvSpPr>
        <p:spPr>
          <a:xfrm>
            <a:off x="1102267" y="2685595"/>
            <a:ext cx="2846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02" name="Google Shape;702;p128"/>
          <p:cNvSpPr txBox="1">
            <a:spLocks noGrp="1"/>
          </p:cNvSpPr>
          <p:nvPr>
            <p:ph type="subTitle" idx="2"/>
          </p:nvPr>
        </p:nvSpPr>
        <p:spPr>
          <a:xfrm>
            <a:off x="4154467" y="2685595"/>
            <a:ext cx="28704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03" name="Google Shape;703;p128"/>
          <p:cNvSpPr txBox="1">
            <a:spLocks noGrp="1"/>
          </p:cNvSpPr>
          <p:nvPr>
            <p:ph type="subTitle" idx="3"/>
          </p:nvPr>
        </p:nvSpPr>
        <p:spPr>
          <a:xfrm>
            <a:off x="7183067" y="2685595"/>
            <a:ext cx="2890500" cy="31158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00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00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LO 4">
  <p:cSld name="TITLE_1_1_1_1_1_2_3">
    <p:bg>
      <p:bgPr>
        <a:solidFill>
          <a:schemeClr val="lt2"/>
        </a:solidFill>
        <a:effectLst/>
      </p:bgPr>
    </p:bg>
    <p:spTree>
      <p:nvGrpSpPr>
        <p:cNvPr id="1" name="Shape 704"/>
        <p:cNvGrpSpPr/>
        <p:nvPr/>
      </p:nvGrpSpPr>
      <p:grpSpPr>
        <a:xfrm>
          <a:off x="0" y="0"/>
          <a:ext cx="0" cy="0"/>
          <a:chOff x="0" y="0"/>
          <a:chExt cx="0" cy="0"/>
        </a:xfrm>
      </p:grpSpPr>
      <p:sp>
        <p:nvSpPr>
          <p:cNvPr id="705" name="Google Shape;705;p129"/>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06" name="Google Shape;706;p129"/>
          <p:cNvSpPr txBox="1">
            <a:spLocks noGrp="1"/>
          </p:cNvSpPr>
          <p:nvPr>
            <p:ph type="ctrTitle"/>
          </p:nvPr>
        </p:nvSpPr>
        <p:spPr>
          <a:xfrm>
            <a:off x="918867" y="1048356"/>
            <a:ext cx="73521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4800"/>
              <a:buNone/>
              <a:defRPr sz="4800" b="0"/>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a:endParaRPr/>
          </a:p>
        </p:txBody>
      </p:sp>
      <p:sp>
        <p:nvSpPr>
          <p:cNvPr id="707" name="Google Shape;707;p129"/>
          <p:cNvSpPr txBox="1">
            <a:spLocks noGrp="1"/>
          </p:cNvSpPr>
          <p:nvPr>
            <p:ph type="subTitle" idx="1"/>
          </p:nvPr>
        </p:nvSpPr>
        <p:spPr>
          <a:xfrm>
            <a:off x="8435233" y="1048356"/>
            <a:ext cx="2827200" cy="50475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None/>
              <a:defRPr sz="16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LO 5">
  <p:cSld name="TITLE_1_1_1_1_1_2_5">
    <p:bg>
      <p:bgPr>
        <a:solidFill>
          <a:schemeClr val="lt2"/>
        </a:solidFill>
        <a:effectLst/>
      </p:bgPr>
    </p:bg>
    <p:spTree>
      <p:nvGrpSpPr>
        <p:cNvPr id="1" name="Shape 708"/>
        <p:cNvGrpSpPr/>
        <p:nvPr/>
      </p:nvGrpSpPr>
      <p:grpSpPr>
        <a:xfrm>
          <a:off x="0" y="0"/>
          <a:ext cx="0" cy="0"/>
          <a:chOff x="0" y="0"/>
          <a:chExt cx="0" cy="0"/>
        </a:xfrm>
      </p:grpSpPr>
      <p:sp>
        <p:nvSpPr>
          <p:cNvPr id="709" name="Google Shape;709;p130"/>
          <p:cNvSpPr txBox="1">
            <a:spLocks noGrp="1"/>
          </p:cNvSpPr>
          <p:nvPr>
            <p:ph type="ctrTitle"/>
          </p:nvPr>
        </p:nvSpPr>
        <p:spPr>
          <a:xfrm>
            <a:off x="1102267" y="1048356"/>
            <a:ext cx="3912300" cy="48873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3200"/>
              <a:buNone/>
              <a:defRPr b="0"/>
            </a:lvl1pPr>
            <a:lvl2pPr lvl="1" rtl="0">
              <a:spcBef>
                <a:spcPts val="0"/>
              </a:spcBef>
              <a:spcAft>
                <a:spcPts val="0"/>
              </a:spcAft>
              <a:buClr>
                <a:schemeClr val="accent1"/>
              </a:buClr>
              <a:buSzPts val="3200"/>
              <a:buNone/>
              <a:defRPr sz="3200">
                <a:solidFill>
                  <a:schemeClr val="accent1"/>
                </a:solidFill>
              </a:defRPr>
            </a:lvl2pPr>
            <a:lvl3pPr lvl="2" rtl="0">
              <a:spcBef>
                <a:spcPts val="0"/>
              </a:spcBef>
              <a:spcAft>
                <a:spcPts val="0"/>
              </a:spcAft>
              <a:buClr>
                <a:schemeClr val="accent1"/>
              </a:buClr>
              <a:buSzPts val="3200"/>
              <a:buNone/>
              <a:defRPr sz="3200">
                <a:solidFill>
                  <a:schemeClr val="accent1"/>
                </a:solidFill>
              </a:defRPr>
            </a:lvl3pPr>
            <a:lvl4pPr lvl="3" rtl="0">
              <a:spcBef>
                <a:spcPts val="0"/>
              </a:spcBef>
              <a:spcAft>
                <a:spcPts val="0"/>
              </a:spcAft>
              <a:buClr>
                <a:schemeClr val="accent1"/>
              </a:buClr>
              <a:buSzPts val="3200"/>
              <a:buNone/>
              <a:defRPr sz="3200">
                <a:solidFill>
                  <a:schemeClr val="accent1"/>
                </a:solidFill>
              </a:defRPr>
            </a:lvl4pPr>
            <a:lvl5pPr lvl="4" rtl="0">
              <a:spcBef>
                <a:spcPts val="0"/>
              </a:spcBef>
              <a:spcAft>
                <a:spcPts val="0"/>
              </a:spcAft>
              <a:buClr>
                <a:schemeClr val="accent1"/>
              </a:buClr>
              <a:buSzPts val="3200"/>
              <a:buNone/>
              <a:defRPr sz="3200">
                <a:solidFill>
                  <a:schemeClr val="accent1"/>
                </a:solidFill>
              </a:defRPr>
            </a:lvl5pPr>
            <a:lvl6pPr lvl="5" rtl="0">
              <a:spcBef>
                <a:spcPts val="0"/>
              </a:spcBef>
              <a:spcAft>
                <a:spcPts val="0"/>
              </a:spcAft>
              <a:buClr>
                <a:schemeClr val="accent1"/>
              </a:buClr>
              <a:buSzPts val="3200"/>
              <a:buNone/>
              <a:defRPr sz="3200">
                <a:solidFill>
                  <a:schemeClr val="accent1"/>
                </a:solidFill>
              </a:defRPr>
            </a:lvl6pPr>
            <a:lvl7pPr lvl="6" rtl="0">
              <a:spcBef>
                <a:spcPts val="0"/>
              </a:spcBef>
              <a:spcAft>
                <a:spcPts val="0"/>
              </a:spcAft>
              <a:buClr>
                <a:schemeClr val="accent1"/>
              </a:buClr>
              <a:buSzPts val="3200"/>
              <a:buNone/>
              <a:defRPr sz="3200">
                <a:solidFill>
                  <a:schemeClr val="accent1"/>
                </a:solidFill>
              </a:defRPr>
            </a:lvl7pPr>
            <a:lvl8pPr lvl="7" rtl="0">
              <a:spcBef>
                <a:spcPts val="0"/>
              </a:spcBef>
              <a:spcAft>
                <a:spcPts val="0"/>
              </a:spcAft>
              <a:buClr>
                <a:schemeClr val="accent1"/>
              </a:buClr>
              <a:buSzPts val="3200"/>
              <a:buNone/>
              <a:defRPr sz="3200">
                <a:solidFill>
                  <a:schemeClr val="accent1"/>
                </a:solidFill>
              </a:defRPr>
            </a:lvl8pPr>
            <a:lvl9pPr lvl="8" rtl="0">
              <a:spcBef>
                <a:spcPts val="0"/>
              </a:spcBef>
              <a:spcAft>
                <a:spcPts val="0"/>
              </a:spcAft>
              <a:buClr>
                <a:schemeClr val="accent1"/>
              </a:buClr>
              <a:buSzPts val="3200"/>
              <a:buNone/>
              <a:defRPr sz="3200">
                <a:solidFill>
                  <a:schemeClr val="accent1"/>
                </a:solidFill>
              </a:defRPr>
            </a:lvl9pPr>
          </a:lstStyle>
          <a:p>
            <a:endParaRPr/>
          </a:p>
        </p:txBody>
      </p:sp>
      <p:sp>
        <p:nvSpPr>
          <p:cNvPr id="710" name="Google Shape;710;p130"/>
          <p:cNvSpPr txBox="1">
            <a:spLocks noGrp="1"/>
          </p:cNvSpPr>
          <p:nvPr>
            <p:ph type="subTitle" idx="1"/>
          </p:nvPr>
        </p:nvSpPr>
        <p:spPr>
          <a:xfrm>
            <a:off x="5172600" y="1048422"/>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711" name="Google Shape;711;p130"/>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12" name="Google Shape;712;p130"/>
          <p:cNvSpPr txBox="1">
            <a:spLocks noGrp="1"/>
          </p:cNvSpPr>
          <p:nvPr>
            <p:ph type="subTitle" idx="2"/>
          </p:nvPr>
        </p:nvSpPr>
        <p:spPr>
          <a:xfrm>
            <a:off x="8180133" y="1048356"/>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713" name="Google Shape;713;p130"/>
          <p:cNvSpPr txBox="1">
            <a:spLocks noGrp="1"/>
          </p:cNvSpPr>
          <p:nvPr>
            <p:ph type="subTitle" idx="3"/>
          </p:nvPr>
        </p:nvSpPr>
        <p:spPr>
          <a:xfrm>
            <a:off x="5172600" y="3508424"/>
            <a:ext cx="2849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
        <p:nvSpPr>
          <p:cNvPr id="714" name="Google Shape;714;p130"/>
          <p:cNvSpPr txBox="1">
            <a:spLocks noGrp="1"/>
          </p:cNvSpPr>
          <p:nvPr>
            <p:ph type="subTitle" idx="4"/>
          </p:nvPr>
        </p:nvSpPr>
        <p:spPr>
          <a:xfrm>
            <a:off x="8180133" y="3508359"/>
            <a:ext cx="2834700" cy="2301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sz="1300"/>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Font typeface="Poppins"/>
              <a:buNone/>
              <a:defRPr sz="1300">
                <a:latin typeface="Poppins"/>
                <a:ea typeface="Poppins"/>
                <a:cs typeface="Poppins"/>
                <a:sym typeface="Poppins"/>
              </a:defRPr>
            </a:lvl5pPr>
            <a:lvl6pPr lvl="5" rtl="0">
              <a:lnSpc>
                <a:spcPct val="115000"/>
              </a:lnSpc>
              <a:spcBef>
                <a:spcPts val="0"/>
              </a:spcBef>
              <a:spcAft>
                <a:spcPts val="0"/>
              </a:spcAft>
              <a:buSzPts val="1300"/>
              <a:buNone/>
              <a:defRPr sz="1300"/>
            </a:lvl6pPr>
            <a:lvl7pPr lvl="6" rtl="0">
              <a:lnSpc>
                <a:spcPct val="115000"/>
              </a:lnSpc>
              <a:spcBef>
                <a:spcPts val="0"/>
              </a:spcBef>
              <a:spcAft>
                <a:spcPts val="0"/>
              </a:spcAft>
              <a:buSzPts val="1300"/>
              <a:buNone/>
              <a:defRPr sz="1300"/>
            </a:lvl7pPr>
            <a:lvl8pPr lvl="7" rtl="0">
              <a:lnSpc>
                <a:spcPct val="115000"/>
              </a:lnSpc>
              <a:spcBef>
                <a:spcPts val="0"/>
              </a:spcBef>
              <a:spcAft>
                <a:spcPts val="0"/>
              </a:spcAft>
              <a:buSzPts val="1300"/>
              <a:buNone/>
              <a:defRPr sz="1300"/>
            </a:lvl8pPr>
            <a:lvl9pPr lvl="8" rtl="0">
              <a:lnSpc>
                <a:spcPct val="115000"/>
              </a:lnSpc>
              <a:spcBef>
                <a:spcPts val="0"/>
              </a:spcBef>
              <a:spcAft>
                <a:spcPts val="0"/>
              </a:spcAft>
              <a:buSzPts val="1300"/>
              <a:buNone/>
              <a:defRPr sz="1300"/>
            </a:lvl9pPr>
          </a:lstStyle>
          <a:p>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LO 6 A">
  <p:cSld name="TITLE_1_1_1_2_1_1_1_1_1_1">
    <p:bg>
      <p:bgPr>
        <a:solidFill>
          <a:schemeClr val="lt2"/>
        </a:solidFill>
        <a:effectLst/>
      </p:bgPr>
    </p:bg>
    <p:spTree>
      <p:nvGrpSpPr>
        <p:cNvPr id="1" name="Shape 715"/>
        <p:cNvGrpSpPr/>
        <p:nvPr/>
      </p:nvGrpSpPr>
      <p:grpSpPr>
        <a:xfrm>
          <a:off x="0" y="0"/>
          <a:ext cx="0" cy="0"/>
          <a:chOff x="0" y="0"/>
          <a:chExt cx="0" cy="0"/>
        </a:xfrm>
      </p:grpSpPr>
      <p:sp>
        <p:nvSpPr>
          <p:cNvPr id="716" name="Google Shape;716;p131"/>
          <p:cNvSpPr txBox="1">
            <a:spLocks noGrp="1"/>
          </p:cNvSpPr>
          <p:nvPr>
            <p:ph type="subTitle" idx="1"/>
          </p:nvPr>
        </p:nvSpPr>
        <p:spPr>
          <a:xfrm>
            <a:off x="1532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17" name="Google Shape;717;p131"/>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18" name="Google Shape;718;p131"/>
          <p:cNvSpPr txBox="1">
            <a:spLocks noGrp="1"/>
          </p:cNvSpPr>
          <p:nvPr>
            <p:ph type="subTitle" idx="2"/>
          </p:nvPr>
        </p:nvSpPr>
        <p:spPr>
          <a:xfrm>
            <a:off x="3171433" y="2685604"/>
            <a:ext cx="2830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19" name="Google Shape;719;p131"/>
          <p:cNvSpPr txBox="1">
            <a:spLocks noGrp="1"/>
          </p:cNvSpPr>
          <p:nvPr>
            <p:ph type="subTitle" idx="3"/>
          </p:nvPr>
        </p:nvSpPr>
        <p:spPr>
          <a:xfrm>
            <a:off x="6226167" y="2693708"/>
            <a:ext cx="27945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20" name="Google Shape;720;p131"/>
          <p:cNvSpPr txBox="1">
            <a:spLocks noGrp="1"/>
          </p:cNvSpPr>
          <p:nvPr>
            <p:ph type="subTitle" idx="4"/>
          </p:nvPr>
        </p:nvSpPr>
        <p:spPr>
          <a:xfrm>
            <a:off x="9192600" y="2685594"/>
            <a:ext cx="2849700" cy="40053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21" name="Google Shape;721;p131"/>
          <p:cNvSpPr txBox="1">
            <a:spLocks noGrp="1"/>
          </p:cNvSpPr>
          <p:nvPr>
            <p:ph type="subTitle" idx="5"/>
          </p:nvPr>
        </p:nvSpPr>
        <p:spPr>
          <a:xfrm>
            <a:off x="153200" y="1865524"/>
            <a:ext cx="28356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22" name="Google Shape;722;p131"/>
          <p:cNvSpPr txBox="1">
            <a:spLocks noGrp="1"/>
          </p:cNvSpPr>
          <p:nvPr>
            <p:ph type="subTitle" idx="6"/>
          </p:nvPr>
        </p:nvSpPr>
        <p:spPr>
          <a:xfrm>
            <a:off x="3176735" y="1865530"/>
            <a:ext cx="2830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23" name="Google Shape;723;p131"/>
          <p:cNvSpPr txBox="1">
            <a:spLocks noGrp="1"/>
          </p:cNvSpPr>
          <p:nvPr>
            <p:ph type="subTitle" idx="7"/>
          </p:nvPr>
        </p:nvSpPr>
        <p:spPr>
          <a:xfrm>
            <a:off x="6198567"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24" name="Google Shape;724;p131"/>
          <p:cNvSpPr txBox="1">
            <a:spLocks noGrp="1"/>
          </p:cNvSpPr>
          <p:nvPr>
            <p:ph type="subTitle" idx="8"/>
          </p:nvPr>
        </p:nvSpPr>
        <p:spPr>
          <a:xfrm>
            <a:off x="9192600" y="1865530"/>
            <a:ext cx="2794500" cy="6612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25" name="Google Shape;725;p131"/>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LO 6 B">
  <p:cSld name="TITLE_1_1_1_2_1_1_1_1_1_1_6">
    <p:bg>
      <p:bgPr>
        <a:solidFill>
          <a:schemeClr val="lt2"/>
        </a:solidFill>
        <a:effectLst/>
      </p:bgPr>
    </p:bg>
    <p:spTree>
      <p:nvGrpSpPr>
        <p:cNvPr id="1" name="Shape 726"/>
        <p:cNvGrpSpPr/>
        <p:nvPr/>
      </p:nvGrpSpPr>
      <p:grpSpPr>
        <a:xfrm>
          <a:off x="0" y="0"/>
          <a:ext cx="0" cy="0"/>
          <a:chOff x="0" y="0"/>
          <a:chExt cx="0" cy="0"/>
        </a:xfrm>
      </p:grpSpPr>
      <p:sp>
        <p:nvSpPr>
          <p:cNvPr id="727" name="Google Shape;727;p132"/>
          <p:cNvSpPr txBox="1">
            <a:spLocks noGrp="1"/>
          </p:cNvSpPr>
          <p:nvPr>
            <p:ph type="subTitle" idx="1"/>
          </p:nvPr>
        </p:nvSpPr>
        <p:spPr>
          <a:xfrm>
            <a:off x="1532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28" name="Google Shape;728;p132"/>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29" name="Google Shape;729;p132"/>
          <p:cNvSpPr txBox="1">
            <a:spLocks noGrp="1"/>
          </p:cNvSpPr>
          <p:nvPr>
            <p:ph type="subTitle" idx="2"/>
          </p:nvPr>
        </p:nvSpPr>
        <p:spPr>
          <a:xfrm>
            <a:off x="3171433" y="5141194"/>
            <a:ext cx="2830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30" name="Google Shape;730;p132"/>
          <p:cNvSpPr txBox="1">
            <a:spLocks noGrp="1"/>
          </p:cNvSpPr>
          <p:nvPr>
            <p:ph type="subTitle" idx="3"/>
          </p:nvPr>
        </p:nvSpPr>
        <p:spPr>
          <a:xfrm>
            <a:off x="6226167" y="5144339"/>
            <a:ext cx="27945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31" name="Google Shape;731;p132"/>
          <p:cNvSpPr txBox="1">
            <a:spLocks noGrp="1"/>
          </p:cNvSpPr>
          <p:nvPr>
            <p:ph type="subTitle" idx="4"/>
          </p:nvPr>
        </p:nvSpPr>
        <p:spPr>
          <a:xfrm>
            <a:off x="9192600" y="5141190"/>
            <a:ext cx="2849700" cy="15549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600"/>
              <a:buFont typeface="Poppins Light"/>
              <a:buNone/>
              <a:defRPr sz="1600">
                <a:solidFill>
                  <a:schemeClr val="dk1"/>
                </a:solidFill>
                <a:latin typeface="Poppins Light"/>
                <a:ea typeface="Poppins Light"/>
                <a:cs typeface="Poppins Light"/>
                <a:sym typeface="Poppins Light"/>
              </a:defRPr>
            </a:lvl1pPr>
            <a:lvl2pPr lvl="1"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2pPr>
            <a:lvl3pPr lvl="2" rtl="0">
              <a:lnSpc>
                <a:spcPct val="115000"/>
              </a:lnSpc>
              <a:spcBef>
                <a:spcPts val="0"/>
              </a:spcBef>
              <a:spcAft>
                <a:spcPts val="0"/>
              </a:spcAft>
              <a:buSzPts val="1600"/>
              <a:buFont typeface="Poppins Light"/>
              <a:buNone/>
              <a:defRPr>
                <a:latin typeface="Poppins Light"/>
                <a:ea typeface="Poppins Light"/>
                <a:cs typeface="Poppins Light"/>
                <a:sym typeface="Poppins Light"/>
              </a:defRPr>
            </a:lvl3pPr>
            <a:lvl4pPr lvl="3"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4pPr>
            <a:lvl5pPr lvl="4"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5pPr>
            <a:lvl6pPr lvl="5"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6pPr>
            <a:lvl7pPr lvl="6"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7pPr>
            <a:lvl8pPr lvl="7"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8pPr>
            <a:lvl9pPr lvl="8" rtl="0">
              <a:lnSpc>
                <a:spcPct val="115000"/>
              </a:lnSpc>
              <a:spcBef>
                <a:spcPts val="0"/>
              </a:spcBef>
              <a:spcAft>
                <a:spcPts val="0"/>
              </a:spcAft>
              <a:buSzPts val="1600"/>
              <a:buFont typeface="Poppins Light"/>
              <a:buNone/>
              <a:defRPr sz="1600">
                <a:latin typeface="Poppins Light"/>
                <a:ea typeface="Poppins Light"/>
                <a:cs typeface="Poppins Light"/>
                <a:sym typeface="Poppins Light"/>
              </a:defRPr>
            </a:lvl9pPr>
          </a:lstStyle>
          <a:p>
            <a:endParaRPr/>
          </a:p>
        </p:txBody>
      </p:sp>
      <p:sp>
        <p:nvSpPr>
          <p:cNvPr id="732" name="Google Shape;732;p132"/>
          <p:cNvSpPr txBox="1">
            <a:spLocks noGrp="1"/>
          </p:cNvSpPr>
          <p:nvPr>
            <p:ph type="subTitle" idx="5"/>
          </p:nvPr>
        </p:nvSpPr>
        <p:spPr>
          <a:xfrm>
            <a:off x="153200" y="4322837"/>
            <a:ext cx="28356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33" name="Google Shape;733;p132"/>
          <p:cNvSpPr txBox="1">
            <a:spLocks noGrp="1"/>
          </p:cNvSpPr>
          <p:nvPr>
            <p:ph type="subTitle" idx="6"/>
          </p:nvPr>
        </p:nvSpPr>
        <p:spPr>
          <a:xfrm>
            <a:off x="3176735" y="4322843"/>
            <a:ext cx="2830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34" name="Google Shape;734;p132"/>
          <p:cNvSpPr txBox="1">
            <a:spLocks noGrp="1"/>
          </p:cNvSpPr>
          <p:nvPr>
            <p:ph type="subTitle" idx="7"/>
          </p:nvPr>
        </p:nvSpPr>
        <p:spPr>
          <a:xfrm>
            <a:off x="6198567"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35" name="Google Shape;735;p132"/>
          <p:cNvSpPr txBox="1">
            <a:spLocks noGrp="1"/>
          </p:cNvSpPr>
          <p:nvPr>
            <p:ph type="subTitle" idx="8"/>
          </p:nvPr>
        </p:nvSpPr>
        <p:spPr>
          <a:xfrm>
            <a:off x="9192600" y="4322843"/>
            <a:ext cx="2794500" cy="6696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Clr>
                <a:schemeClr val="dk1"/>
              </a:buClr>
              <a:buSzPts val="1600"/>
              <a:buNone/>
              <a:defRPr sz="1600" b="1">
                <a:solidFill>
                  <a:schemeClr val="dk1"/>
                </a:solidFill>
              </a:defRPr>
            </a:lvl1pPr>
            <a:lvl2pPr lvl="1" rtl="0">
              <a:lnSpc>
                <a:spcPct val="100000"/>
              </a:lnSpc>
              <a:spcBef>
                <a:spcPts val="0"/>
              </a:spcBef>
              <a:spcAft>
                <a:spcPts val="0"/>
              </a:spcAft>
              <a:buSzPts val="1600"/>
              <a:buNone/>
              <a:defRPr sz="1600" b="1"/>
            </a:lvl2pPr>
            <a:lvl3pPr lvl="2" rtl="0">
              <a:lnSpc>
                <a:spcPct val="100000"/>
              </a:lnSpc>
              <a:spcBef>
                <a:spcPts val="0"/>
              </a:spcBef>
              <a:spcAft>
                <a:spcPts val="0"/>
              </a:spcAft>
              <a:buSzPts val="1600"/>
              <a:buNone/>
              <a:defRPr b="1"/>
            </a:lvl3pPr>
            <a:lvl4pPr lvl="3" rtl="0">
              <a:lnSpc>
                <a:spcPct val="100000"/>
              </a:lnSpc>
              <a:spcBef>
                <a:spcPts val="0"/>
              </a:spcBef>
              <a:spcAft>
                <a:spcPts val="0"/>
              </a:spcAft>
              <a:buSzPts val="1600"/>
              <a:buNone/>
              <a:defRPr sz="1600" b="1"/>
            </a:lvl4pPr>
            <a:lvl5pPr lvl="4" rtl="0">
              <a:lnSpc>
                <a:spcPct val="100000"/>
              </a:lnSpc>
              <a:spcBef>
                <a:spcPts val="0"/>
              </a:spcBef>
              <a:spcAft>
                <a:spcPts val="0"/>
              </a:spcAft>
              <a:buSzPts val="1600"/>
              <a:buFont typeface="Poppins"/>
              <a:buNone/>
              <a:defRPr sz="1600" b="1">
                <a:latin typeface="Poppins"/>
                <a:ea typeface="Poppins"/>
                <a:cs typeface="Poppins"/>
                <a:sym typeface="Poppins"/>
              </a:defRPr>
            </a:lvl5pPr>
            <a:lvl6pPr lvl="5" rtl="0">
              <a:lnSpc>
                <a:spcPct val="100000"/>
              </a:lnSpc>
              <a:spcBef>
                <a:spcPts val="0"/>
              </a:spcBef>
              <a:spcAft>
                <a:spcPts val="0"/>
              </a:spcAft>
              <a:buSzPts val="1600"/>
              <a:buNone/>
              <a:defRPr sz="1600" b="1"/>
            </a:lvl6pPr>
            <a:lvl7pPr lvl="6" rtl="0">
              <a:lnSpc>
                <a:spcPct val="100000"/>
              </a:lnSpc>
              <a:spcBef>
                <a:spcPts val="0"/>
              </a:spcBef>
              <a:spcAft>
                <a:spcPts val="0"/>
              </a:spcAft>
              <a:buSzPts val="1600"/>
              <a:buNone/>
              <a:defRPr sz="1600" b="1"/>
            </a:lvl7pPr>
            <a:lvl8pPr lvl="7" rtl="0">
              <a:lnSpc>
                <a:spcPct val="100000"/>
              </a:lnSpc>
              <a:spcBef>
                <a:spcPts val="0"/>
              </a:spcBef>
              <a:spcAft>
                <a:spcPts val="0"/>
              </a:spcAft>
              <a:buSzPts val="1600"/>
              <a:buNone/>
              <a:defRPr sz="1600" b="1"/>
            </a:lvl8pPr>
            <a:lvl9pPr lvl="8" rtl="0">
              <a:lnSpc>
                <a:spcPct val="100000"/>
              </a:lnSpc>
              <a:spcBef>
                <a:spcPts val="0"/>
              </a:spcBef>
              <a:spcAft>
                <a:spcPts val="0"/>
              </a:spcAft>
              <a:buSzPts val="1600"/>
              <a:buNone/>
              <a:defRPr sz="1600" b="1"/>
            </a:lvl9pPr>
          </a:lstStyle>
          <a:p>
            <a:endParaRPr/>
          </a:p>
        </p:txBody>
      </p:sp>
      <p:sp>
        <p:nvSpPr>
          <p:cNvPr id="736" name="Google Shape;736;p132"/>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LO 6 C">
  <p:cSld name="TITLE_1_1_1_2_1_1_1_1_1_1_6_1">
    <p:bg>
      <p:bgPr>
        <a:solidFill>
          <a:schemeClr val="lt2"/>
        </a:solidFill>
        <a:effectLst/>
      </p:bgPr>
    </p:bg>
    <p:spTree>
      <p:nvGrpSpPr>
        <p:cNvPr id="1" name="Shape 737"/>
        <p:cNvGrpSpPr/>
        <p:nvPr/>
      </p:nvGrpSpPr>
      <p:grpSpPr>
        <a:xfrm>
          <a:off x="0" y="0"/>
          <a:ext cx="0" cy="0"/>
          <a:chOff x="0" y="0"/>
          <a:chExt cx="0" cy="0"/>
        </a:xfrm>
      </p:grpSpPr>
      <p:sp>
        <p:nvSpPr>
          <p:cNvPr id="738" name="Google Shape;738;p133"/>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739" name="Google Shape;739;p133"/>
          <p:cNvSpPr txBox="1">
            <a:spLocks noGrp="1"/>
          </p:cNvSpPr>
          <p:nvPr>
            <p:ph type="ctrTitle"/>
          </p:nvPr>
        </p:nvSpPr>
        <p:spPr>
          <a:xfrm>
            <a:off x="194400" y="150395"/>
            <a:ext cx="5832900" cy="1557900"/>
          </a:xfrm>
          <a:prstGeom prst="rect">
            <a:avLst/>
          </a:prstGeom>
        </p:spPr>
        <p:txBody>
          <a:bodyPr spcFirstLastPara="1" wrap="square" lIns="0" tIns="0" rIns="303475" bIns="0" anchor="t" anchorCtr="0">
            <a:noAutofit/>
          </a:bodyPr>
          <a:lstStyle>
            <a:lvl1pPr lvl="0" rtl="0">
              <a:spcBef>
                <a:spcPts val="0"/>
              </a:spcBef>
              <a:spcAft>
                <a:spcPts val="0"/>
              </a:spcAft>
              <a:buSzPts val="2400"/>
              <a:buNone/>
              <a:defRPr sz="2400"/>
            </a:lvl1pPr>
            <a:lvl2pPr lvl="1" rtl="0">
              <a:spcBef>
                <a:spcPts val="0"/>
              </a:spcBef>
              <a:spcAft>
                <a:spcPts val="0"/>
              </a:spcAft>
              <a:buSzPts val="3200"/>
              <a:buFont typeface="Poppins"/>
              <a:buNone/>
              <a:defRPr sz="3200">
                <a:latin typeface="Poppins"/>
                <a:ea typeface="Poppins"/>
                <a:cs typeface="Poppins"/>
                <a:sym typeface="Poppins"/>
              </a:defRPr>
            </a:lvl2pPr>
            <a:lvl3pPr lvl="2" rtl="0">
              <a:spcBef>
                <a:spcPts val="0"/>
              </a:spcBef>
              <a:spcAft>
                <a:spcPts val="0"/>
              </a:spcAft>
              <a:buSzPts val="3200"/>
              <a:buFont typeface="Poppins"/>
              <a:buNone/>
              <a:defRPr sz="3200">
                <a:latin typeface="Poppins"/>
                <a:ea typeface="Poppins"/>
                <a:cs typeface="Poppins"/>
                <a:sym typeface="Poppins"/>
              </a:defRPr>
            </a:lvl3pPr>
            <a:lvl4pPr lvl="3" rtl="0">
              <a:spcBef>
                <a:spcPts val="0"/>
              </a:spcBef>
              <a:spcAft>
                <a:spcPts val="0"/>
              </a:spcAft>
              <a:buSzPts val="3200"/>
              <a:buFont typeface="Poppins"/>
              <a:buNone/>
              <a:defRPr sz="3200">
                <a:latin typeface="Poppins"/>
                <a:ea typeface="Poppins"/>
                <a:cs typeface="Poppins"/>
                <a:sym typeface="Poppins"/>
              </a:defRPr>
            </a:lvl4pPr>
            <a:lvl5pPr lvl="4" rtl="0">
              <a:spcBef>
                <a:spcPts val="0"/>
              </a:spcBef>
              <a:spcAft>
                <a:spcPts val="0"/>
              </a:spcAft>
              <a:buSzPts val="3200"/>
              <a:buFont typeface="Poppins"/>
              <a:buNone/>
              <a:defRPr sz="3200">
                <a:latin typeface="Poppins"/>
                <a:ea typeface="Poppins"/>
                <a:cs typeface="Poppins"/>
                <a:sym typeface="Poppins"/>
              </a:defRPr>
            </a:lvl5pPr>
            <a:lvl6pPr lvl="5" rtl="0">
              <a:spcBef>
                <a:spcPts val="0"/>
              </a:spcBef>
              <a:spcAft>
                <a:spcPts val="0"/>
              </a:spcAft>
              <a:buSzPts val="3200"/>
              <a:buFont typeface="Poppins"/>
              <a:buNone/>
              <a:defRPr sz="3200">
                <a:latin typeface="Poppins"/>
                <a:ea typeface="Poppins"/>
                <a:cs typeface="Poppins"/>
                <a:sym typeface="Poppins"/>
              </a:defRPr>
            </a:lvl6pPr>
            <a:lvl7pPr lvl="6" rtl="0">
              <a:spcBef>
                <a:spcPts val="0"/>
              </a:spcBef>
              <a:spcAft>
                <a:spcPts val="0"/>
              </a:spcAft>
              <a:buSzPts val="3200"/>
              <a:buFont typeface="Poppins"/>
              <a:buNone/>
              <a:defRPr sz="3200">
                <a:latin typeface="Poppins"/>
                <a:ea typeface="Poppins"/>
                <a:cs typeface="Poppins"/>
                <a:sym typeface="Poppins"/>
              </a:defRPr>
            </a:lvl7pPr>
            <a:lvl8pPr lvl="7" rtl="0">
              <a:spcBef>
                <a:spcPts val="0"/>
              </a:spcBef>
              <a:spcAft>
                <a:spcPts val="0"/>
              </a:spcAft>
              <a:buSzPts val="3200"/>
              <a:buFont typeface="Poppins"/>
              <a:buNone/>
              <a:defRPr sz="3200">
                <a:latin typeface="Poppins"/>
                <a:ea typeface="Poppins"/>
                <a:cs typeface="Poppins"/>
                <a:sym typeface="Poppins"/>
              </a:defRPr>
            </a:lvl8pPr>
            <a:lvl9pPr lvl="8" rtl="0">
              <a:spcBef>
                <a:spcPts val="0"/>
              </a:spcBef>
              <a:spcAft>
                <a:spcPts val="0"/>
              </a:spcAft>
              <a:buSzPts val="3200"/>
              <a:buFont typeface="Poppins"/>
              <a:buNone/>
              <a:defRPr sz="3200">
                <a:latin typeface="Poppins"/>
                <a:ea typeface="Poppins"/>
                <a:cs typeface="Poppins"/>
                <a:sym typeface="Poppins"/>
              </a:defRPr>
            </a:lvl9pPr>
          </a:lstStyle>
          <a:p>
            <a:endParaRPr/>
          </a:p>
        </p:txBody>
      </p:sp>
      <p:sp>
        <p:nvSpPr>
          <p:cNvPr id="740" name="Google Shape;740;p133"/>
          <p:cNvSpPr txBox="1">
            <a:spLocks noGrp="1"/>
          </p:cNvSpPr>
          <p:nvPr>
            <p:ph type="subTitle" idx="1"/>
          </p:nvPr>
        </p:nvSpPr>
        <p:spPr>
          <a:xfrm>
            <a:off x="6178200" y="150395"/>
            <a:ext cx="28356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
        <p:nvSpPr>
          <p:cNvPr id="741" name="Google Shape;741;p133"/>
          <p:cNvSpPr txBox="1">
            <a:spLocks noGrp="1"/>
          </p:cNvSpPr>
          <p:nvPr>
            <p:ph type="subTitle" idx="2"/>
          </p:nvPr>
        </p:nvSpPr>
        <p:spPr>
          <a:xfrm>
            <a:off x="9215467" y="150395"/>
            <a:ext cx="2849700" cy="1345200"/>
          </a:xfrm>
          <a:prstGeom prst="rect">
            <a:avLst/>
          </a:prstGeom>
        </p:spPr>
        <p:txBody>
          <a:bodyPr spcFirstLastPara="1" wrap="square" lIns="0" tIns="0" rIns="303475" bIns="0" anchor="t" anchorCtr="0">
            <a:noAutofit/>
          </a:bodyPr>
          <a:lstStyle>
            <a:lvl1pPr lvl="0" rtl="0">
              <a:lnSpc>
                <a:spcPct val="115000"/>
              </a:lnSpc>
              <a:spcBef>
                <a:spcPts val="0"/>
              </a:spcBef>
              <a:spcAft>
                <a:spcPts val="0"/>
              </a:spcAft>
              <a:buClr>
                <a:schemeClr val="dk1"/>
              </a:buClr>
              <a:buSzPts val="1300"/>
              <a:buNone/>
              <a:defRPr sz="1300">
                <a:solidFill>
                  <a:schemeClr val="dk1"/>
                </a:solidFill>
              </a:defRPr>
            </a:lvl1pPr>
            <a:lvl2pPr lvl="1" rtl="0">
              <a:lnSpc>
                <a:spcPct val="115000"/>
              </a:lnSpc>
              <a:spcBef>
                <a:spcPts val="0"/>
              </a:spcBef>
              <a:spcAft>
                <a:spcPts val="0"/>
              </a:spcAft>
              <a:buSzPts val="1300"/>
              <a:buFont typeface="Roboto Mono"/>
              <a:buNone/>
              <a:defRPr sz="1300">
                <a:latin typeface="Roboto Mono"/>
                <a:ea typeface="Roboto Mono"/>
                <a:cs typeface="Roboto Mono"/>
                <a:sym typeface="Roboto Mono"/>
              </a:defRPr>
            </a:lvl2pPr>
            <a:lvl3pPr lvl="2" rtl="0">
              <a:lnSpc>
                <a:spcPct val="115000"/>
              </a:lnSpc>
              <a:spcBef>
                <a:spcPts val="0"/>
              </a:spcBef>
              <a:spcAft>
                <a:spcPts val="0"/>
              </a:spcAft>
              <a:buSzPts val="1300"/>
              <a:buFont typeface="Roboto Mono"/>
              <a:buNone/>
              <a:defRPr sz="1300">
                <a:latin typeface="Roboto Mono"/>
                <a:ea typeface="Roboto Mono"/>
                <a:cs typeface="Roboto Mono"/>
                <a:sym typeface="Roboto Mono"/>
              </a:defRPr>
            </a:lvl3pPr>
            <a:lvl4pPr lvl="3" rtl="0">
              <a:lnSpc>
                <a:spcPct val="115000"/>
              </a:lnSpc>
              <a:spcBef>
                <a:spcPts val="0"/>
              </a:spcBef>
              <a:spcAft>
                <a:spcPts val="0"/>
              </a:spcAft>
              <a:buSzPts val="1300"/>
              <a:buFont typeface="Roboto Mono"/>
              <a:buNone/>
              <a:defRPr>
                <a:latin typeface="Roboto Mono"/>
                <a:ea typeface="Roboto Mono"/>
                <a:cs typeface="Roboto Mono"/>
                <a:sym typeface="Roboto Mono"/>
              </a:defRPr>
            </a:lvl4pPr>
            <a:lvl5pPr lvl="4" rtl="0">
              <a:lnSpc>
                <a:spcPct val="115000"/>
              </a:lnSpc>
              <a:spcBef>
                <a:spcPts val="0"/>
              </a:spcBef>
              <a:spcAft>
                <a:spcPts val="0"/>
              </a:spcAft>
              <a:buSzPts val="1300"/>
              <a:buNone/>
              <a:defRPr sz="1300"/>
            </a:lvl5pPr>
            <a:lvl6pPr lvl="5" rtl="0">
              <a:lnSpc>
                <a:spcPct val="115000"/>
              </a:lnSpc>
              <a:spcBef>
                <a:spcPts val="0"/>
              </a:spcBef>
              <a:spcAft>
                <a:spcPts val="0"/>
              </a:spcAft>
              <a:buSzPts val="1300"/>
              <a:buFont typeface="Roboto Mono"/>
              <a:buNone/>
              <a:defRPr sz="1300">
                <a:latin typeface="Roboto Mono"/>
                <a:ea typeface="Roboto Mono"/>
                <a:cs typeface="Roboto Mono"/>
                <a:sym typeface="Roboto Mono"/>
              </a:defRPr>
            </a:lvl6pPr>
            <a:lvl7pPr lvl="6" rtl="0">
              <a:lnSpc>
                <a:spcPct val="115000"/>
              </a:lnSpc>
              <a:spcBef>
                <a:spcPts val="0"/>
              </a:spcBef>
              <a:spcAft>
                <a:spcPts val="0"/>
              </a:spcAft>
              <a:buSzPts val="1300"/>
              <a:buFont typeface="Roboto Mono"/>
              <a:buNone/>
              <a:defRPr sz="1300">
                <a:latin typeface="Roboto Mono"/>
                <a:ea typeface="Roboto Mono"/>
                <a:cs typeface="Roboto Mono"/>
                <a:sym typeface="Roboto Mono"/>
              </a:defRPr>
            </a:lvl7pPr>
            <a:lvl8pPr lvl="7" rtl="0">
              <a:lnSpc>
                <a:spcPct val="115000"/>
              </a:lnSpc>
              <a:spcBef>
                <a:spcPts val="0"/>
              </a:spcBef>
              <a:spcAft>
                <a:spcPts val="0"/>
              </a:spcAft>
              <a:buSzPts val="1300"/>
              <a:buFont typeface="Roboto Mono"/>
              <a:buNone/>
              <a:defRPr sz="1300">
                <a:latin typeface="Roboto Mono"/>
                <a:ea typeface="Roboto Mono"/>
                <a:cs typeface="Roboto Mono"/>
                <a:sym typeface="Roboto Mono"/>
              </a:defRPr>
            </a:lvl8pPr>
            <a:lvl9pPr lvl="8" rtl="0">
              <a:lnSpc>
                <a:spcPct val="115000"/>
              </a:lnSpc>
              <a:spcBef>
                <a:spcPts val="0"/>
              </a:spcBef>
              <a:spcAft>
                <a:spcPts val="0"/>
              </a:spcAft>
              <a:buSzPts val="1300"/>
              <a:buFont typeface="Roboto Mono"/>
              <a:buNone/>
              <a:defRPr sz="1300">
                <a:latin typeface="Roboto Mono"/>
                <a:ea typeface="Roboto Mono"/>
                <a:cs typeface="Roboto Mono"/>
                <a:sym typeface="Roboto Mono"/>
              </a:defRPr>
            </a:lvl9pPr>
          </a:lstStyle>
          <a:p>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LO 1">
  <p:cSld name="TITLE_1_1_1_1_1_3">
    <p:bg>
      <p:bgPr>
        <a:solidFill>
          <a:srgbClr val="FFFFFF"/>
        </a:solidFill>
        <a:effectLst/>
      </p:bgPr>
    </p:bg>
    <p:spTree>
      <p:nvGrpSpPr>
        <p:cNvPr id="1" name="Shape 742"/>
        <p:cNvGrpSpPr/>
        <p:nvPr/>
      </p:nvGrpSpPr>
      <p:grpSpPr>
        <a:xfrm>
          <a:off x="0" y="0"/>
          <a:ext cx="0" cy="0"/>
          <a:chOff x="0" y="0"/>
          <a:chExt cx="0" cy="0"/>
        </a:xfrm>
      </p:grpSpPr>
      <p:sp>
        <p:nvSpPr>
          <p:cNvPr id="743" name="Google Shape;743;p134"/>
          <p:cNvSpPr/>
          <p:nvPr/>
        </p:nvSpPr>
        <p:spPr>
          <a:xfrm>
            <a:off x="8210233" y="9704"/>
            <a:ext cx="3990300" cy="6858300"/>
          </a:xfrm>
          <a:prstGeom prst="rect">
            <a:avLst/>
          </a:prstGeom>
          <a:solidFill>
            <a:schemeClr val="lt2"/>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sp>
        <p:nvSpPr>
          <p:cNvPr id="744" name="Google Shape;744;p134"/>
          <p:cNvSpPr txBox="1">
            <a:spLocks noGrp="1"/>
          </p:cNvSpPr>
          <p:nvPr>
            <p:ph type="ctrTitle"/>
          </p:nvPr>
        </p:nvSpPr>
        <p:spPr>
          <a:xfrm>
            <a:off x="9192600" y="1048356"/>
            <a:ext cx="2099700" cy="2292900"/>
          </a:xfrm>
          <a:prstGeom prst="rect">
            <a:avLst/>
          </a:prstGeom>
        </p:spPr>
        <p:txBody>
          <a:bodyPr spcFirstLastPara="1" wrap="square" lIns="0" tIns="0" rIns="303475" bIns="0" anchor="t" anchorCtr="0">
            <a:noAutofit/>
          </a:bodyPr>
          <a:lstStyle>
            <a:lvl1pPr lvl="0" rtl="0">
              <a:lnSpc>
                <a:spcPct val="100000"/>
              </a:lnSpc>
              <a:spcBef>
                <a:spcPts val="0"/>
              </a:spcBef>
              <a:spcAft>
                <a:spcPts val="0"/>
              </a:spcAft>
              <a:buSzPts val="2100"/>
              <a:buNone/>
              <a:defRPr sz="2100" b="0"/>
            </a:lvl1pPr>
            <a:lvl2pPr lvl="1" rtl="0">
              <a:lnSpc>
                <a:spcPct val="100000"/>
              </a:lnSpc>
              <a:spcBef>
                <a:spcPts val="0"/>
              </a:spcBef>
              <a:spcAft>
                <a:spcPts val="0"/>
              </a:spcAft>
              <a:buClr>
                <a:schemeClr val="accent1"/>
              </a:buClr>
              <a:buSzPts val="2100"/>
              <a:buNone/>
              <a:defRPr sz="2100">
                <a:solidFill>
                  <a:schemeClr val="accent1"/>
                </a:solidFill>
              </a:defRPr>
            </a:lvl2pPr>
            <a:lvl3pPr lvl="2" rtl="0">
              <a:lnSpc>
                <a:spcPct val="100000"/>
              </a:lnSpc>
              <a:spcBef>
                <a:spcPts val="0"/>
              </a:spcBef>
              <a:spcAft>
                <a:spcPts val="0"/>
              </a:spcAft>
              <a:buClr>
                <a:schemeClr val="accent1"/>
              </a:buClr>
              <a:buSzPts val="2100"/>
              <a:buNone/>
              <a:defRPr sz="2100">
                <a:solidFill>
                  <a:schemeClr val="accent1"/>
                </a:solidFill>
              </a:defRPr>
            </a:lvl3pPr>
            <a:lvl4pPr lvl="3" rtl="0">
              <a:lnSpc>
                <a:spcPct val="100000"/>
              </a:lnSpc>
              <a:spcBef>
                <a:spcPts val="0"/>
              </a:spcBef>
              <a:spcAft>
                <a:spcPts val="0"/>
              </a:spcAft>
              <a:buClr>
                <a:schemeClr val="accent1"/>
              </a:buClr>
              <a:buSzPts val="2100"/>
              <a:buNone/>
              <a:defRPr sz="2100">
                <a:solidFill>
                  <a:schemeClr val="accent1"/>
                </a:solidFill>
              </a:defRPr>
            </a:lvl4pPr>
            <a:lvl5pPr lvl="4" rtl="0">
              <a:lnSpc>
                <a:spcPct val="100000"/>
              </a:lnSpc>
              <a:spcBef>
                <a:spcPts val="0"/>
              </a:spcBef>
              <a:spcAft>
                <a:spcPts val="0"/>
              </a:spcAft>
              <a:buClr>
                <a:schemeClr val="accent1"/>
              </a:buClr>
              <a:buSzPts val="2100"/>
              <a:buNone/>
              <a:defRPr sz="2100">
                <a:solidFill>
                  <a:schemeClr val="accent1"/>
                </a:solidFill>
              </a:defRPr>
            </a:lvl5pPr>
            <a:lvl6pPr lvl="5" rtl="0">
              <a:lnSpc>
                <a:spcPct val="100000"/>
              </a:lnSpc>
              <a:spcBef>
                <a:spcPts val="0"/>
              </a:spcBef>
              <a:spcAft>
                <a:spcPts val="0"/>
              </a:spcAft>
              <a:buClr>
                <a:schemeClr val="accent1"/>
              </a:buClr>
              <a:buSzPts val="2100"/>
              <a:buNone/>
              <a:defRPr sz="2100">
                <a:solidFill>
                  <a:schemeClr val="accent1"/>
                </a:solidFill>
              </a:defRPr>
            </a:lvl6pPr>
            <a:lvl7pPr lvl="6" rtl="0">
              <a:lnSpc>
                <a:spcPct val="100000"/>
              </a:lnSpc>
              <a:spcBef>
                <a:spcPts val="0"/>
              </a:spcBef>
              <a:spcAft>
                <a:spcPts val="0"/>
              </a:spcAft>
              <a:buClr>
                <a:schemeClr val="accent1"/>
              </a:buClr>
              <a:buSzPts val="2100"/>
              <a:buNone/>
              <a:defRPr sz="2100">
                <a:solidFill>
                  <a:schemeClr val="accent1"/>
                </a:solidFill>
              </a:defRPr>
            </a:lvl7pPr>
            <a:lvl8pPr lvl="7" rtl="0">
              <a:lnSpc>
                <a:spcPct val="100000"/>
              </a:lnSpc>
              <a:spcBef>
                <a:spcPts val="0"/>
              </a:spcBef>
              <a:spcAft>
                <a:spcPts val="0"/>
              </a:spcAft>
              <a:buClr>
                <a:schemeClr val="accent1"/>
              </a:buClr>
              <a:buSzPts val="2100"/>
              <a:buNone/>
              <a:defRPr sz="2100">
                <a:solidFill>
                  <a:schemeClr val="accent1"/>
                </a:solidFill>
              </a:defRPr>
            </a:lvl8pPr>
            <a:lvl9pPr lvl="8" rtl="0">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745" name="Google Shape;745;p134"/>
          <p:cNvSpPr txBox="1">
            <a:spLocks noGrp="1"/>
          </p:cNvSpPr>
          <p:nvPr>
            <p:ph type="subTitle" idx="1"/>
          </p:nvPr>
        </p:nvSpPr>
        <p:spPr>
          <a:xfrm>
            <a:off x="9192600" y="3508359"/>
            <a:ext cx="2099700" cy="2292900"/>
          </a:xfrm>
          <a:prstGeom prst="rect">
            <a:avLst/>
          </a:prstGeom>
        </p:spPr>
        <p:txBody>
          <a:bodyPr spcFirstLastPara="1" wrap="square" lIns="0" tIns="0" rIns="303475" bIns="0" anchor="t" anchorCtr="0">
            <a:noAutofit/>
          </a:bodyPr>
          <a:lstStyle>
            <a:lvl1pPr lvl="0" rtl="0">
              <a:lnSpc>
                <a:spcPct val="120000"/>
              </a:lnSpc>
              <a:spcBef>
                <a:spcPts val="0"/>
              </a:spcBef>
              <a:spcAft>
                <a:spcPts val="0"/>
              </a:spcAft>
              <a:buClr>
                <a:schemeClr val="dk1"/>
              </a:buClr>
              <a:buSzPts val="1300"/>
              <a:buFont typeface="Poppins Light"/>
              <a:buNone/>
              <a:defRPr sz="1300">
                <a:solidFill>
                  <a:schemeClr val="dk1"/>
                </a:solidFill>
                <a:latin typeface="Poppins Light"/>
                <a:ea typeface="Poppins Light"/>
                <a:cs typeface="Poppins Light"/>
                <a:sym typeface="Poppins Light"/>
              </a:defRPr>
            </a:lvl1pPr>
            <a:lvl2pPr lvl="1"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2pPr>
            <a:lvl3pPr lvl="2"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3pPr>
            <a:lvl4pPr lvl="3"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4pPr>
            <a:lvl5pPr lvl="4" rtl="0">
              <a:lnSpc>
                <a:spcPct val="120000"/>
              </a:lnSpc>
              <a:spcBef>
                <a:spcPts val="0"/>
              </a:spcBef>
              <a:spcAft>
                <a:spcPts val="0"/>
              </a:spcAft>
              <a:buSzPts val="1100"/>
              <a:buFont typeface="Poppins Light"/>
              <a:buNone/>
              <a:defRPr>
                <a:latin typeface="Poppins Light"/>
                <a:ea typeface="Poppins Light"/>
                <a:cs typeface="Poppins Light"/>
                <a:sym typeface="Poppins Light"/>
              </a:defRPr>
            </a:lvl5pPr>
            <a:lvl6pPr lvl="5"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6pPr>
            <a:lvl7pPr lvl="6"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7pPr>
            <a:lvl8pPr lvl="7"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8pPr>
            <a:lvl9pPr lvl="8" rtl="0">
              <a:lnSpc>
                <a:spcPct val="120000"/>
              </a:lnSpc>
              <a:spcBef>
                <a:spcPts val="0"/>
              </a:spcBef>
              <a:spcAft>
                <a:spcPts val="0"/>
              </a:spcAft>
              <a:buSzPts val="1100"/>
              <a:buFont typeface="Poppins Light"/>
              <a:buNone/>
              <a:defRPr sz="1100">
                <a:latin typeface="Poppins Light"/>
                <a:ea typeface="Poppins Light"/>
                <a:cs typeface="Poppins Light"/>
                <a:sym typeface="Poppins Light"/>
              </a:defRPr>
            </a:lvl9pPr>
          </a:lstStyle>
          <a:p>
            <a:endParaRPr/>
          </a:p>
        </p:txBody>
      </p:sp>
      <p:sp>
        <p:nvSpPr>
          <p:cNvPr id="746" name="Google Shape;746;p134"/>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Z - End slide">
  <p:cSld name="TITLE_1_2_1">
    <p:bg>
      <p:bgPr>
        <a:solidFill>
          <a:schemeClr val="accent1"/>
        </a:solidFill>
        <a:effectLst/>
      </p:bgPr>
    </p:bg>
    <p:spTree>
      <p:nvGrpSpPr>
        <p:cNvPr id="1" name="Shape 747"/>
        <p:cNvGrpSpPr/>
        <p:nvPr/>
      </p:nvGrpSpPr>
      <p:grpSpPr>
        <a:xfrm>
          <a:off x="0" y="0"/>
          <a:ext cx="0" cy="0"/>
          <a:chOff x="0" y="0"/>
          <a:chExt cx="0" cy="0"/>
        </a:xfrm>
      </p:grpSpPr>
      <p:sp>
        <p:nvSpPr>
          <p:cNvPr id="748" name="Google Shape;748;p135"/>
          <p:cNvSpPr txBox="1">
            <a:spLocks noGrp="1"/>
          </p:cNvSpPr>
          <p:nvPr>
            <p:ph type="sldNum" idx="12"/>
          </p:nvPr>
        </p:nvSpPr>
        <p:spPr>
          <a:xfrm>
            <a:off x="11345167" y="6660662"/>
            <a:ext cx="731700" cy="342300"/>
          </a:xfrm>
          <a:prstGeom prst="rect">
            <a:avLst/>
          </a:prstGeom>
        </p:spPr>
        <p:txBody>
          <a:bodyPr spcFirstLastPara="1" wrap="square" lIns="121375" tIns="0" rIns="12137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749" name="Google Shape;749;p135"/>
          <p:cNvPicPr preferRelativeResize="0"/>
          <p:nvPr/>
        </p:nvPicPr>
        <p:blipFill>
          <a:blip r:embed="rId2">
            <a:alphaModFix/>
          </a:blip>
          <a:stretch>
            <a:fillRect/>
          </a:stretch>
        </p:blipFill>
        <p:spPr>
          <a:xfrm>
            <a:off x="154233" y="5343656"/>
            <a:ext cx="1335198" cy="1335198"/>
          </a:xfrm>
          <a:prstGeom prst="rect">
            <a:avLst/>
          </a:prstGeom>
          <a:noFill/>
          <a:ln>
            <a:noFill/>
          </a:ln>
        </p:spPr>
      </p:pic>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7_Blank">
  <p:cSld name="7_Blank">
    <p:bg>
      <p:bgPr>
        <a:solidFill>
          <a:srgbClr val="00B086"/>
        </a:solidFill>
        <a:effectLst/>
      </p:bgPr>
    </p:bg>
    <p:spTree>
      <p:nvGrpSpPr>
        <p:cNvPr id="1" name="Shape 750"/>
        <p:cNvGrpSpPr/>
        <p:nvPr/>
      </p:nvGrpSpPr>
      <p:grpSpPr>
        <a:xfrm>
          <a:off x="0" y="0"/>
          <a:ext cx="0" cy="0"/>
          <a:chOff x="0" y="0"/>
          <a:chExt cx="0" cy="0"/>
        </a:xfrm>
      </p:grpSpPr>
      <p:sp>
        <p:nvSpPr>
          <p:cNvPr id="751" name="Google Shape;751;p136"/>
          <p:cNvSpPr txBox="1">
            <a:spLocks noGrp="1"/>
          </p:cNvSpPr>
          <p:nvPr>
            <p:ph type="body" idx="1"/>
          </p:nvPr>
        </p:nvSpPr>
        <p:spPr>
          <a:xfrm>
            <a:off x="1235901" y="2379135"/>
            <a:ext cx="9736800" cy="2438400"/>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lt1"/>
              </a:buClr>
              <a:buSzPts val="7200"/>
              <a:buFont typeface="Arial"/>
              <a:buNone/>
              <a:defRPr sz="7200" b="0" i="0" u="none" strike="noStrike" cap="none">
                <a:solidFill>
                  <a:schemeClr val="lt1"/>
                </a:solidFill>
                <a:latin typeface="Calibri"/>
                <a:ea typeface="Calibri"/>
                <a:cs typeface="Calibri"/>
                <a:sym typeface="Calibri"/>
              </a:defRPr>
            </a:lvl1pPr>
            <a:lvl2pPr marL="914400" marR="0" lvl="1" indent="-465646" algn="l" rtl="0">
              <a:spcBef>
                <a:spcPts val="2100"/>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21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5" algn="l" rtl="0">
              <a:spcBef>
                <a:spcPts val="2100"/>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5" algn="l" rtl="0">
              <a:spcBef>
                <a:spcPts val="2100"/>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2100"/>
              </a:spcBef>
              <a:spcAft>
                <a:spcPts val="210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pic>
        <p:nvPicPr>
          <p:cNvPr id="752" name="Google Shape;752;p136"/>
          <p:cNvPicPr preferRelativeResize="0"/>
          <p:nvPr/>
        </p:nvPicPr>
        <p:blipFill rotWithShape="1">
          <a:blip r:embed="rId2">
            <a:alphaModFix amt="20000"/>
          </a:blip>
          <a:srcRect l="33612"/>
          <a:stretch/>
        </p:blipFill>
        <p:spPr>
          <a:xfrm>
            <a:off x="-1" y="3767970"/>
            <a:ext cx="3675529" cy="3179675"/>
          </a:xfrm>
          <a:prstGeom prst="rect">
            <a:avLst/>
          </a:prstGeom>
          <a:noFill/>
          <a:ln>
            <a:noFill/>
          </a:ln>
        </p:spPr>
      </p:pic>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753"/>
        <p:cNvGrpSpPr/>
        <p:nvPr/>
      </p:nvGrpSpPr>
      <p:grpSpPr>
        <a:xfrm>
          <a:off x="0" y="0"/>
          <a:ext cx="0" cy="0"/>
          <a:chOff x="0" y="0"/>
          <a:chExt cx="0" cy="0"/>
        </a:xfrm>
      </p:grpSpPr>
      <p:sp>
        <p:nvSpPr>
          <p:cNvPr id="754" name="Google Shape;754;p137"/>
          <p:cNvSpPr txBox="1">
            <a:spLocks noGrp="1"/>
          </p:cNvSpPr>
          <p:nvPr>
            <p:ph type="title"/>
          </p:nvPr>
        </p:nvSpPr>
        <p:spPr>
          <a:xfrm>
            <a:off x="609601" y="227736"/>
            <a:ext cx="10515600" cy="736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7E287E"/>
              </a:buClr>
              <a:buSzPts val="4267"/>
              <a:buFont typeface="Calibri"/>
              <a:buNone/>
              <a:defRPr sz="4267" b="1" i="0" u="none" strike="noStrike" cap="none">
                <a:solidFill>
                  <a:srgbClr val="7E287E"/>
                </a:solidFill>
                <a:latin typeface="Calibri"/>
                <a:ea typeface="Calibri"/>
                <a:cs typeface="Calibri"/>
                <a:sym typeface="Calibri"/>
              </a:defRPr>
            </a:lvl1pPr>
            <a:lvl2pPr lvl="1" rtl="0">
              <a:spcBef>
                <a:spcPts val="0"/>
              </a:spcBef>
              <a:spcAft>
                <a:spcPts val="0"/>
              </a:spcAft>
              <a:buSzPts val="3700"/>
              <a:buNone/>
              <a:defRPr sz="1800"/>
            </a:lvl2pPr>
            <a:lvl3pPr lvl="2" rtl="0">
              <a:spcBef>
                <a:spcPts val="0"/>
              </a:spcBef>
              <a:spcAft>
                <a:spcPts val="0"/>
              </a:spcAft>
              <a:buSzPts val="3700"/>
              <a:buNone/>
              <a:defRPr sz="1800"/>
            </a:lvl3pPr>
            <a:lvl4pPr lvl="3" rtl="0">
              <a:spcBef>
                <a:spcPts val="0"/>
              </a:spcBef>
              <a:spcAft>
                <a:spcPts val="0"/>
              </a:spcAft>
              <a:buSzPts val="3700"/>
              <a:buNone/>
              <a:defRPr sz="1800"/>
            </a:lvl4pPr>
            <a:lvl5pPr lvl="4" rtl="0">
              <a:spcBef>
                <a:spcPts val="0"/>
              </a:spcBef>
              <a:spcAft>
                <a:spcPts val="0"/>
              </a:spcAft>
              <a:buSzPts val="3700"/>
              <a:buNone/>
              <a:defRPr sz="1800"/>
            </a:lvl5pPr>
            <a:lvl6pPr lvl="5" rtl="0">
              <a:spcBef>
                <a:spcPts val="0"/>
              </a:spcBef>
              <a:spcAft>
                <a:spcPts val="0"/>
              </a:spcAft>
              <a:buSzPts val="3700"/>
              <a:buNone/>
              <a:defRPr sz="1800"/>
            </a:lvl6pPr>
            <a:lvl7pPr lvl="6" rtl="0">
              <a:spcBef>
                <a:spcPts val="0"/>
              </a:spcBef>
              <a:spcAft>
                <a:spcPts val="0"/>
              </a:spcAft>
              <a:buSzPts val="3700"/>
              <a:buNone/>
              <a:defRPr sz="1800"/>
            </a:lvl7pPr>
            <a:lvl8pPr lvl="7" rtl="0">
              <a:spcBef>
                <a:spcPts val="0"/>
              </a:spcBef>
              <a:spcAft>
                <a:spcPts val="0"/>
              </a:spcAft>
              <a:buSzPts val="3700"/>
              <a:buNone/>
              <a:defRPr sz="1800"/>
            </a:lvl8pPr>
            <a:lvl9pPr lvl="8" rtl="0">
              <a:spcBef>
                <a:spcPts val="0"/>
              </a:spcBef>
              <a:spcAft>
                <a:spcPts val="0"/>
              </a:spcAft>
              <a:buSzPts val="3700"/>
              <a:buNone/>
              <a:defRPr sz="1800"/>
            </a:lvl9pPr>
          </a:lstStyle>
          <a:p>
            <a:endParaRPr/>
          </a:p>
        </p:txBody>
      </p:sp>
      <p:cxnSp>
        <p:nvCxnSpPr>
          <p:cNvPr id="755" name="Google Shape;755;p137"/>
          <p:cNvCxnSpPr/>
          <p:nvPr/>
        </p:nvCxnSpPr>
        <p:spPr>
          <a:xfrm rot="10800000" flipH="1">
            <a:off x="771050" y="1143719"/>
            <a:ext cx="10816800" cy="2400"/>
          </a:xfrm>
          <a:prstGeom prst="straightConnector1">
            <a:avLst/>
          </a:prstGeom>
          <a:noFill/>
          <a:ln w="9525" cap="flat" cmpd="sng">
            <a:solidFill>
              <a:srgbClr val="B4B4B4"/>
            </a:solidFill>
            <a:prstDash val="solid"/>
            <a:round/>
            <a:headEnd type="none" w="sm" len="sm"/>
            <a:tailEnd type="none" w="sm" len="sm"/>
          </a:ln>
        </p:spPr>
      </p:cxnSp>
      <p:cxnSp>
        <p:nvCxnSpPr>
          <p:cNvPr id="756" name="Google Shape;756;p137"/>
          <p:cNvCxnSpPr/>
          <p:nvPr/>
        </p:nvCxnSpPr>
        <p:spPr>
          <a:xfrm>
            <a:off x="0" y="0"/>
            <a:ext cx="0" cy="6858000"/>
          </a:xfrm>
          <a:prstGeom prst="straightConnector1">
            <a:avLst/>
          </a:prstGeom>
          <a:noFill/>
          <a:ln w="57150" cap="flat" cmpd="sng">
            <a:solidFill>
              <a:srgbClr val="00926F"/>
            </a:solidFill>
            <a:prstDash val="solid"/>
            <a:round/>
            <a:headEnd type="none" w="sm" len="sm"/>
            <a:tailEnd type="none" w="sm" len="sm"/>
          </a:ln>
        </p:spPr>
      </p:cxnSp>
      <p:sp>
        <p:nvSpPr>
          <p:cNvPr id="757" name="Google Shape;757;p137"/>
          <p:cNvSpPr txBox="1">
            <a:spLocks noGrp="1"/>
          </p:cNvSpPr>
          <p:nvPr>
            <p:ph type="body" idx="1"/>
          </p:nvPr>
        </p:nvSpPr>
        <p:spPr>
          <a:xfrm>
            <a:off x="609601" y="1531090"/>
            <a:ext cx="10515600" cy="4990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D5D5D"/>
              </a:buClr>
              <a:buSzPts val="3200"/>
              <a:buFont typeface="Arial"/>
              <a:buNone/>
              <a:defRPr sz="3200" b="0" i="0" u="none" strike="noStrike" cap="none">
                <a:solidFill>
                  <a:srgbClr val="5D5D5D"/>
                </a:solidFill>
                <a:latin typeface="Calibri"/>
                <a:ea typeface="Calibri"/>
                <a:cs typeface="Calibri"/>
                <a:sym typeface="Calibri"/>
              </a:defRPr>
            </a:lvl1pPr>
            <a:lvl2pPr marL="914400" marR="0" lvl="1"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2pPr>
            <a:lvl3pPr marL="1371600" marR="0" lvl="2"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3pPr>
            <a:lvl4pPr marL="1828800" marR="0" lvl="3"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4pPr>
            <a:lvl5pPr marL="2286000" marR="0" lvl="4" indent="-482600" algn="l" rtl="0">
              <a:spcBef>
                <a:spcPts val="2100"/>
              </a:spcBef>
              <a:spcAft>
                <a:spcPts val="0"/>
              </a:spcAft>
              <a:buClr>
                <a:srgbClr val="5D5D5D"/>
              </a:buClr>
              <a:buSzPts val="4000"/>
              <a:buFont typeface="Arial"/>
              <a:buChar char="»"/>
              <a:defRPr sz="4000" b="0" i="0" u="none" strike="noStrike" cap="none">
                <a:solidFill>
                  <a:srgbClr val="5D5D5D"/>
                </a:solidFill>
                <a:latin typeface="Calibri"/>
                <a:ea typeface="Calibri"/>
                <a:cs typeface="Calibri"/>
                <a:sym typeface="Calibri"/>
              </a:defRPr>
            </a:lvl5pPr>
            <a:lvl6pPr marL="2743200" marR="0" lvl="5"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5"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2100"/>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2100"/>
              </a:spcBef>
              <a:spcAft>
                <a:spcPts val="210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matchingName="10_Blank" type="blank">
  <p:cSld name="BLANK">
    <p:spTree>
      <p:nvGrpSpPr>
        <p:cNvPr id="1" name="Shape 758"/>
        <p:cNvGrpSpPr/>
        <p:nvPr/>
      </p:nvGrpSpPr>
      <p:grpSpPr>
        <a:xfrm>
          <a:off x="0" y="0"/>
          <a:ext cx="0" cy="0"/>
          <a:chOff x="0" y="0"/>
          <a:chExt cx="0" cy="0"/>
        </a:xfrm>
      </p:grpSpPr>
      <p:sp>
        <p:nvSpPr>
          <p:cNvPr id="759" name="Google Shape;759;p138"/>
          <p:cNvSpPr txBox="1">
            <a:spLocks noGrp="1"/>
          </p:cNvSpPr>
          <p:nvPr>
            <p:ph type="dt" idx="10"/>
          </p:nvPr>
        </p:nvSpPr>
        <p:spPr>
          <a:xfrm>
            <a:off x="609600" y="6356354"/>
            <a:ext cx="28449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0" name="Google Shape;760;p138"/>
          <p:cNvSpPr txBox="1">
            <a:spLocks noGrp="1"/>
          </p:cNvSpPr>
          <p:nvPr>
            <p:ph type="ftr" idx="11"/>
          </p:nvPr>
        </p:nvSpPr>
        <p:spPr>
          <a:xfrm>
            <a:off x="4165600" y="6356354"/>
            <a:ext cx="38607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1" name="Google Shape;761;p138"/>
          <p:cNvSpPr txBox="1">
            <a:spLocks noGrp="1"/>
          </p:cNvSpPr>
          <p:nvPr>
            <p:ph type="sldNum" idx="12"/>
          </p:nvPr>
        </p:nvSpPr>
        <p:spPr>
          <a:xfrm>
            <a:off x="8737600" y="6356354"/>
            <a:ext cx="2844900" cy="3651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888888"/>
                </a:solidFill>
                <a:latin typeface="Calibri"/>
                <a:ea typeface="Calibri"/>
                <a:cs typeface="Calibri"/>
                <a:sym typeface="Calibri"/>
              </a:defRPr>
            </a:lvl1pPr>
            <a:lvl2pPr marL="0" marR="0" lvl="1" indent="0" algn="l" rtl="0">
              <a:spcBef>
                <a:spcPts val="0"/>
              </a:spcBef>
              <a:buNone/>
              <a:defRPr sz="1800">
                <a:solidFill>
                  <a:srgbClr val="888888"/>
                </a:solidFill>
                <a:latin typeface="Calibri"/>
                <a:ea typeface="Calibri"/>
                <a:cs typeface="Calibri"/>
                <a:sym typeface="Calibri"/>
              </a:defRPr>
            </a:lvl2pPr>
            <a:lvl3pPr marL="0" marR="0" lvl="2" indent="0" algn="l" rtl="0">
              <a:spcBef>
                <a:spcPts val="0"/>
              </a:spcBef>
              <a:buNone/>
              <a:defRPr sz="1800">
                <a:solidFill>
                  <a:srgbClr val="888888"/>
                </a:solidFill>
                <a:latin typeface="Calibri"/>
                <a:ea typeface="Calibri"/>
                <a:cs typeface="Calibri"/>
                <a:sym typeface="Calibri"/>
              </a:defRPr>
            </a:lvl3pPr>
            <a:lvl4pPr marL="0" marR="0" lvl="3" indent="0" algn="l" rtl="0">
              <a:spcBef>
                <a:spcPts val="0"/>
              </a:spcBef>
              <a:buNone/>
              <a:defRPr sz="1800">
                <a:solidFill>
                  <a:srgbClr val="888888"/>
                </a:solidFill>
                <a:latin typeface="Calibri"/>
                <a:ea typeface="Calibri"/>
                <a:cs typeface="Calibri"/>
                <a:sym typeface="Calibri"/>
              </a:defRPr>
            </a:lvl4pPr>
            <a:lvl5pPr marL="0" marR="0" lvl="4" indent="0" algn="l" rtl="0">
              <a:spcBef>
                <a:spcPts val="0"/>
              </a:spcBef>
              <a:buNone/>
              <a:defRPr sz="1800">
                <a:solidFill>
                  <a:srgbClr val="888888"/>
                </a:solidFill>
                <a:latin typeface="Calibri"/>
                <a:ea typeface="Calibri"/>
                <a:cs typeface="Calibri"/>
                <a:sym typeface="Calibri"/>
              </a:defRPr>
            </a:lvl5pPr>
            <a:lvl6pPr marL="0" marR="0" lvl="5" indent="0" algn="l" rtl="0">
              <a:spcBef>
                <a:spcPts val="0"/>
              </a:spcBef>
              <a:buNone/>
              <a:defRPr sz="1800">
                <a:solidFill>
                  <a:srgbClr val="888888"/>
                </a:solidFill>
                <a:latin typeface="Calibri"/>
                <a:ea typeface="Calibri"/>
                <a:cs typeface="Calibri"/>
                <a:sym typeface="Calibri"/>
              </a:defRPr>
            </a:lvl6pPr>
            <a:lvl7pPr marL="0" marR="0" lvl="6" indent="0" algn="l" rtl="0">
              <a:spcBef>
                <a:spcPts val="0"/>
              </a:spcBef>
              <a:buNone/>
              <a:defRPr sz="1800">
                <a:solidFill>
                  <a:srgbClr val="888888"/>
                </a:solidFill>
                <a:latin typeface="Calibri"/>
                <a:ea typeface="Calibri"/>
                <a:cs typeface="Calibri"/>
                <a:sym typeface="Calibri"/>
              </a:defRPr>
            </a:lvl7pPr>
            <a:lvl8pPr marL="0" marR="0" lvl="7" indent="0" algn="l" rtl="0">
              <a:spcBef>
                <a:spcPts val="0"/>
              </a:spcBef>
              <a:buNone/>
              <a:defRPr sz="1800">
                <a:solidFill>
                  <a:srgbClr val="888888"/>
                </a:solidFill>
                <a:latin typeface="Calibri"/>
                <a:ea typeface="Calibri"/>
                <a:cs typeface="Calibri"/>
                <a:sym typeface="Calibri"/>
              </a:defRPr>
            </a:lvl8pPr>
            <a:lvl9pPr marL="0" marR="0" lvl="8" indent="0" algn="l" rtl="0">
              <a:spcBef>
                <a:spcPts val="0"/>
              </a:spcBef>
              <a:buNone/>
              <a:defRPr sz="1800">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7_Blank 1">
  <p:cSld name="7_Blank_1">
    <p:spTree>
      <p:nvGrpSpPr>
        <p:cNvPr id="1" name="Shape 762"/>
        <p:cNvGrpSpPr/>
        <p:nvPr/>
      </p:nvGrpSpPr>
      <p:grpSpPr>
        <a:xfrm>
          <a:off x="0" y="0"/>
          <a:ext cx="0" cy="0"/>
          <a:chOff x="0" y="0"/>
          <a:chExt cx="0" cy="0"/>
        </a:xfrm>
      </p:grpSpPr>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09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9.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42" Type="http://schemas.openxmlformats.org/officeDocument/2006/relationships/slideLayout" Target="../slideLayouts/slideLayout65.xml"/><Relationship Id="rId47" Type="http://schemas.openxmlformats.org/officeDocument/2006/relationships/slideLayout" Target="../slideLayouts/slideLayout70.xml"/><Relationship Id="rId50" Type="http://schemas.openxmlformats.org/officeDocument/2006/relationships/slideLayout" Target="../slideLayouts/slideLayout73.xml"/><Relationship Id="rId55" Type="http://schemas.openxmlformats.org/officeDocument/2006/relationships/slideLayout" Target="../slideLayouts/slideLayout78.xml"/><Relationship Id="rId63" Type="http://schemas.openxmlformats.org/officeDocument/2006/relationships/slideLayout" Target="../slideLayouts/slideLayout86.xml"/><Relationship Id="rId68" Type="http://schemas.openxmlformats.org/officeDocument/2006/relationships/theme" Target="../theme/theme2.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9" Type="http://schemas.openxmlformats.org/officeDocument/2006/relationships/slideLayout" Target="../slideLayouts/slideLayout52.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slideLayout" Target="../slideLayouts/slideLayout60.xml"/><Relationship Id="rId40" Type="http://schemas.openxmlformats.org/officeDocument/2006/relationships/slideLayout" Target="../slideLayouts/slideLayout63.xml"/><Relationship Id="rId45" Type="http://schemas.openxmlformats.org/officeDocument/2006/relationships/slideLayout" Target="../slideLayouts/slideLayout68.xml"/><Relationship Id="rId53" Type="http://schemas.openxmlformats.org/officeDocument/2006/relationships/slideLayout" Target="../slideLayouts/slideLayout76.xml"/><Relationship Id="rId58" Type="http://schemas.openxmlformats.org/officeDocument/2006/relationships/slideLayout" Target="../slideLayouts/slideLayout81.xml"/><Relationship Id="rId66" Type="http://schemas.openxmlformats.org/officeDocument/2006/relationships/slideLayout" Target="../slideLayouts/slideLayout89.xml"/><Relationship Id="rId5" Type="http://schemas.openxmlformats.org/officeDocument/2006/relationships/slideLayout" Target="../slideLayouts/slideLayout28.xml"/><Relationship Id="rId61" Type="http://schemas.openxmlformats.org/officeDocument/2006/relationships/slideLayout" Target="../slideLayouts/slideLayout84.xml"/><Relationship Id="rId19" Type="http://schemas.openxmlformats.org/officeDocument/2006/relationships/slideLayout" Target="../slideLayouts/slideLayout4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43" Type="http://schemas.openxmlformats.org/officeDocument/2006/relationships/slideLayout" Target="../slideLayouts/slideLayout66.xml"/><Relationship Id="rId48" Type="http://schemas.openxmlformats.org/officeDocument/2006/relationships/slideLayout" Target="../slideLayouts/slideLayout71.xml"/><Relationship Id="rId56" Type="http://schemas.openxmlformats.org/officeDocument/2006/relationships/slideLayout" Target="../slideLayouts/slideLayout79.xml"/><Relationship Id="rId64" Type="http://schemas.openxmlformats.org/officeDocument/2006/relationships/slideLayout" Target="../slideLayouts/slideLayout87.xml"/><Relationship Id="rId8" Type="http://schemas.openxmlformats.org/officeDocument/2006/relationships/slideLayout" Target="../slideLayouts/slideLayout31.xml"/><Relationship Id="rId51" Type="http://schemas.openxmlformats.org/officeDocument/2006/relationships/slideLayout" Target="../slideLayouts/slideLayout74.xml"/><Relationship Id="rId3" Type="http://schemas.openxmlformats.org/officeDocument/2006/relationships/slideLayout" Target="../slideLayouts/slideLayout26.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38" Type="http://schemas.openxmlformats.org/officeDocument/2006/relationships/slideLayout" Target="../slideLayouts/slideLayout61.xml"/><Relationship Id="rId46" Type="http://schemas.openxmlformats.org/officeDocument/2006/relationships/slideLayout" Target="../slideLayouts/slideLayout69.xml"/><Relationship Id="rId59" Type="http://schemas.openxmlformats.org/officeDocument/2006/relationships/slideLayout" Target="../slideLayouts/slideLayout82.xml"/><Relationship Id="rId67" Type="http://schemas.openxmlformats.org/officeDocument/2006/relationships/slideLayout" Target="../slideLayouts/slideLayout90.xml"/><Relationship Id="rId20" Type="http://schemas.openxmlformats.org/officeDocument/2006/relationships/slideLayout" Target="../slideLayouts/slideLayout43.xml"/><Relationship Id="rId41" Type="http://schemas.openxmlformats.org/officeDocument/2006/relationships/slideLayout" Target="../slideLayouts/slideLayout64.xml"/><Relationship Id="rId54" Type="http://schemas.openxmlformats.org/officeDocument/2006/relationships/slideLayout" Target="../slideLayouts/slideLayout77.xml"/><Relationship Id="rId62" Type="http://schemas.openxmlformats.org/officeDocument/2006/relationships/slideLayout" Target="../slideLayouts/slideLayout8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49" Type="http://schemas.openxmlformats.org/officeDocument/2006/relationships/slideLayout" Target="../slideLayouts/slideLayout72.xml"/><Relationship Id="rId57" Type="http://schemas.openxmlformats.org/officeDocument/2006/relationships/slideLayout" Target="../slideLayouts/slideLayout80.xml"/><Relationship Id="rId10" Type="http://schemas.openxmlformats.org/officeDocument/2006/relationships/slideLayout" Target="../slideLayouts/slideLayout33.xml"/><Relationship Id="rId31" Type="http://schemas.openxmlformats.org/officeDocument/2006/relationships/slideLayout" Target="../slideLayouts/slideLayout54.xml"/><Relationship Id="rId44" Type="http://schemas.openxmlformats.org/officeDocument/2006/relationships/slideLayout" Target="../slideLayouts/slideLayout67.xml"/><Relationship Id="rId52" Type="http://schemas.openxmlformats.org/officeDocument/2006/relationships/slideLayout" Target="../slideLayouts/slideLayout75.xml"/><Relationship Id="rId60" Type="http://schemas.openxmlformats.org/officeDocument/2006/relationships/slideLayout" Target="../slideLayouts/slideLayout83.xml"/><Relationship Id="rId65" Type="http://schemas.openxmlformats.org/officeDocument/2006/relationships/slideLayout" Target="../slideLayouts/slideLayout88.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9"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slideLayout" Target="../slideLayouts/slideLayout108.xml"/><Relationship Id="rId26" Type="http://schemas.openxmlformats.org/officeDocument/2006/relationships/slideLayout" Target="../slideLayouts/slideLayout116.xml"/><Relationship Id="rId3" Type="http://schemas.openxmlformats.org/officeDocument/2006/relationships/slideLayout" Target="../slideLayouts/slideLayout93.xml"/><Relationship Id="rId21" Type="http://schemas.openxmlformats.org/officeDocument/2006/relationships/slideLayout" Target="../slideLayouts/slideLayout111.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slideLayout" Target="../slideLayouts/slideLayout107.xml"/><Relationship Id="rId25" Type="http://schemas.openxmlformats.org/officeDocument/2006/relationships/slideLayout" Target="../slideLayouts/slideLayout115.xml"/><Relationship Id="rId2" Type="http://schemas.openxmlformats.org/officeDocument/2006/relationships/slideLayout" Target="../slideLayouts/slideLayout92.xml"/><Relationship Id="rId16" Type="http://schemas.openxmlformats.org/officeDocument/2006/relationships/slideLayout" Target="../slideLayouts/slideLayout106.xml"/><Relationship Id="rId20" Type="http://schemas.openxmlformats.org/officeDocument/2006/relationships/slideLayout" Target="../slideLayouts/slideLayout110.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24" Type="http://schemas.openxmlformats.org/officeDocument/2006/relationships/slideLayout" Target="../slideLayouts/slideLayout114.xml"/><Relationship Id="rId5" Type="http://schemas.openxmlformats.org/officeDocument/2006/relationships/slideLayout" Target="../slideLayouts/slideLayout95.xml"/><Relationship Id="rId15" Type="http://schemas.openxmlformats.org/officeDocument/2006/relationships/slideLayout" Target="../slideLayouts/slideLayout105.xml"/><Relationship Id="rId23" Type="http://schemas.openxmlformats.org/officeDocument/2006/relationships/slideLayout" Target="../slideLayouts/slideLayout113.xml"/><Relationship Id="rId10" Type="http://schemas.openxmlformats.org/officeDocument/2006/relationships/slideLayout" Target="../slideLayouts/slideLayout100.xml"/><Relationship Id="rId19" Type="http://schemas.openxmlformats.org/officeDocument/2006/relationships/slideLayout" Target="../slideLayouts/slideLayout109.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 Id="rId22" Type="http://schemas.openxmlformats.org/officeDocument/2006/relationships/slideLayout" Target="../slideLayouts/slideLayout112.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4.xml"/><Relationship Id="rId13" Type="http://schemas.openxmlformats.org/officeDocument/2006/relationships/slideLayout" Target="../slideLayouts/slideLayout129.xml"/><Relationship Id="rId18" Type="http://schemas.openxmlformats.org/officeDocument/2006/relationships/theme" Target="../theme/theme4.xml"/><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5" Type="http://schemas.openxmlformats.org/officeDocument/2006/relationships/slideLayout" Target="../slideLayouts/slideLayout131.xml"/><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slideLayout" Target="../slideLayouts/slideLayout13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1.xml"/><Relationship Id="rId13" Type="http://schemas.openxmlformats.org/officeDocument/2006/relationships/slideLayout" Target="../slideLayouts/slideLayout146.xml"/><Relationship Id="rId18" Type="http://schemas.openxmlformats.org/officeDocument/2006/relationships/slideLayout" Target="../slideLayouts/slideLayout151.xml"/><Relationship Id="rId26" Type="http://schemas.openxmlformats.org/officeDocument/2006/relationships/slideLayout" Target="../slideLayouts/slideLayout159.xml"/><Relationship Id="rId3" Type="http://schemas.openxmlformats.org/officeDocument/2006/relationships/slideLayout" Target="../slideLayouts/slideLayout136.xml"/><Relationship Id="rId21" Type="http://schemas.openxmlformats.org/officeDocument/2006/relationships/slideLayout" Target="../slideLayouts/slideLayout154.xml"/><Relationship Id="rId7" Type="http://schemas.openxmlformats.org/officeDocument/2006/relationships/slideLayout" Target="../slideLayouts/slideLayout140.xml"/><Relationship Id="rId12" Type="http://schemas.openxmlformats.org/officeDocument/2006/relationships/slideLayout" Target="../slideLayouts/slideLayout145.xml"/><Relationship Id="rId17" Type="http://schemas.openxmlformats.org/officeDocument/2006/relationships/slideLayout" Target="../slideLayouts/slideLayout150.xml"/><Relationship Id="rId25" Type="http://schemas.openxmlformats.org/officeDocument/2006/relationships/slideLayout" Target="../slideLayouts/slideLayout158.xml"/><Relationship Id="rId2" Type="http://schemas.openxmlformats.org/officeDocument/2006/relationships/slideLayout" Target="../slideLayouts/slideLayout135.xml"/><Relationship Id="rId16" Type="http://schemas.openxmlformats.org/officeDocument/2006/relationships/slideLayout" Target="../slideLayouts/slideLayout149.xml"/><Relationship Id="rId20" Type="http://schemas.openxmlformats.org/officeDocument/2006/relationships/slideLayout" Target="../slideLayouts/slideLayout153.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24" Type="http://schemas.openxmlformats.org/officeDocument/2006/relationships/slideLayout" Target="../slideLayouts/slideLayout157.xml"/><Relationship Id="rId5" Type="http://schemas.openxmlformats.org/officeDocument/2006/relationships/slideLayout" Target="../slideLayouts/slideLayout138.xml"/><Relationship Id="rId15" Type="http://schemas.openxmlformats.org/officeDocument/2006/relationships/slideLayout" Target="../slideLayouts/slideLayout148.xml"/><Relationship Id="rId23" Type="http://schemas.openxmlformats.org/officeDocument/2006/relationships/slideLayout" Target="../slideLayouts/slideLayout156.xml"/><Relationship Id="rId10" Type="http://schemas.openxmlformats.org/officeDocument/2006/relationships/slideLayout" Target="../slideLayouts/slideLayout143.xml"/><Relationship Id="rId19" Type="http://schemas.openxmlformats.org/officeDocument/2006/relationships/slideLayout" Target="../slideLayouts/slideLayout152.xml"/><Relationship Id="rId4" Type="http://schemas.openxmlformats.org/officeDocument/2006/relationships/slideLayout" Target="../slideLayouts/slideLayout137.xml"/><Relationship Id="rId9" Type="http://schemas.openxmlformats.org/officeDocument/2006/relationships/slideLayout" Target="../slideLayouts/slideLayout142.xml"/><Relationship Id="rId14" Type="http://schemas.openxmlformats.org/officeDocument/2006/relationships/slideLayout" Target="../slideLayouts/slideLayout147.xml"/><Relationship Id="rId22" Type="http://schemas.openxmlformats.org/officeDocument/2006/relationships/slideLayout" Target="../slideLayouts/slideLayout155.xml"/><Relationship Id="rId27"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67.xml"/><Relationship Id="rId13" Type="http://schemas.openxmlformats.org/officeDocument/2006/relationships/slideLayout" Target="../slideLayouts/slideLayout172.xml"/><Relationship Id="rId18" Type="http://schemas.openxmlformats.org/officeDocument/2006/relationships/slideLayout" Target="../slideLayouts/slideLayout177.xml"/><Relationship Id="rId3" Type="http://schemas.openxmlformats.org/officeDocument/2006/relationships/slideLayout" Target="../slideLayouts/slideLayout162.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17" Type="http://schemas.openxmlformats.org/officeDocument/2006/relationships/slideLayout" Target="../slideLayouts/slideLayout176.xml"/><Relationship Id="rId2" Type="http://schemas.openxmlformats.org/officeDocument/2006/relationships/slideLayout" Target="../slideLayouts/slideLayout161.xml"/><Relationship Id="rId16" Type="http://schemas.openxmlformats.org/officeDocument/2006/relationships/slideLayout" Target="../slideLayouts/slideLayout175.xml"/><Relationship Id="rId20" Type="http://schemas.openxmlformats.org/officeDocument/2006/relationships/theme" Target="../theme/theme6.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5" Type="http://schemas.openxmlformats.org/officeDocument/2006/relationships/slideLayout" Target="../slideLayouts/slideLayout164.xml"/><Relationship Id="rId15" Type="http://schemas.openxmlformats.org/officeDocument/2006/relationships/slideLayout" Target="../slideLayouts/slideLayout174.xml"/><Relationship Id="rId10" Type="http://schemas.openxmlformats.org/officeDocument/2006/relationships/slideLayout" Target="../slideLayouts/slideLayout169.xml"/><Relationship Id="rId19" Type="http://schemas.openxmlformats.org/officeDocument/2006/relationships/slideLayout" Target="../slideLayouts/slideLayout178.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slideLayout" Target="../slideLayouts/slideLayout17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44267" y="1033300"/>
            <a:ext cx="10303500" cy="763500"/>
          </a:xfrm>
          <a:prstGeom prst="rect">
            <a:avLst/>
          </a:prstGeom>
          <a:noFill/>
          <a:ln>
            <a:noFill/>
          </a:ln>
        </p:spPr>
        <p:txBody>
          <a:bodyPr spcFirstLastPara="1" wrap="square" lIns="0" tIns="0" rIns="121375" bIns="121375"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11" name="Google Shape;11;p1"/>
          <p:cNvSpPr txBox="1">
            <a:spLocks noGrp="1"/>
          </p:cNvSpPr>
          <p:nvPr>
            <p:ph type="body" idx="1"/>
          </p:nvPr>
        </p:nvSpPr>
        <p:spPr>
          <a:xfrm>
            <a:off x="944267" y="1865533"/>
            <a:ext cx="10832100" cy="3957300"/>
          </a:xfrm>
          <a:prstGeom prst="rect">
            <a:avLst/>
          </a:prstGeom>
          <a:noFill/>
          <a:ln>
            <a:noFill/>
          </a:ln>
        </p:spPr>
        <p:txBody>
          <a:bodyPr spcFirstLastPara="1" wrap="square" lIns="0" tIns="0" rIns="121375"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12" name="Google Shape;12;p1"/>
          <p:cNvSpPr txBox="1">
            <a:spLocks noGrp="1"/>
          </p:cNvSpPr>
          <p:nvPr>
            <p:ph type="sldNum" idx="12"/>
          </p:nvPr>
        </p:nvSpPr>
        <p:spPr>
          <a:xfrm>
            <a:off x="11345167" y="6660662"/>
            <a:ext cx="731700" cy="342300"/>
          </a:xfrm>
          <a:prstGeom prst="rect">
            <a:avLst/>
          </a:prstGeom>
          <a:noFill/>
          <a:ln>
            <a:noFill/>
          </a:ln>
        </p:spPr>
        <p:txBody>
          <a:bodyPr spcFirstLastPara="1" wrap="square" lIns="121375" tIns="0" rIns="121375"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txBox="1">
            <a:spLocks noGrp="1"/>
          </p:cNvSpPr>
          <p:nvPr>
            <p:ph type="sldNum" idx="2"/>
          </p:nvPr>
        </p:nvSpPr>
        <p:spPr>
          <a:xfrm>
            <a:off x="194400" y="6660667"/>
            <a:ext cx="3980100" cy="1971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944267" y="1033300"/>
            <a:ext cx="10303600" cy="763600"/>
          </a:xfrm>
          <a:prstGeom prst="rect">
            <a:avLst/>
          </a:prstGeom>
          <a:noFill/>
          <a:ln>
            <a:noFill/>
          </a:ln>
        </p:spPr>
        <p:txBody>
          <a:bodyPr spcFirstLastPara="1" wrap="square" lIns="0" tIns="0" rIns="121900" bIns="121900"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143" name="Google Shape;143;p25"/>
          <p:cNvSpPr txBox="1">
            <a:spLocks noGrp="1"/>
          </p:cNvSpPr>
          <p:nvPr>
            <p:ph type="body" idx="1"/>
          </p:nvPr>
        </p:nvSpPr>
        <p:spPr>
          <a:xfrm>
            <a:off x="944267" y="1865533"/>
            <a:ext cx="10832000" cy="3957200"/>
          </a:xfrm>
          <a:prstGeom prst="rect">
            <a:avLst/>
          </a:prstGeom>
          <a:noFill/>
          <a:ln>
            <a:noFill/>
          </a:ln>
        </p:spPr>
        <p:txBody>
          <a:bodyPr spcFirstLastPara="1" wrap="square" lIns="0" tIns="0" rIns="121900"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144" name="Google Shape;144;p25"/>
          <p:cNvSpPr txBox="1">
            <a:spLocks noGrp="1"/>
          </p:cNvSpPr>
          <p:nvPr>
            <p:ph type="sldNum" idx="12"/>
          </p:nvPr>
        </p:nvSpPr>
        <p:spPr>
          <a:xfrm>
            <a:off x="11345167" y="6660662"/>
            <a:ext cx="731600" cy="342400"/>
          </a:xfrm>
          <a:prstGeom prst="rect">
            <a:avLst/>
          </a:prstGeom>
          <a:noFill/>
          <a:ln>
            <a:noFill/>
          </a:ln>
        </p:spPr>
        <p:txBody>
          <a:bodyPr spcFirstLastPara="1" wrap="square" lIns="121900" tIns="0" rIns="121900"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145" name="Google Shape;145;p25"/>
          <p:cNvSpPr txBox="1">
            <a:spLocks noGrp="1"/>
          </p:cNvSpPr>
          <p:nvPr>
            <p:ph type="sldNum" idx="2"/>
          </p:nvPr>
        </p:nvSpPr>
        <p:spPr>
          <a:xfrm>
            <a:off x="194400" y="6660667"/>
            <a:ext cx="3980000" cy="1968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8" r:id="rId16"/>
    <p:sldLayoutId id="2147483689"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1" r:id="rId29"/>
    <p:sldLayoutId id="2147483803" r:id="rId30"/>
    <p:sldLayoutId id="2147483804" r:id="rId31"/>
    <p:sldLayoutId id="2147483805" r:id="rId32"/>
    <p:sldLayoutId id="2147483806" r:id="rId33"/>
    <p:sldLayoutId id="2147483800" r:id="rId34"/>
    <p:sldLayoutId id="2147483802" r:id="rId35"/>
    <p:sldLayoutId id="2147483817" r:id="rId36"/>
    <p:sldLayoutId id="2147483818" r:id="rId37"/>
    <p:sldLayoutId id="2147483807" r:id="rId38"/>
    <p:sldLayoutId id="2147483808" r:id="rId39"/>
    <p:sldLayoutId id="2147483809" r:id="rId40"/>
    <p:sldLayoutId id="2147483810" r:id="rId41"/>
    <p:sldLayoutId id="2147483811" r:id="rId42"/>
    <p:sldLayoutId id="2147483812" r:id="rId43"/>
    <p:sldLayoutId id="2147483813" r:id="rId44"/>
    <p:sldLayoutId id="2147483814" r:id="rId45"/>
    <p:sldLayoutId id="2147483815" r:id="rId46"/>
    <p:sldLayoutId id="2147483816" r:id="rId47"/>
    <p:sldLayoutId id="2147483834" r:id="rId48"/>
    <p:sldLayoutId id="2147483836" r:id="rId49"/>
    <p:sldLayoutId id="2147483819" r:id="rId50"/>
    <p:sldLayoutId id="2147483820" r:id="rId51"/>
    <p:sldLayoutId id="2147483821" r:id="rId52"/>
    <p:sldLayoutId id="2147483822" r:id="rId53"/>
    <p:sldLayoutId id="2147483823" r:id="rId54"/>
    <p:sldLayoutId id="2147483824" r:id="rId55"/>
    <p:sldLayoutId id="2147483825" r:id="rId56"/>
    <p:sldLayoutId id="2147483826" r:id="rId57"/>
    <p:sldLayoutId id="2147483827" r:id="rId58"/>
    <p:sldLayoutId id="2147483828" r:id="rId59"/>
    <p:sldLayoutId id="2147483829" r:id="rId60"/>
    <p:sldLayoutId id="2147483831" r:id="rId61"/>
    <p:sldLayoutId id="2147483833" r:id="rId62"/>
    <p:sldLayoutId id="2147483835" r:id="rId63"/>
    <p:sldLayoutId id="2147483837" r:id="rId64"/>
    <p:sldLayoutId id="2147483838" r:id="rId65"/>
    <p:sldLayoutId id="2147483830" r:id="rId66"/>
    <p:sldLayoutId id="2147483832" r:id="rId6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70"/>
        <p:cNvGrpSpPr/>
        <p:nvPr/>
      </p:nvGrpSpPr>
      <p:grpSpPr>
        <a:xfrm>
          <a:off x="0" y="0"/>
          <a:ext cx="0" cy="0"/>
          <a:chOff x="0" y="0"/>
          <a:chExt cx="0" cy="0"/>
        </a:xfrm>
      </p:grpSpPr>
      <p:sp>
        <p:nvSpPr>
          <p:cNvPr id="271" name="Google Shape;271;p48"/>
          <p:cNvSpPr txBox="1">
            <a:spLocks noGrp="1"/>
          </p:cNvSpPr>
          <p:nvPr>
            <p:ph type="title"/>
          </p:nvPr>
        </p:nvSpPr>
        <p:spPr>
          <a:xfrm>
            <a:off x="944267" y="1033300"/>
            <a:ext cx="10303600" cy="763600"/>
          </a:xfrm>
          <a:prstGeom prst="rect">
            <a:avLst/>
          </a:prstGeom>
          <a:noFill/>
          <a:ln>
            <a:noFill/>
          </a:ln>
        </p:spPr>
        <p:txBody>
          <a:bodyPr spcFirstLastPara="1" wrap="square" lIns="0" tIns="0" rIns="121375" bIns="121375"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272" name="Google Shape;272;p48"/>
          <p:cNvSpPr txBox="1">
            <a:spLocks noGrp="1"/>
          </p:cNvSpPr>
          <p:nvPr>
            <p:ph type="body" idx="1"/>
          </p:nvPr>
        </p:nvSpPr>
        <p:spPr>
          <a:xfrm>
            <a:off x="944267" y="1865533"/>
            <a:ext cx="10832000" cy="3957200"/>
          </a:xfrm>
          <a:prstGeom prst="rect">
            <a:avLst/>
          </a:prstGeom>
          <a:noFill/>
          <a:ln>
            <a:noFill/>
          </a:ln>
        </p:spPr>
        <p:txBody>
          <a:bodyPr spcFirstLastPara="1" wrap="square" lIns="0" tIns="0" rIns="121375"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273" name="Google Shape;273;p48"/>
          <p:cNvSpPr txBox="1">
            <a:spLocks noGrp="1"/>
          </p:cNvSpPr>
          <p:nvPr>
            <p:ph type="sldNum" idx="12"/>
          </p:nvPr>
        </p:nvSpPr>
        <p:spPr>
          <a:xfrm>
            <a:off x="11345167" y="6660662"/>
            <a:ext cx="731600" cy="342400"/>
          </a:xfrm>
          <a:prstGeom prst="rect">
            <a:avLst/>
          </a:prstGeom>
          <a:noFill/>
          <a:ln>
            <a:noFill/>
          </a:ln>
        </p:spPr>
        <p:txBody>
          <a:bodyPr spcFirstLastPara="1" wrap="square" lIns="121375" tIns="0" rIns="121375"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274" name="Google Shape;274;p48"/>
          <p:cNvSpPr txBox="1">
            <a:spLocks noGrp="1"/>
          </p:cNvSpPr>
          <p:nvPr>
            <p:ph type="sldNum" idx="2"/>
          </p:nvPr>
        </p:nvSpPr>
        <p:spPr>
          <a:xfrm>
            <a:off x="194400" y="6660667"/>
            <a:ext cx="3980000" cy="1972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09"/>
        <p:cNvGrpSpPr/>
        <p:nvPr/>
      </p:nvGrpSpPr>
      <p:grpSpPr>
        <a:xfrm>
          <a:off x="0" y="0"/>
          <a:ext cx="0" cy="0"/>
          <a:chOff x="0" y="0"/>
          <a:chExt cx="0" cy="0"/>
        </a:xfrm>
      </p:grpSpPr>
      <p:sp>
        <p:nvSpPr>
          <p:cNvPr id="410" name="Google Shape;410;p75"/>
          <p:cNvSpPr txBox="1">
            <a:spLocks noGrp="1"/>
          </p:cNvSpPr>
          <p:nvPr>
            <p:ph type="title"/>
          </p:nvPr>
        </p:nvSpPr>
        <p:spPr>
          <a:xfrm>
            <a:off x="944267" y="1033300"/>
            <a:ext cx="10303500" cy="763500"/>
          </a:xfrm>
          <a:prstGeom prst="rect">
            <a:avLst/>
          </a:prstGeom>
          <a:noFill/>
          <a:ln>
            <a:noFill/>
          </a:ln>
        </p:spPr>
        <p:txBody>
          <a:bodyPr spcFirstLastPara="1" wrap="square" lIns="0" tIns="0" rIns="121375" bIns="121375"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411" name="Google Shape;411;p75"/>
          <p:cNvSpPr txBox="1">
            <a:spLocks noGrp="1"/>
          </p:cNvSpPr>
          <p:nvPr>
            <p:ph type="body" idx="1"/>
          </p:nvPr>
        </p:nvSpPr>
        <p:spPr>
          <a:xfrm>
            <a:off x="944267" y="1865533"/>
            <a:ext cx="10832100" cy="3957300"/>
          </a:xfrm>
          <a:prstGeom prst="rect">
            <a:avLst/>
          </a:prstGeom>
          <a:noFill/>
          <a:ln>
            <a:noFill/>
          </a:ln>
        </p:spPr>
        <p:txBody>
          <a:bodyPr spcFirstLastPara="1" wrap="square" lIns="0" tIns="0" rIns="121375"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412" name="Google Shape;412;p75"/>
          <p:cNvSpPr txBox="1">
            <a:spLocks noGrp="1"/>
          </p:cNvSpPr>
          <p:nvPr>
            <p:ph type="sldNum" idx="12"/>
          </p:nvPr>
        </p:nvSpPr>
        <p:spPr>
          <a:xfrm>
            <a:off x="11345167" y="6660662"/>
            <a:ext cx="731700" cy="342300"/>
          </a:xfrm>
          <a:prstGeom prst="rect">
            <a:avLst/>
          </a:prstGeom>
          <a:noFill/>
          <a:ln>
            <a:noFill/>
          </a:ln>
        </p:spPr>
        <p:txBody>
          <a:bodyPr spcFirstLastPara="1" wrap="square" lIns="121375" tIns="0" rIns="121375"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413" name="Google Shape;413;p75"/>
          <p:cNvSpPr txBox="1">
            <a:spLocks noGrp="1"/>
          </p:cNvSpPr>
          <p:nvPr>
            <p:ph type="sldNum" idx="2"/>
          </p:nvPr>
        </p:nvSpPr>
        <p:spPr>
          <a:xfrm>
            <a:off x="194400" y="6660667"/>
            <a:ext cx="3980100" cy="1971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11"/>
        <p:cNvGrpSpPr/>
        <p:nvPr/>
      </p:nvGrpSpPr>
      <p:grpSpPr>
        <a:xfrm>
          <a:off x="0" y="0"/>
          <a:ext cx="0" cy="0"/>
          <a:chOff x="0" y="0"/>
          <a:chExt cx="0" cy="0"/>
        </a:xfrm>
      </p:grpSpPr>
      <p:sp>
        <p:nvSpPr>
          <p:cNvPr id="512" name="Google Shape;512;p93"/>
          <p:cNvSpPr txBox="1">
            <a:spLocks noGrp="1"/>
          </p:cNvSpPr>
          <p:nvPr>
            <p:ph type="title"/>
          </p:nvPr>
        </p:nvSpPr>
        <p:spPr>
          <a:xfrm>
            <a:off x="944267" y="1033300"/>
            <a:ext cx="10303600" cy="763600"/>
          </a:xfrm>
          <a:prstGeom prst="rect">
            <a:avLst/>
          </a:prstGeom>
          <a:noFill/>
          <a:ln>
            <a:noFill/>
          </a:ln>
        </p:spPr>
        <p:txBody>
          <a:bodyPr spcFirstLastPara="1" wrap="square" lIns="0" tIns="0" rIns="121375" bIns="121375"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513" name="Google Shape;513;p93"/>
          <p:cNvSpPr txBox="1">
            <a:spLocks noGrp="1"/>
          </p:cNvSpPr>
          <p:nvPr>
            <p:ph type="body" idx="1"/>
          </p:nvPr>
        </p:nvSpPr>
        <p:spPr>
          <a:xfrm>
            <a:off x="944267" y="1865533"/>
            <a:ext cx="10832000" cy="3957200"/>
          </a:xfrm>
          <a:prstGeom prst="rect">
            <a:avLst/>
          </a:prstGeom>
          <a:noFill/>
          <a:ln>
            <a:noFill/>
          </a:ln>
        </p:spPr>
        <p:txBody>
          <a:bodyPr spcFirstLastPara="1" wrap="square" lIns="0" tIns="0" rIns="121375"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514" name="Google Shape;514;p93"/>
          <p:cNvSpPr txBox="1">
            <a:spLocks noGrp="1"/>
          </p:cNvSpPr>
          <p:nvPr>
            <p:ph type="sldNum" idx="12"/>
          </p:nvPr>
        </p:nvSpPr>
        <p:spPr>
          <a:xfrm>
            <a:off x="11345167" y="6660662"/>
            <a:ext cx="731600" cy="342400"/>
          </a:xfrm>
          <a:prstGeom prst="rect">
            <a:avLst/>
          </a:prstGeom>
          <a:noFill/>
          <a:ln>
            <a:noFill/>
          </a:ln>
        </p:spPr>
        <p:txBody>
          <a:bodyPr spcFirstLastPara="1" wrap="square" lIns="121375" tIns="0" rIns="121375"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515" name="Google Shape;515;p93"/>
          <p:cNvSpPr txBox="1">
            <a:spLocks noGrp="1"/>
          </p:cNvSpPr>
          <p:nvPr>
            <p:ph type="sldNum" idx="2"/>
          </p:nvPr>
        </p:nvSpPr>
        <p:spPr>
          <a:xfrm>
            <a:off x="194400" y="6660667"/>
            <a:ext cx="3980000" cy="1972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56"/>
        <p:cNvGrpSpPr/>
        <p:nvPr/>
      </p:nvGrpSpPr>
      <p:grpSpPr>
        <a:xfrm>
          <a:off x="0" y="0"/>
          <a:ext cx="0" cy="0"/>
          <a:chOff x="0" y="0"/>
          <a:chExt cx="0" cy="0"/>
        </a:xfrm>
      </p:grpSpPr>
      <p:sp>
        <p:nvSpPr>
          <p:cNvPr id="657" name="Google Shape;657;p120"/>
          <p:cNvSpPr txBox="1">
            <a:spLocks noGrp="1"/>
          </p:cNvSpPr>
          <p:nvPr>
            <p:ph type="title"/>
          </p:nvPr>
        </p:nvSpPr>
        <p:spPr>
          <a:xfrm>
            <a:off x="944267" y="1033300"/>
            <a:ext cx="10303500" cy="763500"/>
          </a:xfrm>
          <a:prstGeom prst="rect">
            <a:avLst/>
          </a:prstGeom>
          <a:noFill/>
          <a:ln>
            <a:noFill/>
          </a:ln>
        </p:spPr>
        <p:txBody>
          <a:bodyPr spcFirstLastPara="1" wrap="square" lIns="0" tIns="0" rIns="121375" bIns="121375" anchor="t" anchorCtr="0">
            <a:noAutofit/>
          </a:bodyPr>
          <a:lstStyle>
            <a:lvl1pPr lvl="0" rtl="0">
              <a:spcBef>
                <a:spcPts val="0"/>
              </a:spcBef>
              <a:spcAft>
                <a:spcPts val="0"/>
              </a:spcAft>
              <a:buClr>
                <a:schemeClr val="dk1"/>
              </a:buClr>
              <a:buSzPts val="3200"/>
              <a:buFont typeface="Poppins"/>
              <a:buNone/>
              <a:defRPr sz="3200">
                <a:solidFill>
                  <a:schemeClr val="dk1"/>
                </a:solidFill>
                <a:latin typeface="Poppins"/>
                <a:ea typeface="Poppins"/>
                <a:cs typeface="Poppins"/>
                <a:sym typeface="Poppins"/>
              </a:defRPr>
            </a:lvl1pPr>
            <a:lvl2pPr lvl="1"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2pPr>
            <a:lvl3pPr lvl="2"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3pPr>
            <a:lvl4pPr lvl="3"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4pPr>
            <a:lvl5pPr lvl="4"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5pPr>
            <a:lvl6pPr lvl="5"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6pPr>
            <a:lvl7pPr lvl="6"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7pPr>
            <a:lvl8pPr lvl="7"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8pPr>
            <a:lvl9pPr lvl="8" rtl="0">
              <a:spcBef>
                <a:spcPts val="0"/>
              </a:spcBef>
              <a:spcAft>
                <a:spcPts val="0"/>
              </a:spcAft>
              <a:buClr>
                <a:schemeClr val="dk1"/>
              </a:buClr>
              <a:buSzPts val="3700"/>
              <a:buFont typeface="Poppins"/>
              <a:buNone/>
              <a:defRPr sz="3700">
                <a:solidFill>
                  <a:schemeClr val="dk1"/>
                </a:solidFill>
                <a:latin typeface="Poppins"/>
                <a:ea typeface="Poppins"/>
                <a:cs typeface="Poppins"/>
                <a:sym typeface="Poppins"/>
              </a:defRPr>
            </a:lvl9pPr>
          </a:lstStyle>
          <a:p>
            <a:endParaRPr/>
          </a:p>
        </p:txBody>
      </p:sp>
      <p:sp>
        <p:nvSpPr>
          <p:cNvPr id="658" name="Google Shape;658;p120"/>
          <p:cNvSpPr txBox="1">
            <a:spLocks noGrp="1"/>
          </p:cNvSpPr>
          <p:nvPr>
            <p:ph type="body" idx="1"/>
          </p:nvPr>
        </p:nvSpPr>
        <p:spPr>
          <a:xfrm>
            <a:off x="944267" y="1865533"/>
            <a:ext cx="10832100" cy="3957300"/>
          </a:xfrm>
          <a:prstGeom prst="rect">
            <a:avLst/>
          </a:prstGeom>
          <a:noFill/>
          <a:ln>
            <a:noFill/>
          </a:ln>
        </p:spPr>
        <p:txBody>
          <a:bodyPr spcFirstLastPara="1" wrap="square" lIns="0" tIns="0" rIns="121375" bIns="0" anchor="t" anchorCtr="0">
            <a:noAutofit/>
          </a:bodyPr>
          <a:lstStyle>
            <a:lvl1pPr marL="457200" lvl="0" indent="-431800" rtl="0">
              <a:lnSpc>
                <a:spcPct val="115000"/>
              </a:lnSpc>
              <a:spcBef>
                <a:spcPts val="0"/>
              </a:spcBef>
              <a:spcAft>
                <a:spcPts val="0"/>
              </a:spcAft>
              <a:buClr>
                <a:srgbClr val="434343"/>
              </a:buClr>
              <a:buSzPts val="3200"/>
              <a:buFont typeface="Poppins"/>
              <a:buChar char="●"/>
              <a:defRPr sz="3200">
                <a:solidFill>
                  <a:srgbClr val="434343"/>
                </a:solidFill>
                <a:latin typeface="Poppins"/>
                <a:ea typeface="Poppins"/>
                <a:cs typeface="Poppins"/>
                <a:sym typeface="Poppins"/>
              </a:defRPr>
            </a:lvl1pPr>
            <a:lvl2pPr marL="914400" lvl="1" indent="-381000" rtl="0">
              <a:lnSpc>
                <a:spcPct val="115000"/>
              </a:lnSpc>
              <a:spcBef>
                <a:spcPts val="2100"/>
              </a:spcBef>
              <a:spcAft>
                <a:spcPts val="0"/>
              </a:spcAft>
              <a:buClr>
                <a:srgbClr val="434343"/>
              </a:buClr>
              <a:buSzPts val="2400"/>
              <a:buFont typeface="Poppins"/>
              <a:buChar char="○"/>
              <a:defRPr sz="2400">
                <a:solidFill>
                  <a:srgbClr val="434343"/>
                </a:solidFill>
                <a:latin typeface="Poppins"/>
                <a:ea typeface="Poppins"/>
                <a:cs typeface="Poppins"/>
                <a:sym typeface="Poppins"/>
              </a:defRPr>
            </a:lvl2pPr>
            <a:lvl3pPr marL="1371600" lvl="2" indent="-330200" rtl="0">
              <a:lnSpc>
                <a:spcPct val="115000"/>
              </a:lnSpc>
              <a:spcBef>
                <a:spcPts val="2100"/>
              </a:spcBef>
              <a:spcAft>
                <a:spcPts val="0"/>
              </a:spcAft>
              <a:buClr>
                <a:srgbClr val="434343"/>
              </a:buClr>
              <a:buSzPts val="1600"/>
              <a:buFont typeface="Poppins"/>
              <a:buChar char="■"/>
              <a:defRPr sz="1600">
                <a:solidFill>
                  <a:srgbClr val="434343"/>
                </a:solidFill>
                <a:latin typeface="Poppins"/>
                <a:ea typeface="Poppins"/>
                <a:cs typeface="Poppins"/>
                <a:sym typeface="Poppins"/>
              </a:defRPr>
            </a:lvl3pPr>
            <a:lvl4pPr marL="1828800" lvl="3" indent="-311150" rtl="0">
              <a:lnSpc>
                <a:spcPct val="115000"/>
              </a:lnSpc>
              <a:spcBef>
                <a:spcPts val="2100"/>
              </a:spcBef>
              <a:spcAft>
                <a:spcPts val="0"/>
              </a:spcAft>
              <a:buClr>
                <a:srgbClr val="434343"/>
              </a:buClr>
              <a:buSzPts val="1300"/>
              <a:buFont typeface="Poppins"/>
              <a:buChar char="●"/>
              <a:defRPr sz="1300">
                <a:solidFill>
                  <a:srgbClr val="434343"/>
                </a:solidFill>
                <a:latin typeface="Poppins"/>
                <a:ea typeface="Poppins"/>
                <a:cs typeface="Poppins"/>
                <a:sym typeface="Poppins"/>
              </a:defRPr>
            </a:lvl4pPr>
            <a:lvl5pPr marL="2286000" lvl="4" indent="-298450" rtl="0">
              <a:lnSpc>
                <a:spcPct val="115000"/>
              </a:lnSpc>
              <a:spcBef>
                <a:spcPts val="2100"/>
              </a:spcBef>
              <a:spcAft>
                <a:spcPts val="0"/>
              </a:spcAft>
              <a:buClr>
                <a:srgbClr val="434343"/>
              </a:buClr>
              <a:buSzPts val="1100"/>
              <a:buFont typeface="Roboto Mono"/>
              <a:buChar char="○"/>
              <a:defRPr sz="1100">
                <a:solidFill>
                  <a:srgbClr val="434343"/>
                </a:solidFill>
                <a:latin typeface="Roboto Mono"/>
                <a:ea typeface="Roboto Mono"/>
                <a:cs typeface="Roboto Mono"/>
                <a:sym typeface="Roboto Mono"/>
              </a:defRPr>
            </a:lvl5pPr>
            <a:lvl6pPr marL="2743200" lvl="5"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6pPr>
            <a:lvl7pPr marL="3200400" lvl="6"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7pPr>
            <a:lvl8pPr marL="3657600" lvl="7" indent="-349250" rtl="0">
              <a:lnSpc>
                <a:spcPct val="115000"/>
              </a:lnSpc>
              <a:spcBef>
                <a:spcPts val="2100"/>
              </a:spcBef>
              <a:spcAft>
                <a:spcPts val="0"/>
              </a:spcAft>
              <a:buClr>
                <a:srgbClr val="434343"/>
              </a:buClr>
              <a:buSzPts val="1900"/>
              <a:buFont typeface="Poppins"/>
              <a:buChar char="○"/>
              <a:defRPr sz="1900">
                <a:solidFill>
                  <a:srgbClr val="434343"/>
                </a:solidFill>
                <a:latin typeface="Poppins"/>
                <a:ea typeface="Poppins"/>
                <a:cs typeface="Poppins"/>
                <a:sym typeface="Poppins"/>
              </a:defRPr>
            </a:lvl8pPr>
            <a:lvl9pPr marL="4114800" lvl="8" indent="-349250" rtl="0">
              <a:lnSpc>
                <a:spcPct val="115000"/>
              </a:lnSpc>
              <a:spcBef>
                <a:spcPts val="2100"/>
              </a:spcBef>
              <a:spcAft>
                <a:spcPts val="2100"/>
              </a:spcAft>
              <a:buClr>
                <a:srgbClr val="434343"/>
              </a:buClr>
              <a:buSzPts val="1900"/>
              <a:buFont typeface="Poppins"/>
              <a:buChar char="■"/>
              <a:defRPr sz="1900">
                <a:solidFill>
                  <a:srgbClr val="434343"/>
                </a:solidFill>
                <a:latin typeface="Poppins"/>
                <a:ea typeface="Poppins"/>
                <a:cs typeface="Poppins"/>
                <a:sym typeface="Poppins"/>
              </a:defRPr>
            </a:lvl9pPr>
          </a:lstStyle>
          <a:p>
            <a:endParaRPr/>
          </a:p>
        </p:txBody>
      </p:sp>
      <p:sp>
        <p:nvSpPr>
          <p:cNvPr id="659" name="Google Shape;659;p120"/>
          <p:cNvSpPr txBox="1">
            <a:spLocks noGrp="1"/>
          </p:cNvSpPr>
          <p:nvPr>
            <p:ph type="sldNum" idx="12"/>
          </p:nvPr>
        </p:nvSpPr>
        <p:spPr>
          <a:xfrm>
            <a:off x="11345167" y="6660662"/>
            <a:ext cx="731700" cy="342300"/>
          </a:xfrm>
          <a:prstGeom prst="rect">
            <a:avLst/>
          </a:prstGeom>
          <a:noFill/>
          <a:ln>
            <a:noFill/>
          </a:ln>
        </p:spPr>
        <p:txBody>
          <a:bodyPr spcFirstLastPara="1" wrap="square" lIns="121375" tIns="0" rIns="121375" bIns="0" anchor="t" anchorCtr="0">
            <a:noAutofit/>
          </a:bodyPr>
          <a:lstStyle>
            <a:lvl1pPr lvl="0" algn="r" rtl="0">
              <a:buNone/>
              <a:defRPr sz="800">
                <a:solidFill>
                  <a:schemeClr val="dk2"/>
                </a:solidFill>
                <a:latin typeface="Roboto Mono"/>
                <a:ea typeface="Roboto Mono"/>
                <a:cs typeface="Roboto Mono"/>
                <a:sym typeface="Roboto Mono"/>
              </a:defRPr>
            </a:lvl1pPr>
            <a:lvl2pPr lvl="1" algn="r" rtl="0">
              <a:buNone/>
              <a:defRPr sz="800">
                <a:solidFill>
                  <a:schemeClr val="dk2"/>
                </a:solidFill>
                <a:latin typeface="Roboto Mono"/>
                <a:ea typeface="Roboto Mono"/>
                <a:cs typeface="Roboto Mono"/>
                <a:sym typeface="Roboto Mono"/>
              </a:defRPr>
            </a:lvl2pPr>
            <a:lvl3pPr lvl="2" algn="r" rtl="0">
              <a:buNone/>
              <a:defRPr sz="800">
                <a:solidFill>
                  <a:schemeClr val="dk2"/>
                </a:solidFill>
                <a:latin typeface="Roboto Mono"/>
                <a:ea typeface="Roboto Mono"/>
                <a:cs typeface="Roboto Mono"/>
                <a:sym typeface="Roboto Mono"/>
              </a:defRPr>
            </a:lvl3pPr>
            <a:lvl4pPr lvl="3" algn="r" rtl="0">
              <a:buNone/>
              <a:defRPr sz="800">
                <a:solidFill>
                  <a:schemeClr val="dk2"/>
                </a:solidFill>
                <a:latin typeface="Roboto Mono"/>
                <a:ea typeface="Roboto Mono"/>
                <a:cs typeface="Roboto Mono"/>
                <a:sym typeface="Roboto Mono"/>
              </a:defRPr>
            </a:lvl4pPr>
            <a:lvl5pPr lvl="4" algn="r" rtl="0">
              <a:buNone/>
              <a:defRPr sz="800">
                <a:solidFill>
                  <a:schemeClr val="dk2"/>
                </a:solidFill>
                <a:latin typeface="Roboto Mono"/>
                <a:ea typeface="Roboto Mono"/>
                <a:cs typeface="Roboto Mono"/>
                <a:sym typeface="Roboto Mono"/>
              </a:defRPr>
            </a:lvl5pPr>
            <a:lvl6pPr lvl="5" algn="r" rtl="0">
              <a:buNone/>
              <a:defRPr sz="800">
                <a:solidFill>
                  <a:schemeClr val="dk2"/>
                </a:solidFill>
                <a:latin typeface="Roboto Mono"/>
                <a:ea typeface="Roboto Mono"/>
                <a:cs typeface="Roboto Mono"/>
                <a:sym typeface="Roboto Mono"/>
              </a:defRPr>
            </a:lvl6pPr>
            <a:lvl7pPr lvl="6" algn="r" rtl="0">
              <a:buNone/>
              <a:defRPr sz="800">
                <a:solidFill>
                  <a:schemeClr val="dk2"/>
                </a:solidFill>
                <a:latin typeface="Roboto Mono"/>
                <a:ea typeface="Roboto Mono"/>
                <a:cs typeface="Roboto Mono"/>
                <a:sym typeface="Roboto Mono"/>
              </a:defRPr>
            </a:lvl7pPr>
            <a:lvl8pPr lvl="7" algn="r" rtl="0">
              <a:buNone/>
              <a:defRPr sz="800">
                <a:solidFill>
                  <a:schemeClr val="dk2"/>
                </a:solidFill>
                <a:latin typeface="Roboto Mono"/>
                <a:ea typeface="Roboto Mono"/>
                <a:cs typeface="Roboto Mono"/>
                <a:sym typeface="Roboto Mono"/>
              </a:defRPr>
            </a:lvl8pPr>
            <a:lvl9pPr lvl="8" algn="r" rtl="0">
              <a:buNone/>
              <a:defRPr sz="800">
                <a:solidFill>
                  <a:schemeClr val="dk2"/>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US"/>
              <a:t>‹#›</a:t>
            </a:fld>
            <a:endParaRPr/>
          </a:p>
        </p:txBody>
      </p:sp>
      <p:sp>
        <p:nvSpPr>
          <p:cNvPr id="660" name="Google Shape;660;p120"/>
          <p:cNvSpPr txBox="1">
            <a:spLocks noGrp="1"/>
          </p:cNvSpPr>
          <p:nvPr>
            <p:ph type="sldNum" idx="2"/>
          </p:nvPr>
        </p:nvSpPr>
        <p:spPr>
          <a:xfrm>
            <a:off x="194400" y="6660667"/>
            <a:ext cx="3980100" cy="197100"/>
          </a:xfrm>
          <a:prstGeom prst="rect">
            <a:avLst/>
          </a:prstGeom>
          <a:noFill/>
          <a:ln>
            <a:noFill/>
          </a:ln>
        </p:spPr>
        <p:txBody>
          <a:bodyPr spcFirstLastPara="1" wrap="square" lIns="0" tIns="0" rIns="0" bIns="0" anchor="t" anchorCtr="0">
            <a:noAutofit/>
          </a:bodyPr>
          <a:lstStyle>
            <a:lvl1pPr lvl="0" algn="l" rtl="0">
              <a:buNone/>
              <a:defRPr sz="800">
                <a:solidFill>
                  <a:schemeClr val="dk2"/>
                </a:solidFill>
                <a:latin typeface="Roboto Mono"/>
                <a:ea typeface="Roboto Mono"/>
                <a:cs typeface="Roboto Mono"/>
                <a:sym typeface="Roboto Mono"/>
              </a:defRPr>
            </a:lvl1pPr>
            <a:lvl2pPr lvl="1" algn="l" rtl="0">
              <a:buNone/>
              <a:defRPr sz="800">
                <a:solidFill>
                  <a:schemeClr val="dk2"/>
                </a:solidFill>
                <a:latin typeface="Roboto Mono"/>
                <a:ea typeface="Roboto Mono"/>
                <a:cs typeface="Roboto Mono"/>
                <a:sym typeface="Roboto Mono"/>
              </a:defRPr>
            </a:lvl2pPr>
            <a:lvl3pPr lvl="2" algn="l" rtl="0">
              <a:buNone/>
              <a:defRPr sz="800">
                <a:solidFill>
                  <a:schemeClr val="dk2"/>
                </a:solidFill>
                <a:latin typeface="Roboto Mono"/>
                <a:ea typeface="Roboto Mono"/>
                <a:cs typeface="Roboto Mono"/>
                <a:sym typeface="Roboto Mono"/>
              </a:defRPr>
            </a:lvl3pPr>
            <a:lvl4pPr lvl="3" algn="l" rtl="0">
              <a:buNone/>
              <a:defRPr sz="800">
                <a:solidFill>
                  <a:schemeClr val="dk2"/>
                </a:solidFill>
                <a:latin typeface="Roboto Mono"/>
                <a:ea typeface="Roboto Mono"/>
                <a:cs typeface="Roboto Mono"/>
                <a:sym typeface="Roboto Mono"/>
              </a:defRPr>
            </a:lvl4pPr>
            <a:lvl5pPr lvl="4" algn="l" rtl="0">
              <a:buNone/>
              <a:defRPr sz="800">
                <a:solidFill>
                  <a:schemeClr val="dk2"/>
                </a:solidFill>
                <a:latin typeface="Roboto Mono"/>
                <a:ea typeface="Roboto Mono"/>
                <a:cs typeface="Roboto Mono"/>
                <a:sym typeface="Roboto Mono"/>
              </a:defRPr>
            </a:lvl5pPr>
            <a:lvl6pPr lvl="5" algn="l" rtl="0">
              <a:buNone/>
              <a:defRPr sz="800">
                <a:solidFill>
                  <a:schemeClr val="dk2"/>
                </a:solidFill>
                <a:latin typeface="Roboto Mono"/>
                <a:ea typeface="Roboto Mono"/>
                <a:cs typeface="Roboto Mono"/>
                <a:sym typeface="Roboto Mono"/>
              </a:defRPr>
            </a:lvl6pPr>
            <a:lvl7pPr lvl="6" algn="l" rtl="0">
              <a:buNone/>
              <a:defRPr sz="800">
                <a:solidFill>
                  <a:schemeClr val="dk2"/>
                </a:solidFill>
                <a:latin typeface="Roboto Mono"/>
                <a:ea typeface="Roboto Mono"/>
                <a:cs typeface="Roboto Mono"/>
                <a:sym typeface="Roboto Mono"/>
              </a:defRPr>
            </a:lvl7pPr>
            <a:lvl8pPr lvl="7" algn="l" rtl="0">
              <a:buNone/>
              <a:defRPr sz="800">
                <a:solidFill>
                  <a:schemeClr val="dk2"/>
                </a:solidFill>
                <a:latin typeface="Roboto Mono"/>
                <a:ea typeface="Roboto Mono"/>
                <a:cs typeface="Roboto Mono"/>
                <a:sym typeface="Roboto Mono"/>
              </a:defRPr>
            </a:lvl8pPr>
            <a:lvl9pPr lvl="8" algn="l" rtl="0">
              <a:buNone/>
              <a:defRPr sz="800">
                <a:solidFill>
                  <a:schemeClr val="dk2"/>
                </a:solidFill>
                <a:latin typeface="Roboto Mono"/>
                <a:ea typeface="Roboto Mono"/>
                <a:cs typeface="Roboto Mono"/>
                <a:sym typeface="Roboto Mono"/>
              </a:defRPr>
            </a:lvl9pPr>
          </a:lstStyle>
          <a:p>
            <a:pPr marL="0" lvl="0" indent="0" algn="l" rtl="0">
              <a:spcBef>
                <a:spcPts val="0"/>
              </a:spcBef>
              <a:spcAft>
                <a:spcPts val="0"/>
              </a:spcAft>
              <a:buNone/>
            </a:pPr>
            <a:r>
              <a:rPr lang="en-US"/>
              <a:t>Tripadvisor</a:t>
            </a:r>
            <a:endParaRPr/>
          </a:p>
        </p:txBody>
      </p:sp>
    </p:spTree>
  </p:cSld>
  <p:clrMap bg1="lt1" tx1="dk1" bg2="dk2"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
          <p15:clr>
            <a:srgbClr val="EA4335"/>
          </p15:clr>
        </p15:guide>
        <p15:guide id="2" pos="595">
          <p15:clr>
            <a:srgbClr val="EA4335"/>
          </p15:clr>
        </p15:guide>
        <p15:guide id="3" pos="1230">
          <p15:clr>
            <a:srgbClr val="EA4335"/>
          </p15:clr>
        </p15:guide>
        <p15:guide id="4" pos="1865">
          <p15:clr>
            <a:srgbClr val="EA4335"/>
          </p15:clr>
        </p15:guide>
        <p15:guide id="5" pos="2517">
          <p15:clr>
            <a:srgbClr val="EA4335"/>
          </p15:clr>
        </p15:guide>
        <p15:guide id="6" pos="3159">
          <p15:clr>
            <a:srgbClr val="EA4335"/>
          </p15:clr>
        </p15:guide>
        <p15:guide id="7" pos="3791">
          <p15:clr>
            <a:srgbClr val="EA4335"/>
          </p15:clr>
        </p15:guide>
        <p15:guide id="8" pos="4425">
          <p15:clr>
            <a:srgbClr val="EA4335"/>
          </p15:clr>
        </p15:guide>
        <p15:guide id="9" pos="5072">
          <p15:clr>
            <a:srgbClr val="EA4335"/>
          </p15:clr>
        </p15:guide>
        <p15:guide id="10" pos="5805">
          <p15:clr>
            <a:srgbClr val="EA4335"/>
          </p15:clr>
        </p15:guide>
        <p15:guide id="11" pos="6445">
          <p15:clr>
            <a:srgbClr val="EA4335"/>
          </p15:clr>
        </p15:guide>
        <p15:guide id="12" pos="7085">
          <p15:clr>
            <a:srgbClr val="EA4335"/>
          </p15:clr>
        </p15:guide>
        <p15:guide id="13" pos="97">
          <p15:clr>
            <a:srgbClr val="EA4335"/>
          </p15:clr>
        </p15:guide>
        <p15:guide id="14" pos="694">
          <p15:clr>
            <a:srgbClr val="EA4335"/>
          </p15:clr>
        </p15:guide>
        <p15:guide id="15" pos="1329">
          <p15:clr>
            <a:srgbClr val="EA4335"/>
          </p15:clr>
        </p15:guide>
        <p15:guide id="16" pos="1964">
          <p15:clr>
            <a:srgbClr val="EA4335"/>
          </p15:clr>
        </p15:guide>
        <p15:guide id="17" pos="2617">
          <p15:clr>
            <a:srgbClr val="EA4335"/>
          </p15:clr>
        </p15:guide>
        <p15:guide id="18" pos="3258">
          <p15:clr>
            <a:srgbClr val="EA4335"/>
          </p15:clr>
        </p15:guide>
        <p15:guide id="19" pos="3892">
          <p15:clr>
            <a:srgbClr val="EA4335"/>
          </p15:clr>
        </p15:guide>
        <p15:guide id="20" pos="4525">
          <p15:clr>
            <a:srgbClr val="EA4335"/>
          </p15:clr>
        </p15:guide>
        <p15:guide id="21" pos="5172">
          <p15:clr>
            <a:srgbClr val="EA4335"/>
          </p15:clr>
        </p15:guide>
        <p15:guide id="22" pos="5705">
          <p15:clr>
            <a:srgbClr val="EA4335"/>
          </p15:clr>
        </p15:guide>
        <p15:guide id="23" pos="6346">
          <p15:clr>
            <a:srgbClr val="EA4335"/>
          </p15:clr>
        </p15:guide>
        <p15:guide id="24" pos="6986">
          <p15:clr>
            <a:srgbClr val="EA4335"/>
          </p15:clr>
        </p15:guide>
        <p15:guide id="25" pos="7586">
          <p15:clr>
            <a:srgbClr val="EA4335"/>
          </p15:clr>
        </p15:guide>
        <p15:guide id="26" orient="horz" pos="4220">
          <p15:clr>
            <a:srgbClr val="EA4335"/>
          </p15:clr>
        </p15:guide>
        <p15:guide id="27" orient="horz" pos="560">
          <p15:clr>
            <a:srgbClr val="EA4335"/>
          </p15:clr>
        </p15:guide>
        <p15:guide id="28" orient="horz" pos="1076">
          <p15:clr>
            <a:srgbClr val="EA4335"/>
          </p15:clr>
        </p15:guide>
        <p15:guide id="29" orient="horz" pos="1592">
          <p15:clr>
            <a:srgbClr val="EA4335"/>
          </p15:clr>
        </p15:guide>
        <p15:guide id="30" orient="horz" pos="2210">
          <p15:clr>
            <a:srgbClr val="EA4335"/>
          </p15:clr>
        </p15:guide>
        <p15:guide id="31" orient="horz" pos="2623">
          <p15:clr>
            <a:srgbClr val="EA4335"/>
          </p15:clr>
        </p15:guide>
        <p15:guide id="32" orient="horz" pos="3239">
          <p15:clr>
            <a:srgbClr val="EA4335"/>
          </p15:clr>
        </p15:guide>
        <p15:guide id="33" orient="horz" pos="3654">
          <p15:clr>
            <a:srgbClr val="EA4335"/>
          </p15:clr>
        </p15:guide>
        <p15:guide id="34" orient="horz" pos="660">
          <p15:clr>
            <a:srgbClr val="EA4335"/>
          </p15:clr>
        </p15:guide>
        <p15:guide id="35" orient="horz" pos="1175">
          <p15:clr>
            <a:srgbClr val="EA4335"/>
          </p15:clr>
        </p15:guide>
        <p15:guide id="36" orient="horz" pos="1692">
          <p15:clr>
            <a:srgbClr val="EA4335"/>
          </p15:clr>
        </p15:guide>
        <p15:guide id="37" orient="horz" pos="2110">
          <p15:clr>
            <a:srgbClr val="EA4335"/>
          </p15:clr>
        </p15:guide>
        <p15:guide id="38" orient="horz" pos="2723">
          <p15:clr>
            <a:srgbClr val="EA4335"/>
          </p15:clr>
        </p15:guide>
        <p15:guide id="39" orient="horz" pos="3139">
          <p15:clr>
            <a:srgbClr val="EA4335"/>
          </p15:clr>
        </p15:guide>
        <p15:guide id="40" orient="horz" pos="3754">
          <p15:clr>
            <a:srgbClr val="EA4335"/>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8708055"/>
      </p:ext>
    </p:extLst>
  </p:cSld>
  <p:clrMap bg1="lt1" tx1="dk1" bg2="lt2" tx2="dk2" accent1="accent1" accent2="accent2" accent3="accent3" accent4="accent4" accent5="accent5" accent6="accent6" hlink="hlink" folHlink="folHlink"/>
  <p:sldLayoutIdLst>
    <p:sldLayoutId id="2147483788"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79.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D2_0.xml"/><Relationship Id="rId2" Type="http://schemas.openxmlformats.org/officeDocument/2006/relationships/notesSlide" Target="../notesSlides/notesSlide4.xml"/><Relationship Id="rId1" Type="http://schemas.openxmlformats.org/officeDocument/2006/relationships/slideLayout" Target="../slideLayouts/slideLayout179.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D3_0.xml"/><Relationship Id="rId2" Type="http://schemas.openxmlformats.org/officeDocument/2006/relationships/notesSlide" Target="../notesSlides/notesSlide6.xml"/><Relationship Id="rId1" Type="http://schemas.openxmlformats.org/officeDocument/2006/relationships/slideLayout" Target="../slideLayouts/slideLayout179.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79.xml"/><Relationship Id="rId5" Type="http://schemas.openxmlformats.org/officeDocument/2006/relationships/image" Target="../media/image26.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79.xml"/><Relationship Id="rId5" Type="http://schemas.openxmlformats.org/officeDocument/2006/relationships/image" Target="../media/image27.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79.xml"/><Relationship Id="rId5" Type="http://schemas.openxmlformats.org/officeDocument/2006/relationships/image" Target="../media/image28.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79.xml"/><Relationship Id="rId5" Type="http://schemas.openxmlformats.org/officeDocument/2006/relationships/image" Target="../media/image34.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79.xml"/><Relationship Id="rId5" Type="http://schemas.openxmlformats.org/officeDocument/2006/relationships/image" Target="../media/image35.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79.xml"/><Relationship Id="rId5" Type="http://schemas.openxmlformats.org/officeDocument/2006/relationships/image" Target="../media/image36.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microsoft.com/office/2018/10/relationships/comments" Target="../comments/modernComment_1E5_0.xml"/><Relationship Id="rId2" Type="http://schemas.openxmlformats.org/officeDocument/2006/relationships/notesSlide" Target="../notesSlides/notesSlide38.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7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79.xml"/><Relationship Id="rId5" Type="http://schemas.openxmlformats.org/officeDocument/2006/relationships/image" Target="../media/image39.png"/><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179.xml"/><Relationship Id="rId5" Type="http://schemas.openxmlformats.org/officeDocument/2006/relationships/image" Target="../media/image40.pn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179.xml"/><Relationship Id="rId5" Type="http://schemas.openxmlformats.org/officeDocument/2006/relationships/image" Target="../media/image41.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179.xml"/><Relationship Id="rId5" Type="http://schemas.openxmlformats.org/officeDocument/2006/relationships/image" Target="../media/image42.png"/><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79.xml"/><Relationship Id="rId5" Type="http://schemas.openxmlformats.org/officeDocument/2006/relationships/image" Target="../media/image43.png"/><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179.xml"/><Relationship Id="rId5" Type="http://schemas.openxmlformats.org/officeDocument/2006/relationships/image" Target="../media/image44.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179.xml"/><Relationship Id="rId5" Type="http://schemas.openxmlformats.org/officeDocument/2006/relationships/image" Target="../media/image45.png"/><Relationship Id="rId4" Type="http://schemas.openxmlformats.org/officeDocument/2006/relationships/image" Target="../media/image24.png"/></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179.xml"/><Relationship Id="rId5" Type="http://schemas.openxmlformats.org/officeDocument/2006/relationships/image" Target="../media/image46.png"/><Relationship Id="rId4" Type="http://schemas.openxmlformats.org/officeDocument/2006/relationships/image" Target="../media/image24.png"/></Relationships>
</file>

<file path=ppt/slides/_rels/slide66.xml.rels><?xml version="1.0" encoding="UTF-8" standalone="yes"?>
<Relationships xmlns="http://schemas.openxmlformats.org/package/2006/relationships"><Relationship Id="rId3" Type="http://schemas.microsoft.com/office/2018/10/relationships/comments" Target="../comments/modernComment_1F4_0.xml"/><Relationship Id="rId2" Type="http://schemas.openxmlformats.org/officeDocument/2006/relationships/notesSlide" Target="../notesSlides/notesSlide66.xml"/><Relationship Id="rId1" Type="http://schemas.openxmlformats.org/officeDocument/2006/relationships/slideLayout" Target="../slideLayouts/slideLayout179.xml"/><Relationship Id="rId6" Type="http://schemas.openxmlformats.org/officeDocument/2006/relationships/image" Target="../media/image47.png"/><Relationship Id="rId5" Type="http://schemas.openxmlformats.org/officeDocument/2006/relationships/image" Target="../media/image24.png"/><Relationship Id="rId4" Type="http://schemas.openxmlformats.org/officeDocument/2006/relationships/image" Target="../media/image23.png"/></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8.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69.xml.rels><?xml version="1.0" encoding="UTF-8" standalone="yes"?>
<Relationships xmlns="http://schemas.openxmlformats.org/package/2006/relationships"><Relationship Id="rId3" Type="http://schemas.microsoft.com/office/2018/10/relationships/comments" Target="../comments/modernComment_1F6_0.xml"/><Relationship Id="rId2" Type="http://schemas.openxmlformats.org/officeDocument/2006/relationships/notesSlide" Target="../notesSlides/notesSlide69.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5.png"/></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1.xml"/><Relationship Id="rId1" Type="http://schemas.openxmlformats.org/officeDocument/2006/relationships/slideLayout" Target="../slideLayouts/slideLayout179.xml"/><Relationship Id="rId5" Type="http://schemas.openxmlformats.org/officeDocument/2006/relationships/image" Target="../media/image48.png"/><Relationship Id="rId4" Type="http://schemas.openxmlformats.org/officeDocument/2006/relationships/image" Target="../media/image24.png"/></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3.xml"/><Relationship Id="rId1" Type="http://schemas.openxmlformats.org/officeDocument/2006/relationships/slideLayout" Target="../slideLayouts/slideLayout179.xml"/><Relationship Id="rId6" Type="http://schemas.openxmlformats.org/officeDocument/2006/relationships/image" Target="../media/image49.png"/><Relationship Id="rId5" Type="http://schemas.openxmlformats.org/officeDocument/2006/relationships/image" Target="../media/image50.png"/><Relationship Id="rId4" Type="http://schemas.openxmlformats.org/officeDocument/2006/relationships/image" Target="../media/image24.png"/></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5.xml"/><Relationship Id="rId1" Type="http://schemas.openxmlformats.org/officeDocument/2006/relationships/slideLayout" Target="../slideLayouts/slideLayout179.xml"/><Relationship Id="rId5" Type="http://schemas.openxmlformats.org/officeDocument/2006/relationships/image" Target="../media/image51.png"/><Relationship Id="rId4" Type="http://schemas.openxmlformats.org/officeDocument/2006/relationships/image" Target="../media/image24.png"/></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7.xml"/><Relationship Id="rId1" Type="http://schemas.openxmlformats.org/officeDocument/2006/relationships/slideLayout" Target="../slideLayouts/slideLayout179.xml"/><Relationship Id="rId5" Type="http://schemas.openxmlformats.org/officeDocument/2006/relationships/image" Target="../media/image52.png"/><Relationship Id="rId4" Type="http://schemas.openxmlformats.org/officeDocument/2006/relationships/image" Target="../media/image24.png"/></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8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1.xml"/><Relationship Id="rId1" Type="http://schemas.openxmlformats.org/officeDocument/2006/relationships/slideLayout" Target="../slideLayouts/slideLayout179.xml"/><Relationship Id="rId5" Type="http://schemas.openxmlformats.org/officeDocument/2006/relationships/image" Target="../media/image53.png"/><Relationship Id="rId4" Type="http://schemas.openxmlformats.org/officeDocument/2006/relationships/image" Target="../media/image24.png"/></Relationships>
</file>

<file path=ppt/slides/_rels/slide83.xml.rels><?xml version="1.0" encoding="UTF-8" standalone="yes"?>
<Relationships xmlns="http://schemas.openxmlformats.org/package/2006/relationships"><Relationship Id="rId3" Type="http://schemas.microsoft.com/office/2018/10/relationships/comments" Target="../comments/modernComment_1FD_0.xml"/><Relationship Id="rId2" Type="http://schemas.openxmlformats.org/officeDocument/2006/relationships/notesSlide" Target="../notesSlides/notesSlide83.xml"/><Relationship Id="rId1" Type="http://schemas.openxmlformats.org/officeDocument/2006/relationships/slideLayout" Target="../slideLayouts/slideLayout179.xml"/><Relationship Id="rId6" Type="http://schemas.openxmlformats.org/officeDocument/2006/relationships/image" Target="../media/image54.jpeg"/><Relationship Id="rId5" Type="http://schemas.openxmlformats.org/officeDocument/2006/relationships/image" Target="../media/image24.png"/><Relationship Id="rId4" Type="http://schemas.openxmlformats.org/officeDocument/2006/relationships/image" Target="../media/image25.png"/></Relationships>
</file>

<file path=ppt/slides/_rels/slide85.xml.rels><?xml version="1.0" encoding="UTF-8" standalone="yes"?>
<Relationships xmlns="http://schemas.openxmlformats.org/package/2006/relationships"><Relationship Id="rId3" Type="http://schemas.microsoft.com/office/2018/10/relationships/comments" Target="../comments/modernComment_1FE_0.xml"/><Relationship Id="rId2" Type="http://schemas.openxmlformats.org/officeDocument/2006/relationships/notesSlide" Target="../notesSlides/notesSlide85.xml"/><Relationship Id="rId1" Type="http://schemas.openxmlformats.org/officeDocument/2006/relationships/slideLayout" Target="../slideLayouts/slideLayout179.xml"/><Relationship Id="rId6" Type="http://schemas.openxmlformats.org/officeDocument/2006/relationships/image" Target="../media/image55.png"/><Relationship Id="rId5" Type="http://schemas.openxmlformats.org/officeDocument/2006/relationships/image" Target="../media/image24.png"/><Relationship Id="rId4" Type="http://schemas.openxmlformats.org/officeDocument/2006/relationships/image" Target="../media/image25.png"/></Relationships>
</file>

<file path=ppt/slides/_rels/slide87.xml.rels><?xml version="1.0" encoding="UTF-8" standalone="yes"?>
<Relationships xmlns="http://schemas.openxmlformats.org/package/2006/relationships"><Relationship Id="rId3" Type="http://schemas.microsoft.com/office/2018/10/relationships/comments" Target="../comments/modernComment_1FF_0.xml"/><Relationship Id="rId2" Type="http://schemas.openxmlformats.org/officeDocument/2006/relationships/notesSlide" Target="../notesSlides/notesSlide87.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9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1.xml"/><Relationship Id="rId1" Type="http://schemas.openxmlformats.org/officeDocument/2006/relationships/slideLayout" Target="../slideLayouts/slideLayout179.xml"/><Relationship Id="rId5" Type="http://schemas.openxmlformats.org/officeDocument/2006/relationships/image" Target="../media/image56.png"/><Relationship Id="rId4" Type="http://schemas.openxmlformats.org/officeDocument/2006/relationships/image" Target="../media/image24.png"/></Relationships>
</file>

<file path=ppt/slides/_rels/slide93.xml.rels><?xml version="1.0" encoding="UTF-8" standalone="yes"?>
<Relationships xmlns="http://schemas.openxmlformats.org/package/2006/relationships"><Relationship Id="rId3" Type="http://schemas.microsoft.com/office/2018/10/relationships/comments" Target="../comments/modernComment_202_0.xml"/><Relationship Id="rId2" Type="http://schemas.openxmlformats.org/officeDocument/2006/relationships/notesSlide" Target="../notesSlides/notesSlide93.xml"/><Relationship Id="rId1" Type="http://schemas.openxmlformats.org/officeDocument/2006/relationships/slideLayout" Target="../slideLayouts/slideLayout179.xml"/><Relationship Id="rId6" Type="http://schemas.openxmlformats.org/officeDocument/2006/relationships/image" Target="../media/image57.png"/><Relationship Id="rId5" Type="http://schemas.openxmlformats.org/officeDocument/2006/relationships/image" Target="../media/image24.png"/><Relationship Id="rId4" Type="http://schemas.openxmlformats.org/officeDocument/2006/relationships/image" Target="../media/image23.png"/></Relationships>
</file>

<file path=ppt/slides/_rels/slide95.xml.rels><?xml version="1.0" encoding="UTF-8" standalone="yes"?>
<Relationships xmlns="http://schemas.openxmlformats.org/package/2006/relationships"><Relationship Id="rId3" Type="http://schemas.microsoft.com/office/2018/10/relationships/comments" Target="../comments/modernComment_203_0.xml"/><Relationship Id="rId2" Type="http://schemas.openxmlformats.org/officeDocument/2006/relationships/notesSlide" Target="../notesSlides/notesSlide95.xml"/><Relationship Id="rId1" Type="http://schemas.openxmlformats.org/officeDocument/2006/relationships/slideLayout" Target="../slideLayouts/slideLayout179.xml"/><Relationship Id="rId6" Type="http://schemas.openxmlformats.org/officeDocument/2006/relationships/image" Target="../media/image58.png"/><Relationship Id="rId5" Type="http://schemas.openxmlformats.org/officeDocument/2006/relationships/image" Target="../media/image24.png"/><Relationship Id="rId4" Type="http://schemas.openxmlformats.org/officeDocument/2006/relationships/image" Target="../media/image23.png"/></Relationships>
</file>

<file path=ppt/slides/_rels/slide9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8.xml"/><Relationship Id="rId1" Type="http://schemas.openxmlformats.org/officeDocument/2006/relationships/slideLayout" Target="../slideLayouts/slideLayout179.xml"/><Relationship Id="rId5" Type="http://schemas.openxmlformats.org/officeDocument/2006/relationships/image" Target="../media/image60.png"/><Relationship Id="rId4" Type="http://schemas.openxmlformats.org/officeDocument/2006/relationships/image" Target="../media/image24.png"/></Relationships>
</file>

<file path=ppt/slides/_rels/slide10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0.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1.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3.xml.rels><?xml version="1.0" encoding="UTF-8" standalone="yes"?>
<Relationships xmlns="http://schemas.openxmlformats.org/package/2006/relationships"><Relationship Id="rId3" Type="http://schemas.microsoft.com/office/2018/10/relationships/comments" Target="../comments/modernComment_207_0.xml"/><Relationship Id="rId2" Type="http://schemas.openxmlformats.org/officeDocument/2006/relationships/notesSlide" Target="../notesSlides/notesSlide103.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0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5.xml"/><Relationship Id="rId1" Type="http://schemas.openxmlformats.org/officeDocument/2006/relationships/slideLayout" Target="../slideLayouts/slideLayout179.xml"/><Relationship Id="rId6" Type="http://schemas.openxmlformats.org/officeDocument/2006/relationships/image" Target="../media/image61.png"/><Relationship Id="rId5" Type="http://schemas.openxmlformats.org/officeDocument/2006/relationships/image" Target="../media/image24.png"/><Relationship Id="rId4" Type="http://schemas.openxmlformats.org/officeDocument/2006/relationships/image" Target="../media/image30.png"/></Relationships>
</file>

<file path=ppt/slides/_rels/slide10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09.xml.rels><?xml version="1.0" encoding="UTF-8" standalone="yes"?>
<Relationships xmlns="http://schemas.openxmlformats.org/package/2006/relationships"><Relationship Id="rId3" Type="http://schemas.microsoft.com/office/2018/10/relationships/comments" Target="../comments/modernComment_20A_0.xml"/><Relationship Id="rId2" Type="http://schemas.openxmlformats.org/officeDocument/2006/relationships/notesSlide" Target="../notesSlides/notesSlide109.xml"/><Relationship Id="rId1" Type="http://schemas.openxmlformats.org/officeDocument/2006/relationships/slideLayout" Target="../slideLayouts/slideLayout179.xml"/><Relationship Id="rId6" Type="http://schemas.openxmlformats.org/officeDocument/2006/relationships/image" Target="../media/image63.png"/><Relationship Id="rId5" Type="http://schemas.openxmlformats.org/officeDocument/2006/relationships/image" Target="../media/image24.png"/><Relationship Id="rId4" Type="http://schemas.openxmlformats.org/officeDocument/2006/relationships/image" Target="../media/image23.png"/></Relationships>
</file>

<file path=ppt/slides/_rels/slide1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1.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79.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79.xml"/></Relationships>
</file>

<file path=ppt/slides/_rels/slide1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1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79.xml"/></Relationships>
</file>

<file path=ppt/slides/_rels/slide119.xml.rels><?xml version="1.0" encoding="UTF-8" standalone="yes"?>
<Relationships xmlns="http://schemas.openxmlformats.org/package/2006/relationships"><Relationship Id="rId3" Type="http://schemas.microsoft.com/office/2018/10/relationships/comments" Target="../comments/modernComment_20F_0.xml"/><Relationship Id="rId2" Type="http://schemas.openxmlformats.org/officeDocument/2006/relationships/notesSlide" Target="../notesSlides/notesSlide117.xml"/><Relationship Id="rId1" Type="http://schemas.openxmlformats.org/officeDocument/2006/relationships/slideLayout" Target="../slideLayouts/slideLayout179.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23.png"/></Relationships>
</file>

<file path=ppt/slides/_rels/slide121.xml.rels><?xml version="1.0" encoding="UTF-8" standalone="yes"?>
<Relationships xmlns="http://schemas.openxmlformats.org/package/2006/relationships"><Relationship Id="rId3" Type="http://schemas.microsoft.com/office/2018/10/relationships/comments" Target="../comments/modernComment_210_0.xml"/><Relationship Id="rId7" Type="http://schemas.openxmlformats.org/officeDocument/2006/relationships/image" Target="../media/image22.png"/><Relationship Id="rId2" Type="http://schemas.openxmlformats.org/officeDocument/2006/relationships/notesSlide" Target="../notesSlides/notesSlide119.xml"/><Relationship Id="rId1" Type="http://schemas.openxmlformats.org/officeDocument/2006/relationships/slideLayout" Target="../slideLayouts/slideLayout179.xml"/><Relationship Id="rId6" Type="http://schemas.openxmlformats.org/officeDocument/2006/relationships/image" Target="../media/image24.png"/><Relationship Id="rId5" Type="http://schemas.openxmlformats.org/officeDocument/2006/relationships/image" Target="../media/image30.png"/><Relationship Id="rId4" Type="http://schemas.openxmlformats.org/officeDocument/2006/relationships/image" Target="../media/image62.png"/></Relationships>
</file>

<file path=ppt/slides/_rels/slide123.xml.rels><?xml version="1.0" encoding="UTF-8" standalone="yes"?>
<Relationships xmlns="http://schemas.openxmlformats.org/package/2006/relationships"><Relationship Id="rId3" Type="http://schemas.microsoft.com/office/2018/10/relationships/comments" Target="../comments/modernComment_211_0.xml"/><Relationship Id="rId2" Type="http://schemas.openxmlformats.org/officeDocument/2006/relationships/notesSlide" Target="../notesSlides/notesSlide121.xml"/><Relationship Id="rId1" Type="http://schemas.openxmlformats.org/officeDocument/2006/relationships/slideLayout" Target="../slideLayouts/slideLayout179.xml"/><Relationship Id="rId6" Type="http://schemas.openxmlformats.org/officeDocument/2006/relationships/image" Target="../media/image74.png"/><Relationship Id="rId5" Type="http://schemas.openxmlformats.org/officeDocument/2006/relationships/image" Target="../media/image24.png"/><Relationship Id="rId4" Type="http://schemas.openxmlformats.org/officeDocument/2006/relationships/image" Target="../media/image23.png"/></Relationships>
</file>

<file path=ppt/slides/_rels/slide125.xml.rels><?xml version="1.0" encoding="UTF-8" standalone="yes"?>
<Relationships xmlns="http://schemas.openxmlformats.org/package/2006/relationships"><Relationship Id="rId3" Type="http://schemas.microsoft.com/office/2018/10/relationships/comments" Target="../comments/modernComment_212_0.xml"/><Relationship Id="rId2" Type="http://schemas.openxmlformats.org/officeDocument/2006/relationships/notesSlide" Target="../notesSlides/notesSlide123.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27.xml.rels><?xml version="1.0" encoding="UTF-8" standalone="yes"?>
<Relationships xmlns="http://schemas.openxmlformats.org/package/2006/relationships"><Relationship Id="rId3" Type="http://schemas.microsoft.com/office/2018/10/relationships/comments" Target="../comments/modernComment_213_0.xml"/><Relationship Id="rId2" Type="http://schemas.openxmlformats.org/officeDocument/2006/relationships/notesSlide" Target="../notesSlides/notesSlide125.xml"/><Relationship Id="rId1" Type="http://schemas.openxmlformats.org/officeDocument/2006/relationships/slideLayout" Target="../slideLayouts/slideLayout179.xml"/><Relationship Id="rId6" Type="http://schemas.openxmlformats.org/officeDocument/2006/relationships/image" Target="../media/image75.png"/><Relationship Id="rId5" Type="http://schemas.openxmlformats.org/officeDocument/2006/relationships/image" Target="../media/image24.png"/><Relationship Id="rId4" Type="http://schemas.openxmlformats.org/officeDocument/2006/relationships/image" Target="../media/image25.png"/></Relationships>
</file>

<file path=ppt/slides/_rels/slide1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7.xml"/><Relationship Id="rId1" Type="http://schemas.openxmlformats.org/officeDocument/2006/relationships/slideLayout" Target="../slideLayouts/slideLayout179.xml"/><Relationship Id="rId5" Type="http://schemas.openxmlformats.org/officeDocument/2006/relationships/image" Target="../media/image76.png"/><Relationship Id="rId4" Type="http://schemas.openxmlformats.org/officeDocument/2006/relationships/image" Target="../media/image24.png"/></Relationships>
</file>

<file path=ppt/slides/_rels/slide1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9.xml"/><Relationship Id="rId1" Type="http://schemas.openxmlformats.org/officeDocument/2006/relationships/slideLayout" Target="../slideLayouts/slideLayout179.xml"/><Relationship Id="rId5" Type="http://schemas.openxmlformats.org/officeDocument/2006/relationships/image" Target="../media/image77.png"/><Relationship Id="rId4" Type="http://schemas.openxmlformats.org/officeDocument/2006/relationships/image" Target="../media/image24.png"/></Relationships>
</file>

<file path=ppt/slides/_rels/slide1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1.xml"/><Relationship Id="rId1" Type="http://schemas.openxmlformats.org/officeDocument/2006/relationships/slideLayout" Target="../slideLayouts/slideLayout179.xml"/><Relationship Id="rId5" Type="http://schemas.openxmlformats.org/officeDocument/2006/relationships/image" Target="../media/image78.png"/><Relationship Id="rId4" Type="http://schemas.openxmlformats.org/officeDocument/2006/relationships/image" Target="../media/image24.png"/></Relationships>
</file>

<file path=ppt/slides/_rels/slide1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3.xml"/><Relationship Id="rId1" Type="http://schemas.openxmlformats.org/officeDocument/2006/relationships/slideLayout" Target="../slideLayouts/slideLayout179.xml"/><Relationship Id="rId5" Type="http://schemas.openxmlformats.org/officeDocument/2006/relationships/image" Target="../media/image79.png"/><Relationship Id="rId4" Type="http://schemas.openxmlformats.org/officeDocument/2006/relationships/image" Target="../media/image24.png"/></Relationships>
</file>

<file path=ppt/slides/_rels/slide137.xml.rels><?xml version="1.0" encoding="UTF-8" standalone="yes"?>
<Relationships xmlns="http://schemas.openxmlformats.org/package/2006/relationships"><Relationship Id="rId3" Type="http://schemas.microsoft.com/office/2018/10/relationships/comments" Target="../comments/modernComment_218_0.xml"/><Relationship Id="rId2" Type="http://schemas.openxmlformats.org/officeDocument/2006/relationships/notesSlide" Target="../notesSlides/notesSlide135.xml"/><Relationship Id="rId1" Type="http://schemas.openxmlformats.org/officeDocument/2006/relationships/slideLayout" Target="../slideLayouts/slideLayout179.xml"/><Relationship Id="rId6" Type="http://schemas.openxmlformats.org/officeDocument/2006/relationships/image" Target="../media/image80.png"/><Relationship Id="rId5" Type="http://schemas.openxmlformats.org/officeDocument/2006/relationships/image" Target="../media/image24.png"/><Relationship Id="rId4" Type="http://schemas.openxmlformats.org/officeDocument/2006/relationships/image" Target="../media/image25.png"/></Relationships>
</file>

<file path=ppt/slides/_rels/slide1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9.xml"/><Relationship Id="rId1" Type="http://schemas.openxmlformats.org/officeDocument/2006/relationships/slideLayout" Target="../slideLayouts/slideLayout179.xml"/><Relationship Id="rId5" Type="http://schemas.openxmlformats.org/officeDocument/2006/relationships/image" Target="../media/image82.png"/><Relationship Id="rId4" Type="http://schemas.openxmlformats.org/officeDocument/2006/relationships/image" Target="../media/image24.png"/></Relationships>
</file>

<file path=ppt/slides/_rels/slide1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3.xml"/><Relationship Id="rId1" Type="http://schemas.openxmlformats.org/officeDocument/2006/relationships/slideLayout" Target="../slideLayouts/slideLayout179.xml"/><Relationship Id="rId5" Type="http://schemas.openxmlformats.org/officeDocument/2006/relationships/image" Target="../media/image83.png"/><Relationship Id="rId4" Type="http://schemas.openxmlformats.org/officeDocument/2006/relationships/image" Target="../media/image24.png"/></Relationships>
</file>

<file path=ppt/slides/_rels/slide147.xml.rels><?xml version="1.0" encoding="UTF-8" standalone="yes"?>
<Relationships xmlns="http://schemas.openxmlformats.org/package/2006/relationships"><Relationship Id="rId3" Type="http://schemas.microsoft.com/office/2018/10/relationships/comments" Target="../comments/modernComment_21D_0.xml"/><Relationship Id="rId2" Type="http://schemas.openxmlformats.org/officeDocument/2006/relationships/notesSlide" Target="../notesSlides/notesSlide145.xml"/><Relationship Id="rId1" Type="http://schemas.openxmlformats.org/officeDocument/2006/relationships/slideLayout" Target="../slideLayouts/slideLayout179.xml"/><Relationship Id="rId6" Type="http://schemas.openxmlformats.org/officeDocument/2006/relationships/image" Target="../media/image84.png"/><Relationship Id="rId5" Type="http://schemas.openxmlformats.org/officeDocument/2006/relationships/image" Target="../media/image24.png"/><Relationship Id="rId4" Type="http://schemas.openxmlformats.org/officeDocument/2006/relationships/image" Target="../media/image25.png"/></Relationships>
</file>

<file path=ppt/slides/_rels/slide1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7.xml"/><Relationship Id="rId1" Type="http://schemas.openxmlformats.org/officeDocument/2006/relationships/slideLayout" Target="../slideLayouts/slideLayout179.xml"/><Relationship Id="rId5" Type="http://schemas.openxmlformats.org/officeDocument/2006/relationships/image" Target="../media/image85.png"/><Relationship Id="rId4" Type="http://schemas.openxmlformats.org/officeDocument/2006/relationships/image" Target="../media/image24.png"/></Relationships>
</file>

<file path=ppt/slides/_rels/slide1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9.xml"/><Relationship Id="rId1" Type="http://schemas.openxmlformats.org/officeDocument/2006/relationships/slideLayout" Target="../slideLayouts/slideLayout179.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24.png"/></Relationships>
</file>

<file path=ppt/slides/_rels/slide1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1.xml"/><Relationship Id="rId1" Type="http://schemas.openxmlformats.org/officeDocument/2006/relationships/slideLayout" Target="../slideLayouts/slideLayout179.xml"/><Relationship Id="rId5" Type="http://schemas.openxmlformats.org/officeDocument/2006/relationships/image" Target="../media/image88.png"/><Relationship Id="rId4" Type="http://schemas.openxmlformats.org/officeDocument/2006/relationships/image" Target="../media/image24.png"/></Relationships>
</file>

<file path=ppt/slides/_rels/slide1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2.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7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1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1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79.xml"/></Relationships>
</file>

<file path=ppt/slides/_rels/slide162.xml.rels><?xml version="1.0" encoding="UTF-8" standalone="yes"?>
<Relationships xmlns="http://schemas.openxmlformats.org/package/2006/relationships"><Relationship Id="rId3" Type="http://schemas.microsoft.com/office/2018/10/relationships/comments" Target="../comments/modernComment_224_0.xml"/><Relationship Id="rId7" Type="http://schemas.openxmlformats.org/officeDocument/2006/relationships/image" Target="../media/image90.png"/><Relationship Id="rId2" Type="http://schemas.openxmlformats.org/officeDocument/2006/relationships/notesSlide" Target="../notesSlides/notesSlide157.xml"/><Relationship Id="rId1" Type="http://schemas.openxmlformats.org/officeDocument/2006/relationships/slideLayout" Target="../slideLayouts/slideLayout179.xml"/><Relationship Id="rId6" Type="http://schemas.openxmlformats.org/officeDocument/2006/relationships/image" Target="../media/image89.png"/><Relationship Id="rId5" Type="http://schemas.openxmlformats.org/officeDocument/2006/relationships/image" Target="../media/image24.png"/><Relationship Id="rId4" Type="http://schemas.openxmlformats.org/officeDocument/2006/relationships/image" Target="../media/image23.png"/></Relationships>
</file>

<file path=ppt/slides/_rels/slide164.xml.rels><?xml version="1.0" encoding="UTF-8" standalone="yes"?>
<Relationships xmlns="http://schemas.openxmlformats.org/package/2006/relationships"><Relationship Id="rId3" Type="http://schemas.microsoft.com/office/2018/10/relationships/comments" Target="../comments/modernComment_225_0.xml"/><Relationship Id="rId2" Type="http://schemas.openxmlformats.org/officeDocument/2006/relationships/notesSlide" Target="../notesSlides/notesSlide159.xml"/><Relationship Id="rId1" Type="http://schemas.openxmlformats.org/officeDocument/2006/relationships/slideLayout" Target="../slideLayouts/slideLayout179.xml"/><Relationship Id="rId6" Type="http://schemas.openxmlformats.org/officeDocument/2006/relationships/image" Target="../media/image91.png"/><Relationship Id="rId5" Type="http://schemas.openxmlformats.org/officeDocument/2006/relationships/image" Target="../media/image24.png"/><Relationship Id="rId4" Type="http://schemas.openxmlformats.org/officeDocument/2006/relationships/image" Target="../media/image23.png"/></Relationships>
</file>

<file path=ppt/slides/_rels/slide166.xml.rels><?xml version="1.0" encoding="UTF-8" standalone="yes"?>
<Relationships xmlns="http://schemas.openxmlformats.org/package/2006/relationships"><Relationship Id="rId3" Type="http://schemas.microsoft.com/office/2018/10/relationships/comments" Target="../comments/modernComment_226_0.xml"/><Relationship Id="rId2" Type="http://schemas.openxmlformats.org/officeDocument/2006/relationships/notesSlide" Target="../notesSlides/notesSlide161.xml"/><Relationship Id="rId1" Type="http://schemas.openxmlformats.org/officeDocument/2006/relationships/slideLayout" Target="../slideLayouts/slideLayout179.xml"/><Relationship Id="rId6" Type="http://schemas.openxmlformats.org/officeDocument/2006/relationships/image" Target="../media/image93.png"/><Relationship Id="rId5" Type="http://schemas.openxmlformats.org/officeDocument/2006/relationships/image" Target="../media/image24.png"/><Relationship Id="rId4" Type="http://schemas.openxmlformats.org/officeDocument/2006/relationships/image" Target="../media/image23.png"/></Relationships>
</file>

<file path=ppt/slides/_rels/slide168.xml.rels><?xml version="1.0" encoding="UTF-8" standalone="yes"?>
<Relationships xmlns="http://schemas.openxmlformats.org/package/2006/relationships"><Relationship Id="rId3" Type="http://schemas.microsoft.com/office/2018/10/relationships/comments" Target="../comments/modernComment_227_0.xml"/><Relationship Id="rId2" Type="http://schemas.openxmlformats.org/officeDocument/2006/relationships/notesSlide" Target="../notesSlides/notesSlide163.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5.png"/></Relationships>
</file>

<file path=ppt/slides/_rels/slide17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97.png"/><Relationship Id="rId2" Type="http://schemas.openxmlformats.org/officeDocument/2006/relationships/notesSlide" Target="../notesSlides/notesSlide165.xml"/><Relationship Id="rId1" Type="http://schemas.openxmlformats.org/officeDocument/2006/relationships/slideLayout" Target="../slideLayouts/slideLayout179.xml"/><Relationship Id="rId6" Type="http://schemas.openxmlformats.org/officeDocument/2006/relationships/image" Target="../media/image96.jpeg"/><Relationship Id="rId5" Type="http://schemas.openxmlformats.org/officeDocument/2006/relationships/image" Target="../media/image95.png"/><Relationship Id="rId4" Type="http://schemas.openxmlformats.org/officeDocument/2006/relationships/image" Target="../media/image24.png"/></Relationships>
</file>

<file path=ppt/slides/_rels/slide172.xml.rels><?xml version="1.0" encoding="UTF-8" standalone="yes"?>
<Relationships xmlns="http://schemas.openxmlformats.org/package/2006/relationships"><Relationship Id="rId3" Type="http://schemas.microsoft.com/office/2018/10/relationships/comments" Target="../comments/modernComment_229_0.xml"/><Relationship Id="rId7" Type="http://schemas.openxmlformats.org/officeDocument/2006/relationships/image" Target="../media/image97.png"/><Relationship Id="rId2" Type="http://schemas.openxmlformats.org/officeDocument/2006/relationships/notesSlide" Target="../notesSlides/notesSlide167.xml"/><Relationship Id="rId1" Type="http://schemas.openxmlformats.org/officeDocument/2006/relationships/slideLayout" Target="../slideLayouts/slideLayout179.xml"/><Relationship Id="rId6" Type="http://schemas.openxmlformats.org/officeDocument/2006/relationships/image" Target="../media/image98.png"/><Relationship Id="rId5" Type="http://schemas.openxmlformats.org/officeDocument/2006/relationships/image" Target="../media/image24.png"/><Relationship Id="rId4" Type="http://schemas.openxmlformats.org/officeDocument/2006/relationships/image" Target="../media/image23.png"/></Relationships>
</file>

<file path=ppt/slides/_rels/slide174.xml.rels><?xml version="1.0" encoding="UTF-8" standalone="yes"?>
<Relationships xmlns="http://schemas.openxmlformats.org/package/2006/relationships"><Relationship Id="rId3" Type="http://schemas.microsoft.com/office/2018/10/relationships/comments" Target="../comments/modernComment_22A_0.xml"/><Relationship Id="rId7" Type="http://schemas.openxmlformats.org/officeDocument/2006/relationships/image" Target="../media/image97.png"/><Relationship Id="rId2" Type="http://schemas.openxmlformats.org/officeDocument/2006/relationships/notesSlide" Target="../notesSlides/notesSlide169.xml"/><Relationship Id="rId1" Type="http://schemas.openxmlformats.org/officeDocument/2006/relationships/slideLayout" Target="../slideLayouts/slideLayout179.xml"/><Relationship Id="rId6" Type="http://schemas.openxmlformats.org/officeDocument/2006/relationships/image" Target="../media/image99.png"/><Relationship Id="rId5" Type="http://schemas.openxmlformats.org/officeDocument/2006/relationships/image" Target="../media/image24.png"/><Relationship Id="rId4" Type="http://schemas.openxmlformats.org/officeDocument/2006/relationships/image" Target="../media/image23.png"/></Relationships>
</file>

<file path=ppt/slides/_rels/slide17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1.xml"/><Relationship Id="rId1" Type="http://schemas.openxmlformats.org/officeDocument/2006/relationships/slideLayout" Target="../slideLayouts/slideLayout179.xml"/><Relationship Id="rId6" Type="http://schemas.openxmlformats.org/officeDocument/2006/relationships/image" Target="../media/image97.png"/><Relationship Id="rId5" Type="http://schemas.openxmlformats.org/officeDocument/2006/relationships/image" Target="../media/image100.png"/><Relationship Id="rId4" Type="http://schemas.openxmlformats.org/officeDocument/2006/relationships/image" Target="../media/image24.png"/></Relationships>
</file>

<file path=ppt/slides/_rels/slide178.xml.rels><?xml version="1.0" encoding="UTF-8" standalone="yes"?>
<Relationships xmlns="http://schemas.openxmlformats.org/package/2006/relationships"><Relationship Id="rId3" Type="http://schemas.microsoft.com/office/2018/10/relationships/comments" Target="../comments/modernComment_22C_0.xml"/><Relationship Id="rId2" Type="http://schemas.openxmlformats.org/officeDocument/2006/relationships/notesSlide" Target="../notesSlides/notesSlide173.xml"/><Relationship Id="rId1" Type="http://schemas.openxmlformats.org/officeDocument/2006/relationships/slideLayout" Target="../slideLayouts/slideLayout179.xml"/><Relationship Id="rId6" Type="http://schemas.openxmlformats.org/officeDocument/2006/relationships/image" Target="../media/image101.png"/><Relationship Id="rId5" Type="http://schemas.openxmlformats.org/officeDocument/2006/relationships/image" Target="../media/image24.png"/><Relationship Id="rId4" Type="http://schemas.openxmlformats.org/officeDocument/2006/relationships/image" Target="../media/image23.png"/></Relationships>
</file>

<file path=ppt/slides/_rels/slide18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75.xml"/><Relationship Id="rId1" Type="http://schemas.openxmlformats.org/officeDocument/2006/relationships/slideLayout" Target="../slideLayouts/slideLayout110.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79.xml"/></Relationships>
</file>

<file path=ppt/slides/_rels/slide1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8.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185.xml.rels><?xml version="1.0" encoding="UTF-8" standalone="yes"?>
<Relationships xmlns="http://schemas.openxmlformats.org/package/2006/relationships"><Relationship Id="rId3" Type="http://schemas.microsoft.com/office/2018/10/relationships/comments" Target="../comments/modernComment_22F_0.xml"/><Relationship Id="rId2" Type="http://schemas.openxmlformats.org/officeDocument/2006/relationships/notesSlide" Target="../notesSlides/notesSlide180.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87.xml.rels><?xml version="1.0" encoding="UTF-8" standalone="yes"?>
<Relationships xmlns="http://schemas.openxmlformats.org/package/2006/relationships"><Relationship Id="rId3" Type="http://schemas.microsoft.com/office/2018/10/relationships/comments" Target="../comments/modernComment_230_0.xml"/><Relationship Id="rId7" Type="http://schemas.openxmlformats.org/officeDocument/2006/relationships/image" Target="../media/image32.png"/><Relationship Id="rId2" Type="http://schemas.openxmlformats.org/officeDocument/2006/relationships/notesSlide" Target="../notesSlides/notesSlide182.xml"/><Relationship Id="rId1" Type="http://schemas.openxmlformats.org/officeDocument/2006/relationships/slideLayout" Target="../slideLayouts/slideLayout17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8.xml.rels><?xml version="1.0" encoding="UTF-8" standalone="yes"?>
<Relationships xmlns="http://schemas.openxmlformats.org/package/2006/relationships"><Relationship Id="rId3" Type="http://schemas.microsoft.com/office/2018/10/relationships/comments" Target="../comments/modernComment_231_0.xml"/><Relationship Id="rId7" Type="http://schemas.openxmlformats.org/officeDocument/2006/relationships/image" Target="../media/image32.png"/><Relationship Id="rId2" Type="http://schemas.openxmlformats.org/officeDocument/2006/relationships/notesSlide" Target="../notesSlides/notesSlide183.xml"/><Relationship Id="rId1" Type="http://schemas.openxmlformats.org/officeDocument/2006/relationships/slideLayout" Target="../slideLayouts/slideLayout17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0.xml.rels><?xml version="1.0" encoding="UTF-8" standalone="yes"?>
<Relationships xmlns="http://schemas.openxmlformats.org/package/2006/relationships"><Relationship Id="rId3" Type="http://schemas.microsoft.com/office/2018/10/relationships/comments" Target="../comments/modernComment_232_0.xml"/><Relationship Id="rId2" Type="http://schemas.openxmlformats.org/officeDocument/2006/relationships/notesSlide" Target="../notesSlides/notesSlide185.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92.xml.rels><?xml version="1.0" encoding="UTF-8" standalone="yes"?>
<Relationships xmlns="http://schemas.openxmlformats.org/package/2006/relationships"><Relationship Id="rId3" Type="http://schemas.microsoft.com/office/2018/10/relationships/comments" Target="../comments/modernComment_233_0.xml"/><Relationship Id="rId2" Type="http://schemas.openxmlformats.org/officeDocument/2006/relationships/notesSlide" Target="../notesSlides/notesSlide187.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94.xml.rels><?xml version="1.0" encoding="UTF-8" standalone="yes"?>
<Relationships xmlns="http://schemas.openxmlformats.org/package/2006/relationships"><Relationship Id="rId3" Type="http://schemas.microsoft.com/office/2018/10/relationships/comments" Target="../comments/modernComment_234_0.xml"/><Relationship Id="rId2" Type="http://schemas.openxmlformats.org/officeDocument/2006/relationships/notesSlide" Target="../notesSlides/notesSlide189.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96.xml.rels><?xml version="1.0" encoding="UTF-8" standalone="yes"?>
<Relationships xmlns="http://schemas.openxmlformats.org/package/2006/relationships"><Relationship Id="rId3" Type="http://schemas.microsoft.com/office/2018/10/relationships/comments" Target="../comments/modernComment_235_0.xml"/><Relationship Id="rId2" Type="http://schemas.openxmlformats.org/officeDocument/2006/relationships/notesSlide" Target="../notesSlides/notesSlide191.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198.xml.rels><?xml version="1.0" encoding="UTF-8" standalone="yes"?>
<Relationships xmlns="http://schemas.openxmlformats.org/package/2006/relationships"><Relationship Id="rId3" Type="http://schemas.microsoft.com/office/2018/10/relationships/comments" Target="../comments/modernComment_236_0.xml"/><Relationship Id="rId2" Type="http://schemas.openxmlformats.org/officeDocument/2006/relationships/notesSlide" Target="../notesSlides/notesSlide193.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20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02.xml.rels><?xml version="1.0" encoding="UTF-8" standalone="yes"?>
<Relationships xmlns="http://schemas.openxmlformats.org/package/2006/relationships"><Relationship Id="rId3" Type="http://schemas.microsoft.com/office/2018/10/relationships/comments" Target="../comments/modernComment_238_0.xml"/><Relationship Id="rId2" Type="http://schemas.openxmlformats.org/officeDocument/2006/relationships/notesSlide" Target="../notesSlides/notesSlide197.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204.xml.rels><?xml version="1.0" encoding="UTF-8" standalone="yes"?>
<Relationships xmlns="http://schemas.openxmlformats.org/package/2006/relationships"><Relationship Id="rId3" Type="http://schemas.microsoft.com/office/2018/10/relationships/comments" Target="../comments/modernComment_239_0.xml"/><Relationship Id="rId2" Type="http://schemas.openxmlformats.org/officeDocument/2006/relationships/notesSlide" Target="../notesSlides/notesSlide199.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20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200.xml"/><Relationship Id="rId1" Type="http://schemas.openxmlformats.org/officeDocument/2006/relationships/slideLayout" Target="../slideLayouts/slideLayout110.xml"/></Relationships>
</file>

<file path=ppt/slides/_rels/slide20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1.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79.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79.xml"/></Relationships>
</file>

<file path=ppt/slides/_rels/slide21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21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79.xml"/></Relationships>
</file>

<file path=ppt/slides/_rels/slide2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8.xml"/><Relationship Id="rId1" Type="http://schemas.openxmlformats.org/officeDocument/2006/relationships/slideLayout" Target="../slideLayouts/slideLayout179.xml"/><Relationship Id="rId5" Type="http://schemas.openxmlformats.org/officeDocument/2006/relationships/image" Target="../media/image105.png"/><Relationship Id="rId4" Type="http://schemas.openxmlformats.org/officeDocument/2006/relationships/image" Target="../media/image24.png"/></Relationships>
</file>

<file path=ppt/slides/_rels/slide2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0.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2.xml"/><Relationship Id="rId1" Type="http://schemas.openxmlformats.org/officeDocument/2006/relationships/slideLayout" Target="../slideLayouts/slideLayout179.xml"/><Relationship Id="rId5" Type="http://schemas.openxmlformats.org/officeDocument/2006/relationships/image" Target="../media/image106.png"/><Relationship Id="rId4" Type="http://schemas.openxmlformats.org/officeDocument/2006/relationships/image" Target="../media/image24.png"/></Relationships>
</file>

<file path=ppt/slides/_rels/slide2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4.xml"/><Relationship Id="rId1" Type="http://schemas.openxmlformats.org/officeDocument/2006/relationships/slideLayout" Target="../slideLayouts/slideLayout179.xml"/><Relationship Id="rId5" Type="http://schemas.openxmlformats.org/officeDocument/2006/relationships/image" Target="../media/image107.png"/><Relationship Id="rId4" Type="http://schemas.openxmlformats.org/officeDocument/2006/relationships/image" Target="../media/image24.png"/></Relationships>
</file>

<file path=ppt/slides/_rels/slide2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6.xml"/><Relationship Id="rId1" Type="http://schemas.openxmlformats.org/officeDocument/2006/relationships/slideLayout" Target="../slideLayouts/slideLayout179.xml"/><Relationship Id="rId5" Type="http://schemas.openxmlformats.org/officeDocument/2006/relationships/image" Target="../media/image108.png"/><Relationship Id="rId4" Type="http://schemas.openxmlformats.org/officeDocument/2006/relationships/image" Target="../media/image24.png"/></Relationships>
</file>

<file path=ppt/slides/_rels/slide2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8.xml"/><Relationship Id="rId1" Type="http://schemas.openxmlformats.org/officeDocument/2006/relationships/slideLayout" Target="../slideLayouts/slideLayout179.xml"/><Relationship Id="rId5" Type="http://schemas.openxmlformats.org/officeDocument/2006/relationships/image" Target="../media/image109.png"/><Relationship Id="rId4" Type="http://schemas.openxmlformats.org/officeDocument/2006/relationships/image" Target="../media/image24.png"/></Relationships>
</file>

<file path=ppt/slides/_rels/slide2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0.xml"/><Relationship Id="rId1" Type="http://schemas.openxmlformats.org/officeDocument/2006/relationships/slideLayout" Target="../slideLayouts/slideLayout179.xml"/><Relationship Id="rId5" Type="http://schemas.openxmlformats.org/officeDocument/2006/relationships/image" Target="../media/image110.png"/><Relationship Id="rId4" Type="http://schemas.openxmlformats.org/officeDocument/2006/relationships/image" Target="../media/image24.png"/></Relationships>
</file>

<file path=ppt/slides/_rels/slide229.xml.rels><?xml version="1.0" encoding="UTF-8" standalone="yes"?>
<Relationships xmlns="http://schemas.openxmlformats.org/package/2006/relationships"><Relationship Id="rId3" Type="http://schemas.microsoft.com/office/2018/10/relationships/comments" Target="../comments/modernComment_245_0.xml"/><Relationship Id="rId2" Type="http://schemas.openxmlformats.org/officeDocument/2006/relationships/notesSlide" Target="../notesSlides/notesSlide222.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2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4.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5.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2.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4.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6.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8.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0.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1.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17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2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2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79.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179.xml"/></Relationships>
</file>

<file path=ppt/slides/_rels/slide2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9.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0.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2.xml"/><Relationship Id="rId1" Type="http://schemas.openxmlformats.org/officeDocument/2006/relationships/slideLayout" Target="../slideLayouts/slideLayout179.xml"/><Relationship Id="rId5" Type="http://schemas.openxmlformats.org/officeDocument/2006/relationships/image" Target="../media/image112.png"/><Relationship Id="rId4" Type="http://schemas.openxmlformats.org/officeDocument/2006/relationships/image" Target="../media/image24.png"/></Relationships>
</file>

<file path=ppt/slides/_rels/slide2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4.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6.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8.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9.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179.xml"/></Relationships>
</file>

<file path=ppt/slides/_rels/slide2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7.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179.xml"/></Relationships>
</file>

<file path=ppt/slides/_rels/slide2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3.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9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179.xml"/></Relationships>
</file>

<file path=ppt/slides/_rels/slide29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179.xml"/></Relationships>
</file>

<file path=ppt/slides/_rels/slide30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3.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5.xml"/><Relationship Id="rId1" Type="http://schemas.openxmlformats.org/officeDocument/2006/relationships/slideLayout" Target="../slideLayouts/slideLayout179.xml"/><Relationship Id="rId5" Type="http://schemas.openxmlformats.org/officeDocument/2006/relationships/image" Target="../media/image114.png"/><Relationship Id="rId4" Type="http://schemas.openxmlformats.org/officeDocument/2006/relationships/image" Target="../media/image24.png"/></Relationships>
</file>

<file path=ppt/slides/_rels/slide30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7.xml"/><Relationship Id="rId1" Type="http://schemas.openxmlformats.org/officeDocument/2006/relationships/slideLayout" Target="../slideLayouts/slideLayout179.xml"/><Relationship Id="rId5" Type="http://schemas.openxmlformats.org/officeDocument/2006/relationships/image" Target="../media/image115.png"/><Relationship Id="rId4" Type="http://schemas.openxmlformats.org/officeDocument/2006/relationships/image" Target="../media/image24.png"/></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179.xml"/></Relationships>
</file>

<file path=ppt/slides/_rels/slide3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1.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5.xml"/><Relationship Id="rId1" Type="http://schemas.openxmlformats.org/officeDocument/2006/relationships/slideLayout" Target="../slideLayouts/slideLayout179.xml"/><Relationship Id="rId5" Type="http://schemas.openxmlformats.org/officeDocument/2006/relationships/image" Target="../media/image116.png"/><Relationship Id="rId4" Type="http://schemas.openxmlformats.org/officeDocument/2006/relationships/image" Target="../media/image24.png"/></Relationships>
</file>

<file path=ppt/slides/_rels/slide3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7.xml"/><Relationship Id="rId1" Type="http://schemas.openxmlformats.org/officeDocument/2006/relationships/slideLayout" Target="../slideLayouts/slideLayout179.xml"/><Relationship Id="rId5" Type="http://schemas.openxmlformats.org/officeDocument/2006/relationships/image" Target="../media/image117.png"/><Relationship Id="rId4" Type="http://schemas.openxmlformats.org/officeDocument/2006/relationships/image" Target="../media/image24.png"/></Relationships>
</file>

<file path=ppt/slides/_rels/slide3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9.xml"/><Relationship Id="rId1" Type="http://schemas.openxmlformats.org/officeDocument/2006/relationships/slideLayout" Target="../slideLayouts/slideLayout179.xml"/><Relationship Id="rId5" Type="http://schemas.openxmlformats.org/officeDocument/2006/relationships/image" Target="../media/image118.png"/><Relationship Id="rId4" Type="http://schemas.openxmlformats.org/officeDocument/2006/relationships/image" Target="../media/image24.png"/></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311.xml"/><Relationship Id="rId1" Type="http://schemas.openxmlformats.org/officeDocument/2006/relationships/slideLayout" Target="../slideLayouts/slideLayout179.xml"/></Relationships>
</file>

<file path=ppt/slides/_rels/slide3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3.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7.xml"/><Relationship Id="rId1" Type="http://schemas.openxmlformats.org/officeDocument/2006/relationships/slideLayout" Target="../slideLayouts/slideLayout179.xml"/><Relationship Id="rId5" Type="http://schemas.openxmlformats.org/officeDocument/2006/relationships/image" Target="../media/image119.png"/><Relationship Id="rId4" Type="http://schemas.openxmlformats.org/officeDocument/2006/relationships/image" Target="../media/image24.png"/></Relationships>
</file>

<file path=ppt/slides/_rels/slide3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9.xml"/><Relationship Id="rId1" Type="http://schemas.openxmlformats.org/officeDocument/2006/relationships/slideLayout" Target="../slideLayouts/slideLayout179.xml"/><Relationship Id="rId5" Type="http://schemas.openxmlformats.org/officeDocument/2006/relationships/image" Target="../media/image120.png"/><Relationship Id="rId4" Type="http://schemas.openxmlformats.org/officeDocument/2006/relationships/image" Target="../media/image24.png"/></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321.xml"/><Relationship Id="rId1" Type="http://schemas.openxmlformats.org/officeDocument/2006/relationships/slideLayout" Target="../slideLayouts/slideLayout179.xml"/></Relationships>
</file>

<file path=ppt/slides/_rels/slide3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5.xml"/><Relationship Id="rId1" Type="http://schemas.openxmlformats.org/officeDocument/2006/relationships/slideLayout" Target="../slideLayouts/slideLayout179.xml"/><Relationship Id="rId5" Type="http://schemas.openxmlformats.org/officeDocument/2006/relationships/image" Target="../media/image121.png"/><Relationship Id="rId4" Type="http://schemas.openxmlformats.org/officeDocument/2006/relationships/image" Target="../media/image24.png"/></Relationships>
</file>

<file path=ppt/slides/_rels/slide3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7.xml"/><Relationship Id="rId1" Type="http://schemas.openxmlformats.org/officeDocument/2006/relationships/slideLayout" Target="../slideLayouts/slideLayout179.xml"/><Relationship Id="rId5" Type="http://schemas.openxmlformats.org/officeDocument/2006/relationships/image" Target="../media/image122.png"/><Relationship Id="rId4" Type="http://schemas.openxmlformats.org/officeDocument/2006/relationships/image" Target="../media/image24.png"/></Relationships>
</file>

<file path=ppt/slides/_rels/slide339.xml.rels><?xml version="1.0" encoding="UTF-8" standalone="yes"?>
<Relationships xmlns="http://schemas.openxmlformats.org/package/2006/relationships"><Relationship Id="rId2" Type="http://schemas.openxmlformats.org/officeDocument/2006/relationships/notesSlide" Target="../notesSlides/notesSlide329.xml"/><Relationship Id="rId1" Type="http://schemas.openxmlformats.org/officeDocument/2006/relationships/slideLayout" Target="../slideLayouts/slideLayout179.xml"/></Relationships>
</file>

<file path=ppt/slides/_rels/slide3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1.xml"/><Relationship Id="rId1" Type="http://schemas.openxmlformats.org/officeDocument/2006/relationships/slideLayout" Target="../slideLayouts/slideLayout179.xml"/><Relationship Id="rId5" Type="http://schemas.openxmlformats.org/officeDocument/2006/relationships/image" Target="../media/image123.png"/><Relationship Id="rId4" Type="http://schemas.openxmlformats.org/officeDocument/2006/relationships/image" Target="../media/image24.png"/></Relationships>
</file>

<file path=ppt/slides/_rels/slide3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3.xml"/><Relationship Id="rId1" Type="http://schemas.openxmlformats.org/officeDocument/2006/relationships/slideLayout" Target="../slideLayouts/slideLayout179.xml"/><Relationship Id="rId5" Type="http://schemas.openxmlformats.org/officeDocument/2006/relationships/image" Target="../media/image124.png"/><Relationship Id="rId4" Type="http://schemas.openxmlformats.org/officeDocument/2006/relationships/image" Target="../media/image24.png"/></Relationships>
</file>

<file path=ppt/slides/_rels/slide3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5.xml"/><Relationship Id="rId1" Type="http://schemas.openxmlformats.org/officeDocument/2006/relationships/slideLayout" Target="../slideLayouts/slideLayout179.xml"/><Relationship Id="rId5" Type="http://schemas.openxmlformats.org/officeDocument/2006/relationships/image" Target="../media/image125.png"/><Relationship Id="rId4" Type="http://schemas.openxmlformats.org/officeDocument/2006/relationships/image" Target="../media/image24.png"/></Relationships>
</file>

<file path=ppt/slides/_rels/slide3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7.xml"/><Relationship Id="rId1" Type="http://schemas.openxmlformats.org/officeDocument/2006/relationships/slideLayout" Target="../slideLayouts/slideLayout179.xml"/><Relationship Id="rId5" Type="http://schemas.openxmlformats.org/officeDocument/2006/relationships/image" Target="../media/image126.png"/><Relationship Id="rId4" Type="http://schemas.openxmlformats.org/officeDocument/2006/relationships/image" Target="../media/image24.png"/></Relationships>
</file>

<file path=ppt/slides/_rels/slide349.xml.rels><?xml version="1.0" encoding="UTF-8" standalone="yes"?>
<Relationships xmlns="http://schemas.openxmlformats.org/package/2006/relationships"><Relationship Id="rId2" Type="http://schemas.openxmlformats.org/officeDocument/2006/relationships/notesSlide" Target="../notesSlides/notesSlide339.xml"/><Relationship Id="rId1" Type="http://schemas.openxmlformats.org/officeDocument/2006/relationships/slideLayout" Target="../slideLayouts/slideLayout179.xml"/></Relationships>
</file>

<file path=ppt/slides/_rels/slide3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1.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3.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5.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6.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58.xml.rels><?xml version="1.0" encoding="UTF-8" standalone="yes"?>
<Relationships xmlns="http://schemas.openxmlformats.org/package/2006/relationships"><Relationship Id="rId2" Type="http://schemas.openxmlformats.org/officeDocument/2006/relationships/notesSlide" Target="../notesSlides/notesSlide348.xml"/><Relationship Id="rId1" Type="http://schemas.openxmlformats.org/officeDocument/2006/relationships/slideLayout" Target="../slideLayouts/slideLayout179.xml"/></Relationships>
</file>

<file path=ppt/slides/_rels/slide3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0.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62.xml.rels><?xml version="1.0" encoding="UTF-8" standalone="yes"?>
<Relationships xmlns="http://schemas.openxmlformats.org/package/2006/relationships"><Relationship Id="rId3" Type="http://schemas.microsoft.com/office/2018/10/relationships/comments" Target="../comments/modernComment_289_0.xml"/><Relationship Id="rId2" Type="http://schemas.openxmlformats.org/officeDocument/2006/relationships/notesSlide" Target="../notesSlides/notesSlide352.xml"/><Relationship Id="rId1" Type="http://schemas.openxmlformats.org/officeDocument/2006/relationships/slideLayout" Target="../slideLayouts/slideLayout179.xml"/><Relationship Id="rId5" Type="http://schemas.openxmlformats.org/officeDocument/2006/relationships/image" Target="../media/image24.png"/><Relationship Id="rId4" Type="http://schemas.openxmlformats.org/officeDocument/2006/relationships/image" Target="../media/image23.png"/></Relationships>
</file>

<file path=ppt/slides/_rels/slide3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4.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66.xml.rels><?xml version="1.0" encoding="UTF-8" standalone="yes"?>
<Relationships xmlns="http://schemas.openxmlformats.org/package/2006/relationships"><Relationship Id="rId3" Type="http://schemas.microsoft.com/office/2018/10/relationships/comments" Target="../comments/modernComment_28B_0.xml"/><Relationship Id="rId7" Type="http://schemas.openxmlformats.org/officeDocument/2006/relationships/image" Target="../media/image32.png"/><Relationship Id="rId2" Type="http://schemas.openxmlformats.org/officeDocument/2006/relationships/notesSlide" Target="../notesSlides/notesSlide356.xml"/><Relationship Id="rId1" Type="http://schemas.openxmlformats.org/officeDocument/2006/relationships/slideLayout" Target="../slideLayouts/slideLayout17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7.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69.xml.rels><?xml version="1.0" encoding="UTF-8" standalone="yes"?>
<Relationships xmlns="http://schemas.openxmlformats.org/package/2006/relationships"><Relationship Id="rId2" Type="http://schemas.openxmlformats.org/officeDocument/2006/relationships/notesSlide" Target="../notesSlides/notesSlide359.xml"/><Relationship Id="rId1" Type="http://schemas.openxmlformats.org/officeDocument/2006/relationships/slideLayout" Target="../slideLayouts/slideLayout179.xml"/></Relationships>
</file>

<file path=ppt/slides/_rels/slide3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1.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73.xml.rels><?xml version="1.0" encoding="UTF-8" standalone="yes"?>
<Relationships xmlns="http://schemas.openxmlformats.org/package/2006/relationships"><Relationship Id="rId2" Type="http://schemas.openxmlformats.org/officeDocument/2006/relationships/notesSlide" Target="../notesSlides/notesSlide363.xml"/><Relationship Id="rId1" Type="http://schemas.openxmlformats.org/officeDocument/2006/relationships/slideLayout" Target="../slideLayouts/slideLayout179.xml"/></Relationships>
</file>

<file path=ppt/slides/_rels/slide3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7.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7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9.xml"/><Relationship Id="rId1" Type="http://schemas.openxmlformats.org/officeDocument/2006/relationships/slideLayout" Target="../slideLayouts/slideLayout179.xml"/><Relationship Id="rId5" Type="http://schemas.openxmlformats.org/officeDocument/2006/relationships/image" Target="../media/image127.png"/><Relationship Id="rId4" Type="http://schemas.openxmlformats.org/officeDocument/2006/relationships/image" Target="../media/image24.png"/></Relationships>
</file>

<file path=ppt/slides/_rels/slide381.xml.rels><?xml version="1.0" encoding="UTF-8" standalone="yes"?>
<Relationships xmlns="http://schemas.openxmlformats.org/package/2006/relationships"><Relationship Id="rId2" Type="http://schemas.openxmlformats.org/officeDocument/2006/relationships/notesSlide" Target="../notesSlides/notesSlide371.xml"/><Relationship Id="rId1" Type="http://schemas.openxmlformats.org/officeDocument/2006/relationships/slideLayout" Target="../slideLayouts/slideLayout179.xml"/></Relationships>
</file>

<file path=ppt/slides/_rels/slide3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3.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8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87.xml.rels><?xml version="1.0" encoding="UTF-8" standalone="yes"?>
<Relationships xmlns="http://schemas.openxmlformats.org/package/2006/relationships"><Relationship Id="rId2" Type="http://schemas.openxmlformats.org/officeDocument/2006/relationships/notesSlide" Target="../notesSlides/notesSlide377.xml"/><Relationship Id="rId1" Type="http://schemas.openxmlformats.org/officeDocument/2006/relationships/slideLayout" Target="../slideLayouts/slideLayout179.xml"/></Relationships>
</file>

<file path=ppt/slides/_rels/slide3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9.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91.xml.rels><?xml version="1.0" encoding="UTF-8" standalone="yes"?>
<Relationships xmlns="http://schemas.openxmlformats.org/package/2006/relationships"><Relationship Id="rId2" Type="http://schemas.openxmlformats.org/officeDocument/2006/relationships/notesSlide" Target="../notesSlides/notesSlide381.xml"/><Relationship Id="rId1" Type="http://schemas.openxmlformats.org/officeDocument/2006/relationships/slideLayout" Target="../slideLayouts/slideLayout179.xml"/></Relationships>
</file>

<file path=ppt/slides/_rels/slide39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3.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39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397.xml.rels><?xml version="1.0" encoding="UTF-8" standalone="yes"?>
<Relationships xmlns="http://schemas.openxmlformats.org/package/2006/relationships"><Relationship Id="rId2" Type="http://schemas.openxmlformats.org/officeDocument/2006/relationships/notesSlide" Target="../notesSlides/notesSlide387.xml"/><Relationship Id="rId1" Type="http://schemas.openxmlformats.org/officeDocument/2006/relationships/slideLayout" Target="../slideLayouts/slideLayout179.xml"/></Relationships>
</file>

<file path=ppt/slides/_rels/slide39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9.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401.xml.rels><?xml version="1.0" encoding="UTF-8" standalone="yes"?>
<Relationships xmlns="http://schemas.openxmlformats.org/package/2006/relationships"><Relationship Id="rId2" Type="http://schemas.openxmlformats.org/officeDocument/2006/relationships/notesSlide" Target="../notesSlides/notesSlide391.xml"/><Relationship Id="rId1" Type="http://schemas.openxmlformats.org/officeDocument/2006/relationships/slideLayout" Target="../slideLayouts/slideLayout179.xml"/></Relationships>
</file>

<file path=ppt/slides/_rels/slide40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3.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40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5.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07.xml.rels><?xml version="1.0" encoding="UTF-8" standalone="yes"?>
<Relationships xmlns="http://schemas.openxmlformats.org/package/2006/relationships"><Relationship Id="rId2" Type="http://schemas.openxmlformats.org/officeDocument/2006/relationships/notesSlide" Target="../notesSlides/notesSlide397.xml"/><Relationship Id="rId1" Type="http://schemas.openxmlformats.org/officeDocument/2006/relationships/slideLayout" Target="../slideLayouts/slideLayout179.xml"/></Relationships>
</file>

<file path=ppt/slides/_rels/slide40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9.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411.xml.rels><?xml version="1.0" encoding="UTF-8" standalone="yes"?>
<Relationships xmlns="http://schemas.openxmlformats.org/package/2006/relationships"><Relationship Id="rId2" Type="http://schemas.openxmlformats.org/officeDocument/2006/relationships/notesSlide" Target="../notesSlides/notesSlide401.xml"/><Relationship Id="rId1" Type="http://schemas.openxmlformats.org/officeDocument/2006/relationships/slideLayout" Target="../slideLayouts/slideLayout179.xml"/></Relationships>
</file>

<file path=ppt/slides/_rels/slide4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3.xml"/><Relationship Id="rId1" Type="http://schemas.openxmlformats.org/officeDocument/2006/relationships/slideLayout" Target="../slideLayouts/slideLayout179.xml"/><Relationship Id="rId5" Type="http://schemas.openxmlformats.org/officeDocument/2006/relationships/image" Target="../media/image113.png"/><Relationship Id="rId4" Type="http://schemas.openxmlformats.org/officeDocument/2006/relationships/image" Target="../media/image24.png"/></Relationships>
</file>

<file path=ppt/slides/_rels/slide415.xml.rels><?xml version="1.0" encoding="UTF-8" standalone="yes"?>
<Relationships xmlns="http://schemas.openxmlformats.org/package/2006/relationships"><Relationship Id="rId2" Type="http://schemas.openxmlformats.org/officeDocument/2006/relationships/notesSlide" Target="../notesSlides/notesSlide405.xml"/><Relationship Id="rId1" Type="http://schemas.openxmlformats.org/officeDocument/2006/relationships/slideLayout" Target="../slideLayouts/slideLayout179.xml"/></Relationships>
</file>

<file path=ppt/slides/_rels/slide4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7.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0.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3.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24.xml.rels><?xml version="1.0" encoding="UTF-8" standalone="yes"?>
<Relationships xmlns="http://schemas.openxmlformats.org/package/2006/relationships"><Relationship Id="rId2" Type="http://schemas.openxmlformats.org/officeDocument/2006/relationships/notesSlide" Target="../notesSlides/notesSlide414.xml"/><Relationship Id="rId1" Type="http://schemas.openxmlformats.org/officeDocument/2006/relationships/slideLayout" Target="../slideLayouts/slideLayout179.xml"/></Relationships>
</file>

<file path=ppt/slides/_rels/slide425.xml.rels><?xml version="1.0" encoding="UTF-8" standalone="yes"?>
<Relationships xmlns="http://schemas.openxmlformats.org/package/2006/relationships"><Relationship Id="rId2" Type="http://schemas.openxmlformats.org/officeDocument/2006/relationships/notesSlide" Target="../notesSlides/notesSlide415.xml"/><Relationship Id="rId1" Type="http://schemas.openxmlformats.org/officeDocument/2006/relationships/slideLayout" Target="../slideLayouts/slideLayout179.xml"/></Relationships>
</file>

<file path=ppt/slides/_rels/slide4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4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_rels/slide429.xml.rels><?xml version="1.0" encoding="UTF-8" standalone="yes"?>
<Relationships xmlns="http://schemas.openxmlformats.org/package/2006/relationships"><Relationship Id="rId2" Type="http://schemas.openxmlformats.org/officeDocument/2006/relationships/notesSlide" Target="../notesSlides/notesSlide417.xml"/><Relationship Id="rId1" Type="http://schemas.openxmlformats.org/officeDocument/2006/relationships/slideLayout" Target="../slideLayouts/slideLayout179.xml"/></Relationships>
</file>

<file path=ppt/slides/_rels/slide4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9.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2.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4.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6.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8.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0.xml"/><Relationship Id="rId1" Type="http://schemas.openxmlformats.org/officeDocument/2006/relationships/slideLayout" Target="../slideLayouts/slideLayout179.xml"/><Relationship Id="rId5" Type="http://schemas.openxmlformats.org/officeDocument/2006/relationships/image" Target="../media/image128.jpeg"/><Relationship Id="rId4" Type="http://schemas.openxmlformats.org/officeDocument/2006/relationships/image" Target="../media/image24.png"/></Relationships>
</file>

<file path=ppt/slides/_rels/slide4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2.xml"/><Relationship Id="rId1" Type="http://schemas.openxmlformats.org/officeDocument/2006/relationships/slideLayout" Target="../slideLayouts/slideLayout179.xml"/><Relationship Id="rId5" Type="http://schemas.openxmlformats.org/officeDocument/2006/relationships/image" Target="../media/image128.jpeg"/><Relationship Id="rId4" Type="http://schemas.openxmlformats.org/officeDocument/2006/relationships/image" Target="../media/image24.png"/></Relationships>
</file>

<file path=ppt/slides/_rels/slide4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4.xml"/><Relationship Id="rId1" Type="http://schemas.openxmlformats.org/officeDocument/2006/relationships/slideLayout" Target="../slideLayouts/slideLayout179.xml"/><Relationship Id="rId5" Type="http://schemas.openxmlformats.org/officeDocument/2006/relationships/image" Target="../media/image128.jpeg"/><Relationship Id="rId4" Type="http://schemas.openxmlformats.org/officeDocument/2006/relationships/image" Target="../media/image24.png"/></Relationships>
</file>

<file path=ppt/slides/_rels/slide4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6.xml"/><Relationship Id="rId1" Type="http://schemas.openxmlformats.org/officeDocument/2006/relationships/slideLayout" Target="../slideLayouts/slideLayout17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8.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9.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1.xml"/><Relationship Id="rId1" Type="http://schemas.openxmlformats.org/officeDocument/2006/relationships/slideLayout" Target="../slideLayouts/slideLayout179.xml"/><Relationship Id="rId4" Type="http://schemas.openxmlformats.org/officeDocument/2006/relationships/image" Target="../media/image24.png"/></Relationships>
</file>

<file path=ppt/slides/_rels/slide4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3.xml"/><Relationship Id="rId1" Type="http://schemas.openxmlformats.org/officeDocument/2006/relationships/slideLayout" Target="../slideLayouts/slideLayout17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56.xml.rels><?xml version="1.0" encoding="UTF-8" standalone="yes"?>
<Relationships xmlns="http://schemas.openxmlformats.org/package/2006/relationships"><Relationship Id="rId2" Type="http://schemas.openxmlformats.org/officeDocument/2006/relationships/notesSlide" Target="../notesSlides/notesSlide444.xml"/><Relationship Id="rId1" Type="http://schemas.openxmlformats.org/officeDocument/2006/relationships/slideLayout" Target="../slideLayouts/slideLayout179.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45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79.xml"/><Relationship Id="rId4" Type="http://schemas.openxmlformats.org/officeDocument/2006/relationships/image" Target="../media/image68.png"/></Relationships>
</file>

<file path=ppt/slides/_rels/slide4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40"/>
          <p:cNvSpPr txBox="1">
            <a:spLocks noGrp="1"/>
          </p:cNvSpPr>
          <p:nvPr>
            <p:ph type="ctrTitle"/>
          </p:nvPr>
        </p:nvSpPr>
        <p:spPr>
          <a:xfrm>
            <a:off x="639455" y="1708300"/>
            <a:ext cx="10758300" cy="4752900"/>
          </a:xfrm>
          <a:prstGeom prst="rect">
            <a:avLst/>
          </a:prstGeom>
        </p:spPr>
        <p:txBody>
          <a:bodyPr spcFirstLastPara="1" wrap="square" lIns="0" tIns="0" rIns="303475" bIns="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sz="8000"/>
          </a:p>
          <a:p>
            <a:pPr marL="0" lvl="0" indent="0" algn="l" rtl="0">
              <a:spcBef>
                <a:spcPts val="0"/>
              </a:spcBef>
              <a:spcAft>
                <a:spcPts val="0"/>
              </a:spcAft>
              <a:buNone/>
            </a:pPr>
            <a:r>
              <a:rPr lang="en-US" sz="8000"/>
              <a:t>Taking Action</a:t>
            </a:r>
            <a:endParaRPr/>
          </a:p>
        </p:txBody>
      </p:sp>
      <p:sp>
        <p:nvSpPr>
          <p:cNvPr id="768" name="Google Shape;768;p140"/>
          <p:cNvSpPr txBox="1">
            <a:spLocks noGrp="1"/>
          </p:cNvSpPr>
          <p:nvPr>
            <p:ph type="subTitle" idx="1"/>
          </p:nvPr>
        </p:nvSpPr>
        <p:spPr>
          <a:xfrm>
            <a:off x="8052383" y="1064706"/>
            <a:ext cx="2879700" cy="4887300"/>
          </a:xfrm>
          <a:prstGeom prst="rect">
            <a:avLst/>
          </a:prstGeom>
        </p:spPr>
        <p:txBody>
          <a:bodyPr spcFirstLastPara="1" wrap="square" lIns="0" tIns="0" rIns="303475" bIns="0" anchor="t" anchorCtr="0">
            <a:noAutofit/>
          </a:bodyPr>
          <a:lstStyle/>
          <a:p>
            <a:pPr marL="0" lvl="0" indent="0" algn="l" rtl="0">
              <a:spcBef>
                <a:spcPts val="0"/>
              </a:spcBef>
              <a:spcAft>
                <a:spcPts val="0"/>
              </a:spcAft>
              <a:buNone/>
            </a:pPr>
            <a:r>
              <a:rPr lang="en-US"/>
              <a:t>Removal Types, Tagging, Escalations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7810500" y="2984500"/>
            <a:ext cx="5232400" cy="5041900"/>
          </a:xfrm>
          <a:prstGeom prst="rect">
            <a:avLst/>
          </a:prstGeom>
        </p:spPr>
      </p:pic>
      <p:pic>
        <p:nvPicPr>
          <p:cNvPr id="3" name="Image 1" descr="preencoded.png"/>
          <p:cNvPicPr>
            <a:picLocks noChangeAspect="1"/>
          </p:cNvPicPr>
          <p:nvPr/>
        </p:nvPicPr>
        <p:blipFill>
          <a:blip r:embed="rId4">
            <a:alphaModFix amt="40000"/>
          </a:blip>
          <a:stretch>
            <a:fillRect/>
          </a:stretch>
        </p:blipFill>
        <p:spPr>
          <a:xfrm>
            <a:off x="-2667000" y="3937000"/>
            <a:ext cx="5715000" cy="504825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tretch>
            <a:fillRect/>
          </a:stretch>
        </p:blipFill>
        <p:spPr>
          <a:xfrm>
            <a:off x="533400" y="406400"/>
            <a:ext cx="685800" cy="685800"/>
          </a:xfrm>
          <a:prstGeom prst="ellipse">
            <a:avLst/>
          </a:prstGeom>
        </p:spPr>
      </p:pic>
      <p:sp>
        <p:nvSpPr>
          <p:cNvPr id="6" name="Text 1"/>
          <p:cNvSpPr/>
          <p:nvPr/>
        </p:nvSpPr>
        <p:spPr>
          <a:xfrm>
            <a:off x="533401" y="2019300"/>
            <a:ext cx="6553567" cy="1295400"/>
          </a:xfrm>
          <a:prstGeom prst="rect">
            <a:avLst/>
          </a:prstGeom>
          <a:noFill/>
          <a:ln/>
        </p:spPr>
        <p:txBody>
          <a:bodyPr wrap="square" lIns="16933" tIns="16933" rIns="16933" bIns="16933" rtlCol="0" anchor="t">
            <a:noAutofit/>
          </a:bodyPr>
          <a:lstStyle/>
          <a:p>
            <a:pPr defTabSz="609630">
              <a:buClrTx/>
            </a:pPr>
            <a:r>
              <a:rPr lang="en-US" sz="6600" b="1" spc="-50">
                <a:solidFill>
                  <a:srgbClr val="00EB5B"/>
                </a:solidFill>
                <a:latin typeface="Poppins"/>
                <a:ea typeface="Poppins" pitchFamily="34" charset="-122"/>
                <a:cs typeface="Poppins"/>
              </a:rPr>
              <a:t>Taking Action</a:t>
            </a:r>
            <a:endParaRPr lang="en-US" sz="6600" kern="1200">
              <a:solidFill>
                <a:prstClr val="black"/>
              </a:solidFill>
              <a:latin typeface="Poppins"/>
              <a:ea typeface="Calibri"/>
              <a:cs typeface="Poppins"/>
            </a:endParaRPr>
          </a:p>
        </p:txBody>
      </p:sp>
      <p:sp>
        <p:nvSpPr>
          <p:cNvPr id="7" name="Text 2"/>
          <p:cNvSpPr/>
          <p:nvPr/>
        </p:nvSpPr>
        <p:spPr>
          <a:xfrm>
            <a:off x="533400" y="3162300"/>
            <a:ext cx="6540500" cy="723900"/>
          </a:xfrm>
          <a:prstGeom prst="rect">
            <a:avLst/>
          </a:prstGeom>
          <a:noFill/>
          <a:ln/>
        </p:spPr>
        <p:txBody>
          <a:bodyPr wrap="square" lIns="16933" tIns="16933" rIns="16933" bIns="16933" rtlCol="0" anchor="ctr">
            <a:normAutofit/>
          </a:bodyPr>
          <a:lstStyle/>
          <a:p>
            <a:pPr defTabSz="609630">
              <a:buClrTx/>
            </a:pPr>
            <a:r>
              <a:rPr lang="en-US" sz="2400" kern="1200">
                <a:solidFill>
                  <a:srgbClr val="FFFFFF"/>
                </a:solidFill>
                <a:latin typeface="Poppins" pitchFamily="34" charset="0"/>
                <a:ea typeface="Poppins" pitchFamily="34" charset="-122"/>
                <a:cs typeface="Poppins" pitchFamily="34" charset="-120"/>
              </a:rPr>
              <a:t>Removal Types, Tagging, Escalations</a:t>
            </a:r>
            <a:endParaRPr lang="en-US" sz="2400" kern="1200">
              <a:solidFill>
                <a:prstClr val="black"/>
              </a:solidFill>
              <a:latin typeface="Calibri" panose="020F0502020204030204"/>
              <a:ea typeface="+mn-ea"/>
              <a:cs typeface="+mn-cs"/>
            </a:endParaRPr>
          </a:p>
        </p:txBody>
      </p:sp>
      <p:sp>
        <p:nvSpPr>
          <p:cNvPr id="8" name="Shape 3"/>
          <p:cNvSpPr/>
          <p:nvPr/>
        </p:nvSpPr>
        <p:spPr>
          <a:xfrm>
            <a:off x="533400" y="4064000"/>
            <a:ext cx="2679700" cy="4445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9" name="Image 3" descr="preencoded.png"/>
          <p:cNvPicPr>
            <a:picLocks noChangeAspect="1"/>
          </p:cNvPicPr>
          <p:nvPr/>
        </p:nvPicPr>
        <p:blipFill>
          <a:blip r:embed="rId6"/>
          <a:srcRect t="-88" b="-88"/>
          <a:stretch/>
        </p:blipFill>
        <p:spPr>
          <a:xfrm>
            <a:off x="6807200" y="1625600"/>
            <a:ext cx="4927600" cy="3289300"/>
          </a:xfrm>
          <a:prstGeom prst="rect">
            <a:avLst/>
          </a:prstGeom>
        </p:spPr>
      </p:pic>
      <p:sp>
        <p:nvSpPr>
          <p:cNvPr id="10" name="Shape 4"/>
          <p:cNvSpPr/>
          <p:nvPr/>
        </p:nvSpPr>
        <p:spPr>
          <a:xfrm>
            <a:off x="0" y="6400800"/>
            <a:ext cx="12192000" cy="457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609601" y="6400800"/>
            <a:ext cx="3814235" cy="482600"/>
          </a:xfrm>
          <a:prstGeom prst="rect">
            <a:avLst/>
          </a:prstGeom>
          <a:noFill/>
          <a:ln/>
        </p:spPr>
        <p:txBody>
          <a:bodyPr wrap="square" lIns="16933" tIns="16933" rIns="16933" bIns="16933" rtlCol="0" anchor="ctr">
            <a:normAutofit/>
          </a:bodyPr>
          <a:lstStyle/>
          <a:p>
            <a:pPr defTabSz="609630">
              <a:buClrTx/>
            </a:pPr>
            <a:r>
              <a:rPr lang="en-US" sz="1350" b="1" spc="-10">
                <a:solidFill>
                  <a:srgbClr val="002B11"/>
                </a:solidFill>
                <a:latin typeface="Poppins" pitchFamily="34" charset="0"/>
                <a:ea typeface="Poppins" pitchFamily="34" charset="-122"/>
                <a:cs typeface="Poppins" pitchFamily="34" charset="-120"/>
              </a:rPr>
              <a:t>Tripadvisor | Content Moderation Training</a:t>
            </a:r>
            <a:endParaRPr lang="en-US" sz="1350" kern="1200">
              <a:solidFill>
                <a:prstClr val="black"/>
              </a:solidFill>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Taking Action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Removal Types, Tagging, Escalations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This module covers how to take action on reviews across three areas: removal types, tagging, and escalations.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9" name="Google Shape;775;p141">
            <a:extLst>
              <a:ext uri="{FF2B5EF4-FFF2-40B4-BE49-F238E27FC236}">
                <a16:creationId xmlns:a16="http://schemas.microsoft.com/office/drawing/2014/main" id="{E6B9F991-B61E-11D6-0D9C-375BDA6CD501}"/>
              </a:ext>
            </a:extLst>
          </p:cNvPr>
          <p:cNvPicPr preferRelativeResize="0"/>
          <p:nvPr/>
        </p:nvPicPr>
        <p:blipFill rotWithShape="1">
          <a:blip r:embed="rId6">
            <a:alphaModFix/>
          </a:blip>
          <a:srcRect/>
          <a:stretch/>
        </p:blipFill>
        <p:spPr>
          <a:xfrm>
            <a:off x="6283454" y="1287297"/>
            <a:ext cx="2187548" cy="5150430"/>
          </a:xfrm>
          <a:prstGeom prst="rect">
            <a:avLst/>
          </a:prstGeom>
          <a:noFill/>
          <a:ln w="38100" cap="flat" cmpd="sng">
            <a:solidFill>
              <a:schemeClr val="accent6"/>
            </a:solidFill>
            <a:prstDash val="solid"/>
            <a:round/>
            <a:headEnd type="none" w="sm" len="sm"/>
            <a:tailEnd type="none" w="sm" len="sm"/>
          </a:ln>
        </p:spPr>
      </p:pic>
      <p:sp>
        <p:nvSpPr>
          <p:cNvPr id="15" name="Google Shape;776;p141">
            <a:extLst>
              <a:ext uri="{FF2B5EF4-FFF2-40B4-BE49-F238E27FC236}">
                <a16:creationId xmlns:a16="http://schemas.microsoft.com/office/drawing/2014/main" id="{6233B5B6-9C62-2DD6-8F90-170BC5B56047}"/>
              </a:ext>
            </a:extLst>
          </p:cNvPr>
          <p:cNvSpPr/>
          <p:nvPr/>
        </p:nvSpPr>
        <p:spPr>
          <a:xfrm>
            <a:off x="8861726" y="2616176"/>
            <a:ext cx="2496000" cy="547500"/>
          </a:xfrm>
          <a:prstGeom prst="lef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4768850"/>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92500" lnSpcReduction="2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01</a:t>
            </a:r>
            <a:endParaRPr lang="en-US" sz="7300" kern="1200">
              <a:solidFill>
                <a:prstClr val="black"/>
              </a:solidFill>
              <a:latin typeface="Calibri" panose="020F0502020204030204"/>
              <a:ea typeface="+mn-ea"/>
              <a:cs typeface="+mn-cs"/>
            </a:endParaRPr>
          </a:p>
        </p:txBody>
      </p:sp>
      <p:sp>
        <p:nvSpPr>
          <p:cNvPr id="4" name="Text 2"/>
          <p:cNvSpPr/>
          <p:nvPr/>
        </p:nvSpPr>
        <p:spPr>
          <a:xfrm>
            <a:off x="1784945" y="5156200"/>
            <a:ext cx="4024779" cy="609600"/>
          </a:xfrm>
          <a:prstGeom prst="rect">
            <a:avLst/>
          </a:prstGeom>
          <a:noFill/>
          <a:ln/>
        </p:spPr>
        <p:txBody>
          <a:bodyPr wrap="square" lIns="16933" tIns="16933" rIns="16933" bIns="16933" rtlCol="0" anchor="t">
            <a:normAutofit fontScale="55000" lnSpcReduction="20000"/>
          </a:bodyPr>
          <a:lstStyle/>
          <a:p>
            <a:pPr defTabSz="609630">
              <a:buClrTx/>
            </a:pPr>
            <a:r>
              <a:rPr lang="en-US" sz="4600" b="1" kern="1200">
                <a:solidFill>
                  <a:srgbClr val="00EB5B"/>
                </a:solidFill>
                <a:latin typeface="Poppins" pitchFamily="34" charset="0"/>
                <a:ea typeface="Poppins" pitchFamily="34" charset="-122"/>
                <a:cs typeface="Poppins" pitchFamily="34" charset="-120"/>
              </a:rPr>
              <a:t>Moderation Removals</a:t>
            </a:r>
            <a:endParaRPr lang="en-US" sz="4600" kern="1200">
              <a:solidFill>
                <a:prstClr val="black"/>
              </a:solidFill>
              <a:latin typeface="Calibri" panose="020F0502020204030204"/>
              <a:ea typeface="+mn-ea"/>
              <a:cs typeface="+mn-cs"/>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92500" lnSpcReduction="1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Regular Removals -- the standard set of moderation removal reasons.</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Halong Bay, Vietnam</a:t>
            </a:r>
          </a:p>
          <a:p>
            <a:pPr defTabSz="609630">
              <a:buClrTx/>
            </a:pPr>
            <a:r>
              <a:rPr lang="en-US" sz="933" b="1" kern="1200">
                <a:solidFill>
                  <a:srgbClr val="4B2E83"/>
                </a:solidFill>
                <a:latin typeface="Calibri" panose="020F0502020204030204"/>
                <a:ea typeface="+mn-ea"/>
                <a:cs typeface="+mn-cs"/>
              </a:rPr>
              <a:t>Fun fact: Halong Bay is a UNESCO World Heritage Site in Vietnam --</a:t>
            </a:r>
          </a:p>
          <a:p>
            <a:pPr defTabSz="609630">
              <a:buClrTx/>
            </a:pPr>
            <a:r>
              <a:rPr lang="en-US" sz="933" b="1" kern="1200">
                <a:solidFill>
                  <a:srgbClr val="4B2E83"/>
                </a:solidFill>
                <a:latin typeface="Calibri" panose="020F0502020204030204"/>
                <a:ea typeface="+mn-ea"/>
                <a:cs typeface="+mn-cs"/>
              </a:rPr>
              <a:t>famous for thousands of limestone karst islands.</a:t>
            </a:r>
          </a:p>
          <a:p>
            <a:pPr defTabSz="609630">
              <a:buClrTx/>
            </a:pPr>
            <a:r>
              <a:rPr lang="en-US" sz="933" b="1" kern="1200">
                <a:solidFill>
                  <a:srgbClr val="4B2E83"/>
                </a:solidFill>
                <a:latin typeface="Calibri" panose="020F0502020204030204"/>
                <a:ea typeface="+mn-ea"/>
                <a:cs typeface="+mn-cs"/>
              </a:rPr>
              <a:t>Canva search: "Halong Bay limestone karsts"</a:t>
            </a:r>
          </a:p>
          <a:p>
            <a:pPr defTabSz="609630">
              <a:buClrTx/>
            </a:pPr>
            <a:r>
              <a:rPr lang="en-US" sz="933" b="1" kern="1200">
                <a:solidFill>
                  <a:srgbClr val="4B2E83"/>
                </a:solidFill>
                <a:latin typeface="Calibri" panose="020F0502020204030204"/>
                <a:ea typeface="+mn-ea"/>
                <a:cs typeface="+mn-cs"/>
              </a:rPr>
              <a:t>AI prompt: "Halong Bay Vietnam, turquoise water, limestone karst islands, golden hour, travel photo"</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Affiliation Stated in Review (1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Affiliation to property is mentioned in text.</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used to work here…”</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volunteered for a summer here in 2010…”</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“We own a timeshare here and the fees are outrageous…”</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4</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Affiliation Stated in Review (2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Affiliation to property is mentioned in text (continued).</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“We were here on a timeshare exchange and prefer the location in Hollywood better.…”</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interviewed at here and they were the…”</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5</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AI Generated</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925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Remove content if there are obvious AI prompts or clear AI indicators visible within the text.</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“Here's a polished version of your review:…”</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“From chatGPT:…”</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“Sure, here's a review based on your description:…”</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20100001">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736600" y="1506764"/>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Allegation of Fraud</a:t>
            </a:r>
            <a:endParaRPr lang="en-US" sz="3750" kern="1200">
              <a:solidFill>
                <a:prstClr val="black"/>
              </a:solidFill>
              <a:latin typeface="Calibri" panose="020F0502020204030204"/>
              <a:ea typeface="+mn-ea"/>
              <a:cs typeface="+mn-cs"/>
            </a:endParaRPr>
          </a:p>
        </p:txBody>
      </p:sp>
      <p:sp>
        <p:nvSpPr>
          <p:cNvPr id="6" name="Text 2"/>
          <p:cNvSpPr/>
          <p:nvPr/>
        </p:nvSpPr>
        <p:spPr>
          <a:xfrm>
            <a:off x="774701" y="2228378"/>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Statements that reviews are fake.</a:t>
            </a:r>
            <a:endParaRPr lang="en-US" sz="2150" kern="1200">
              <a:solidFill>
                <a:prstClr val="black"/>
              </a:solidFill>
              <a:latin typeface="Calibri" panose="020F0502020204030204"/>
              <a:ea typeface="+mn-ea"/>
              <a:cs typeface="+mn-cs"/>
            </a:endParaRPr>
          </a:p>
        </p:txBody>
      </p:sp>
      <p:sp>
        <p:nvSpPr>
          <p:cNvPr id="7" name="Text 3"/>
          <p:cNvSpPr/>
          <p:nvPr/>
        </p:nvSpPr>
        <p:spPr>
          <a:xfrm>
            <a:off x="781957" y="2785835"/>
            <a:ext cx="7851230" cy="708479"/>
          </a:xfrm>
          <a:prstGeom prst="rect">
            <a:avLst/>
          </a:prstGeom>
          <a:noFill/>
          <a:ln/>
        </p:spPr>
        <p:txBody>
          <a:bodyPr wrap="square" lIns="16933" tIns="16933" rIns="16933" bIns="16933" rtlCol="0" anchor="ctr">
            <a:normAutofit fontScale="925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the user mentions a pattern in reviews, it's important to research the lead and add a comment of your findings.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orig6 18600"/>
          <p:cNvPicPr>
            <a:picLocks noChangeAspect="1"/>
          </p:cNvPicPr>
          <p:nvPr/>
        </p:nvPicPr>
        <p:blipFill>
          <a:blip r:embed="rId5"/>
          <a:stretch>
            <a:fillRect/>
          </a:stretch>
        </p:blipFill>
        <p:spPr>
          <a:xfrm>
            <a:off x="2390503" y="3519714"/>
            <a:ext cx="7679508" cy="2917371"/>
          </a:xfrm>
          <a:prstGeom prst="rect">
            <a:avLst/>
          </a:prstGeom>
          <a:ln w="12700">
            <a:solidFill>
              <a:srgbClr val="002B1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Commercial</a:t>
            </a:r>
            <a:endParaRPr lang="en-US" sz="3750" kern="1200">
              <a:solidFill>
                <a:prstClr val="black"/>
              </a:solidFill>
              <a:latin typeface="Calibri" panose="020F0502020204030204"/>
              <a:ea typeface="+mn-ea"/>
              <a:cs typeface="+mn-cs"/>
            </a:endParaRPr>
          </a:p>
        </p:txBody>
      </p:sp>
      <p:sp>
        <p:nvSpPr>
          <p:cNvPr id="6" name="Text 2"/>
          <p:cNvSpPr/>
          <p:nvPr/>
        </p:nvSpPr>
        <p:spPr>
          <a:xfrm>
            <a:off x="723901" y="3099235"/>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Contains promotional information or links that are not allowed.</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orig7 18601"/>
          <p:cNvPicPr>
            <a:picLocks noChangeAspect="1"/>
          </p:cNvPicPr>
          <p:nvPr/>
        </p:nvPicPr>
        <p:blipFill>
          <a:blip r:embed="rId5"/>
          <a:stretch>
            <a:fillRect/>
          </a:stretch>
        </p:blipFill>
        <p:spPr>
          <a:xfrm>
            <a:off x="6824617" y="1705429"/>
            <a:ext cx="5059680" cy="3352800"/>
          </a:xfrm>
          <a:prstGeom prst="rect">
            <a:avLst/>
          </a:prstGeom>
          <a:ln w="12700">
            <a:solidFill>
              <a:srgbClr val="002B1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DC Policy</a:t>
            </a:r>
            <a:endParaRPr lang="en-US" sz="3750" kern="1200">
              <a:solidFill>
                <a:prstClr val="black"/>
              </a:solidFill>
              <a:latin typeface="Calibri" panose="020F0502020204030204"/>
              <a:ea typeface="+mn-ea"/>
              <a:cs typeface="+mn-cs"/>
            </a:endParaRPr>
          </a:p>
        </p:txBody>
      </p:sp>
      <p:sp>
        <p:nvSpPr>
          <p:cNvPr id="6" name="Text 2"/>
          <p:cNvSpPr/>
          <p:nvPr/>
        </p:nvSpPr>
        <p:spPr>
          <a:xfrm>
            <a:off x="687615" y="2801693"/>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A valid experience posted by property owner to competitor listing that is on the same popularity index.</a:t>
            </a:r>
            <a:endParaRPr lang="en-US" sz="215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
        <p:nvSpPr>
          <p:cNvPr id="20" name="Shape 3">
            <a:extLst>
              <a:ext uri="{FF2B5EF4-FFF2-40B4-BE49-F238E27FC236}">
                <a16:creationId xmlns:a16="http://schemas.microsoft.com/office/drawing/2014/main" id="{D57432A3-2F6F-53CA-C731-EB48968235C0}"/>
              </a:ext>
            </a:extLst>
          </p:cNvPr>
          <p:cNvSpPr/>
          <p:nvPr/>
        </p:nvSpPr>
        <p:spPr>
          <a:xfrm>
            <a:off x="653142" y="3649435"/>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4">
            <a:extLst>
              <a:ext uri="{FF2B5EF4-FFF2-40B4-BE49-F238E27FC236}">
                <a16:creationId xmlns:a16="http://schemas.microsoft.com/office/drawing/2014/main" id="{AC725814-F0F3-7B7C-BDD7-98169E2F3576}"/>
              </a:ext>
            </a:extLst>
          </p:cNvPr>
          <p:cNvSpPr/>
          <p:nvPr/>
        </p:nvSpPr>
        <p:spPr>
          <a:xfrm>
            <a:off x="653142" y="3649435"/>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5">
            <a:extLst>
              <a:ext uri="{FF2B5EF4-FFF2-40B4-BE49-F238E27FC236}">
                <a16:creationId xmlns:a16="http://schemas.microsoft.com/office/drawing/2014/main" id="{FF01B301-FE92-404F-EBE3-EE36EA86D364}"/>
              </a:ext>
            </a:extLst>
          </p:cNvPr>
          <p:cNvSpPr/>
          <p:nvPr/>
        </p:nvSpPr>
        <p:spPr>
          <a:xfrm>
            <a:off x="919843" y="3751035"/>
            <a:ext cx="10661015" cy="698500"/>
          </a:xfrm>
          <a:prstGeom prst="rect">
            <a:avLst/>
          </a:prstGeom>
          <a:noFill/>
          <a:ln/>
        </p:spPr>
        <p:txBody>
          <a:bodyPr wrap="square" lIns="16933" tIns="16933" rIns="16933" bIns="16933" rtlCol="0" anchor="ctr">
            <a:normAutofit/>
          </a:bodyPr>
          <a:lstStyle/>
          <a:p>
            <a:pPr defTabSz="609630">
              <a:buClrTx/>
            </a:pPr>
            <a:r>
              <a:rPr lang="en-US" i="1" kern="1200">
                <a:solidFill>
                  <a:srgbClr val="1F2937"/>
                </a:solidFill>
                <a:latin typeface="Poppins"/>
                <a:cs typeface="Poppins"/>
              </a:rPr>
              <a:t>Example: A restaurant owner in Las Vegas cannot write a </a:t>
            </a:r>
            <a:r>
              <a:rPr lang="en-US" i="1" kern="1200" dirty="0">
                <a:solidFill>
                  <a:srgbClr val="1F2937"/>
                </a:solidFill>
                <a:latin typeface="Poppins"/>
                <a:cs typeface="Poppins"/>
              </a:rPr>
              <a:t>review about a valid experience at any other restaurant in Las Vegas.</a:t>
            </a:r>
            <a:endParaRPr lang="en-US"/>
          </a:p>
          <a:p>
            <a:pPr defTabSz="609630">
              <a:buClrTx/>
            </a:pPr>
            <a:endParaRPr lang="en-US" i="1" kern="1200" dirty="0">
              <a:solidFill>
                <a:srgbClr val="1F2937"/>
              </a:solidFill>
              <a:latin typeface="Poppins"/>
              <a:cs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Discriminatory Language</a:t>
            </a:r>
            <a:endParaRPr lang="en-US" sz="3750" kern="1200">
              <a:solidFill>
                <a:prstClr val="black"/>
              </a:solidFill>
              <a:latin typeface="Calibri" panose="020F0502020204030204"/>
              <a:ea typeface="+mn-ea"/>
              <a:cs typeface="+mn-cs"/>
            </a:endParaRPr>
          </a:p>
        </p:txBody>
      </p:sp>
      <p:sp>
        <p:nvSpPr>
          <p:cNvPr id="6" name="Text 2"/>
          <p:cNvSpPr/>
          <p:nvPr/>
        </p:nvSpPr>
        <p:spPr>
          <a:xfrm>
            <a:off x="731158" y="3375878"/>
            <a:ext cx="5271643" cy="55880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cs typeface="Poppins" pitchFamily="34" charset="-120"/>
              </a:rPr>
              <a:t>Racist and prejudice comments.</a:t>
            </a: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Broad generalizations of a race, nationality, or orientation.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9" name="Google Shape;872;p148">
            <a:extLst>
              <a:ext uri="{FF2B5EF4-FFF2-40B4-BE49-F238E27FC236}">
                <a16:creationId xmlns:a16="http://schemas.microsoft.com/office/drawing/2014/main" id="{0F083EB0-D8E9-21FA-3A7A-77CB35E3D497}"/>
              </a:ext>
            </a:extLst>
          </p:cNvPr>
          <p:cNvPicPr preferRelativeResize="0"/>
          <p:nvPr/>
        </p:nvPicPr>
        <p:blipFill>
          <a:blip r:embed="rId5">
            <a:alphaModFix/>
          </a:blip>
          <a:stretch>
            <a:fillRect/>
          </a:stretch>
        </p:blipFill>
        <p:spPr>
          <a:xfrm>
            <a:off x="4906008" y="1343284"/>
            <a:ext cx="6864501" cy="406765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Duplicate Reviews: Multiple Pending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a:ea typeface="Poppins" pitchFamily="34" charset="-122"/>
                <a:cs typeface="Poppins"/>
              </a:rPr>
              <a:t>Multiple pending Duplicate reviews</a:t>
            </a:r>
            <a:endParaRPr lang="en-US" sz="2150" kern="1200">
              <a:solidFill>
                <a:prstClr val="black"/>
              </a:solidFill>
              <a:latin typeface="Poppins"/>
              <a:ea typeface="+mn-ea"/>
              <a:cs typeface="Poppins"/>
            </a:endParaRPr>
          </a:p>
        </p:txBody>
      </p:sp>
      <p:sp>
        <p:nvSpPr>
          <p:cNvPr id="7" name="Text 3"/>
          <p:cNvSpPr/>
          <p:nvPr/>
        </p:nvSpPr>
        <p:spPr>
          <a:xfrm>
            <a:off x="723900" y="3875278"/>
            <a:ext cx="4904830" cy="1332592"/>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dirty="0">
                <a:solidFill>
                  <a:srgbClr val="1F2937"/>
                </a:solidFill>
                <a:latin typeface="Poppins"/>
                <a:ea typeface="Poppins" pitchFamily="34" charset="-122"/>
                <a:cs typeface="Poppins"/>
              </a:rPr>
              <a:t>Read all reviews and publish the most substantive one. Remove any other with No Duplicate removal reason, send only one template. Unselect the ‘send template’ box on other submissions to de-activate additional emails to user. Include comment on each one that template was sent via </a:t>
            </a:r>
            <a:r>
              <a:rPr lang="en-US" sz="1750" kern="1200" dirty="0" err="1">
                <a:solidFill>
                  <a:srgbClr val="1F2937"/>
                </a:solidFill>
                <a:latin typeface="Poppins"/>
                <a:ea typeface="Poppins" pitchFamily="34" charset="-122"/>
                <a:cs typeface="Poppins"/>
              </a:rPr>
              <a:t>reviewID</a:t>
            </a:r>
            <a:r>
              <a:rPr lang="en-US" sz="1750" kern="1200" dirty="0">
                <a:solidFill>
                  <a:srgbClr val="1F2937"/>
                </a:solidFill>
                <a:latin typeface="Poppins"/>
                <a:ea typeface="Poppins" pitchFamily="34" charset="-122"/>
                <a:cs typeface="Poppins"/>
              </a:rPr>
              <a:t>#.</a:t>
            </a:r>
            <a:endParaRPr lang="en-US" sz="1750" kern="1200" dirty="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Duplicate Reviews: Verification Pending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Verification is pending while a duplicate review comes in.</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850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Consider the 2nd submission as a verification and publish the more substantive review. Remove the other without template.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Duplicate Reviews: HOLD Status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One review is in a HOLD status while the other is pending.</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Publish the pending submission and remove the first review (on HOLD) as a duplicate, without a template.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Duplicate Reviews: Tips &amp; Reminders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45886" y="2172607"/>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45886" y="2172607"/>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925286" y="2312307"/>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12586" y="2325007"/>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80936" y="2172607"/>
            <a:ext cx="9810750" cy="9398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a:ea typeface="Poppins" pitchFamily="34" charset="-122"/>
                <a:cs typeface="Poppins"/>
              </a:rPr>
              <a:t>All related duplicate reviews containing an escalation scenario should be escalated without action taken (publish/remove), per Escalation Path.</a:t>
            </a:r>
            <a:endParaRPr lang="en-US" sz="1850" kern="1200">
              <a:solidFill>
                <a:prstClr val="black"/>
              </a:solidFill>
              <a:latin typeface="Poppins"/>
              <a:ea typeface="+mn-ea"/>
              <a:cs typeface="Poppins"/>
            </a:endParaRPr>
          </a:p>
        </p:txBody>
      </p:sp>
      <p:sp>
        <p:nvSpPr>
          <p:cNvPr id="13" name="Shape 7"/>
          <p:cNvSpPr/>
          <p:nvPr/>
        </p:nvSpPr>
        <p:spPr>
          <a:xfrm>
            <a:off x="645886" y="3271157"/>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45886" y="3271157"/>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925286" y="3410857"/>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912586" y="3423557"/>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80936" y="3423557"/>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Neither review published yet</a:t>
            </a:r>
            <a:endParaRPr lang="en-US" sz="1850" kern="1200">
              <a:solidFill>
                <a:prstClr val="black"/>
              </a:solidFill>
              <a:latin typeface="Calibri" panose="020F0502020204030204"/>
              <a:ea typeface="+mn-ea"/>
              <a:cs typeface="+mn-cs"/>
            </a:endParaRPr>
          </a:p>
        </p:txBody>
      </p:sp>
      <p:sp>
        <p:nvSpPr>
          <p:cNvPr id="18" name="Text 12"/>
          <p:cNvSpPr/>
          <p:nvPr/>
        </p:nvSpPr>
        <p:spPr>
          <a:xfrm>
            <a:off x="1680936" y="3766457"/>
            <a:ext cx="10477500" cy="330200"/>
          </a:xfrm>
          <a:prstGeom prst="rect">
            <a:avLst/>
          </a:prstGeom>
          <a:noFill/>
          <a:ln/>
        </p:spPr>
        <p:txBody>
          <a:bodyPr wrap="square" lIns="16933" tIns="16933" rIns="16933" bIns="16933" rtlCol="0" anchor="t">
            <a:normAutofit/>
          </a:bodyPr>
          <a:lstStyle/>
          <a:p>
            <a:pPr defTabSz="609630">
              <a:buClrTx/>
            </a:pPr>
            <a:r>
              <a:rPr lang="en-US" kern="1200">
                <a:solidFill>
                  <a:srgbClr val="6B7280"/>
                </a:solidFill>
                <a:latin typeface="Poppins"/>
                <a:ea typeface="Poppins" pitchFamily="34" charset="-122"/>
                <a:cs typeface="Poppins"/>
              </a:rPr>
              <a:t>Publish the more substantive one -- reviews with photos should be chosen if you have an option.</a:t>
            </a:r>
            <a:endParaRPr lang="en-US" kern="1200">
              <a:solidFill>
                <a:prstClr val="black"/>
              </a:solidFill>
              <a:latin typeface="Poppins"/>
              <a:ea typeface="Calibri"/>
              <a:cs typeface="Poppins"/>
            </a:endParaRPr>
          </a:p>
        </p:txBody>
      </p:sp>
      <p:sp>
        <p:nvSpPr>
          <p:cNvPr id="19" name="Shape 13"/>
          <p:cNvSpPr/>
          <p:nvPr/>
        </p:nvSpPr>
        <p:spPr>
          <a:xfrm>
            <a:off x="645886" y="4363357"/>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45886" y="4363357"/>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925286" y="4503057"/>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912586" y="4515757"/>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80936" y="4515757"/>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Duplicate template rule</a:t>
            </a:r>
            <a:endParaRPr lang="en-US" sz="1850" kern="1200">
              <a:solidFill>
                <a:prstClr val="black"/>
              </a:solidFill>
              <a:latin typeface="Calibri" panose="020F0502020204030204"/>
              <a:ea typeface="+mn-ea"/>
              <a:cs typeface="+mn-cs"/>
            </a:endParaRPr>
          </a:p>
        </p:txBody>
      </p:sp>
      <p:sp>
        <p:nvSpPr>
          <p:cNvPr id="24" name="Text 18"/>
          <p:cNvSpPr/>
          <p:nvPr/>
        </p:nvSpPr>
        <p:spPr>
          <a:xfrm>
            <a:off x="1680936" y="4858657"/>
            <a:ext cx="10477500" cy="330200"/>
          </a:xfrm>
          <a:prstGeom prst="rect">
            <a:avLst/>
          </a:prstGeom>
          <a:noFill/>
          <a:ln/>
        </p:spPr>
        <p:txBody>
          <a:bodyPr wrap="square" lIns="16933" tIns="16933" rIns="16933" bIns="16933" rtlCol="0" anchor="t">
            <a:normAutofit/>
          </a:bodyPr>
          <a:lstStyle/>
          <a:p>
            <a:pPr defTabSz="609630">
              <a:buClrTx/>
            </a:pPr>
            <a:r>
              <a:rPr lang="en-US" kern="1200">
                <a:solidFill>
                  <a:srgbClr val="6B7280"/>
                </a:solidFill>
                <a:latin typeface="Poppins"/>
                <a:ea typeface="Poppins" pitchFamily="34" charset="-122"/>
                <a:cs typeface="Poppins"/>
              </a:rPr>
              <a:t>The Duplicate template should not be sent if the same/similar content is not yet in a published status.</a:t>
            </a:r>
            <a:endParaRPr lang="en-US" kern="1200">
              <a:solidFill>
                <a:prstClr val="black"/>
              </a:solidFill>
              <a:latin typeface="Poppins"/>
              <a:ea typeface="Calibri"/>
              <a:cs typeface="Poppin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14</a:t>
            </a:r>
            <a:endParaRPr lang="en-US" sz="1200" kern="1200">
              <a:solidFill>
                <a:prstClr val="black"/>
              </a:solidFill>
              <a:latin typeface="Calibri" panose="020F0502020204030204"/>
              <a:ea typeface="+mn-ea"/>
              <a:cs typeface="+mn-cs"/>
            </a:endParaRPr>
          </a:p>
        </p:txBody>
      </p:sp>
      <p:sp>
        <p:nvSpPr>
          <p:cNvPr id="26" name="Text 2">
            <a:extLst>
              <a:ext uri="{FF2B5EF4-FFF2-40B4-BE49-F238E27FC236}">
                <a16:creationId xmlns:a16="http://schemas.microsoft.com/office/drawing/2014/main" id="{B24717D8-1521-29D9-1487-358DAA37D173}"/>
              </a:ext>
            </a:extLst>
          </p:cNvPr>
          <p:cNvSpPr/>
          <p:nvPr/>
        </p:nvSpPr>
        <p:spPr>
          <a:xfrm>
            <a:off x="645886" y="1459593"/>
            <a:ext cx="9810750" cy="514350"/>
          </a:xfrm>
          <a:prstGeom prst="rect">
            <a:avLst/>
          </a:prstGeom>
          <a:noFill/>
          <a:ln/>
        </p:spPr>
        <p:txBody>
          <a:bodyPr wrap="square" lIns="16933" tIns="16933" rIns="16933" bIns="16933" rtlCol="0" anchor="ctr">
            <a:normAutofit/>
          </a:bodyPr>
          <a:lstStyle/>
          <a:p>
            <a:pPr defTabSz="609630">
              <a:lnSpc>
                <a:spcPct val="135000"/>
              </a:lnSpc>
            </a:pPr>
            <a:r>
              <a:rPr lang="en-US" sz="1750" b="1" kern="1200">
                <a:solidFill>
                  <a:srgbClr val="1F2937"/>
                </a:solidFill>
                <a:latin typeface="Poppins"/>
                <a:ea typeface="+mn-ea"/>
                <a:cs typeface="Poppins"/>
              </a:rPr>
              <a:t>Escalation scenarios</a:t>
            </a:r>
            <a:endParaRPr lang="en-US" b="1">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Experience &gt; than 1 Year</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The date or timeframe should be specified.</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was here in 2015 and it was the best place for burgers…”</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“We took our kids to Disney two years ago, we can't wait to go back…”</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went several years ago and just drive by, I can't believe it is still open…”</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15</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Illegal Activity</a:t>
            </a:r>
            <a:endParaRPr lang="en-US" sz="3750" kern="1200">
              <a:solidFill>
                <a:prstClr val="black"/>
              </a:solidFill>
              <a:latin typeface="Calibri" panose="020F0502020204030204"/>
              <a:ea typeface="+mn-ea"/>
              <a:cs typeface="+mn-cs"/>
            </a:endParaRPr>
          </a:p>
        </p:txBody>
      </p:sp>
      <p:sp>
        <p:nvSpPr>
          <p:cNvPr id="6" name="Text 2"/>
          <p:cNvSpPr/>
          <p:nvPr/>
        </p:nvSpPr>
        <p:spPr>
          <a:xfrm>
            <a:off x="673101" y="3324207"/>
            <a:ext cx="5271643" cy="558800"/>
          </a:xfrm>
          <a:prstGeom prst="rect">
            <a:avLst/>
          </a:prstGeom>
          <a:noFill/>
          <a:ln/>
        </p:spPr>
        <p:txBody>
          <a:bodyPr wrap="square" lIns="16933" tIns="16933" rIns="16933" bIns="16933" rtlCol="0" anchor="ctr">
            <a:normAutofit/>
          </a:bodyPr>
          <a:lstStyle/>
          <a:p>
            <a:pPr defTabSz="609630">
              <a:lnSpc>
                <a:spcPct val="165000"/>
              </a:lnSpc>
              <a:buClrTx/>
            </a:pPr>
            <a:r>
              <a:rPr lang="en-US" sz="1750" kern="1200">
                <a:solidFill>
                  <a:srgbClr val="1F2937"/>
                </a:solidFill>
                <a:latin typeface="Poppins" pitchFamily="34" charset="0"/>
                <a:cs typeface="Poppins" pitchFamily="34" charset="-120"/>
              </a:rPr>
              <a:t>Participation in illegal activity, such as involvement in prostitution or illicit drug activities.</a:t>
            </a:r>
          </a:p>
        </p:txBody>
      </p:sp>
      <p:sp>
        <p:nvSpPr>
          <p:cNvPr id="7" name="Text 3"/>
          <p:cNvSpPr/>
          <p:nvPr/>
        </p:nvSpPr>
        <p:spPr>
          <a:xfrm>
            <a:off x="673100" y="4063093"/>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Tips in circumventing the law.</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orig12 18601"/>
          <p:cNvPicPr>
            <a:picLocks noChangeAspect="1"/>
          </p:cNvPicPr>
          <p:nvPr/>
        </p:nvPicPr>
        <p:blipFill>
          <a:blip r:embed="rId5"/>
          <a:stretch>
            <a:fillRect/>
          </a:stretch>
        </p:blipFill>
        <p:spPr>
          <a:xfrm>
            <a:off x="5402218" y="1444172"/>
            <a:ext cx="6148250" cy="4042228"/>
          </a:xfrm>
          <a:prstGeom prst="rect">
            <a:avLst/>
          </a:prstGeom>
          <a:ln w="12700">
            <a:solidFill>
              <a:srgbClr val="002B11"/>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Ineligible Experience</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a:bodyPr>
          <a:lstStyle/>
          <a:p>
            <a:pPr defTabSz="609630">
              <a:buClrTx/>
            </a:pPr>
            <a:r>
              <a:rPr lang="en-US" sz="2150" kern="1200">
                <a:solidFill>
                  <a:srgbClr val="002B11"/>
                </a:solidFill>
                <a:latin typeface="Poppins" pitchFamily="34" charset="0"/>
                <a:ea typeface="Poppins" pitchFamily="34" charset="-122"/>
                <a:cs typeface="Poppins" pitchFamily="34" charset="-120"/>
              </a:rPr>
              <a:t>Ineligible experience covers: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88178"/>
            <a:ext cx="5637801" cy="1550307"/>
          </a:xfrm>
          <a:prstGeom prst="rect">
            <a:avLst/>
          </a:prstGeom>
          <a:noFill/>
          <a:ln/>
        </p:spPr>
        <p:txBody>
          <a:bodyPr wrap="square" lIns="16933" tIns="16933" rIns="16933" bIns="16933" rtlCol="0" anchor="ctr">
            <a:noAutofit/>
          </a:bodyPr>
          <a:lstStyle/>
          <a:p>
            <a:pPr defTabSz="609630">
              <a:lnSpc>
                <a:spcPct val="145000"/>
              </a:lnSpc>
              <a:buClrTx/>
            </a:pPr>
            <a:r>
              <a:rPr lang="en-US" sz="1500" kern="1200">
                <a:solidFill>
                  <a:srgbClr val="1F2937"/>
                </a:solidFill>
                <a:latin typeface="Poppins"/>
                <a:ea typeface="Poppins" pitchFamily="34" charset="-122"/>
                <a:cs typeface="Poppins"/>
              </a:rPr>
              <a:t>Comments on media events; timeshare presentations; requests to use property bathroom without being a guest; unsuccessful attempts to contact a business prior to being a guest or having a reservation; long term stays involving landlord/tenant relationships.</a:t>
            </a:r>
            <a:endParaRPr lang="en-US" sz="15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Will Not List</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Will Not List scenarios.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Geos, Airports, Liquor Stores, Strip Clubs, …and more.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Irrelevant Commentary</a:t>
            </a:r>
            <a:endParaRPr lang="en-US" sz="3750" kern="1200">
              <a:solidFill>
                <a:prstClr val="black"/>
              </a:solidFill>
              <a:latin typeface="Calibri" panose="020F0502020204030204"/>
              <a:ea typeface="+mn-ea"/>
              <a:cs typeface="+mn-cs"/>
            </a:endParaRPr>
          </a:p>
        </p:txBody>
      </p:sp>
      <p:sp>
        <p:nvSpPr>
          <p:cNvPr id="6" name="Text 2"/>
          <p:cNvSpPr/>
          <p:nvPr/>
        </p:nvSpPr>
        <p:spPr>
          <a:xfrm>
            <a:off x="731158" y="3375878"/>
            <a:ext cx="5271643" cy="558800"/>
          </a:xfrm>
          <a:prstGeom prst="rect">
            <a:avLst/>
          </a:prstGeom>
          <a:noFill/>
          <a:ln/>
        </p:spPr>
        <p:txBody>
          <a:bodyPr wrap="square" lIns="16933" tIns="16933" rIns="16933" bIns="16933" rtlCol="0" anchor="ctr">
            <a:normAutofit/>
          </a:bodyPr>
          <a:lstStyle/>
          <a:p>
            <a:pPr defTabSz="609630">
              <a:buClrTx/>
            </a:pPr>
            <a:r>
              <a:rPr lang="en-US" sz="2150" kern="1200">
                <a:solidFill>
                  <a:srgbClr val="002B11"/>
                </a:solidFill>
                <a:latin typeface="Poppins"/>
                <a:ea typeface="Poppins" pitchFamily="34" charset="-122"/>
                <a:cs typeface="Poppins"/>
              </a:rPr>
              <a:t>Political, ethical, religious commentary</a:t>
            </a:r>
            <a:endParaRPr lang="en-US" sz="2150" kern="1200">
              <a:latin typeface="Poppins"/>
              <a:ea typeface="Poppins" pitchFamily="34" charset="-122"/>
              <a:cs typeface="Poppins"/>
            </a:endParaRPr>
          </a:p>
          <a:p>
            <a:pPr defTabSz="609630">
              <a:buClrTx/>
            </a:pPr>
            <a:endParaRPr lang="en-US" sz="2150" kern="1200" dirty="0">
              <a:solidFill>
                <a:srgbClr val="002B11"/>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orig15 18602"/>
          <p:cNvPicPr>
            <a:picLocks noChangeAspect="1"/>
          </p:cNvPicPr>
          <p:nvPr/>
        </p:nvPicPr>
        <p:blipFill>
          <a:blip r:embed="rId5"/>
          <a:stretch>
            <a:fillRect/>
          </a:stretch>
        </p:blipFill>
        <p:spPr>
          <a:xfrm>
            <a:off x="6265818" y="1828800"/>
            <a:ext cx="5567679" cy="3657600"/>
          </a:xfrm>
          <a:prstGeom prst="rect">
            <a:avLst/>
          </a:prstGeom>
          <a:ln w="12700">
            <a:solidFill>
              <a:srgbClr val="002B11"/>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Impacted by Bug</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For bugs and projects.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It should only be used when instructed to do so.</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orig16 18603"/>
          <p:cNvPicPr>
            <a:picLocks noChangeAspect="1"/>
          </p:cNvPicPr>
          <p:nvPr/>
        </p:nvPicPr>
        <p:blipFill>
          <a:blip r:embed="rId5"/>
          <a:stretch>
            <a:fillRect/>
          </a:stretch>
        </p:blipFill>
        <p:spPr>
          <a:xfrm>
            <a:off x="5815875" y="1712686"/>
            <a:ext cx="5734593" cy="3773714"/>
          </a:xfrm>
          <a:prstGeom prst="rect">
            <a:avLst/>
          </a:prstGeom>
          <a:ln w="12700">
            <a:solidFill>
              <a:srgbClr val="002B11"/>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Irrelevant Commentary &amp; COVID-19</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Property Safety Measures</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We will remove content that criticizes the way a business chooses to enforce safety policies related to the virus with this removal reason: select Irrelevant Commentary as Removal, deselect the user template, select save to remove the review, manually send ‘Covid-19 review rejection’.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COVID-19 Example</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Example of a review to remove under this guidance:</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“This Museum required masks and physical distancing even though we were the only visitors in the place. Totally ridiculous, I will not return”</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22</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20100001">
            <a:off x="5685063" y="-1178380"/>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Listing Update</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For reports of closures or updates to a property.</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926602" cy="1281792"/>
          </a:xfrm>
          <a:prstGeom prst="rect">
            <a:avLst/>
          </a:prstGeom>
          <a:noFill/>
          <a:ln/>
        </p:spPr>
        <p:txBody>
          <a:bodyPr wrap="square" lIns="16933" tIns="16933" rIns="16933" bIns="16933" rtlCol="0" anchor="ctr">
            <a:noAutofit/>
          </a:bodyPr>
          <a:lstStyle/>
          <a:p>
            <a:pPr defTabSz="609630">
              <a:lnSpc>
                <a:spcPct val="145000"/>
              </a:lnSpc>
              <a:buClrTx/>
            </a:pPr>
            <a:r>
              <a:rPr lang="en-US" sz="1500" kern="1200">
                <a:solidFill>
                  <a:srgbClr val="1F2937"/>
                </a:solidFill>
                <a:latin typeface="Poppins"/>
                <a:ea typeface="Poppins" pitchFamily="34" charset="-122"/>
                <a:cs typeface="Poppins"/>
              </a:rPr>
              <a:t>The process to report closures and updates remains the same. Temporary closures should not be reported -- they can be removed with Ineligible Experience.</a:t>
            </a:r>
            <a:endParaRPr lang="en-US" sz="15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714829" y="1499507"/>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Closed Location Filter</a:t>
            </a:r>
            <a:endParaRPr lang="en-US" sz="37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
        <p:nvSpPr>
          <p:cNvPr id="10" name="Shape 3">
            <a:extLst>
              <a:ext uri="{FF2B5EF4-FFF2-40B4-BE49-F238E27FC236}">
                <a16:creationId xmlns:a16="http://schemas.microsoft.com/office/drawing/2014/main" id="{0FA1E820-BE90-08EB-C3CC-558E0A142B80}"/>
              </a:ext>
            </a:extLst>
          </p:cNvPr>
          <p:cNvSpPr/>
          <p:nvPr/>
        </p:nvSpPr>
        <p:spPr>
          <a:xfrm>
            <a:off x="769258" y="2379435"/>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4">
            <a:extLst>
              <a:ext uri="{FF2B5EF4-FFF2-40B4-BE49-F238E27FC236}">
                <a16:creationId xmlns:a16="http://schemas.microsoft.com/office/drawing/2014/main" id="{668253A8-59FD-6205-4EE6-76FAC0468E6C}"/>
              </a:ext>
            </a:extLst>
          </p:cNvPr>
          <p:cNvSpPr/>
          <p:nvPr/>
        </p:nvSpPr>
        <p:spPr>
          <a:xfrm>
            <a:off x="769258" y="2379435"/>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5">
            <a:extLst>
              <a:ext uri="{FF2B5EF4-FFF2-40B4-BE49-F238E27FC236}">
                <a16:creationId xmlns:a16="http://schemas.microsoft.com/office/drawing/2014/main" id="{C5AD4C9C-2949-DADD-13F0-6D191AABDBF4}"/>
              </a:ext>
            </a:extLst>
          </p:cNvPr>
          <p:cNvSpPr/>
          <p:nvPr/>
        </p:nvSpPr>
        <p:spPr>
          <a:xfrm>
            <a:off x="1079501" y="2415720"/>
            <a:ext cx="10661015" cy="698500"/>
          </a:xfrm>
          <a:prstGeom prst="rect">
            <a:avLst/>
          </a:prstGeom>
          <a:noFill/>
          <a:ln/>
        </p:spPr>
        <p:txBody>
          <a:bodyPr wrap="square" lIns="16933" tIns="16933" rIns="16933" bIns="16933" rtlCol="0" anchor="ctr">
            <a:noAutofit/>
          </a:bodyPr>
          <a:lstStyle/>
          <a:p>
            <a:pPr defTabSz="609630">
              <a:lnSpc>
                <a:spcPct val="110000"/>
              </a:lnSpc>
              <a:buClrTx/>
            </a:pPr>
            <a:r>
              <a:rPr lang="en-US" b="1" i="1" kern="1200" dirty="0">
                <a:solidFill>
                  <a:srgbClr val="1F2937"/>
                </a:solidFill>
                <a:latin typeface="Poppins"/>
                <a:cs typeface="Poppins"/>
              </a:rPr>
              <a:t>Important note: </a:t>
            </a:r>
            <a:r>
              <a:rPr lang="en-US" i="1" kern="1200" dirty="0">
                <a:solidFill>
                  <a:srgbClr val="1F2937"/>
                </a:solidFill>
                <a:latin typeface="Poppins"/>
                <a:cs typeface="Poppins"/>
              </a:rPr>
              <a:t>if the Closed location filter has fired, it does not always mean the property should be marked as </a:t>
            </a:r>
            <a:r>
              <a:rPr lang="en-US" i="1" kern="1200">
                <a:solidFill>
                  <a:srgbClr val="1F2937"/>
                </a:solidFill>
                <a:latin typeface="Poppins"/>
                <a:cs typeface="Poppins"/>
              </a:rPr>
              <a:t>closed read the text to see if the user is reporting a closure. </a:t>
            </a:r>
            <a:endParaRPr lang="en-US"/>
          </a:p>
        </p:txBody>
      </p:sp>
      <p:pic>
        <p:nvPicPr>
          <p:cNvPr id="21" name="Google Shape;1013;p158" descr="A screenshot of a computer&#10;&#10;AI-generated content may be incorrect.">
            <a:extLst>
              <a:ext uri="{FF2B5EF4-FFF2-40B4-BE49-F238E27FC236}">
                <a16:creationId xmlns:a16="http://schemas.microsoft.com/office/drawing/2014/main" id="{C4BF110A-A539-6976-EBC9-F76EE0CA81E0}"/>
              </a:ext>
            </a:extLst>
          </p:cNvPr>
          <p:cNvPicPr preferRelativeResize="0"/>
          <p:nvPr/>
        </p:nvPicPr>
        <p:blipFill>
          <a:blip r:embed="rId5">
            <a:alphaModFix/>
          </a:blip>
          <a:stretch>
            <a:fillRect/>
          </a:stretch>
        </p:blipFill>
        <p:spPr>
          <a:xfrm>
            <a:off x="2227943" y="3113489"/>
            <a:ext cx="7734300" cy="1390650"/>
          </a:xfrm>
          <a:prstGeom prst="rect">
            <a:avLst/>
          </a:prstGeom>
          <a:noFill/>
          <a:ln>
            <a:noFill/>
          </a:ln>
        </p:spPr>
      </p:pic>
      <p:pic>
        <p:nvPicPr>
          <p:cNvPr id="23" name="Google Shape;1015;p158" descr="A screenshot of a computer&#10;&#10;AI-generated content may be incorrect.">
            <a:extLst>
              <a:ext uri="{FF2B5EF4-FFF2-40B4-BE49-F238E27FC236}">
                <a16:creationId xmlns:a16="http://schemas.microsoft.com/office/drawing/2014/main" id="{B9AEE32F-4AB7-60E4-045F-9BF11D36A0C8}"/>
              </a:ext>
            </a:extLst>
          </p:cNvPr>
          <p:cNvPicPr preferRelativeResize="0"/>
          <p:nvPr/>
        </p:nvPicPr>
        <p:blipFill>
          <a:blip r:embed="rId6">
            <a:alphaModFix/>
          </a:blip>
          <a:stretch>
            <a:fillRect/>
          </a:stretch>
        </p:blipFill>
        <p:spPr>
          <a:xfrm>
            <a:off x="2914746" y="4598482"/>
            <a:ext cx="6686550" cy="21907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Reporting an Update</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Reporting a Listing as Permanently Closed</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Report via the “Improve this Listing” link on the live site. Temporary and Seasonal closures do not need to be reported. In addition to closures, any updates to the listing which are mentioned in the content being analyzed should be reported via the ITL button.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098903" y="1712686"/>
            <a:ext cx="5676536" cy="3759200"/>
          </a:xfrm>
          <a:prstGeom prst="rect">
            <a:avLst/>
          </a:prstGeom>
          <a:ln w="12700">
            <a:solidFill>
              <a:srgbClr val="002B11"/>
            </a:solid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Reporting an Update on the Live Site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Improve This Listing Process</a:t>
            </a:r>
            <a:endParaRPr lang="en-US" sz="21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5997304" y="878115"/>
            <a:ext cx="5836192" cy="3809999"/>
          </a:xfrm>
          <a:prstGeom prst="rect">
            <a:avLst/>
          </a:prstGeom>
          <a:ln w="12700">
            <a:solidFill>
              <a:srgbClr val="002B11"/>
            </a:solidFill>
          </a:ln>
        </p:spPr>
      </p:pic>
      <p:sp>
        <p:nvSpPr>
          <p:cNvPr id="9" name="Shape 2">
            <a:extLst>
              <a:ext uri="{FF2B5EF4-FFF2-40B4-BE49-F238E27FC236}">
                <a16:creationId xmlns:a16="http://schemas.microsoft.com/office/drawing/2014/main" id="{47BB1417-B41E-3836-4E26-2A0CA06038AE}"/>
              </a:ext>
            </a:extLst>
          </p:cNvPr>
          <p:cNvSpPr/>
          <p:nvPr/>
        </p:nvSpPr>
        <p:spPr>
          <a:xfrm>
            <a:off x="718458" y="4901293"/>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3">
            <a:extLst>
              <a:ext uri="{FF2B5EF4-FFF2-40B4-BE49-F238E27FC236}">
                <a16:creationId xmlns:a16="http://schemas.microsoft.com/office/drawing/2014/main" id="{7313470E-0569-2AA3-4028-59F45BB3BDF8}"/>
              </a:ext>
            </a:extLst>
          </p:cNvPr>
          <p:cNvSpPr/>
          <p:nvPr/>
        </p:nvSpPr>
        <p:spPr>
          <a:xfrm>
            <a:off x="718458" y="4901293"/>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Shape 4">
            <a:extLst>
              <a:ext uri="{FF2B5EF4-FFF2-40B4-BE49-F238E27FC236}">
                <a16:creationId xmlns:a16="http://schemas.microsoft.com/office/drawing/2014/main" id="{315CBDC7-C8BC-D2B6-1D62-2A5DC2F6BE5E}"/>
              </a:ext>
            </a:extLst>
          </p:cNvPr>
          <p:cNvSpPr/>
          <p:nvPr/>
        </p:nvSpPr>
        <p:spPr>
          <a:xfrm>
            <a:off x="997858" y="5040993"/>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5">
            <a:extLst>
              <a:ext uri="{FF2B5EF4-FFF2-40B4-BE49-F238E27FC236}">
                <a16:creationId xmlns:a16="http://schemas.microsoft.com/office/drawing/2014/main" id="{2001985E-6C10-DD75-3E86-3947EDD00D54}"/>
              </a:ext>
            </a:extLst>
          </p:cNvPr>
          <p:cNvSpPr/>
          <p:nvPr/>
        </p:nvSpPr>
        <p:spPr>
          <a:xfrm>
            <a:off x="985158" y="5053693"/>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21" name="Text 6">
            <a:extLst>
              <a:ext uri="{FF2B5EF4-FFF2-40B4-BE49-F238E27FC236}">
                <a16:creationId xmlns:a16="http://schemas.microsoft.com/office/drawing/2014/main" id="{E00A1D6B-729D-9A0E-CC31-BF67FCE395FC}"/>
              </a:ext>
            </a:extLst>
          </p:cNvPr>
          <p:cNvSpPr/>
          <p:nvPr/>
        </p:nvSpPr>
        <p:spPr>
          <a:xfrm>
            <a:off x="1753508" y="4901293"/>
            <a:ext cx="9810750" cy="939800"/>
          </a:xfrm>
          <a:prstGeom prst="rect">
            <a:avLst/>
          </a:prstGeom>
          <a:noFill/>
          <a:ln/>
        </p:spPr>
        <p:txBody>
          <a:bodyPr wrap="square" lIns="16933" tIns="16933" rIns="16933" bIns="16933" rtlCol="0" anchor="ctr">
            <a:noAutofit/>
          </a:bodyPr>
          <a:lstStyle/>
          <a:p>
            <a:pPr defTabSz="609630"/>
            <a:r>
              <a:rPr lang="en-US" kern="1200" dirty="0">
                <a:solidFill>
                  <a:srgbClr val="1F2937"/>
                </a:solidFill>
              </a:rPr>
              <a:t>Due to ongoing testing, the link is not always found in the same place. Please look for the Improve this Listing link as described below and if not found, </a:t>
            </a:r>
            <a:r>
              <a:rPr lang="en-US" kern="1200">
                <a:solidFill>
                  <a:srgbClr val="1F2937"/>
                </a:solidFill>
              </a:rPr>
              <a:t>update via ART - Escalate to SF button.</a:t>
            </a:r>
            <a:endParaRPr lang="en-US"/>
          </a:p>
          <a:p>
            <a:pPr defTabSz="609630"/>
            <a:endParaRPr lang="en-US" kern="1200" dirty="0">
              <a:solidFill>
                <a:srgbClr val="1F2937"/>
              </a:solidFill>
            </a:endParaRPr>
          </a:p>
          <a:p>
            <a:pPr defTabSz="609630"/>
            <a:r>
              <a:rPr lang="en-US" kern="1200">
                <a:solidFill>
                  <a:srgbClr val="1F2937"/>
                </a:solidFill>
              </a:rPr>
              <a:t>Click on the live site via ART listing icon; </a:t>
            </a:r>
            <a:r>
              <a:rPr lang="en-US" kern="1200">
                <a:solidFill>
                  <a:srgbClr val="1F2937"/>
                </a:solidFill>
                <a:ea typeface="Poppins" pitchFamily="34" charset="-122"/>
              </a:rPr>
              <a:t>check for ITL link as seen at right. </a:t>
            </a:r>
            <a:endParaRPr lang="en-US" kern="1200">
              <a:solidFill>
                <a:srgbClr val="1F2937"/>
              </a:solidFill>
              <a:ea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Improve This Listing Process (cont.)</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5"/>
          <a:stretch>
            <a:fillRect/>
          </a:stretch>
        </p:blipFill>
        <p:spPr>
          <a:xfrm>
            <a:off x="5990046" y="972457"/>
            <a:ext cx="5952308" cy="3926114"/>
          </a:xfrm>
          <a:prstGeom prst="rect">
            <a:avLst/>
          </a:prstGeom>
          <a:ln w="12700">
            <a:solidFill>
              <a:srgbClr val="002B11"/>
            </a:solidFill>
          </a:ln>
        </p:spPr>
      </p:pic>
      <p:sp>
        <p:nvSpPr>
          <p:cNvPr id="9" name="Shape 2">
            <a:extLst>
              <a:ext uri="{FF2B5EF4-FFF2-40B4-BE49-F238E27FC236}">
                <a16:creationId xmlns:a16="http://schemas.microsoft.com/office/drawing/2014/main" id="{8606D11D-FB62-D4B4-24E3-6E8F752EB40D}"/>
              </a:ext>
            </a:extLst>
          </p:cNvPr>
          <p:cNvSpPr/>
          <p:nvPr/>
        </p:nvSpPr>
        <p:spPr>
          <a:xfrm>
            <a:off x="732972" y="5046436"/>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3">
            <a:extLst>
              <a:ext uri="{FF2B5EF4-FFF2-40B4-BE49-F238E27FC236}">
                <a16:creationId xmlns:a16="http://schemas.microsoft.com/office/drawing/2014/main" id="{4EE0133A-C596-6449-9005-39D9B96D0696}"/>
              </a:ext>
            </a:extLst>
          </p:cNvPr>
          <p:cNvSpPr/>
          <p:nvPr/>
        </p:nvSpPr>
        <p:spPr>
          <a:xfrm>
            <a:off x="732972" y="5046436"/>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Shape 4">
            <a:extLst>
              <a:ext uri="{FF2B5EF4-FFF2-40B4-BE49-F238E27FC236}">
                <a16:creationId xmlns:a16="http://schemas.microsoft.com/office/drawing/2014/main" id="{D14DC2A9-6A6C-557E-7BCF-D8A6E9C545DD}"/>
              </a:ext>
            </a:extLst>
          </p:cNvPr>
          <p:cNvSpPr/>
          <p:nvPr/>
        </p:nvSpPr>
        <p:spPr>
          <a:xfrm>
            <a:off x="1012372" y="5186136"/>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5">
            <a:extLst>
              <a:ext uri="{FF2B5EF4-FFF2-40B4-BE49-F238E27FC236}">
                <a16:creationId xmlns:a16="http://schemas.microsoft.com/office/drawing/2014/main" id="{C0B07C2F-67D3-72E0-FF36-1DC2B7ABFCEF}"/>
              </a:ext>
            </a:extLst>
          </p:cNvPr>
          <p:cNvSpPr/>
          <p:nvPr/>
        </p:nvSpPr>
        <p:spPr>
          <a:xfrm>
            <a:off x="999672" y="5198836"/>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21" name="Text 6">
            <a:extLst>
              <a:ext uri="{FF2B5EF4-FFF2-40B4-BE49-F238E27FC236}">
                <a16:creationId xmlns:a16="http://schemas.microsoft.com/office/drawing/2014/main" id="{FCE54123-C8F1-3E80-DE40-4FD2402CA223}"/>
              </a:ext>
            </a:extLst>
          </p:cNvPr>
          <p:cNvSpPr/>
          <p:nvPr/>
        </p:nvSpPr>
        <p:spPr>
          <a:xfrm>
            <a:off x="1768022" y="5046436"/>
            <a:ext cx="9810750" cy="939800"/>
          </a:xfrm>
          <a:prstGeom prst="rect">
            <a:avLst/>
          </a:prstGeom>
          <a:noFill/>
          <a:ln/>
        </p:spPr>
        <p:txBody>
          <a:bodyPr wrap="square" lIns="16933" tIns="16933" rIns="16933" bIns="16933" rtlCol="0" anchor="ctr">
            <a:noAutofit/>
          </a:bodyPr>
          <a:lstStyle/>
          <a:p>
            <a:pPr defTabSz="609630"/>
            <a:r>
              <a:rPr lang="en-US" kern="1200" dirty="0">
                <a:solidFill>
                  <a:srgbClr val="1F2937"/>
                </a:solidFill>
              </a:rPr>
              <a:t>If the ITL is not found on the initial page, click on “View all details” and check for ITL link in the pop up. If not found in either </a:t>
            </a:r>
            <a:r>
              <a:rPr lang="en-US" kern="1200">
                <a:solidFill>
                  <a:srgbClr val="1F2937"/>
                </a:solidFill>
              </a:rPr>
              <a:t>of those places, update via ART - Escalate to SF button.</a:t>
            </a:r>
            <a:endParaRPr lang="en-US"/>
          </a:p>
          <a:p>
            <a:pPr defTabSz="609630"/>
            <a:endParaRPr lang="en-US" kern="1200" dirty="0">
              <a:solidFill>
                <a:srgbClr val="1F2937"/>
              </a:solidFill>
            </a:endParaRPr>
          </a:p>
          <a:p>
            <a:pPr defTabSz="609630"/>
            <a:r>
              <a:rPr lang="en-US" kern="1200">
                <a:solidFill>
                  <a:srgbClr val="1F2937"/>
                </a:solidFill>
              </a:rPr>
              <a:t>Make sure to include a note that the </a:t>
            </a:r>
            <a:r>
              <a:rPr lang="en-US" kern="1200">
                <a:solidFill>
                  <a:srgbClr val="1F2937"/>
                </a:solidFill>
                <a:ea typeface="Poppins" pitchFamily="34" charset="-122"/>
              </a:rPr>
              <a:t>ITL is not available. </a:t>
            </a:r>
            <a:endParaRPr lang="en-US">
              <a:ea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Multiple Listings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a review is substantially about more than one property, that is unrelated to the attachment.</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For example, the review is about two different restaurants. We publish reviews of hotels that also equally describe an experience with another property at the same location. This removal reason should generally never be used for all-inclusive properties.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5"/>
          <a:stretch>
            <a:fillRect/>
          </a:stretch>
        </p:blipFill>
        <p:spPr>
          <a:xfrm>
            <a:off x="6464082" y="1847850"/>
            <a:ext cx="4512945" cy="3185211"/>
          </a:xfrm>
          <a:prstGeom prst="rect">
            <a:avLst/>
          </a:prstGeom>
          <a:ln w="12700">
            <a:solidFill>
              <a:srgbClr val="002B11"/>
            </a:solid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Not-substantive</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a review lacks detail or is not helpful.</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When in doubt, lean on the side of publish. The title of a review should be considered when determining if a review is substantive. The tip and photos should not.</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6121564" y="2446419"/>
            <a:ext cx="5762728" cy="2909888"/>
          </a:xfrm>
          <a:prstGeom prst="rect">
            <a:avLst/>
          </a:prstGeom>
          <a:ln w="12700">
            <a:solidFill>
              <a:srgbClr val="002B11"/>
            </a:solid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Non-Original</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975585" cy="921657"/>
          </a:xfrm>
          <a:prstGeom prst="rect">
            <a:avLst/>
          </a:prstGeom>
          <a:noFill/>
          <a:ln/>
        </p:spPr>
        <p:txBody>
          <a:bodyPr wrap="square" lIns="16933" tIns="16933" rIns="16933" bIns="16933" rtlCol="0" anchor="ctr">
            <a:normAutofit fontScale="92500" lnSpcReduction="10000"/>
          </a:bodyPr>
          <a:lstStyle/>
          <a:p>
            <a:pPr defTabSz="609630">
              <a:buClrTx/>
            </a:pPr>
            <a:r>
              <a:rPr lang="en-US" sz="2150" kern="1200">
                <a:solidFill>
                  <a:srgbClr val="002B11"/>
                </a:solidFill>
                <a:latin typeface="Poppins"/>
                <a:ea typeface="Poppins" pitchFamily="34" charset="-122"/>
                <a:cs typeface="Poppins"/>
              </a:rPr>
              <a:t>Copied content or</a:t>
            </a:r>
            <a:endParaRPr lang="en-US" sz="2150" kern="1200">
              <a:latin typeface="Poppins"/>
              <a:ea typeface="Calibri" panose="020F0502020204030204"/>
              <a:cs typeface="Calibri" panose="020F0502020204030204"/>
            </a:endParaRPr>
          </a:p>
          <a:p>
            <a:pPr defTabSz="609630">
              <a:buClrTx/>
            </a:pPr>
            <a:r>
              <a:rPr lang="en-US" sz="2150" kern="1200">
                <a:solidFill>
                  <a:srgbClr val="002B11"/>
                </a:solidFill>
                <a:latin typeface="Poppins"/>
                <a:ea typeface="Calibri"/>
                <a:cs typeface="Poppins"/>
              </a:rPr>
              <a:t>Correspondence</a:t>
            </a:r>
            <a:endParaRPr lang="en-US" sz="2150" kern="1200">
              <a:latin typeface="Poppins"/>
              <a:ea typeface="Calibri"/>
              <a:cs typeface="Calibri"/>
            </a:endParaRPr>
          </a:p>
          <a:p>
            <a:pPr defTabSz="609630">
              <a:buClrTx/>
            </a:pPr>
            <a:r>
              <a:rPr lang="en-US" sz="2150" kern="1200">
                <a:solidFill>
                  <a:srgbClr val="002B11"/>
                </a:solidFill>
                <a:latin typeface="Poppins"/>
                <a:ea typeface="Poppins" pitchFamily="34" charset="-122"/>
                <a:cs typeface="Poppins"/>
              </a:rPr>
              <a:t>from </a:t>
            </a:r>
            <a:r>
              <a:rPr lang="en-US" sz="2150" kern="1200" dirty="0">
                <a:solidFill>
                  <a:srgbClr val="002B11"/>
                </a:solidFill>
                <a:latin typeface="Poppins"/>
                <a:ea typeface="Poppins" pitchFamily="34" charset="-122"/>
                <a:cs typeface="Poppins"/>
              </a:rPr>
              <a:t>others.</a:t>
            </a:r>
            <a:endParaRPr lang="en-US" sz="2150" kern="1200">
              <a:solidFill>
                <a:prstClr val="black"/>
              </a:solidFill>
              <a:latin typeface="Poppins"/>
              <a:ea typeface="Calibri"/>
              <a:cs typeface="Calibri"/>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30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6" name="Screenshot 18606"/>
          <p:cNvPicPr>
            <a:picLocks noChangeAspect="1"/>
          </p:cNvPicPr>
          <p:nvPr/>
        </p:nvPicPr>
        <p:blipFill>
          <a:blip r:embed="rId5"/>
          <a:stretch>
            <a:fillRect/>
          </a:stretch>
        </p:blipFill>
        <p:spPr>
          <a:xfrm>
            <a:off x="4103189" y="689429"/>
            <a:ext cx="7766594" cy="5130799"/>
          </a:xfrm>
          <a:prstGeom prst="rect">
            <a:avLst/>
          </a:prstGeom>
          <a:ln w="12700">
            <a:solidFill>
              <a:srgbClr val="002B11"/>
            </a:solid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Other</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pitchFamily="34" charset="0"/>
                <a:ea typeface="Poppins" pitchFamily="34" charset="-122"/>
                <a:cs typeface="Poppins" pitchFamily="34" charset="-120"/>
              </a:rPr>
              <a:t>Should only be used in instances where there is no other removal reason available.</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31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9" name="Google Shape;1066;p165">
            <a:extLst>
              <a:ext uri="{FF2B5EF4-FFF2-40B4-BE49-F238E27FC236}">
                <a16:creationId xmlns:a16="http://schemas.microsoft.com/office/drawing/2014/main" id="{A90C552B-E57E-5C87-C18F-129F9A5E3BE4}"/>
              </a:ext>
            </a:extLst>
          </p:cNvPr>
          <p:cNvPicPr preferRelativeResize="0"/>
          <p:nvPr/>
        </p:nvPicPr>
        <p:blipFill rotWithShape="1">
          <a:blip r:embed="rId5">
            <a:alphaModFix/>
          </a:blip>
          <a:srcRect/>
          <a:stretch/>
        </p:blipFill>
        <p:spPr>
          <a:xfrm>
            <a:off x="5978790" y="939962"/>
            <a:ext cx="5603610" cy="4680045"/>
          </a:xfrm>
          <a:prstGeom prst="rect">
            <a:avLst/>
          </a:prstGeom>
          <a:noFill/>
          <a:ln w="9525" cap="flat" cmpd="sng">
            <a:solidFill>
              <a:schemeClr val="lt2"/>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Owner Support</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Owner requests for assistance; owner responses submitted via the review form; announcements from owners that are not written as a guest review.</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b="1" i="1" kern="1200">
                <a:solidFill>
                  <a:srgbClr val="1F2937"/>
                </a:solidFill>
                <a:latin typeface="Poppins"/>
                <a:ea typeface="Poppins" pitchFamily="34" charset="-122"/>
                <a:cs typeface="Poppins"/>
              </a:rPr>
              <a:t>Owner Support:</a:t>
            </a:r>
            <a:r>
              <a:rPr lang="en-US" sz="1600" i="1" kern="1200">
                <a:solidFill>
                  <a:srgbClr val="1F2937"/>
                </a:solidFill>
                <a:latin typeface="Poppins"/>
                <a:ea typeface="Poppins" pitchFamily="34" charset="-122"/>
                <a:cs typeface="Poppins"/>
              </a:rPr>
              <a:t> “Hey TA reviewers, we have new hours -- check out our website!”</a:t>
            </a:r>
            <a:endParaRPr lang="en-US" sz="1600" kern="1200">
              <a:solidFill>
                <a:prstClr val="black"/>
              </a:solidFill>
              <a:latin typeface="Poppins"/>
              <a:ea typeface="+mn-ea"/>
              <a:cs typeface="Poppin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b="1" i="1" kern="1200">
                <a:solidFill>
                  <a:srgbClr val="1F2937"/>
                </a:solidFill>
                <a:latin typeface="Poppins"/>
                <a:ea typeface="Poppins" pitchFamily="34" charset="-122"/>
                <a:cs typeface="Poppins"/>
              </a:rPr>
              <a:t>Susp. or Confirmed Fraud:</a:t>
            </a:r>
            <a:r>
              <a:rPr lang="en-US" sz="1600" i="1" kern="1200">
                <a:solidFill>
                  <a:srgbClr val="1F2937"/>
                </a:solidFill>
                <a:latin typeface="Poppins"/>
                <a:ea typeface="Poppins" pitchFamily="34" charset="-122"/>
                <a:cs typeface="Poppins"/>
              </a:rPr>
              <a:t> “This pizza place just opened on 9th block and they have the best pizza in Ny. Check them out!”</a:t>
            </a:r>
            <a:endParaRPr lang="en-US" sz="1600" kern="1200">
              <a:solidFill>
                <a:prstClr val="black"/>
              </a:solidFill>
              <a:latin typeface="Poppins"/>
              <a:ea typeface="+mn-ea"/>
              <a:cs typeface="Poppin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32</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Personally Insulting (1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Personal insults.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miserable old bag who owns this place…”</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“was astonished at the sheer rudeness of one fat manager…”</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owner lady is also bipolar…”</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33</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Personally Insulting (2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Personal insults (continued).</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small midget looking man…”</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didn't get her ugly face on camera…”</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34</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Pre-review</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a:bodyPr>
          <a:lstStyle/>
          <a:p>
            <a:pPr defTabSz="609630">
              <a:buClrTx/>
            </a:pPr>
            <a:r>
              <a:rPr lang="en-US" sz="2150" kern="1200">
                <a:solidFill>
                  <a:srgbClr val="002B11"/>
                </a:solidFill>
                <a:latin typeface="Poppins" pitchFamily="34" charset="0"/>
                <a:ea typeface="Poppins" pitchFamily="34" charset="-122"/>
                <a:cs typeface="Poppins" pitchFamily="34" charset="-120"/>
              </a:rPr>
              <a:t>Reports of an upcoming trip.</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35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7" name="Screenshot 18607"/>
          <p:cNvPicPr>
            <a:picLocks noChangeAspect="1"/>
          </p:cNvPicPr>
          <p:nvPr/>
        </p:nvPicPr>
        <p:blipFill>
          <a:blip r:embed="rId5"/>
          <a:stretch>
            <a:fillRect/>
          </a:stretch>
        </p:blipFill>
        <p:spPr>
          <a:xfrm>
            <a:off x="5242560" y="1328058"/>
            <a:ext cx="6307908" cy="4158342"/>
          </a:xfrm>
          <a:prstGeom prst="rect">
            <a:avLst/>
          </a:prstGeom>
          <a:ln w="12700">
            <a:solidFill>
              <a:srgbClr val="002B11"/>
            </a:solid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Private Info</a:t>
            </a:r>
            <a:endParaRPr lang="en-US" sz="3750" kern="1200">
              <a:solidFill>
                <a:prstClr val="black"/>
              </a:solidFill>
              <a:latin typeface="Calibri" panose="020F0502020204030204"/>
              <a:ea typeface="+mn-ea"/>
              <a:cs typeface="+mn-cs"/>
            </a:endParaRPr>
          </a:p>
        </p:txBody>
      </p:sp>
      <p:sp>
        <p:nvSpPr>
          <p:cNvPr id="6" name="Text 2"/>
          <p:cNvSpPr/>
          <p:nvPr/>
        </p:nvSpPr>
        <p:spPr>
          <a:xfrm>
            <a:off x="658587" y="2896035"/>
            <a:ext cx="5271643" cy="558800"/>
          </a:xfrm>
          <a:prstGeom prst="rect">
            <a:avLst/>
          </a:prstGeom>
          <a:noFill/>
          <a:ln/>
        </p:spPr>
        <p:txBody>
          <a:bodyPr wrap="square" lIns="16933" tIns="16933" rIns="16933" bIns="16933" rtlCol="0" anchor="ctr">
            <a:noAutofit/>
          </a:bodyPr>
          <a:lstStyle/>
          <a:p>
            <a:pPr defTabSz="609630">
              <a:lnSpc>
                <a:spcPct val="145000"/>
              </a:lnSpc>
              <a:buClrTx/>
            </a:pPr>
            <a:r>
              <a:rPr lang="en-US" sz="1600" kern="1200" dirty="0">
                <a:solidFill>
                  <a:srgbClr val="1F2937"/>
                </a:solidFill>
                <a:latin typeface="Poppins"/>
                <a:cs typeface="Poppins"/>
              </a:rPr>
              <a:t>Property private information, such as </a:t>
            </a:r>
            <a:r>
              <a:rPr lang="en-US" sz="1600" kern="1200" dirty="0" err="1">
                <a:solidFill>
                  <a:srgbClr val="1F2937"/>
                </a:solidFill>
                <a:latin typeface="Poppins"/>
                <a:cs typeface="Poppins"/>
              </a:rPr>
              <a:t>wifi</a:t>
            </a:r>
            <a:r>
              <a:rPr lang="en-US" sz="1600" kern="1200" dirty="0">
                <a:solidFill>
                  <a:srgbClr val="1F2937"/>
                </a:solidFill>
                <a:latin typeface="Poppins"/>
                <a:cs typeface="Poppins"/>
              </a:rPr>
              <a:t> codes or key locations.</a:t>
            </a:r>
          </a:p>
        </p:txBody>
      </p:sp>
      <p:sp>
        <p:nvSpPr>
          <p:cNvPr id="7" name="Text 3"/>
          <p:cNvSpPr/>
          <p:nvPr/>
        </p:nvSpPr>
        <p:spPr>
          <a:xfrm>
            <a:off x="658586" y="3634921"/>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A member's identity that is revealed in an OR that is not shared in their review or part of their username.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36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8" name="Screenshot 18608"/>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Profane/Vulgar (1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From the mouths of our reviewers...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“Not worth a wet wank on a winter's day”</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would rather sh&amp;t in my hands and clap”</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37</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Profane/Vulgar (2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From the mouths of our reviewers (continued)...</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“Mind you, I'll eat a goat's ass if I'm hungry enough?”</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“When he finally did arrive he was useless as tits on a bull”</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38</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Property Policy Complaint</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a:ea typeface="Poppins" pitchFamily="34" charset="-122"/>
                <a:cs typeface="Poppins"/>
              </a:rPr>
              <a:t>Comments on property policy as a</a:t>
            </a:r>
            <a:endParaRPr lang="en-US" sz="2150" kern="1200">
              <a:latin typeface="Poppins"/>
              <a:ea typeface="Poppins" pitchFamily="34" charset="-122"/>
              <a:cs typeface="Poppins"/>
            </a:endParaRPr>
          </a:p>
          <a:p>
            <a:pPr defTabSz="609630">
              <a:buClrTx/>
            </a:pPr>
            <a:r>
              <a:rPr lang="en-US" sz="2150" kern="1200">
                <a:solidFill>
                  <a:srgbClr val="002B11"/>
                </a:solidFill>
                <a:latin typeface="Poppins"/>
                <a:ea typeface="Poppins" pitchFamily="34" charset="-122"/>
                <a:cs typeface="Poppins"/>
              </a:rPr>
              <a:t>non-guest, without a valid service experience.</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39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9" name="Screenshot 18609"/>
          <p:cNvPicPr>
            <a:picLocks noChangeAspect="1"/>
          </p:cNvPicPr>
          <p:nvPr/>
        </p:nvPicPr>
        <p:blipFill>
          <a:blip r:embed="rId5"/>
          <a:stretch>
            <a:fillRect/>
          </a:stretch>
        </p:blipFill>
        <p:spPr>
          <a:xfrm>
            <a:off x="6113418" y="1458686"/>
            <a:ext cx="5756365" cy="3846285"/>
          </a:xfrm>
          <a:prstGeom prst="rect">
            <a:avLst/>
          </a:prstGeom>
          <a:ln w="12700">
            <a:solidFill>
              <a:srgbClr val="002B11"/>
            </a:solid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Rating Misunderstood</a:t>
            </a:r>
            <a:endParaRPr lang="en-US" sz="3750" kern="1200">
              <a:solidFill>
                <a:prstClr val="black"/>
              </a:solidFill>
              <a:latin typeface="Calibri" panose="020F0502020204030204"/>
              <a:ea typeface="+mn-ea"/>
              <a:cs typeface="+mn-cs"/>
            </a:endParaRPr>
          </a:p>
        </p:txBody>
      </p:sp>
      <p:sp>
        <p:nvSpPr>
          <p:cNvPr id="6" name="Text 2"/>
          <p:cNvSpPr/>
          <p:nvPr/>
        </p:nvSpPr>
        <p:spPr>
          <a:xfrm>
            <a:off x="723901" y="3004893"/>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dirty="0">
                <a:solidFill>
                  <a:srgbClr val="002B11"/>
                </a:solidFill>
                <a:latin typeface="Poppins"/>
                <a:ea typeface="Poppins" pitchFamily="34" charset="-122"/>
                <a:cs typeface="Poppins"/>
              </a:rPr>
              <a:t>Inconsistency between text and selected </a:t>
            </a:r>
            <a:r>
              <a:rPr lang="en-US" sz="2150" kern="1200">
                <a:solidFill>
                  <a:srgbClr val="002B11"/>
                </a:solidFill>
                <a:latin typeface="Poppins"/>
                <a:ea typeface="Poppins" pitchFamily="34" charset="-122"/>
                <a:cs typeface="Poppins"/>
              </a:rPr>
              <a:t>rating</a:t>
            </a:r>
            <a:endParaRPr lang="en-US" sz="215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grpSp>
        <p:nvGrpSpPr>
          <p:cNvPr id="8" name="Google Shape;1118;p172">
            <a:extLst>
              <a:ext uri="{FF2B5EF4-FFF2-40B4-BE49-F238E27FC236}">
                <a16:creationId xmlns:a16="http://schemas.microsoft.com/office/drawing/2014/main" id="{83A60DD7-AAAB-9E20-DFF3-50EAF133F237}"/>
              </a:ext>
            </a:extLst>
          </p:cNvPr>
          <p:cNvGrpSpPr/>
          <p:nvPr/>
        </p:nvGrpSpPr>
        <p:grpSpPr>
          <a:xfrm>
            <a:off x="8727578" y="822295"/>
            <a:ext cx="2699932" cy="4356745"/>
            <a:chOff x="2523000" y="1629800"/>
            <a:chExt cx="2025000" cy="3311100"/>
          </a:xfrm>
        </p:grpSpPr>
        <p:sp>
          <p:nvSpPr>
            <p:cNvPr id="9" name="Google Shape;1119;p172">
              <a:extLst>
                <a:ext uri="{FF2B5EF4-FFF2-40B4-BE49-F238E27FC236}">
                  <a16:creationId xmlns:a16="http://schemas.microsoft.com/office/drawing/2014/main" id="{6F66522F-7FF3-6BDB-E6A4-85C54151C785}"/>
                </a:ext>
              </a:extLst>
            </p:cNvPr>
            <p:cNvSpPr/>
            <p:nvPr/>
          </p:nvSpPr>
          <p:spPr>
            <a:xfrm>
              <a:off x="2523000" y="1629800"/>
              <a:ext cx="2025000" cy="3311100"/>
            </a:xfrm>
            <a:prstGeom prst="rect">
              <a:avLst/>
            </a:prstGeom>
            <a:solidFill>
              <a:srgbClr val="FFFFFF"/>
            </a:solidFill>
            <a:ln w="9525" cap="flat" cmpd="sng">
              <a:solidFill>
                <a:srgbClr val="724C9E"/>
              </a:solidFill>
              <a:prstDash val="solid"/>
              <a:round/>
              <a:headEnd type="none" w="sm" len="sm"/>
              <a:tailEnd type="none" w="sm" len="sm"/>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grpSp>
          <p:nvGrpSpPr>
            <p:cNvPr id="10" name="Google Shape;1120;p172">
              <a:extLst>
                <a:ext uri="{FF2B5EF4-FFF2-40B4-BE49-F238E27FC236}">
                  <a16:creationId xmlns:a16="http://schemas.microsoft.com/office/drawing/2014/main" id="{D8F4ED1C-9493-6749-F29D-C2930D9A833B}"/>
                </a:ext>
              </a:extLst>
            </p:cNvPr>
            <p:cNvGrpSpPr/>
            <p:nvPr/>
          </p:nvGrpSpPr>
          <p:grpSpPr>
            <a:xfrm>
              <a:off x="2683563" y="1778693"/>
              <a:ext cx="629979" cy="580588"/>
              <a:chOff x="7743188" y="1298300"/>
              <a:chExt cx="432975" cy="398975"/>
            </a:xfrm>
          </p:grpSpPr>
          <p:sp>
            <p:nvSpPr>
              <p:cNvPr id="19" name="Google Shape;1121;p172">
                <a:extLst>
                  <a:ext uri="{FF2B5EF4-FFF2-40B4-BE49-F238E27FC236}">
                    <a16:creationId xmlns:a16="http://schemas.microsoft.com/office/drawing/2014/main" id="{D5AC8598-1193-8068-3F5F-3328F647F898}"/>
                  </a:ext>
                </a:extLst>
              </p:cNvPr>
              <p:cNvSpPr/>
              <p:nvPr/>
            </p:nvSpPr>
            <p:spPr>
              <a:xfrm>
                <a:off x="7743188" y="1298300"/>
                <a:ext cx="432975" cy="349725"/>
              </a:xfrm>
              <a:custGeom>
                <a:avLst/>
                <a:gdLst/>
                <a:ahLst/>
                <a:cxnLst/>
                <a:rect l="l" t="t" r="r" b="b"/>
                <a:pathLst>
                  <a:path w="17319" h="13989" extrusionOk="0">
                    <a:moveTo>
                      <a:pt x="8659" y="1"/>
                    </a:moveTo>
                    <a:cubicBezTo>
                      <a:pt x="5329" y="1"/>
                      <a:pt x="2353" y="2056"/>
                      <a:pt x="1176" y="5160"/>
                    </a:cubicBezTo>
                    <a:cubicBezTo>
                      <a:pt x="0" y="8263"/>
                      <a:pt x="865" y="11778"/>
                      <a:pt x="3359" y="13989"/>
                    </a:cubicBezTo>
                    <a:cubicBezTo>
                      <a:pt x="4705" y="12274"/>
                      <a:pt x="6679" y="11417"/>
                      <a:pt x="8654" y="11417"/>
                    </a:cubicBezTo>
                    <a:cubicBezTo>
                      <a:pt x="10629" y="11417"/>
                      <a:pt x="12606" y="12274"/>
                      <a:pt x="13960" y="13989"/>
                    </a:cubicBezTo>
                    <a:cubicBezTo>
                      <a:pt x="16454" y="11778"/>
                      <a:pt x="17319" y="8263"/>
                      <a:pt x="16128" y="5160"/>
                    </a:cubicBezTo>
                    <a:cubicBezTo>
                      <a:pt x="14952" y="2056"/>
                      <a:pt x="11976" y="1"/>
                      <a:pt x="8659" y="1"/>
                    </a:cubicBezTo>
                    <a:close/>
                  </a:path>
                </a:pathLst>
              </a:custGeom>
              <a:solidFill>
                <a:srgbClr val="34E0A1"/>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sz="1900"/>
              </a:p>
            </p:txBody>
          </p:sp>
          <p:sp>
            <p:nvSpPr>
              <p:cNvPr id="20" name="Google Shape;1122;p172">
                <a:extLst>
                  <a:ext uri="{FF2B5EF4-FFF2-40B4-BE49-F238E27FC236}">
                    <a16:creationId xmlns:a16="http://schemas.microsoft.com/office/drawing/2014/main" id="{FB3564E1-03E0-3B7B-16DD-9C466A7FB2FE}"/>
                  </a:ext>
                </a:extLst>
              </p:cNvPr>
              <p:cNvSpPr/>
              <p:nvPr/>
            </p:nvSpPr>
            <p:spPr>
              <a:xfrm>
                <a:off x="7856913" y="1377825"/>
                <a:ext cx="240950" cy="206425"/>
              </a:xfrm>
              <a:custGeom>
                <a:avLst/>
                <a:gdLst/>
                <a:ahLst/>
                <a:cxnLst/>
                <a:rect l="l" t="t" r="r" b="b"/>
                <a:pathLst>
                  <a:path w="9638" h="8257" extrusionOk="0">
                    <a:moveTo>
                      <a:pt x="4152" y="1"/>
                    </a:moveTo>
                    <a:cubicBezTo>
                      <a:pt x="2034" y="1"/>
                      <a:pt x="0" y="1648"/>
                      <a:pt x="0" y="4133"/>
                    </a:cubicBezTo>
                    <a:cubicBezTo>
                      <a:pt x="0" y="6414"/>
                      <a:pt x="1843" y="8257"/>
                      <a:pt x="4125" y="8257"/>
                    </a:cubicBezTo>
                    <a:cubicBezTo>
                      <a:pt x="7795" y="8257"/>
                      <a:pt x="9637" y="3821"/>
                      <a:pt x="7030" y="1213"/>
                    </a:cubicBezTo>
                    <a:cubicBezTo>
                      <a:pt x="6192" y="376"/>
                      <a:pt x="5162" y="1"/>
                      <a:pt x="4152" y="1"/>
                    </a:cubicBezTo>
                    <a:close/>
                  </a:path>
                </a:pathLst>
              </a:custGeom>
              <a:solidFill>
                <a:srgbClr val="FF6666"/>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sz="1900"/>
              </a:p>
            </p:txBody>
          </p:sp>
          <p:sp>
            <p:nvSpPr>
              <p:cNvPr id="21" name="Google Shape;1123;p172">
                <a:extLst>
                  <a:ext uri="{FF2B5EF4-FFF2-40B4-BE49-F238E27FC236}">
                    <a16:creationId xmlns:a16="http://schemas.microsoft.com/office/drawing/2014/main" id="{15FFD0FC-8846-5235-B04D-B32E5E017565}"/>
                  </a:ext>
                </a:extLst>
              </p:cNvPr>
              <p:cNvSpPr/>
              <p:nvPr/>
            </p:nvSpPr>
            <p:spPr>
              <a:xfrm>
                <a:off x="7827863" y="1583800"/>
                <a:ext cx="263975" cy="113475"/>
              </a:xfrm>
              <a:custGeom>
                <a:avLst/>
                <a:gdLst/>
                <a:ahLst/>
                <a:cxnLst/>
                <a:rect l="l" t="t" r="r" b="b"/>
                <a:pathLst>
                  <a:path w="10559" h="4539" extrusionOk="0">
                    <a:moveTo>
                      <a:pt x="5279" y="0"/>
                    </a:moveTo>
                    <a:cubicBezTo>
                      <a:pt x="3317" y="0"/>
                      <a:pt x="1354" y="847"/>
                      <a:pt x="0" y="2541"/>
                    </a:cubicBezTo>
                    <a:cubicBezTo>
                      <a:pt x="1460" y="3830"/>
                      <a:pt x="3331" y="4539"/>
                      <a:pt x="5287" y="4539"/>
                    </a:cubicBezTo>
                    <a:cubicBezTo>
                      <a:pt x="7228" y="4539"/>
                      <a:pt x="9099" y="3830"/>
                      <a:pt x="10559" y="2541"/>
                    </a:cubicBezTo>
                    <a:cubicBezTo>
                      <a:pt x="9205" y="847"/>
                      <a:pt x="7242" y="0"/>
                      <a:pt x="5279" y="0"/>
                    </a:cubicBezTo>
                    <a:close/>
                  </a:path>
                </a:pathLst>
              </a:custGeom>
              <a:solidFill>
                <a:srgbClr val="663399"/>
              </a:solidFill>
              <a:ln>
                <a:noFill/>
              </a:ln>
            </p:spPr>
            <p:txBody>
              <a:bodyPr spcFirstLastPara="1" wrap="square" lIns="121375" tIns="121375" rIns="121375" bIns="121375" anchor="ctr" anchorCtr="0">
                <a:noAutofit/>
              </a:bodyPr>
              <a:lstStyle/>
              <a:p>
                <a:pPr marL="0" lvl="0" indent="0" algn="l" rtl="0">
                  <a:spcBef>
                    <a:spcPts val="0"/>
                  </a:spcBef>
                  <a:spcAft>
                    <a:spcPts val="0"/>
                  </a:spcAft>
                  <a:buNone/>
                </a:pPr>
                <a:endParaRPr/>
              </a:p>
            </p:txBody>
          </p:sp>
        </p:grpSp>
        <p:pic>
          <p:nvPicPr>
            <p:cNvPr id="15" name="Google Shape;1124;p172">
              <a:extLst>
                <a:ext uri="{FF2B5EF4-FFF2-40B4-BE49-F238E27FC236}">
                  <a16:creationId xmlns:a16="http://schemas.microsoft.com/office/drawing/2014/main" id="{40075B61-EBD8-2D9A-D6A9-906478389DB5}"/>
                </a:ext>
              </a:extLst>
            </p:cNvPr>
            <p:cNvPicPr preferRelativeResize="0"/>
            <p:nvPr/>
          </p:nvPicPr>
          <p:blipFill>
            <a:blip r:embed="rId5">
              <a:alphaModFix/>
            </a:blip>
            <a:stretch>
              <a:fillRect/>
            </a:stretch>
          </p:blipFill>
          <p:spPr>
            <a:xfrm>
              <a:off x="2708988" y="3552950"/>
              <a:ext cx="977524" cy="177725"/>
            </a:xfrm>
            <a:prstGeom prst="rect">
              <a:avLst/>
            </a:prstGeom>
            <a:noFill/>
            <a:ln>
              <a:noFill/>
            </a:ln>
          </p:spPr>
        </p:pic>
        <p:sp>
          <p:nvSpPr>
            <p:cNvPr id="16" name="Google Shape;1125;p172">
              <a:extLst>
                <a:ext uri="{FF2B5EF4-FFF2-40B4-BE49-F238E27FC236}">
                  <a16:creationId xmlns:a16="http://schemas.microsoft.com/office/drawing/2014/main" id="{4C2A167C-0122-49DE-9574-28C2F48E3E00}"/>
                </a:ext>
              </a:extLst>
            </p:cNvPr>
            <p:cNvSpPr txBox="1"/>
            <p:nvPr/>
          </p:nvSpPr>
          <p:spPr>
            <a:xfrm>
              <a:off x="3391175" y="1888525"/>
              <a:ext cx="1156800" cy="360900"/>
            </a:xfrm>
            <a:prstGeom prst="rect">
              <a:avLst/>
            </a:prstGeom>
            <a:noFill/>
            <a:ln>
              <a:noFill/>
            </a:ln>
          </p:spPr>
          <p:txBody>
            <a:bodyPr spcFirstLastPara="1" wrap="square" lIns="0" tIns="0" rIns="303475" bIns="0" anchor="ctr" anchorCtr="0">
              <a:noAutofit/>
            </a:bodyPr>
            <a:lstStyle/>
            <a:p>
              <a:pPr marL="0" lvl="0" indent="0" algn="l" rtl="0">
                <a:lnSpc>
                  <a:spcPct val="115000"/>
                </a:lnSpc>
                <a:spcBef>
                  <a:spcPts val="0"/>
                </a:spcBef>
                <a:spcAft>
                  <a:spcPts val="0"/>
                </a:spcAft>
                <a:buNone/>
              </a:pPr>
              <a:r>
                <a:rPr lang="en-US" sz="1100">
                  <a:solidFill>
                    <a:srgbClr val="000000"/>
                  </a:solidFill>
                  <a:latin typeface="Poppins"/>
                  <a:ea typeface="Poppins"/>
                  <a:cs typeface="Poppins"/>
                  <a:sym typeface="Poppins"/>
                </a:rPr>
                <a:t>Traveller2020</a:t>
              </a:r>
              <a:endParaRPr sz="1100">
                <a:solidFill>
                  <a:srgbClr val="000000"/>
                </a:solidFill>
                <a:latin typeface="Poppins"/>
                <a:ea typeface="Poppins"/>
                <a:cs typeface="Poppins"/>
                <a:sym typeface="Poppins"/>
              </a:endParaRPr>
            </a:p>
            <a:p>
              <a:pPr marL="0" lvl="0" indent="0" algn="l" rtl="0">
                <a:lnSpc>
                  <a:spcPct val="115000"/>
                </a:lnSpc>
                <a:spcBef>
                  <a:spcPts val="0"/>
                </a:spcBef>
                <a:spcAft>
                  <a:spcPts val="0"/>
                </a:spcAft>
                <a:buNone/>
              </a:pPr>
              <a:r>
                <a:rPr lang="en-US" sz="1100">
                  <a:solidFill>
                    <a:srgbClr val="000000"/>
                  </a:solidFill>
                  <a:latin typeface="Poppins"/>
                  <a:ea typeface="Poppins"/>
                  <a:cs typeface="Poppins"/>
                  <a:sym typeface="Poppins"/>
                </a:rPr>
                <a:t>New York City, US</a:t>
              </a:r>
              <a:endParaRPr sz="1100">
                <a:solidFill>
                  <a:srgbClr val="000000"/>
                </a:solidFill>
                <a:latin typeface="Poppins"/>
                <a:ea typeface="Poppins"/>
                <a:cs typeface="Poppins"/>
                <a:sym typeface="Poppins"/>
              </a:endParaRPr>
            </a:p>
          </p:txBody>
        </p:sp>
        <p:sp>
          <p:nvSpPr>
            <p:cNvPr id="17" name="Google Shape;1126;p172">
              <a:extLst>
                <a:ext uri="{FF2B5EF4-FFF2-40B4-BE49-F238E27FC236}">
                  <a16:creationId xmlns:a16="http://schemas.microsoft.com/office/drawing/2014/main" id="{2A570EB8-81B2-A26B-8F92-AD70D6A02DE0}"/>
                </a:ext>
              </a:extLst>
            </p:cNvPr>
            <p:cNvSpPr txBox="1"/>
            <p:nvPr/>
          </p:nvSpPr>
          <p:spPr>
            <a:xfrm>
              <a:off x="2709000" y="3886600"/>
              <a:ext cx="1653000" cy="917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sz="1100">
                  <a:latin typeface="Poppins Light"/>
                  <a:ea typeface="Poppins Light"/>
                  <a:cs typeface="Poppins Light"/>
                  <a:sym typeface="Poppins Light"/>
                </a:rPr>
                <a:t>My pasta was frozen, the steak was raw, and we bad way too much for junk food.  I’d never return</a:t>
              </a:r>
              <a:endParaRPr sz="1100">
                <a:solidFill>
                  <a:srgbClr val="000000"/>
                </a:solidFill>
                <a:latin typeface="Poppins Light"/>
                <a:ea typeface="Poppins Light"/>
                <a:cs typeface="Poppins Light"/>
                <a:sym typeface="Poppins Light"/>
              </a:endParaRPr>
            </a:p>
          </p:txBody>
        </p:sp>
        <p:sp>
          <p:nvSpPr>
            <p:cNvPr id="18" name="Google Shape;1127;p172">
              <a:extLst>
                <a:ext uri="{FF2B5EF4-FFF2-40B4-BE49-F238E27FC236}">
                  <a16:creationId xmlns:a16="http://schemas.microsoft.com/office/drawing/2014/main" id="{DAC73BDA-AC00-D849-B850-1D7E5D603BF5}"/>
                </a:ext>
              </a:extLst>
            </p:cNvPr>
            <p:cNvSpPr txBox="1"/>
            <p:nvPr/>
          </p:nvSpPr>
          <p:spPr>
            <a:xfrm>
              <a:off x="2589900" y="2868550"/>
              <a:ext cx="1891200" cy="508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sz="1900" b="1">
                  <a:latin typeface="Poppins"/>
                  <a:ea typeface="Poppins"/>
                  <a:cs typeface="Poppins"/>
                  <a:sym typeface="Poppins"/>
                </a:rPr>
                <a:t>The place sucks! Do not recommend!</a:t>
              </a:r>
              <a:endParaRPr sz="1900" b="1">
                <a:solidFill>
                  <a:srgbClr val="000000"/>
                </a:solidFill>
                <a:latin typeface="Poppins"/>
                <a:ea typeface="Poppins"/>
                <a:cs typeface="Poppins"/>
                <a:sym typeface="Poppins"/>
              </a:endParaRPr>
            </a:p>
          </p:txBody>
        </p:sp>
      </p:grpSp>
      <p:pic>
        <p:nvPicPr>
          <p:cNvPr id="23" name="Google Shape;1117;p172">
            <a:extLst>
              <a:ext uri="{FF2B5EF4-FFF2-40B4-BE49-F238E27FC236}">
                <a16:creationId xmlns:a16="http://schemas.microsoft.com/office/drawing/2014/main" id="{10263F14-54A7-1089-5E33-B747CF7AD61A}"/>
              </a:ext>
            </a:extLst>
          </p:cNvPr>
          <p:cNvPicPr preferRelativeResize="0"/>
          <p:nvPr/>
        </p:nvPicPr>
        <p:blipFill>
          <a:blip r:embed="rId6">
            <a:alphaModFix/>
          </a:blip>
          <a:stretch>
            <a:fillRect/>
          </a:stretch>
        </p:blipFill>
        <p:spPr>
          <a:xfrm>
            <a:off x="6566210" y="1081791"/>
            <a:ext cx="1704475" cy="353428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Rating Not Experienced</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a reviewer rates a sub-category that they haven't experienced.</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It is okay to send when sub-categories are clearly rated incorrectly. For example, a positive review with a 4 or 5 rating and all amenities are rated a '1'. A user can always rate 'Value'. Attractions do not have ratings.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1" name="Screenshot 18611"/>
          <p:cNvPicPr>
            <a:picLocks noChangeAspect="1"/>
          </p:cNvPicPr>
          <p:nvPr/>
        </p:nvPicPr>
        <p:blipFill>
          <a:blip r:embed="rId5"/>
          <a:stretch>
            <a:fillRect/>
          </a:stretch>
        </p:blipFill>
        <p:spPr>
          <a:xfrm>
            <a:off x="5990046" y="1458686"/>
            <a:ext cx="5908765" cy="3882571"/>
          </a:xfrm>
          <a:prstGeom prst="rect">
            <a:avLst/>
          </a:prstGeom>
          <a:ln w="12700">
            <a:solidFill>
              <a:srgbClr val="002B11"/>
            </a:solid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Sexually Explicit/Graphic</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Used when a reviewer includes non-family friendly content, such as graphic descriptions of sexual activity.</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265817" y="1306286"/>
            <a:ext cx="5589451" cy="3664857"/>
          </a:xfrm>
          <a:prstGeom prst="rect">
            <a:avLst/>
          </a:prstGeom>
          <a:ln w="12700">
            <a:solidFill>
              <a:srgbClr val="002B11"/>
            </a:solid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80886"/>
            <a:ext cx="9779000" cy="75565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cs typeface="Poppins" pitchFamily="34" charset="-120"/>
              </a:rPr>
              <a:t>Second Hand Experience</a:t>
            </a: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Used when a reviewer is reporting only on another traveler's experience.</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“My daughter stayed at this hotel and loved it.”</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“My son went to Disney World with his cousins. They spent 5 days going to the parks and of them all, Space Mountain was his favorite.”</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43</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 Commentary</a:t>
            </a:r>
            <a:endParaRPr lang="en-US" sz="3750" kern="1200">
              <a:solidFill>
                <a:prstClr val="black"/>
              </a:solidFill>
              <a:latin typeface="Calibri" panose="020F0502020204030204"/>
              <a:ea typeface="+mn-ea"/>
              <a:cs typeface="+mn-cs"/>
            </a:endParaRPr>
          </a:p>
        </p:txBody>
      </p:sp>
      <p:sp>
        <p:nvSpPr>
          <p:cNvPr id="6" name="Text 2"/>
          <p:cNvSpPr/>
          <p:nvPr/>
        </p:nvSpPr>
        <p:spPr>
          <a:xfrm>
            <a:off x="731158" y="2750893"/>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Used when a reviewer has included excessive or inflammatory comments about other reviews, reviewers or owner responses.</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011818" y="1850572"/>
            <a:ext cx="5538650" cy="3635828"/>
          </a:xfrm>
          <a:prstGeom prst="rect">
            <a:avLst/>
          </a:prstGeom>
          <a:ln w="12700">
            <a:solidFill>
              <a:srgbClr val="002B11"/>
            </a:solid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 Booking (1 of 3)</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4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Because we do not list online booking sites on Tripadvisor, we have to remove any review that focuses only on a booking experience with Tripadvisor or Viator. Normally, reviews for online booking sites are rejected with Will Not List, but when users are writing about our company services, we have created a more custom template that provides directions to reach out to Customer Service for possible resolution.</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This review can be rejected because it focuses solely on the Tripadvisor booking experience.</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45</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pic>
        <p:nvPicPr>
          <p:cNvPr id="13" name="Google Shape;1163;p177">
            <a:extLst>
              <a:ext uri="{FF2B5EF4-FFF2-40B4-BE49-F238E27FC236}">
                <a16:creationId xmlns:a16="http://schemas.microsoft.com/office/drawing/2014/main" id="{E0B1328E-8D37-AB9F-9B52-95144B1AA676}"/>
              </a:ext>
            </a:extLst>
          </p:cNvPr>
          <p:cNvPicPr preferRelativeResize="0"/>
          <p:nvPr/>
        </p:nvPicPr>
        <p:blipFill>
          <a:blip r:embed="rId6">
            <a:alphaModFix/>
          </a:blip>
          <a:stretch>
            <a:fillRect/>
          </a:stretch>
        </p:blipFill>
        <p:spPr>
          <a:xfrm>
            <a:off x="4422039" y="3425286"/>
            <a:ext cx="4891430" cy="2898927"/>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 Booking (2 of 3)</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00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Please note - it is not an automatic rejection if the user mentions Tripadvisor or Viator. If there is a direct experience or an expectation with the attached listing, and the commentary about TA is not excessive, the review can generally be published.</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In this example, the user booked a ticket and has an expectation that the balloon tour will depart. A business cancelling a reservation without notice can be published.</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46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pic>
        <p:nvPicPr>
          <p:cNvPr id="13" name="Google Shape;1171;p178">
            <a:extLst>
              <a:ext uri="{FF2B5EF4-FFF2-40B4-BE49-F238E27FC236}">
                <a16:creationId xmlns:a16="http://schemas.microsoft.com/office/drawing/2014/main" id="{93B5ACBC-936F-168E-D1BA-F4CDE2C4563C}"/>
              </a:ext>
            </a:extLst>
          </p:cNvPr>
          <p:cNvPicPr preferRelativeResize="0"/>
          <p:nvPr/>
        </p:nvPicPr>
        <p:blipFill>
          <a:blip r:embed="rId6">
            <a:alphaModFix/>
          </a:blip>
          <a:stretch>
            <a:fillRect/>
          </a:stretch>
        </p:blipFill>
        <p:spPr>
          <a:xfrm>
            <a:off x="4441312" y="3466792"/>
            <a:ext cx="5156362" cy="279400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 Booking (3 of 3) -- How to Process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A manual template is needed.</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Remove using the Other removal reason, this is to ensure that no template is sent to user. Manually send the TA Booking reviewer template through the Reviewer Templates dropdown button.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User Support</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Used when the reviewer is reporting an issue with the TA site or another review.</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“TripAdvisor stop sending my newsletters!”</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48</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Underage User</a:t>
            </a:r>
            <a:endParaRPr lang="en-US" sz="3750" kern="1200">
              <a:solidFill>
                <a:prstClr val="black"/>
              </a:solidFill>
              <a:latin typeface="Calibri" panose="020F0502020204030204"/>
              <a:ea typeface="+mn-ea"/>
              <a:cs typeface="+mn-cs"/>
            </a:endParaRPr>
          </a:p>
        </p:txBody>
      </p:sp>
      <p:sp>
        <p:nvSpPr>
          <p:cNvPr id="6" name="Text 2"/>
          <p:cNvSpPr/>
          <p:nvPr/>
        </p:nvSpPr>
        <p:spPr>
          <a:xfrm>
            <a:off x="694872" y="2750893"/>
            <a:ext cx="5271643" cy="558800"/>
          </a:xfrm>
          <a:prstGeom prst="rect">
            <a:avLst/>
          </a:prstGeom>
          <a:noFill/>
          <a:ln/>
        </p:spPr>
        <p:txBody>
          <a:bodyPr wrap="square" lIns="16933" tIns="16933" rIns="16933" bIns="16933" rtlCol="0" anchor="ctr">
            <a:normAutofit/>
          </a:bodyPr>
          <a:lstStyle/>
          <a:p>
            <a:pPr defTabSz="609630">
              <a:buClrTx/>
            </a:pPr>
            <a:r>
              <a:rPr lang="en-US" sz="1600" kern="1200">
                <a:solidFill>
                  <a:srgbClr val="002B11"/>
                </a:solidFill>
                <a:latin typeface="Poppins"/>
                <a:ea typeface="Poppins" pitchFamily="34" charset="-122"/>
                <a:cs typeface="Poppins"/>
              </a:rPr>
              <a:t>We do not allow users under the age of 13.</a:t>
            </a:r>
            <a:endParaRPr lang="en-US" sz="160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age is stated specifically in the text and is 12 or under, please use this removal.</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49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5656218" y="1603829"/>
            <a:ext cx="5894250" cy="3882571"/>
          </a:xfrm>
          <a:prstGeom prst="rect">
            <a:avLst/>
          </a:prstGeom>
          <a:ln w="12700">
            <a:solidFill>
              <a:srgbClr val="002B11"/>
            </a:solid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Unsupported Language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a reviewer submits text in an unsupported language.</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TripAdvisor currently accepts reviews in the following languages: Arabic, Chinese, Czech, Danish, Dutch, English, French, Finnish, German, Greek, Hebrew, Hungarian, Indonesian, Italian, Japanese, Korean, Norwegian, Polish, Serbian, Slovak, Portuguese, Russian, Spanish, Swedish, Thai, Turkish, Vietnamese.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Wrong Listing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the review is clearly attached to the wrong location and you are unsure which listing the review should be moved to.</a:t>
            </a:r>
            <a:endParaRPr lang="en-US" sz="2150" kern="1200">
              <a:solidFill>
                <a:prstClr val="black"/>
              </a:solidFill>
              <a:latin typeface="Calibri" panose="020F0502020204030204"/>
              <a:ea typeface="+mn-ea"/>
              <a:cs typeface="+mn-cs"/>
            </a:endParaRPr>
          </a:p>
        </p:txBody>
      </p:sp>
      <p:sp>
        <p:nvSpPr>
          <p:cNvPr id="7" name="Text 3"/>
          <p:cNvSpPr/>
          <p:nvPr/>
        </p:nvSpPr>
        <p:spPr>
          <a:xfrm>
            <a:off x="1806498" y="3589503"/>
            <a:ext cx="4289502" cy="848681"/>
          </a:xfrm>
          <a:prstGeom prst="rect">
            <a:avLst/>
          </a:prstGeom>
          <a:noFill/>
          <a:ln/>
        </p:spPr>
        <p:txBody>
          <a:bodyPr wrap="square" lIns="16933" tIns="16933" rIns="16933" bIns="16933" rtlCol="0" anchor="ctr">
            <a:normAutofit fontScale="7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Review is attached to hotel but is for a restaurant that is not named. Cannot determine the correct listing.</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20100001">
            <a:off x="5126263" y="-16065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2870200" y="737507"/>
            <a:ext cx="7225211" cy="959757"/>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Removal Reason Hierarchy</a:t>
            </a:r>
            <a:endParaRPr lang="en-US" sz="3750" kern="1200">
              <a:solidFill>
                <a:prstClr val="black"/>
              </a:solidFill>
              <a:latin typeface="Calibri" panose="020F0502020204030204"/>
              <a:ea typeface="+mn-ea"/>
              <a:cs typeface="+mn-cs"/>
            </a:endParaRPr>
          </a:p>
        </p:txBody>
      </p:sp>
      <p:sp>
        <p:nvSpPr>
          <p:cNvPr id="6" name="Text 2"/>
          <p:cNvSpPr/>
          <p:nvPr/>
        </p:nvSpPr>
        <p:spPr>
          <a:xfrm>
            <a:off x="4650015" y="1394678"/>
            <a:ext cx="5271643" cy="558800"/>
          </a:xfrm>
          <a:prstGeom prst="rect">
            <a:avLst/>
          </a:prstGeom>
          <a:noFill/>
          <a:ln/>
        </p:spPr>
        <p:txBody>
          <a:bodyPr wrap="square" lIns="16933" tIns="16933" rIns="16933" bIns="16933" rtlCol="0" anchor="ctr">
            <a:normAutofit/>
          </a:bodyPr>
          <a:lstStyle/>
          <a:p>
            <a:pPr defTabSz="609630">
              <a:buClrTx/>
            </a:pPr>
            <a:r>
              <a:rPr lang="en-US" sz="2150" kern="1200">
                <a:solidFill>
                  <a:srgbClr val="002B11"/>
                </a:solidFill>
                <a:latin typeface="Poppins"/>
                <a:ea typeface="Poppins" pitchFamily="34" charset="-122"/>
                <a:cs typeface="Poppins"/>
              </a:rPr>
              <a:t>Reject vs Resubmit</a:t>
            </a:r>
            <a:endParaRPr lang="en-US" sz="2150" kern="1200">
              <a:solidFill>
                <a:prstClr val="black"/>
              </a:solidFill>
              <a:latin typeface="Poppins"/>
              <a:ea typeface="Calibri"/>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2274389" y="1952172"/>
            <a:ext cx="6968307" cy="4615542"/>
          </a:xfrm>
          <a:prstGeom prst="rect">
            <a:avLst/>
          </a:prstGeom>
          <a:ln w="12700">
            <a:solidFill>
              <a:srgbClr val="002B11"/>
            </a:solid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Rejection Reason Hierarchy Notes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t">
            <a:normAutofit fontScale="85000" lnSpcReduction="10000"/>
          </a:bodyPr>
          <a:lstStyle/>
          <a:p>
            <a:pPr defTabSz="609630">
              <a:lnSpc>
                <a:spcPct val="80000"/>
              </a:lnSpc>
              <a:buClrTx/>
            </a:pPr>
            <a:r>
              <a:rPr lang="en-US" sz="1200" kern="1200">
                <a:solidFill>
                  <a:srgbClr val="6B7280"/>
                </a:solidFill>
                <a:latin typeface="Poppins" pitchFamily="34" charset="0"/>
                <a:cs typeface="Poppins" pitchFamily="34" charset="-120"/>
              </a:rPr>
              <a:t>icon</a:t>
            </a: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30136" y="2922814"/>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Rule 2</a:t>
            </a:r>
            <a:endParaRPr lang="en-US" sz="1850" kern="1200">
              <a:solidFill>
                <a:prstClr val="black"/>
              </a:solidFill>
              <a:latin typeface="Calibri" panose="020F0502020204030204"/>
              <a:ea typeface="+mn-ea"/>
              <a:cs typeface="+mn-cs"/>
            </a:endParaRPr>
          </a:p>
        </p:txBody>
      </p:sp>
      <p:sp>
        <p:nvSpPr>
          <p:cNvPr id="18" name="Text 12"/>
          <p:cNvSpPr/>
          <p:nvPr/>
        </p:nvSpPr>
        <p:spPr>
          <a:xfrm>
            <a:off x="1630136" y="3265714"/>
            <a:ext cx="10477500" cy="330200"/>
          </a:xfrm>
          <a:prstGeom prst="rect">
            <a:avLst/>
          </a:prstGeom>
          <a:noFill/>
          <a:ln/>
        </p:spPr>
        <p:txBody>
          <a:bodyPr wrap="square" lIns="16933" tIns="16933" rIns="16933" bIns="16933" rtlCol="0" anchor="t">
            <a:normAutofit fontScale="85000" lnSpcReduction="20000"/>
          </a:bodyPr>
          <a:lstStyle/>
          <a:p>
            <a:pPr defTabSz="609630">
              <a:lnSpc>
                <a:spcPct val="90000"/>
              </a:lnSpc>
              <a:buClrTx/>
            </a:pPr>
            <a:r>
              <a:rPr lang="en-US" kern="1200">
                <a:solidFill>
                  <a:srgbClr val="6B7280"/>
                </a:solidFill>
                <a:latin typeface="Poppins" pitchFamily="34" charset="0"/>
                <a:cs typeface="Poppins" pitchFamily="34" charset="-120"/>
              </a:rPr>
              <a:t>Do not check attachment on reviews that do not meet guidelines. If correct attachment is clearly known, move to correct listing and use applicable removal reason.</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Rule 3</a:t>
            </a: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fontScale="85000" lnSpcReduction="10000"/>
          </a:bodyPr>
          <a:lstStyle/>
          <a:p>
            <a:pPr defTabSz="609630">
              <a:buClrTx/>
            </a:pPr>
            <a:r>
              <a:rPr lang="en-US" sz="1600" kern="1200">
                <a:solidFill>
                  <a:srgbClr val="6B7280"/>
                </a:solidFill>
                <a:latin typeface="Poppins" pitchFamily="34" charset="0"/>
                <a:ea typeface="Poppins" pitchFamily="34" charset="-122"/>
                <a:cs typeface="Poppins" pitchFamily="34" charset="-120"/>
              </a:rPr>
              <a:t>If review needs to be escalated for New Listing but contains a guideline violation, remove with the guideline violation.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53</a:t>
            </a:r>
            <a:endParaRPr lang="en-US" sz="1200" kern="1200">
              <a:solidFill>
                <a:prstClr val="black"/>
              </a:solidFill>
              <a:latin typeface="Calibri" panose="020F0502020204030204"/>
              <a:ea typeface="+mn-ea"/>
              <a:cs typeface="+mn-cs"/>
            </a:endParaRPr>
          </a:p>
        </p:txBody>
      </p:sp>
      <p:sp>
        <p:nvSpPr>
          <p:cNvPr id="25" name="Text 11">
            <a:extLst>
              <a:ext uri="{FF2B5EF4-FFF2-40B4-BE49-F238E27FC236}">
                <a16:creationId xmlns:a16="http://schemas.microsoft.com/office/drawing/2014/main" id="{B078CEDE-0340-7F3E-E674-7BF2659E2414}"/>
              </a:ext>
            </a:extLst>
          </p:cNvPr>
          <p:cNvSpPr/>
          <p:nvPr/>
        </p:nvSpPr>
        <p:spPr>
          <a:xfrm>
            <a:off x="1659164" y="1812471"/>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a:ea typeface="Poppins" pitchFamily="34" charset="-122"/>
                <a:cs typeface="Poppins"/>
              </a:rPr>
              <a:t>Rule 1</a:t>
            </a:r>
            <a:endParaRPr lang="en-US" sz="1850" kern="1200">
              <a:solidFill>
                <a:prstClr val="black"/>
              </a:solidFill>
              <a:latin typeface="Calibri" panose="020F0502020204030204"/>
              <a:ea typeface="+mn-ea"/>
              <a:cs typeface="+mn-cs"/>
            </a:endParaRPr>
          </a:p>
        </p:txBody>
      </p:sp>
      <p:sp>
        <p:nvSpPr>
          <p:cNvPr id="26" name="Text 12">
            <a:extLst>
              <a:ext uri="{FF2B5EF4-FFF2-40B4-BE49-F238E27FC236}">
                <a16:creationId xmlns:a16="http://schemas.microsoft.com/office/drawing/2014/main" id="{C9989790-B5FF-865B-D9B4-38ABC19F44DC}"/>
              </a:ext>
            </a:extLst>
          </p:cNvPr>
          <p:cNvSpPr/>
          <p:nvPr/>
        </p:nvSpPr>
        <p:spPr>
          <a:xfrm>
            <a:off x="1659164" y="2155371"/>
            <a:ext cx="10477500" cy="330200"/>
          </a:xfrm>
          <a:prstGeom prst="rect">
            <a:avLst/>
          </a:prstGeom>
          <a:noFill/>
          <a:ln/>
        </p:spPr>
        <p:txBody>
          <a:bodyPr wrap="square" lIns="16933" tIns="16933" rIns="16933" bIns="16933" rtlCol="0" anchor="t">
            <a:normAutofit/>
          </a:bodyPr>
          <a:lstStyle/>
          <a:p>
            <a:pPr defTabSz="609630">
              <a:lnSpc>
                <a:spcPct val="90000"/>
              </a:lnSpc>
              <a:buClrTx/>
            </a:pPr>
            <a:r>
              <a:rPr lang="en-US" sz="1200" kern="1200">
                <a:solidFill>
                  <a:srgbClr val="6B7280"/>
                </a:solidFill>
                <a:latin typeface="Poppins" pitchFamily="34" charset="0"/>
                <a:cs typeface="Poppins" pitchFamily="34" charset="-120"/>
              </a:rPr>
              <a:t>Check CI before taking a CM action -- fraud trumps mod.</a:t>
            </a:r>
          </a:p>
          <a:p>
            <a:pPr defTabSz="609630">
              <a:lnSpc>
                <a:spcPct val="90000"/>
              </a:lnSpc>
              <a:buClrTx/>
            </a:pPr>
            <a:endParaRPr lang="en-US" sz="1200" kern="1200" dirty="0">
              <a:solidFill>
                <a:srgbClr val="6B7280"/>
              </a:solidFill>
              <a:latin typeface="Poppins" pitchFamily="34" charset="0"/>
              <a:cs typeface="Poppins" pitchFamily="34" charset="-12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566057" y="885369"/>
            <a:ext cx="10477500" cy="77470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Rejection Reason Hierarchy Notes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13" name="Shape 7"/>
          <p:cNvSpPr/>
          <p:nvPr/>
        </p:nvSpPr>
        <p:spPr>
          <a:xfrm>
            <a:off x="529771" y="1885043"/>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529771" y="1885043"/>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09171" y="2024743"/>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796471" y="2037443"/>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564821" y="2037443"/>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Rule 4</a:t>
            </a:r>
            <a:endParaRPr lang="en-US" sz="1850" kern="1200">
              <a:solidFill>
                <a:prstClr val="black"/>
              </a:solidFill>
              <a:latin typeface="Calibri" panose="020F0502020204030204"/>
              <a:ea typeface="+mn-ea"/>
              <a:cs typeface="+mn-cs"/>
            </a:endParaRPr>
          </a:p>
        </p:txBody>
      </p:sp>
      <p:sp>
        <p:nvSpPr>
          <p:cNvPr id="18" name="Text 12"/>
          <p:cNvSpPr/>
          <p:nvPr/>
        </p:nvSpPr>
        <p:spPr>
          <a:xfrm>
            <a:off x="1564821" y="2380343"/>
            <a:ext cx="10477500" cy="330200"/>
          </a:xfrm>
          <a:prstGeom prst="rect">
            <a:avLst/>
          </a:prstGeom>
          <a:noFill/>
          <a:ln/>
        </p:spPr>
        <p:txBody>
          <a:bodyPr wrap="square" lIns="16933" tIns="16933" rIns="16933" bIns="16933" rtlCol="0" anchor="t">
            <a:normAutofit fontScale="70000" lnSpcReduction="20000"/>
          </a:bodyPr>
          <a:lstStyle/>
          <a:p>
            <a:pPr defTabSz="609630">
              <a:buClrTx/>
            </a:pPr>
            <a:r>
              <a:rPr lang="en-US" sz="1600" kern="1200">
                <a:solidFill>
                  <a:srgbClr val="6B7280"/>
                </a:solidFill>
                <a:latin typeface="Poppins" pitchFamily="34" charset="0"/>
                <a:ea typeface="Poppins" pitchFamily="34" charset="-122"/>
                <a:cs typeface="Poppins" pitchFamily="34" charset="-120"/>
              </a:rPr>
              <a:t>If there's a need to reject for Rating Not Experienced and another guideline such as Profanity, it's best practice to reject with Profanity or other applicable removal reason, as we hope the user will mend his/her error. Same for Rating Misunderstood.</a:t>
            </a:r>
            <a:endParaRPr lang="en-US" sz="1600" kern="1200">
              <a:solidFill>
                <a:prstClr val="black"/>
              </a:solidFill>
              <a:latin typeface="Calibri" panose="020F0502020204030204"/>
              <a:ea typeface="+mn-ea"/>
              <a:cs typeface="+mn-cs"/>
            </a:endParaRPr>
          </a:p>
        </p:txBody>
      </p:sp>
      <p:sp>
        <p:nvSpPr>
          <p:cNvPr id="19" name="Shape 13"/>
          <p:cNvSpPr/>
          <p:nvPr/>
        </p:nvSpPr>
        <p:spPr>
          <a:xfrm>
            <a:off x="529771" y="2977243"/>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529771" y="2977243"/>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09171" y="3116943"/>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796471" y="3129643"/>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564821" y="3129643"/>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Rule 5</a:t>
            </a:r>
            <a:endParaRPr lang="en-US" sz="1850" kern="1200">
              <a:solidFill>
                <a:prstClr val="black"/>
              </a:solidFill>
              <a:latin typeface="Calibri" panose="020F0502020204030204"/>
              <a:ea typeface="+mn-ea"/>
              <a:cs typeface="+mn-cs"/>
            </a:endParaRPr>
          </a:p>
        </p:txBody>
      </p:sp>
      <p:sp>
        <p:nvSpPr>
          <p:cNvPr id="24" name="Text 18"/>
          <p:cNvSpPr/>
          <p:nvPr/>
        </p:nvSpPr>
        <p:spPr>
          <a:xfrm>
            <a:off x="1564821" y="3472543"/>
            <a:ext cx="10477500" cy="330200"/>
          </a:xfrm>
          <a:prstGeom prst="rect">
            <a:avLst/>
          </a:prstGeom>
          <a:noFill/>
          <a:ln/>
        </p:spPr>
        <p:txBody>
          <a:bodyPr wrap="square" lIns="16933" tIns="16933" rIns="16933" bIns="16933" rtlCol="0" anchor="t">
            <a:normAutofit fontScale="77500" lnSpcReduction="20000"/>
          </a:bodyPr>
          <a:lstStyle/>
          <a:p>
            <a:pPr defTabSz="609630">
              <a:buClrTx/>
            </a:pPr>
            <a:r>
              <a:rPr lang="en-US" sz="1600" kern="1200">
                <a:solidFill>
                  <a:srgbClr val="6B7280"/>
                </a:solidFill>
                <a:latin typeface="Poppins" pitchFamily="34" charset="0"/>
                <a:ea typeface="Poppins" pitchFamily="34" charset="-122"/>
                <a:cs typeface="Poppins" pitchFamily="34" charset="-120"/>
              </a:rPr>
              <a:t>If RMG and contains an Allegation of Incentives and/or Bullying, publish the review and manually send the applicable template.</a:t>
            </a:r>
            <a:endParaRPr lang="en-US" sz="1600" kern="1200">
              <a:solidFill>
                <a:prstClr val="black"/>
              </a:solidFill>
              <a:latin typeface="Calibri" panose="020F0502020204030204"/>
              <a:ea typeface="+mn-ea"/>
              <a:cs typeface="+mn-cs"/>
            </a:endParaRPr>
          </a:p>
        </p:txBody>
      </p:sp>
      <p:sp>
        <p:nvSpPr>
          <p:cNvPr id="25" name="Shape 19"/>
          <p:cNvSpPr/>
          <p:nvPr/>
        </p:nvSpPr>
        <p:spPr>
          <a:xfrm>
            <a:off x="493486" y="4112079"/>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493486" y="4112079"/>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772886" y="4251779"/>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760186" y="4264479"/>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528536" y="4264479"/>
            <a:ext cx="10477500" cy="381000"/>
          </a:xfrm>
          <a:prstGeom prst="rect">
            <a:avLst/>
          </a:prstGeom>
          <a:noFill/>
          <a:ln/>
        </p:spPr>
        <p:txBody>
          <a:bodyPr wrap="square" lIns="16933" tIns="16933" rIns="16933" bIns="16933" rtlCol="0" anchor="t">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Rule 6</a:t>
            </a:r>
            <a:endParaRPr lang="en-US" sz="1850" kern="1200">
              <a:solidFill>
                <a:prstClr val="black"/>
              </a:solidFill>
              <a:latin typeface="Calibri" panose="020F0502020204030204"/>
              <a:ea typeface="+mn-ea"/>
              <a:cs typeface="+mn-cs"/>
            </a:endParaRPr>
          </a:p>
        </p:txBody>
      </p:sp>
      <p:sp>
        <p:nvSpPr>
          <p:cNvPr id="30" name="Text 24"/>
          <p:cNvSpPr/>
          <p:nvPr/>
        </p:nvSpPr>
        <p:spPr>
          <a:xfrm>
            <a:off x="1528536" y="4607379"/>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If DMG, manually send the allegation template along with the appropriate removal reason.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54</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Moderation Verifications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When to manually send verifications for mod reasons.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49"/>
            <a:ext cx="5431367" cy="1475317"/>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anose="00000500000000000000" pitchFamily="2" charset="0"/>
                <a:ea typeface="Poppins" pitchFamily="34" charset="-122"/>
                <a:cs typeface="Poppins" panose="00000500000000000000" pitchFamily="2" charset="0"/>
              </a:rPr>
              <a:t>When a review from a new user mentions bedbugs or food poisoning, an automatic verification is sent once the 'publish' button is selected. </a:t>
            </a:r>
            <a:r>
              <a:rPr lang="en-US" sz="1800">
                <a:solidFill>
                  <a:schemeClr val="dk2"/>
                </a:solidFill>
                <a:latin typeface="Poppins" panose="00000500000000000000" pitchFamily="2" charset="0"/>
                <a:cs typeface="Poppins" panose="00000500000000000000" pitchFamily="2" charset="0"/>
              </a:rPr>
              <a:t>The review will not be posted until the user responds and verifies the submission. </a:t>
            </a:r>
            <a:r>
              <a:rPr lang="en-US" sz="1750" kern="1200">
                <a:solidFill>
                  <a:srgbClr val="1F2937"/>
                </a:solidFill>
                <a:latin typeface="Poppins" panose="00000500000000000000" pitchFamily="2" charset="0"/>
                <a:ea typeface="Poppins" pitchFamily="34" charset="-122"/>
                <a:cs typeface="Poppins" panose="00000500000000000000" pitchFamily="2" charset="0"/>
              </a:rPr>
              <a:t>We manually verify reviews that make certain serious accusations, such as: any theft, robbery or burglary alleged at the property or by a staff member; a food poisoning* or bed bug accusation that did not trigger the BedBug verification filter. *Illness due to food allergies does not need to be verified.</a:t>
            </a:r>
            <a:endParaRPr lang="en-US" sz="1750" kern="1200">
              <a:solidFill>
                <a:prstClr val="black"/>
              </a:solidFill>
              <a:latin typeface="Poppins" panose="00000500000000000000" pitchFamily="2" charset="0"/>
              <a:ea typeface="+mn-ea"/>
              <a:cs typeface="Poppins" panose="00000500000000000000" pitchFamily="2" charset="0"/>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6000"/>
          </a:blip>
          <a:stretch>
            <a:fillRect/>
          </a:stretch>
        </p:blipFill>
        <p:spPr>
          <a:xfrm>
            <a:off x="8763000" y="-2413000"/>
            <a:ext cx="5842000" cy="5715000"/>
          </a:xfrm>
          <a:prstGeom prst="rect">
            <a:avLst/>
          </a:prstGeom>
        </p:spPr>
      </p:pic>
      <p:pic>
        <p:nvPicPr>
          <p:cNvPr id="3" name="Image 1" descr="preencoded.png"/>
          <p:cNvPicPr>
            <a:picLocks noChangeAspect="1"/>
          </p:cNvPicPr>
          <p:nvPr/>
        </p:nvPicPr>
        <p:blipFill>
          <a:blip r:embed="rId4">
            <a:alphaModFix amt="35000"/>
          </a:blip>
          <a:stretch>
            <a:fillRect/>
          </a:stretch>
        </p:blipFill>
        <p:spPr>
          <a:xfrm>
            <a:off x="-2413000" y="4318000"/>
            <a:ext cx="5461000" cy="5334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t="-217" b="-217"/>
          <a:stretch/>
        </p:blipFill>
        <p:spPr>
          <a:xfrm>
            <a:off x="546100" y="552450"/>
            <a:ext cx="1460500" cy="488950"/>
          </a:xfrm>
          <a:prstGeom prst="rect">
            <a:avLst/>
          </a:prstGeom>
        </p:spPr>
      </p:pic>
      <p:sp>
        <p:nvSpPr>
          <p:cNvPr id="6" name="Text 1"/>
          <p:cNvSpPr/>
          <p:nvPr/>
        </p:nvSpPr>
        <p:spPr>
          <a:xfrm>
            <a:off x="546100" y="1435100"/>
            <a:ext cx="5486400" cy="755650"/>
          </a:xfrm>
          <a:prstGeom prst="rect">
            <a:avLst/>
          </a:prstGeom>
          <a:noFill/>
          <a:ln/>
        </p:spPr>
        <p:txBody>
          <a:bodyPr wrap="square" lIns="16933" tIns="16933" rIns="16933" bIns="16933" rtlCol="0" anchor="ctr">
            <a:normAutofit fontScale="77500" lnSpcReduction="2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Moderation Verifications: BedBug Filter</a:t>
            </a:r>
            <a:endParaRPr lang="en-US" sz="3750" kern="1200">
              <a:solidFill>
                <a:prstClr val="black"/>
              </a:solidFill>
              <a:latin typeface="Calibri" panose="020F0502020204030204"/>
              <a:ea typeface="+mn-ea"/>
              <a:cs typeface="+mn-cs"/>
            </a:endParaRPr>
          </a:p>
        </p:txBody>
      </p:sp>
      <p:sp>
        <p:nvSpPr>
          <p:cNvPr id="7" name="Shape 2"/>
          <p:cNvSpPr/>
          <p:nvPr/>
        </p:nvSpPr>
        <p:spPr>
          <a:xfrm>
            <a:off x="609600" y="2540000"/>
            <a:ext cx="5245100" cy="1562100"/>
          </a:xfrm>
          <a:prstGeom prst="roundRect">
            <a:avLst>
              <a:gd name="adj" fmla="val 6098"/>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3"/>
          <p:cNvSpPr/>
          <p:nvPr/>
        </p:nvSpPr>
        <p:spPr>
          <a:xfrm>
            <a:off x="609600" y="2540000"/>
            <a:ext cx="95250" cy="1562100"/>
          </a:xfrm>
          <a:prstGeom prst="rect">
            <a:avLst/>
          </a:prstGeom>
          <a:solidFill>
            <a:srgbClr val="00D7B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4"/>
          <p:cNvSpPr/>
          <p:nvPr/>
        </p:nvSpPr>
        <p:spPr>
          <a:xfrm>
            <a:off x="965200" y="2794000"/>
            <a:ext cx="5099050" cy="314325"/>
          </a:xfrm>
          <a:prstGeom prst="rect">
            <a:avLst/>
          </a:prstGeom>
          <a:noFill/>
          <a:ln/>
        </p:spPr>
        <p:txBody>
          <a:bodyPr wrap="square" lIns="16933" tIns="16933" rIns="16933" bIns="16933" rtlCol="0" anchor="t">
            <a:noAutofit/>
          </a:bodyPr>
          <a:lstStyle/>
          <a:p>
            <a:pPr defTabSz="609630">
              <a:lnSpc>
                <a:spcPct val="130000"/>
              </a:lnSpc>
              <a:buClrTx/>
            </a:pPr>
            <a:r>
              <a:rPr lang="en-US" b="1" kern="1200" dirty="0">
                <a:solidFill>
                  <a:srgbClr val="002B11"/>
                </a:solidFill>
                <a:latin typeface="Poppins"/>
                <a:ea typeface="Poppins" pitchFamily="34" charset="-122"/>
                <a:cs typeface="Poppins"/>
              </a:rPr>
              <a:t>Did the </a:t>
            </a:r>
            <a:r>
              <a:rPr lang="en-US" b="1" kern="1200" dirty="0" err="1">
                <a:solidFill>
                  <a:srgbClr val="002B11"/>
                </a:solidFill>
                <a:latin typeface="Poppins"/>
                <a:ea typeface="Poppins" pitchFamily="34" charset="-122"/>
                <a:cs typeface="Poppins"/>
              </a:rPr>
              <a:t>BedBug</a:t>
            </a:r>
            <a:r>
              <a:rPr lang="en-US" b="1" kern="1200" dirty="0">
                <a:solidFill>
                  <a:srgbClr val="002B11"/>
                </a:solidFill>
                <a:latin typeface="Poppins"/>
                <a:ea typeface="Poppins" pitchFamily="34" charset="-122"/>
                <a:cs typeface="Poppins"/>
              </a:rPr>
              <a:t> Verification Filter fire on the review?</a:t>
            </a:r>
            <a:endParaRPr lang="en-US" kern="1200">
              <a:solidFill>
                <a:srgbClr val="002B11"/>
              </a:solidFill>
              <a:latin typeface="Poppins"/>
              <a:ea typeface="Calibri"/>
              <a:cs typeface="Poppins"/>
            </a:endParaRPr>
          </a:p>
        </p:txBody>
      </p:sp>
      <p:sp>
        <p:nvSpPr>
          <p:cNvPr id="10" name="Text 5"/>
          <p:cNvSpPr/>
          <p:nvPr/>
        </p:nvSpPr>
        <p:spPr>
          <a:xfrm>
            <a:off x="965200" y="3295197"/>
            <a:ext cx="4774565" cy="594320"/>
          </a:xfrm>
          <a:prstGeom prst="rect">
            <a:avLst/>
          </a:prstGeom>
          <a:noFill/>
          <a:ln/>
        </p:spPr>
        <p:txBody>
          <a:bodyPr wrap="square" lIns="16933" tIns="16933" rIns="16933" bIns="16933" rtlCol="0" anchor="t">
            <a:noAutofit/>
          </a:bodyPr>
          <a:lstStyle/>
          <a:p>
            <a:pPr defTabSz="609630">
              <a:lnSpc>
                <a:spcPct val="140000"/>
              </a:lnSpc>
              <a:buClrTx/>
            </a:pPr>
            <a:r>
              <a:rPr lang="en-US" sz="1200" kern="1200">
                <a:solidFill>
                  <a:srgbClr val="1F2937"/>
                </a:solidFill>
                <a:latin typeface="Poppins"/>
                <a:ea typeface="Poppins" pitchFamily="34" charset="-122"/>
                <a:cs typeface="Poppins"/>
              </a:rPr>
              <a:t>Select Publish -- verification will automatically be sent.</a:t>
            </a:r>
            <a:endParaRPr lang="en-US" sz="1200" kern="1200">
              <a:solidFill>
                <a:prstClr val="black"/>
              </a:solidFill>
              <a:latin typeface="Poppins"/>
              <a:ea typeface="Calibri"/>
              <a:cs typeface="Poppins"/>
            </a:endParaRPr>
          </a:p>
        </p:txBody>
      </p:sp>
      <p:sp>
        <p:nvSpPr>
          <p:cNvPr id="11" name="Shape 6"/>
          <p:cNvSpPr/>
          <p:nvPr/>
        </p:nvSpPr>
        <p:spPr>
          <a:xfrm>
            <a:off x="6123215" y="2511880"/>
            <a:ext cx="5455556" cy="1560285"/>
          </a:xfrm>
          <a:prstGeom prst="roundRect">
            <a:avLst>
              <a:gd name="adj" fmla="val 7813"/>
            </a:avLst>
          </a:prstGeom>
          <a:solidFill>
            <a:srgbClr val="FFF0F0"/>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Shape 7"/>
          <p:cNvSpPr/>
          <p:nvPr/>
        </p:nvSpPr>
        <p:spPr>
          <a:xfrm>
            <a:off x="6125936" y="2504622"/>
            <a:ext cx="109764" cy="15748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8"/>
          <p:cNvSpPr/>
          <p:nvPr/>
        </p:nvSpPr>
        <p:spPr>
          <a:xfrm>
            <a:off x="6528708" y="2800350"/>
            <a:ext cx="5099050" cy="314325"/>
          </a:xfrm>
          <a:prstGeom prst="rect">
            <a:avLst/>
          </a:prstGeom>
          <a:noFill/>
          <a:ln/>
        </p:spPr>
        <p:txBody>
          <a:bodyPr wrap="square" lIns="16933" tIns="16933" rIns="16933" bIns="16933" rtlCol="0" anchor="t">
            <a:normAutofit/>
          </a:bodyPr>
          <a:lstStyle/>
          <a:p>
            <a:pPr defTabSz="609630">
              <a:lnSpc>
                <a:spcPct val="130000"/>
              </a:lnSpc>
              <a:buClrTx/>
            </a:pPr>
            <a:r>
              <a:rPr lang="en-US" sz="1500" b="1" kern="1200">
                <a:solidFill>
                  <a:srgbClr val="FF4E51"/>
                </a:solidFill>
                <a:latin typeface="Poppins"/>
                <a:ea typeface="Poppins" pitchFamily="34" charset="-122"/>
                <a:cs typeface="Poppins"/>
              </a:rPr>
              <a:t>If the filter did NOT fire on the review</a:t>
            </a:r>
            <a:endParaRPr lang="en-US" sz="1500" kern="1200">
              <a:solidFill>
                <a:prstClr val="black"/>
              </a:solidFill>
              <a:latin typeface="Poppins"/>
              <a:ea typeface="Calibri"/>
              <a:cs typeface="Poppins"/>
            </a:endParaRPr>
          </a:p>
        </p:txBody>
      </p:sp>
      <p:sp>
        <p:nvSpPr>
          <p:cNvPr id="14" name="Text 9"/>
          <p:cNvSpPr/>
          <p:nvPr/>
        </p:nvSpPr>
        <p:spPr>
          <a:xfrm>
            <a:off x="6538686" y="3259818"/>
            <a:ext cx="5099050" cy="309860"/>
          </a:xfrm>
          <a:prstGeom prst="rect">
            <a:avLst/>
          </a:prstGeom>
          <a:noFill/>
          <a:ln/>
        </p:spPr>
        <p:txBody>
          <a:bodyPr wrap="square" lIns="16933" tIns="16933" rIns="16933" bIns="16933" rtlCol="0" anchor="t">
            <a:noAutofit/>
          </a:bodyPr>
          <a:lstStyle/>
          <a:p>
            <a:pPr defTabSz="609630">
              <a:lnSpc>
                <a:spcPct val="140000"/>
              </a:lnSpc>
              <a:buClrTx/>
            </a:pPr>
            <a:r>
              <a:rPr lang="en-US" sz="1200" kern="1200">
                <a:solidFill>
                  <a:srgbClr val="1F2937"/>
                </a:solidFill>
                <a:latin typeface="Poppins"/>
                <a:ea typeface="Poppins" pitchFamily="34" charset="-122"/>
                <a:cs typeface="Poppins"/>
              </a:rPr>
              <a:t>Select Verify (not Publish). The review stays pending until the user verifies; it then auto-publishes or re-queues for review.</a:t>
            </a:r>
            <a:endParaRPr lang="en-US" sz="1200" kern="1200">
              <a:solidFill>
                <a:prstClr val="black"/>
              </a:solidFill>
              <a:latin typeface="Poppins"/>
              <a:ea typeface="Calibri"/>
              <a:cs typeface="Poppins"/>
            </a:endParaRPr>
          </a:p>
        </p:txBody>
      </p:sp>
      <p:sp>
        <p:nvSpPr>
          <p:cNvPr id="16" name="Shape 11"/>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2"/>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3"/>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56</a:t>
            </a:r>
            <a:endParaRPr lang="en-US" sz="1200" kern="1200">
              <a:solidFill>
                <a:prstClr val="black"/>
              </a:solidFill>
              <a:latin typeface="Calibri" panose="020F0502020204030204"/>
              <a:ea typeface="+mn-ea"/>
              <a:cs typeface="+mn-cs"/>
            </a:endParaRPr>
          </a:p>
        </p:txBody>
      </p:sp>
      <p:sp>
        <p:nvSpPr>
          <p:cNvPr id="19" name="Shape 14"/>
          <p:cNvSpPr/>
          <p:nvPr/>
        </p:nvSpPr>
        <p:spPr>
          <a:xfrm>
            <a:off x="10661650" y="55118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5"/>
          <p:cNvSpPr/>
          <p:nvPr/>
        </p:nvSpPr>
        <p:spPr>
          <a:xfrm>
            <a:off x="10636250" y="55118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
        <p:nvSpPr>
          <p:cNvPr id="21" name="TextBox 20">
            <a:extLst>
              <a:ext uri="{FF2B5EF4-FFF2-40B4-BE49-F238E27FC236}">
                <a16:creationId xmlns:a16="http://schemas.microsoft.com/office/drawing/2014/main" id="{BAC5A835-AC08-28C9-985D-A3C5D502D623}"/>
              </a:ext>
            </a:extLst>
          </p:cNvPr>
          <p:cNvSpPr txBox="1"/>
          <p:nvPr/>
        </p:nvSpPr>
        <p:spPr>
          <a:xfrm>
            <a:off x="610972" y="4319299"/>
            <a:ext cx="7399783" cy="523220"/>
          </a:xfrm>
          <a:prstGeom prst="rect">
            <a:avLst/>
          </a:prstGeom>
          <a:noFill/>
        </p:spPr>
        <p:txBody>
          <a:bodyPr wrap="none" rtlCol="0">
            <a:spAutoFit/>
          </a:bodyPr>
          <a:lstStyle/>
          <a:p>
            <a:r>
              <a:rPr lang="en-US">
                <a:solidFill>
                  <a:schemeClr val="dk2"/>
                </a:solidFill>
                <a:latin typeface="Poppins" panose="00000500000000000000" pitchFamily="2" charset="0"/>
                <a:cs typeface="Poppins" panose="00000500000000000000" pitchFamily="2" charset="0"/>
              </a:rPr>
              <a:t>*</a:t>
            </a:r>
            <a:r>
              <a:rPr lang="en-US" err="1">
                <a:solidFill>
                  <a:schemeClr val="dk2"/>
                </a:solidFill>
                <a:latin typeface="Poppins" panose="00000500000000000000" pitchFamily="2" charset="0"/>
                <a:cs typeface="Poppins" panose="00000500000000000000" pitchFamily="2" charset="0"/>
              </a:rPr>
              <a:t>BedBug</a:t>
            </a:r>
            <a:r>
              <a:rPr lang="en-US">
                <a:solidFill>
                  <a:schemeClr val="dk2"/>
                </a:solidFill>
                <a:latin typeface="Poppins" panose="00000500000000000000" pitchFamily="2" charset="0"/>
                <a:cs typeface="Poppins" panose="00000500000000000000" pitchFamily="2" charset="0"/>
              </a:rPr>
              <a:t> verification filter status will be visible in the comment history on the ART</a:t>
            </a:r>
          </a:p>
          <a:p>
            <a:endParaRPr lang="en-US">
              <a:latin typeface="Poppins" panose="00000500000000000000" pitchFamily="2" charset="0"/>
              <a:cs typeface="Poppins" panose="00000500000000000000" pitchFamily="2" charset="0"/>
            </a:endParaRPr>
          </a:p>
        </p:txBody>
      </p:sp>
      <p:pic>
        <p:nvPicPr>
          <p:cNvPr id="23" name="Google Shape;1241;p188" descr="A screenshot of a computer&#10;&#10;AI-generated content may be incorrect.">
            <a:extLst>
              <a:ext uri="{FF2B5EF4-FFF2-40B4-BE49-F238E27FC236}">
                <a16:creationId xmlns:a16="http://schemas.microsoft.com/office/drawing/2014/main" id="{27AAA71A-6423-B7B2-3F65-76EABBFE41D6}"/>
              </a:ext>
            </a:extLst>
          </p:cNvPr>
          <p:cNvPicPr preferRelativeResize="0"/>
          <p:nvPr/>
        </p:nvPicPr>
        <p:blipFill>
          <a:blip r:embed="rId6">
            <a:alphaModFix/>
          </a:blip>
          <a:stretch>
            <a:fillRect/>
          </a:stretch>
        </p:blipFill>
        <p:spPr>
          <a:xfrm>
            <a:off x="1244302" y="4824182"/>
            <a:ext cx="8992200" cy="13800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New User vs. Established User</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lnSpc>
                <a:spcPct val="135000"/>
              </a:lnSpc>
              <a:buClrTx/>
            </a:pPr>
            <a:r>
              <a:rPr lang="en-US" kern="1200">
                <a:solidFill>
                  <a:srgbClr val="1F2937"/>
                </a:solidFill>
                <a:latin typeface="Poppins"/>
                <a:cs typeface="Poppins"/>
              </a:rPr>
              <a:t>Moderation Verifications should be sent manually ONLY for reviews from new users.</a:t>
            </a: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An established user means they have other reviews in their history that have been published days prior to the review with the allegation.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Verifications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The following references in review text would qualify for a verification to be issued to new users: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There is no need to verify for any of these scenarios if the user is established. For this purpose 'established' means they have other reviews in their history that have been published days prior to the review with the allegation.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58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7" name="Screenshot 18607"/>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30250"/>
            <a:ext cx="8046720" cy="755650"/>
          </a:xfrm>
          <a:prstGeom prst="rect">
            <a:avLst/>
          </a:prstGeom>
          <a:noFill/>
          <a:ln/>
        </p:spPr>
        <p:txBody>
          <a:bodyPr wrap="square" lIns="16933" tIns="16933" rIns="16933" bIns="16933" rtlCol="0" anchor="ctr">
            <a:normAutofit fontScale="92500"/>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Moderation Removals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28800"/>
            <a:ext cx="6705600" cy="3416300"/>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77900" y="264090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Think about:</a:t>
            </a:r>
            <a:endParaRPr lang="en-US" sz="1750" kern="1200">
              <a:solidFill>
                <a:prstClr val="black"/>
              </a:solidFill>
              <a:latin typeface="Calibri" panose="020F0502020204030204"/>
              <a:ea typeface="+mn-ea"/>
              <a:cs typeface="+mn-cs"/>
            </a:endParaRPr>
          </a:p>
        </p:txBody>
      </p:sp>
      <p:sp>
        <p:nvSpPr>
          <p:cNvPr id="12" name="Text 7"/>
          <p:cNvSpPr/>
          <p:nvPr/>
        </p:nvSpPr>
        <p:spPr>
          <a:xfrm>
            <a:off x="977900" y="3101281"/>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Which removal reasons still feel unclear to you?</a:t>
            </a:r>
            <a:endParaRPr lang="en-US" sz="1750" kern="1200">
              <a:solidFill>
                <a:prstClr val="black"/>
              </a:solidFill>
              <a:latin typeface="Calibri" panose="020F0502020204030204"/>
              <a:ea typeface="+mn-ea"/>
              <a:cs typeface="+mn-cs"/>
            </a:endParaRPr>
          </a:p>
        </p:txBody>
      </p:sp>
      <p:sp>
        <p:nvSpPr>
          <p:cNvPr id="13" name="Text 8"/>
          <p:cNvSpPr/>
          <p:nvPr/>
        </p:nvSpPr>
        <p:spPr>
          <a:xfrm>
            <a:off x="977900" y="356165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Which scenarios would you want a second opinion on?</a:t>
            </a:r>
            <a:endParaRPr lang="en-US" sz="1750" kern="1200">
              <a:solidFill>
                <a:prstClr val="black"/>
              </a:solidFill>
              <a:latin typeface="Calibri" panose="020F0502020204030204"/>
              <a:ea typeface="+mn-ea"/>
              <a:cs typeface="+mn-cs"/>
            </a:endParaRPr>
          </a:p>
        </p:txBody>
      </p:sp>
      <p:sp>
        <p:nvSpPr>
          <p:cNvPr id="14" name="Text 9"/>
          <p:cNvSpPr/>
          <p:nvPr/>
        </p:nvSpPr>
        <p:spPr>
          <a:xfrm>
            <a:off x="977900" y="4110931"/>
            <a:ext cx="6565900" cy="330200"/>
          </a:xfrm>
          <a:prstGeom prst="rect">
            <a:avLst/>
          </a:prstGeom>
          <a:noFill/>
          <a:ln/>
        </p:spPr>
        <p:txBody>
          <a:bodyPr wrap="square" lIns="16933" tIns="16933" rIns="16933" bIns="16933" rtlCol="0" anchor="t">
            <a:normAutofit/>
          </a:bodyPr>
          <a:lstStyle/>
          <a:p>
            <a:pPr defTabSz="609630">
              <a:buClrTx/>
            </a:pPr>
            <a:r>
              <a:rPr lang="en-US" sz="1600" i="1" kern="1200">
                <a:solidFill>
                  <a:srgbClr val="6B7280"/>
                </a:solidFill>
                <a:latin typeface="Poppins" pitchFamily="34" charset="0"/>
                <a:ea typeface="Poppins" pitchFamily="34" charset="-122"/>
                <a:cs typeface="Poppins" pitchFamily="34" charset="-120"/>
              </a:rPr>
              <a:t>Share your questions with your group.</a:t>
            </a:r>
            <a:endParaRPr lang="en-US" sz="1600" kern="1200">
              <a:solidFill>
                <a:prstClr val="black"/>
              </a:solidFill>
              <a:latin typeface="Calibri" panose="020F0502020204030204"/>
              <a:ea typeface="+mn-ea"/>
              <a:cs typeface="+mn-cs"/>
            </a:endParaRP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59</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Moderation Removals</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 used to work here" appears in a review. What removal reason applies?</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a:ea typeface="Poppins" pitchFamily="34" charset="-122"/>
                <a:cs typeface="Poppins"/>
              </a:rPr>
              <a:t>Affiliation Stated in Review</a:t>
            </a:r>
            <a:endParaRPr lang="en-US" sz="1600" b="1" kern="1200">
              <a:solidFill>
                <a:prstClr val="black"/>
              </a:solidFill>
              <a:latin typeface="Poppins"/>
              <a:ea typeface="+mn-ea"/>
              <a:cs typeface="Poppin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Not-substantive</a:t>
            </a:r>
            <a:endParaRPr lang="en-US" sz="1600" kern="1200">
              <a:solidFill>
                <a:prstClr val="black"/>
              </a:solidFill>
              <a:latin typeface="Poppins"/>
              <a:ea typeface="+mn-ea"/>
              <a:cs typeface="Poppins"/>
            </a:endParaRPr>
          </a:p>
        </p:txBody>
      </p:sp>
      <p:sp>
        <p:nvSpPr>
          <p:cNvPr id="18" name="Text 16"/>
          <p:cNvSpPr/>
          <p:nvPr/>
        </p:nvSpPr>
        <p:spPr>
          <a:xfrm>
            <a:off x="10858500" y="3155899"/>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Other</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Ineligible Experience</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60</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Duplicate Reviews</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One duplicate review is in HOLD status while the other is pending. What's the correct action?</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a:ea typeface="Poppins" pitchFamily="34" charset="-122"/>
                <a:cs typeface="Poppins"/>
              </a:rPr>
              <a:t>Publish the pending submission, remove the HOLD one as duplicate, no template</a:t>
            </a:r>
            <a:endParaRPr lang="en-US" sz="1600" b="1" kern="1200">
              <a:solidFill>
                <a:prstClr val="black"/>
              </a:solidFill>
              <a:latin typeface="Poppins"/>
              <a:ea typeface="Calibri"/>
              <a:cs typeface="Poppin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Cambria"/>
                <a:cs typeface="Poppins"/>
              </a:rPr>
              <a:t>Remove both reviews with No Duplicate reason</a:t>
            </a:r>
            <a:endParaRPr lang="en-US" sz="1600" kern="1200">
              <a:solidFill>
                <a:prstClr val="black"/>
              </a:solidFill>
              <a:latin typeface="Poppins"/>
              <a:ea typeface="Calibri"/>
              <a:cs typeface="Calibri"/>
            </a:endParaRPr>
          </a:p>
        </p:txBody>
      </p:sp>
      <p:sp>
        <p:nvSpPr>
          <p:cNvPr id="18" name="Text 16"/>
          <p:cNvSpPr/>
          <p:nvPr/>
        </p:nvSpPr>
        <p:spPr>
          <a:xfrm>
            <a:off x="10858500" y="3155899"/>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Publish both reviews</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Escalate to Fraud Support</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61</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a:bodyPr>
          <a:lstStyle/>
          <a:p>
            <a:pPr marL="0" indent="0" algn="l">
              <a:buNone/>
            </a:pPr>
            <a:r>
              <a:rPr lang="en-US" sz="3750" b="1">
                <a:solidFill>
                  <a:srgbClr val="002B11"/>
                </a:solidFill>
                <a:latin typeface="Poppins" pitchFamily="34" charset="0"/>
                <a:ea typeface="Poppins" pitchFamily="34" charset="-122"/>
                <a:cs typeface="Poppins" pitchFamily="34" charset="-120"/>
              </a:rPr>
              <a:t>Section 1 Recap: Moderation Removals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828800" y="2343349"/>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200" b="1" dirty="0">
                <a:solidFill>
                  <a:srgbClr val="002B11"/>
                </a:solidFill>
                <a:latin typeface="Poppins"/>
                <a:ea typeface="Poppins" pitchFamily="34" charset="-122"/>
                <a:cs typeface="Poppins"/>
              </a:rPr>
              <a:t>Regular removals cover the standard content-quality reasons -- from personal insults to non-substantive reviews -- while duplicate reviews get resolved by publishing the most substantive submission, not templating every one.</a:t>
            </a:r>
            <a:endParaRPr lang="en-US" sz="1200"/>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828800" y="3562549"/>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200" b="1">
                <a:solidFill>
                  <a:srgbClr val="002B11"/>
                </a:solidFill>
                <a:latin typeface="Poppins"/>
                <a:ea typeface="Poppins" pitchFamily="34" charset="-122"/>
                <a:cs typeface="Poppins"/>
              </a:rPr>
              <a:t>The Removal Reason Hierarchy exists because guideline violations and fraud outrank routine moderation -- always check CI before taking a moderation action.</a:t>
            </a:r>
            <a:endParaRPr lang="en-US" sz="1200">
              <a:latin typeface="Poppins"/>
              <a:cs typeface="Poppins"/>
            </a:endParaRP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828800" y="4781749"/>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200" b="1" dirty="0">
                <a:solidFill>
                  <a:srgbClr val="002B11"/>
                </a:solidFill>
                <a:latin typeface="Poppins"/>
                <a:ea typeface="Poppins" pitchFamily="34" charset="-122"/>
                <a:cs typeface="Poppins"/>
              </a:rPr>
              <a:t>Moderation verifications (like the </a:t>
            </a:r>
            <a:r>
              <a:rPr lang="en-US" sz="1200" b="1" dirty="0" err="1">
                <a:solidFill>
                  <a:srgbClr val="002B11"/>
                </a:solidFill>
                <a:latin typeface="Poppins"/>
                <a:ea typeface="Poppins" pitchFamily="34" charset="-122"/>
                <a:cs typeface="Poppins"/>
              </a:rPr>
              <a:t>BedBug</a:t>
            </a:r>
            <a:r>
              <a:rPr lang="en-US" sz="1200" b="1" dirty="0">
                <a:solidFill>
                  <a:srgbClr val="002B11"/>
                </a:solidFill>
                <a:latin typeface="Poppins"/>
                <a:ea typeface="Poppins" pitchFamily="34" charset="-122"/>
                <a:cs typeface="Poppins"/>
              </a:rPr>
              <a:t> filter) only need manual follow-up when the automatic filter doesn't fire as expected.</a:t>
            </a:r>
            <a:endParaRPr lang="en-US" sz="1200">
              <a:latin typeface="Poppins"/>
              <a:cs typeface="Poppins"/>
            </a:endParaRP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Rest Area!</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Moderation Removals,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4768850"/>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85000" lnSpcReduction="1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02</a:t>
            </a:r>
            <a:endParaRPr lang="en-US" sz="7300" kern="1200">
              <a:solidFill>
                <a:prstClr val="black"/>
              </a:solidFill>
              <a:latin typeface="Calibri" panose="020F0502020204030204"/>
              <a:ea typeface="+mn-ea"/>
              <a:cs typeface="+mn-cs"/>
            </a:endParaRPr>
          </a:p>
        </p:txBody>
      </p:sp>
      <p:sp>
        <p:nvSpPr>
          <p:cNvPr id="4" name="Text 2"/>
          <p:cNvSpPr/>
          <p:nvPr/>
        </p:nvSpPr>
        <p:spPr>
          <a:xfrm>
            <a:off x="1784945" y="5156200"/>
            <a:ext cx="5294779" cy="478972"/>
          </a:xfrm>
          <a:prstGeom prst="rect">
            <a:avLst/>
          </a:prstGeom>
          <a:noFill/>
          <a:ln/>
        </p:spPr>
        <p:txBody>
          <a:bodyPr wrap="square" lIns="16933" tIns="16933" rIns="16933" bIns="16933" rtlCol="0" anchor="t">
            <a:noAutofit/>
          </a:bodyPr>
          <a:lstStyle/>
          <a:p>
            <a:pPr defTabSz="609630">
              <a:buClrTx/>
            </a:pPr>
            <a:r>
              <a:rPr lang="en-US" sz="3200" b="1" kern="1200">
                <a:solidFill>
                  <a:srgbClr val="00EB5B"/>
                </a:solidFill>
                <a:latin typeface="Poppins"/>
                <a:ea typeface="Poppins" pitchFamily="34" charset="-122"/>
                <a:cs typeface="Poppins"/>
              </a:rPr>
              <a:t>Member Fraud Removals</a:t>
            </a:r>
            <a:endParaRPr lang="en-US" sz="3200" kern="1200">
              <a:solidFill>
                <a:prstClr val="black"/>
              </a:solidFill>
              <a:latin typeface="Poppins"/>
              <a:ea typeface="Calibri"/>
              <a:cs typeface="Calibri"/>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92500" lnSpcReduction="1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Fraud committed for the member's own gain, distinct from property fraud.</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Sheikh Zayed Grand Mosque, Abu Dhabi, UAE</a:t>
            </a:r>
          </a:p>
          <a:p>
            <a:pPr defTabSz="609630">
              <a:buClrTx/>
            </a:pPr>
            <a:r>
              <a:rPr lang="en-US" sz="933" b="1" kern="1200">
                <a:solidFill>
                  <a:srgbClr val="4B2E83"/>
                </a:solidFill>
                <a:latin typeface="Calibri" panose="020F0502020204030204"/>
                <a:ea typeface="+mn-ea"/>
                <a:cs typeface="+mn-cs"/>
              </a:rPr>
              <a:t>Fun fact: can hold over 41,000 worshippers and features the</a:t>
            </a:r>
          </a:p>
          <a:p>
            <a:pPr defTabSz="609630">
              <a:buClrTx/>
            </a:pPr>
            <a:r>
              <a:rPr lang="en-US" sz="933" b="1" kern="1200">
                <a:solidFill>
                  <a:srgbClr val="4B2E83"/>
                </a:solidFill>
                <a:latin typeface="Calibri" panose="020F0502020204030204"/>
                <a:ea typeface="+mn-ea"/>
                <a:cs typeface="+mn-cs"/>
              </a:rPr>
              <a:t>world's largest hand-knotted carpet in a single room.</a:t>
            </a:r>
          </a:p>
          <a:p>
            <a:pPr defTabSz="609630">
              <a:buClrTx/>
            </a:pPr>
            <a:r>
              <a:rPr lang="en-US" sz="933" b="1" kern="1200">
                <a:solidFill>
                  <a:srgbClr val="4B2E83"/>
                </a:solidFill>
                <a:latin typeface="Calibri" panose="020F0502020204030204"/>
                <a:ea typeface="+mn-ea"/>
                <a:cs typeface="+mn-cs"/>
              </a:rPr>
              <a:t>Canva search: "Sheikh Zayed Grand Mosque interior"</a:t>
            </a:r>
          </a:p>
          <a:p>
            <a:pPr defTabSz="609630">
              <a:buClrTx/>
            </a:pPr>
            <a:r>
              <a:rPr lang="en-US" sz="933" b="1" kern="1200">
                <a:solidFill>
                  <a:srgbClr val="4B2E83"/>
                </a:solidFill>
                <a:latin typeface="Calibri" panose="020F0502020204030204"/>
                <a:ea typeface="+mn-ea"/>
                <a:cs typeface="+mn-cs"/>
              </a:rPr>
              <a:t>AI prompt: Sheikh Zayed Grand Mosque Abu Dhabi, white marble, golden hour</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Member Fraud: The Basics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kern="1200" dirty="0">
                <a:solidFill>
                  <a:srgbClr val="002B11"/>
                </a:solidFill>
                <a:latin typeface="Poppins"/>
                <a:ea typeface="Poppins" pitchFamily="34" charset="-122"/>
                <a:cs typeface="Poppins"/>
              </a:rPr>
              <a:t>Member fraud falls under the category of “self gain” for the user, as opposed to property gain.</a:t>
            </a:r>
            <a:endParaRPr lang="en-US" sz="2150" kern="1200" dirty="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6"/>
          <a:stretch>
            <a:fillRect/>
          </a:stretch>
        </p:blipFill>
        <p:spPr>
          <a:xfrm>
            <a:off x="6267989" y="533401"/>
            <a:ext cx="4262962" cy="618075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6000"/>
          </a:blip>
          <a:stretch>
            <a:fillRect/>
          </a:stretch>
        </p:blipFill>
        <p:spPr>
          <a:xfrm>
            <a:off x="8763000" y="-2413000"/>
            <a:ext cx="5842000" cy="5715000"/>
          </a:xfrm>
          <a:prstGeom prst="rect">
            <a:avLst/>
          </a:prstGeom>
        </p:spPr>
      </p:pic>
      <p:pic>
        <p:nvPicPr>
          <p:cNvPr id="3" name="Image 1" descr="preencoded.png"/>
          <p:cNvPicPr>
            <a:picLocks noChangeAspect="1"/>
          </p:cNvPicPr>
          <p:nvPr/>
        </p:nvPicPr>
        <p:blipFill>
          <a:blip r:embed="rId5">
            <a:alphaModFix amt="35000"/>
          </a:blip>
          <a:stretch>
            <a:fillRect/>
          </a:stretch>
        </p:blipFill>
        <p:spPr>
          <a:xfrm>
            <a:off x="-2413000" y="4318000"/>
            <a:ext cx="5461000" cy="5334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6"/>
          <a:srcRect t="-217" b="-217"/>
          <a:stretch/>
        </p:blipFill>
        <p:spPr>
          <a:xfrm>
            <a:off x="546100" y="552450"/>
            <a:ext cx="1460500" cy="488950"/>
          </a:xfrm>
          <a:prstGeom prst="rect">
            <a:avLst/>
          </a:prstGeom>
        </p:spPr>
      </p:pic>
      <p:sp>
        <p:nvSpPr>
          <p:cNvPr id="6" name="Text 1"/>
          <p:cNvSpPr/>
          <p:nvPr/>
        </p:nvSpPr>
        <p:spPr>
          <a:xfrm>
            <a:off x="546100" y="1435100"/>
            <a:ext cx="5486400" cy="755650"/>
          </a:xfrm>
          <a:prstGeom prst="rect">
            <a:avLst/>
          </a:prstGeom>
          <a:noFill/>
          <a:ln/>
        </p:spPr>
        <p:txBody>
          <a:bodyPr wrap="square" lIns="16933" tIns="16933" rIns="16933" bIns="16933" rtlCol="0" anchor="ctr">
            <a:normAutofit fontScale="77500" lnSpcReduction="2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Employee Affiliate Reviews</a:t>
            </a:r>
            <a:endParaRPr lang="en-US" sz="3750" kern="1200">
              <a:solidFill>
                <a:prstClr val="black"/>
              </a:solidFill>
              <a:latin typeface="Calibri" panose="020F0502020204030204"/>
              <a:ea typeface="+mn-ea"/>
              <a:cs typeface="+mn-cs"/>
            </a:endParaRPr>
          </a:p>
        </p:txBody>
      </p:sp>
      <p:sp>
        <p:nvSpPr>
          <p:cNvPr id="7" name="Shape 2"/>
          <p:cNvSpPr/>
          <p:nvPr/>
        </p:nvSpPr>
        <p:spPr>
          <a:xfrm>
            <a:off x="609600" y="2540000"/>
            <a:ext cx="5245100" cy="1562100"/>
          </a:xfrm>
          <a:prstGeom prst="roundRect">
            <a:avLst>
              <a:gd name="adj" fmla="val 6098"/>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3"/>
          <p:cNvSpPr/>
          <p:nvPr/>
        </p:nvSpPr>
        <p:spPr>
          <a:xfrm>
            <a:off x="609600" y="2540000"/>
            <a:ext cx="95250" cy="1562100"/>
          </a:xfrm>
          <a:prstGeom prst="rect">
            <a:avLst/>
          </a:prstGeom>
          <a:solidFill>
            <a:srgbClr val="00D7B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4"/>
          <p:cNvSpPr/>
          <p:nvPr/>
        </p:nvSpPr>
        <p:spPr>
          <a:xfrm>
            <a:off x="965200" y="2794000"/>
            <a:ext cx="5099050" cy="314325"/>
          </a:xfrm>
          <a:prstGeom prst="rect">
            <a:avLst/>
          </a:prstGeom>
          <a:noFill/>
          <a:ln/>
        </p:spPr>
        <p:txBody>
          <a:bodyPr wrap="square" lIns="16933" tIns="16933" rIns="16933" bIns="16933" rtlCol="0" anchor="t">
            <a:normAutofit fontScale="70000" lnSpcReduction="20000"/>
          </a:bodyPr>
          <a:lstStyle/>
          <a:p>
            <a:pPr defTabSz="609630">
              <a:lnSpc>
                <a:spcPct val="130000"/>
              </a:lnSpc>
              <a:buClrTx/>
            </a:pPr>
            <a:r>
              <a:rPr lang="en-US" sz="1750" b="1" kern="1200">
                <a:solidFill>
                  <a:srgbClr val="002B11"/>
                </a:solidFill>
                <a:latin typeface="Poppins" pitchFamily="34" charset="0"/>
                <a:ea typeface="Poppins" pitchFamily="34" charset="-122"/>
                <a:cs typeface="Poppins" pitchFamily="34" charset="-120"/>
              </a:rPr>
              <a:t>Lower-ranking chain employee reviewing an affiliate property</a:t>
            </a:r>
            <a:endParaRPr lang="en-US" sz="1750" kern="1200">
              <a:solidFill>
                <a:prstClr val="black"/>
              </a:solidFill>
              <a:latin typeface="Calibri" panose="020F0502020204030204"/>
              <a:ea typeface="+mn-ea"/>
              <a:cs typeface="+mn-cs"/>
            </a:endParaRPr>
          </a:p>
        </p:txBody>
      </p:sp>
      <p:sp>
        <p:nvSpPr>
          <p:cNvPr id="10" name="Text 5"/>
          <p:cNvSpPr/>
          <p:nvPr/>
        </p:nvSpPr>
        <p:spPr>
          <a:xfrm>
            <a:off x="965200" y="3171825"/>
            <a:ext cx="4774565" cy="594320"/>
          </a:xfrm>
          <a:prstGeom prst="rect">
            <a:avLst/>
          </a:prstGeom>
          <a:noFill/>
          <a:ln/>
        </p:spPr>
        <p:txBody>
          <a:bodyPr wrap="square" lIns="16933" tIns="16933" rIns="16933" bIns="16933" rtlCol="0" anchor="t">
            <a:normAutofit fontScale="62500" lnSpcReduction="20000"/>
          </a:bodyPr>
          <a:lstStyle/>
          <a:p>
            <a:pPr defTabSz="609630">
              <a:lnSpc>
                <a:spcPct val="140000"/>
              </a:lnSpc>
              <a:buClrTx/>
            </a:pPr>
            <a:r>
              <a:rPr lang="en-US" sz="1600" kern="1200">
                <a:solidFill>
                  <a:srgbClr val="1F2937"/>
                </a:solidFill>
                <a:latin typeface="Poppins" pitchFamily="34" charset="0"/>
                <a:ea typeface="Poppins" pitchFamily="34" charset="-122"/>
                <a:cs typeface="Poppins" pitchFamily="34" charset="-120"/>
              </a:rPr>
              <a:t>Acceptable -- employees of hotel chains often receive discounts at affiliate properties, so lower-ranking employees may review affiliate properties in other geos.</a:t>
            </a:r>
            <a:endParaRPr lang="en-US" sz="1600" kern="1200">
              <a:solidFill>
                <a:prstClr val="black"/>
              </a:solidFill>
              <a:latin typeface="Calibri" panose="020F0502020204030204"/>
              <a:ea typeface="+mn-ea"/>
              <a:cs typeface="+mn-cs"/>
            </a:endParaRPr>
          </a:p>
        </p:txBody>
      </p:sp>
      <p:sp>
        <p:nvSpPr>
          <p:cNvPr id="11" name="Shape 6"/>
          <p:cNvSpPr/>
          <p:nvPr/>
        </p:nvSpPr>
        <p:spPr>
          <a:xfrm>
            <a:off x="609600" y="4362450"/>
            <a:ext cx="5245100" cy="1219200"/>
          </a:xfrm>
          <a:prstGeom prst="roundRect">
            <a:avLst>
              <a:gd name="adj" fmla="val 7813"/>
            </a:avLst>
          </a:prstGeom>
          <a:solidFill>
            <a:srgbClr val="FFF0F0"/>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Shape 7"/>
          <p:cNvSpPr/>
          <p:nvPr/>
        </p:nvSpPr>
        <p:spPr>
          <a:xfrm>
            <a:off x="609600" y="4362450"/>
            <a:ext cx="95250" cy="12192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8"/>
          <p:cNvSpPr/>
          <p:nvPr/>
        </p:nvSpPr>
        <p:spPr>
          <a:xfrm>
            <a:off x="965200" y="4578350"/>
            <a:ext cx="5099050" cy="31432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1750" b="1" kern="1200">
                <a:solidFill>
                  <a:srgbClr val="FF4E51"/>
                </a:solidFill>
                <a:latin typeface="Poppins" pitchFamily="34" charset="0"/>
                <a:ea typeface="Poppins" pitchFamily="34" charset="-122"/>
                <a:cs typeface="Poppins" pitchFamily="34" charset="-120"/>
              </a:rPr>
              <a:t>Same-geo or suspected bias</a:t>
            </a:r>
            <a:endParaRPr lang="en-US" sz="1750" kern="1200">
              <a:solidFill>
                <a:prstClr val="black"/>
              </a:solidFill>
              <a:latin typeface="Calibri" panose="020F0502020204030204"/>
              <a:ea typeface="+mn-ea"/>
              <a:cs typeface="+mn-cs"/>
            </a:endParaRPr>
          </a:p>
        </p:txBody>
      </p:sp>
      <p:sp>
        <p:nvSpPr>
          <p:cNvPr id="14" name="Text 9"/>
          <p:cNvSpPr/>
          <p:nvPr/>
        </p:nvSpPr>
        <p:spPr>
          <a:xfrm>
            <a:off x="965200" y="4943475"/>
            <a:ext cx="5099050" cy="309860"/>
          </a:xfrm>
          <a:prstGeom prst="rect">
            <a:avLst/>
          </a:prstGeom>
          <a:noFill/>
          <a:ln/>
        </p:spPr>
        <p:txBody>
          <a:bodyPr wrap="square" lIns="16933" tIns="16933" rIns="16933" bIns="16933" rtlCol="0" anchor="t">
            <a:normAutofit fontScale="40000" lnSpcReduction="20000"/>
          </a:bodyPr>
          <a:lstStyle/>
          <a:p>
            <a:pPr defTabSz="609630">
              <a:lnSpc>
                <a:spcPct val="140000"/>
              </a:lnSpc>
              <a:buClrTx/>
            </a:pPr>
            <a:r>
              <a:rPr lang="en-US" sz="1600" kern="1200">
                <a:solidFill>
                  <a:srgbClr val="1F2937"/>
                </a:solidFill>
                <a:latin typeface="Poppins" pitchFamily="34" charset="0"/>
                <a:ea typeface="Poppins" pitchFamily="34" charset="-122"/>
                <a:cs typeface="Poppins" pitchFamily="34" charset="-120"/>
              </a:rPr>
              <a:t>Large chain employees can review other chain properties only if NOT in the same geo where they work, and no other bias is suspected (e.g. reviewer is also a family member of someone who works at the reviewed property).</a:t>
            </a:r>
            <a:endParaRPr lang="en-US" sz="1600" kern="1200">
              <a:solidFill>
                <a:prstClr val="black"/>
              </a:solidFill>
              <a:latin typeface="Calibri" panose="020F0502020204030204"/>
              <a:ea typeface="+mn-ea"/>
              <a:cs typeface="+mn-cs"/>
            </a:endParaRPr>
          </a:p>
        </p:txBody>
      </p:sp>
      <p:sp>
        <p:nvSpPr>
          <p:cNvPr id="15" name="Shape 10"/>
          <p:cNvSpPr/>
          <p:nvPr/>
        </p:nvSpPr>
        <p:spPr>
          <a:xfrm>
            <a:off x="6426200" y="1587500"/>
            <a:ext cx="5486400" cy="3879850"/>
          </a:xfrm>
          <a:prstGeom prst="roundRect">
            <a:avLst>
              <a:gd name="adj" fmla="val 2291"/>
            </a:avLst>
          </a:prstGeom>
          <a:solidFill>
            <a:srgbClr val="FFFFFF"/>
          </a:solidFill>
          <a:ln/>
          <a:effectLst>
            <a:outerShdw blurRad="266700" dist="114300" dir="5400000" algn="bl" rotWithShape="0">
              <a:srgbClr val="002B11">
                <a:alpha val="16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1"/>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2"/>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3"/>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63</a:t>
            </a:r>
            <a:endParaRPr lang="en-US" sz="1200" kern="1200">
              <a:solidFill>
                <a:prstClr val="black"/>
              </a:solidFill>
              <a:latin typeface="Calibri" panose="020F0502020204030204"/>
              <a:ea typeface="+mn-ea"/>
              <a:cs typeface="+mn-cs"/>
            </a:endParaRPr>
          </a:p>
        </p:txBody>
      </p:sp>
      <p:sp>
        <p:nvSpPr>
          <p:cNvPr id="19" name="Shape 14"/>
          <p:cNvSpPr/>
          <p:nvPr/>
        </p:nvSpPr>
        <p:spPr>
          <a:xfrm>
            <a:off x="10661650" y="55118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5"/>
          <p:cNvSpPr/>
          <p:nvPr/>
        </p:nvSpPr>
        <p:spPr>
          <a:xfrm>
            <a:off x="10636250" y="55118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orig55 18601"/>
          <p:cNvPicPr>
            <a:picLocks noChangeAspect="1"/>
          </p:cNvPicPr>
          <p:nvPr/>
        </p:nvPicPr>
        <p:blipFill>
          <a:blip r:embed="rId7"/>
          <a:stretch>
            <a:fillRect/>
          </a:stretch>
        </p:blipFill>
        <p:spPr>
          <a:xfrm>
            <a:off x="6425183" y="377119"/>
            <a:ext cx="3169667" cy="587546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Types of Member Fraud</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5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Blackmail, Promotion Fraud, Current/Ex-employee, Decoy/Seeding, Disgruntled Customer, Duplicate/Plagiarized Content, Nonsense/Spam/Test, Deceptive Resubmission, Impersonation, Invalid Email, Sideways Boosting, Sideways Marketing, Review Bomb, Temporary Email.</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9" name="Google Shape;1295;p195" descr="A screenshot of a computer&#10;&#10;AI-generated content may be incorrect.">
            <a:extLst>
              <a:ext uri="{FF2B5EF4-FFF2-40B4-BE49-F238E27FC236}">
                <a16:creationId xmlns:a16="http://schemas.microsoft.com/office/drawing/2014/main" id="{83E62F76-629B-BF27-47FC-D4AE19DC522B}"/>
              </a:ext>
            </a:extLst>
          </p:cNvPr>
          <p:cNvPicPr preferRelativeResize="0"/>
          <p:nvPr/>
        </p:nvPicPr>
        <p:blipFill>
          <a:blip r:embed="rId6">
            <a:alphaModFix/>
          </a:blip>
          <a:stretch>
            <a:fillRect/>
          </a:stretch>
        </p:blipFill>
        <p:spPr>
          <a:xfrm>
            <a:off x="7441117" y="403188"/>
            <a:ext cx="3054096" cy="605163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400" b="1" kern="1200">
                <a:solidFill>
                  <a:srgbClr val="002B11"/>
                </a:solidFill>
                <a:latin typeface="Poppins" pitchFamily="34" charset="0"/>
                <a:ea typeface="Poppins" pitchFamily="34" charset="-122"/>
                <a:cs typeface="Poppins" pitchFamily="34" charset="-120"/>
              </a:rPr>
              <a:t>Member Fraud vs. Property and Moderation Removals</a:t>
            </a:r>
            <a:endParaRPr lang="en-US" sz="34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What happens if it is Member Fraud and you remove it as something else?</a:t>
            </a:r>
            <a:endParaRPr lang="en-US" sz="21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grpSp>
        <p:nvGrpSpPr>
          <p:cNvPr id="8" name="Google Shape;1303;p196">
            <a:extLst>
              <a:ext uri="{FF2B5EF4-FFF2-40B4-BE49-F238E27FC236}">
                <a16:creationId xmlns:a16="http://schemas.microsoft.com/office/drawing/2014/main" id="{33C23D94-1ECA-8B9E-D074-4683766F85B8}"/>
              </a:ext>
            </a:extLst>
          </p:cNvPr>
          <p:cNvGrpSpPr/>
          <p:nvPr/>
        </p:nvGrpSpPr>
        <p:grpSpPr>
          <a:xfrm>
            <a:off x="258300" y="4142024"/>
            <a:ext cx="11124530" cy="1622018"/>
            <a:chOff x="-3148938" y="2833897"/>
            <a:chExt cx="10470526" cy="1401677"/>
          </a:xfrm>
        </p:grpSpPr>
        <p:sp>
          <p:nvSpPr>
            <p:cNvPr id="9" name="Google Shape;1304;p196">
              <a:extLst>
                <a:ext uri="{FF2B5EF4-FFF2-40B4-BE49-F238E27FC236}">
                  <a16:creationId xmlns:a16="http://schemas.microsoft.com/office/drawing/2014/main" id="{4E2AE7B1-4C7E-B7F5-08E2-1442B26E6C66}"/>
                </a:ext>
              </a:extLst>
            </p:cNvPr>
            <p:cNvSpPr/>
            <p:nvPr/>
          </p:nvSpPr>
          <p:spPr>
            <a:xfrm>
              <a:off x="-3148938" y="3083414"/>
              <a:ext cx="4773888" cy="1152160"/>
            </a:xfrm>
            <a:custGeom>
              <a:avLst/>
              <a:gdLst/>
              <a:ahLst/>
              <a:cxnLst/>
              <a:rect l="l" t="t" r="r" b="b"/>
              <a:pathLst>
                <a:path w="6372225" h="716625" extrusionOk="0">
                  <a:moveTo>
                    <a:pt x="0" y="0"/>
                  </a:moveTo>
                  <a:lnTo>
                    <a:pt x="6372225" y="0"/>
                  </a:lnTo>
                  <a:lnTo>
                    <a:pt x="6372225" y="716625"/>
                  </a:lnTo>
                  <a:lnTo>
                    <a:pt x="0" y="716625"/>
                  </a:lnTo>
                  <a:lnTo>
                    <a:pt x="0" y="0"/>
                  </a:lnTo>
                  <a:close/>
                </a:path>
              </a:pathLst>
            </a:custGeom>
            <a:noFill/>
            <a:ln w="127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457200" marR="0" lvl="1" indent="0" algn="l" rtl="0">
                <a:spcBef>
                  <a:spcPts val="0"/>
                </a:spcBef>
                <a:spcAft>
                  <a:spcPts val="0"/>
                </a:spcAft>
                <a:buNone/>
              </a:pPr>
              <a:endParaRPr lang="en-US" sz="1600" b="0" i="0" u="none" strike="noStrike" cap="none" dirty="0">
                <a:solidFill>
                  <a:srgbClr val="000000"/>
                </a:solidFill>
                <a:latin typeface="Calibri"/>
                <a:ea typeface="Calibri"/>
                <a:cs typeface="Calibri"/>
              </a:endParaRPr>
            </a:p>
            <a:p>
              <a:pPr marL="171450" marR="0" algn="l" rtl="0">
                <a:spcBef>
                  <a:spcPts val="0"/>
                </a:spcBef>
                <a:spcAft>
                  <a:spcPts val="0"/>
                </a:spcAft>
                <a:buClr>
                  <a:schemeClr val="dk1"/>
                </a:buClr>
                <a:buSzPts val="2100"/>
              </a:pPr>
              <a:r>
                <a:rPr lang="en-US" sz="1600" i="0" u="none" strike="noStrike" cap="none">
                  <a:solidFill>
                    <a:schemeClr val="dk1"/>
                  </a:solidFill>
                  <a:latin typeface="Poppins"/>
                  <a:ea typeface="Poppins"/>
                  <a:cs typeface="Poppins"/>
                  <a:sym typeface="Poppins"/>
                </a:rPr>
                <a:t>the count of suspicious reviews against the property is increased despite no owner involvement</a:t>
              </a:r>
              <a:endParaRPr sz="1600">
                <a:solidFill>
                  <a:schemeClr val="dk1"/>
                </a:solidFill>
                <a:latin typeface="Poppins"/>
                <a:ea typeface="Poppins"/>
                <a:cs typeface="Poppins"/>
              </a:endParaRPr>
            </a:p>
            <a:p>
              <a:pPr marL="457200" marR="0" lvl="1" indent="0" algn="l" rtl="0">
                <a:spcBef>
                  <a:spcPts val="0"/>
                </a:spcBef>
                <a:spcAft>
                  <a:spcPts val="0"/>
                </a:spcAft>
                <a:buNone/>
              </a:pPr>
              <a:endParaRPr sz="1600" i="0" u="none" strike="noStrike" cap="none" dirty="0">
                <a:solidFill>
                  <a:schemeClr val="dk1"/>
                </a:solidFill>
                <a:latin typeface="Poppins"/>
                <a:ea typeface="Poppins"/>
                <a:cs typeface="Poppins"/>
              </a:endParaRPr>
            </a:p>
          </p:txBody>
        </p:sp>
        <p:sp>
          <p:nvSpPr>
            <p:cNvPr id="10" name="Google Shape;1305;p196">
              <a:extLst>
                <a:ext uri="{FF2B5EF4-FFF2-40B4-BE49-F238E27FC236}">
                  <a16:creationId xmlns:a16="http://schemas.microsoft.com/office/drawing/2014/main" id="{5ED997E6-98F7-F4DC-9D3C-26BE8115C27D}"/>
                </a:ext>
              </a:extLst>
            </p:cNvPr>
            <p:cNvSpPr/>
            <p:nvPr/>
          </p:nvSpPr>
          <p:spPr>
            <a:xfrm>
              <a:off x="-2830327" y="2872721"/>
              <a:ext cx="3340356" cy="377489"/>
            </a:xfrm>
            <a:custGeom>
              <a:avLst/>
              <a:gdLst/>
              <a:ahLst/>
              <a:cxnLst/>
              <a:rect l="l" t="t" r="r" b="b"/>
              <a:pathLst>
                <a:path w="4460557" h="383760" extrusionOk="0">
                  <a:moveTo>
                    <a:pt x="0" y="63961"/>
                  </a:moveTo>
                  <a:cubicBezTo>
                    <a:pt x="0" y="28636"/>
                    <a:pt x="28636" y="0"/>
                    <a:pt x="63961" y="0"/>
                  </a:cubicBezTo>
                  <a:lnTo>
                    <a:pt x="4396596" y="0"/>
                  </a:lnTo>
                  <a:cubicBezTo>
                    <a:pt x="4431921" y="0"/>
                    <a:pt x="4460557" y="28636"/>
                    <a:pt x="4460557" y="63961"/>
                  </a:cubicBezTo>
                  <a:lnTo>
                    <a:pt x="4460557" y="319799"/>
                  </a:lnTo>
                  <a:cubicBezTo>
                    <a:pt x="4460557" y="355124"/>
                    <a:pt x="4431921" y="383760"/>
                    <a:pt x="4396596" y="383760"/>
                  </a:cubicBezTo>
                  <a:lnTo>
                    <a:pt x="63961" y="383760"/>
                  </a:lnTo>
                  <a:cubicBezTo>
                    <a:pt x="28636" y="383760"/>
                    <a:pt x="0" y="355124"/>
                    <a:pt x="0" y="319799"/>
                  </a:cubicBezTo>
                  <a:lnTo>
                    <a:pt x="0" y="63961"/>
                  </a:lnTo>
                  <a:close/>
                </a:path>
              </a:pathLst>
            </a:custGeom>
            <a:solidFill>
              <a:schemeClr val="accent3"/>
            </a:solidFill>
            <a:ln w="9525" cap="flat" cmpd="sng">
              <a:solidFill>
                <a:schemeClr val="accent2"/>
              </a:solidFill>
              <a:prstDash val="solid"/>
              <a:miter lim="800000"/>
              <a:headEnd type="none" w="sm" len="sm"/>
              <a:tailEnd type="none" w="sm" len="sm"/>
            </a:ln>
          </p:spPr>
          <p:txBody>
            <a:bodyPr spcFirstLastPara="1" wrap="square" lIns="249775" tIns="24975" rIns="249775" bIns="24975" anchor="ctr" anchorCtr="0">
              <a:noAutofit/>
            </a:bodyPr>
            <a:lstStyle/>
            <a:p>
              <a:pPr marL="0" marR="0" lvl="0" indent="0" algn="l" rtl="0">
                <a:lnSpc>
                  <a:spcPct val="90000"/>
                </a:lnSpc>
                <a:spcBef>
                  <a:spcPts val="0"/>
                </a:spcBef>
                <a:spcAft>
                  <a:spcPts val="0"/>
                </a:spcAft>
                <a:buNone/>
              </a:pPr>
              <a:r>
                <a:rPr lang="en-US" sz="1733" b="1" i="0" u="none" strike="noStrike" cap="none">
                  <a:solidFill>
                    <a:srgbClr val="FFFFFF"/>
                  </a:solidFill>
                  <a:latin typeface="Calibri"/>
                  <a:ea typeface="Calibri"/>
                  <a:cs typeface="Calibri"/>
                  <a:sym typeface="Calibri"/>
                </a:rPr>
                <a:t>Property Fraud Remove </a:t>
              </a:r>
              <a:endParaRPr sz="1733" b="0" i="0" u="none" strike="noStrike" cap="none">
                <a:solidFill>
                  <a:srgbClr val="FFFFFF"/>
                </a:solidFill>
                <a:highlight>
                  <a:schemeClr val="accent3"/>
                </a:highlight>
                <a:latin typeface="Calibri"/>
                <a:ea typeface="Calibri"/>
                <a:cs typeface="Calibri"/>
                <a:sym typeface="Calibri"/>
              </a:endParaRPr>
            </a:p>
          </p:txBody>
        </p:sp>
        <p:sp>
          <p:nvSpPr>
            <p:cNvPr id="15" name="Google Shape;1306;p196">
              <a:extLst>
                <a:ext uri="{FF2B5EF4-FFF2-40B4-BE49-F238E27FC236}">
                  <a16:creationId xmlns:a16="http://schemas.microsoft.com/office/drawing/2014/main" id="{E911D707-689E-B933-CB4A-BA4319EC7C1C}"/>
                </a:ext>
              </a:extLst>
            </p:cNvPr>
            <p:cNvSpPr/>
            <p:nvPr/>
          </p:nvSpPr>
          <p:spPr>
            <a:xfrm>
              <a:off x="1905633" y="3047178"/>
              <a:ext cx="5415955" cy="1166871"/>
            </a:xfrm>
            <a:custGeom>
              <a:avLst/>
              <a:gdLst/>
              <a:ahLst/>
              <a:cxnLst/>
              <a:rect l="l" t="t" r="r" b="b"/>
              <a:pathLst>
                <a:path w="6372225" h="716625" extrusionOk="0">
                  <a:moveTo>
                    <a:pt x="0" y="0"/>
                  </a:moveTo>
                  <a:lnTo>
                    <a:pt x="6372225" y="0"/>
                  </a:lnTo>
                  <a:lnTo>
                    <a:pt x="6372225" y="716625"/>
                  </a:lnTo>
                  <a:lnTo>
                    <a:pt x="0" y="716625"/>
                  </a:lnTo>
                  <a:lnTo>
                    <a:pt x="0" y="0"/>
                  </a:lnTo>
                  <a:close/>
                </a:path>
              </a:pathLst>
            </a:custGeom>
            <a:solidFill>
              <a:schemeClr val="lt1">
                <a:alpha val="89803"/>
              </a:schemeClr>
            </a:solidFill>
            <a:ln w="12700" cap="flat" cmpd="sng">
              <a:solidFill>
                <a:schemeClr val="accent2"/>
              </a:solidFill>
              <a:prstDash val="solid"/>
              <a:miter lim="800000"/>
              <a:headEnd type="none" w="sm" len="sm"/>
              <a:tailEnd type="none" w="sm" len="sm"/>
            </a:ln>
          </p:spPr>
          <p:txBody>
            <a:bodyPr spcFirstLastPara="1" wrap="square" lIns="659400" tIns="361000" rIns="659400" bIns="123275" anchor="t" anchorCtr="0">
              <a:noAutofit/>
            </a:bodyPr>
            <a:lstStyle/>
            <a:p>
              <a:pPr marL="152396" marR="0" lvl="1" indent="-42351" algn="l" rtl="0">
                <a:lnSpc>
                  <a:spcPct val="90000"/>
                </a:lnSpc>
                <a:spcBef>
                  <a:spcPts val="0"/>
                </a:spcBef>
                <a:spcAft>
                  <a:spcPts val="0"/>
                </a:spcAft>
                <a:buClr>
                  <a:schemeClr val="dk1"/>
                </a:buClr>
                <a:buSzPts val="1733"/>
                <a:buFont typeface="Calibri"/>
                <a:buNone/>
              </a:pPr>
              <a:endParaRPr sz="1733" b="0" i="0" u="none" strike="noStrike" cap="none">
                <a:solidFill>
                  <a:srgbClr val="000000"/>
                </a:solidFill>
                <a:latin typeface="Calibri"/>
                <a:ea typeface="Calibri"/>
                <a:cs typeface="Calibri"/>
                <a:sym typeface="Calibri"/>
              </a:endParaRPr>
            </a:p>
          </p:txBody>
        </p:sp>
        <p:sp>
          <p:nvSpPr>
            <p:cNvPr id="16" name="Google Shape;1307;p196">
              <a:extLst>
                <a:ext uri="{FF2B5EF4-FFF2-40B4-BE49-F238E27FC236}">
                  <a16:creationId xmlns:a16="http://schemas.microsoft.com/office/drawing/2014/main" id="{87B9BB45-2D76-1F44-4356-2047DDED6638}"/>
                </a:ext>
              </a:extLst>
            </p:cNvPr>
            <p:cNvSpPr/>
            <p:nvPr/>
          </p:nvSpPr>
          <p:spPr>
            <a:xfrm>
              <a:off x="2237904" y="2833897"/>
              <a:ext cx="3804829" cy="417857"/>
            </a:xfrm>
            <a:custGeom>
              <a:avLst/>
              <a:gdLst/>
              <a:ahLst/>
              <a:cxnLst/>
              <a:rect l="l" t="t" r="r" b="b"/>
              <a:pathLst>
                <a:path w="4460557" h="383760" extrusionOk="0">
                  <a:moveTo>
                    <a:pt x="0" y="63961"/>
                  </a:moveTo>
                  <a:cubicBezTo>
                    <a:pt x="0" y="28636"/>
                    <a:pt x="28636" y="0"/>
                    <a:pt x="63961" y="0"/>
                  </a:cubicBezTo>
                  <a:lnTo>
                    <a:pt x="4396596" y="0"/>
                  </a:lnTo>
                  <a:cubicBezTo>
                    <a:pt x="4431921" y="0"/>
                    <a:pt x="4460557" y="28636"/>
                    <a:pt x="4460557" y="63961"/>
                  </a:cubicBezTo>
                  <a:lnTo>
                    <a:pt x="4460557" y="319799"/>
                  </a:lnTo>
                  <a:cubicBezTo>
                    <a:pt x="4460557" y="355124"/>
                    <a:pt x="4431921" y="383760"/>
                    <a:pt x="4396596" y="383760"/>
                  </a:cubicBezTo>
                  <a:lnTo>
                    <a:pt x="63961" y="383760"/>
                  </a:lnTo>
                  <a:cubicBezTo>
                    <a:pt x="28636" y="383760"/>
                    <a:pt x="0" y="355124"/>
                    <a:pt x="0" y="319799"/>
                  </a:cubicBezTo>
                  <a:lnTo>
                    <a:pt x="0" y="63961"/>
                  </a:lnTo>
                  <a:close/>
                </a:path>
              </a:pathLst>
            </a:custGeom>
            <a:solidFill>
              <a:srgbClr val="D49C2D"/>
            </a:solidFill>
            <a:ln w="9525" cap="flat" cmpd="sng">
              <a:solidFill>
                <a:schemeClr val="accent2"/>
              </a:solidFill>
              <a:prstDash val="solid"/>
              <a:miter lim="800000"/>
              <a:headEnd type="none" w="sm" len="sm"/>
              <a:tailEnd type="none" w="sm" len="sm"/>
            </a:ln>
          </p:spPr>
          <p:txBody>
            <a:bodyPr spcFirstLastPara="1" wrap="square" lIns="249775" tIns="24975" rIns="249775" bIns="24975" anchor="ctr" anchorCtr="0">
              <a:noAutofit/>
            </a:bodyPr>
            <a:lstStyle/>
            <a:p>
              <a:pPr marL="0" marR="0" lvl="0" indent="0" algn="l" rtl="0">
                <a:lnSpc>
                  <a:spcPct val="90000"/>
                </a:lnSpc>
                <a:spcBef>
                  <a:spcPts val="0"/>
                </a:spcBef>
                <a:spcAft>
                  <a:spcPts val="0"/>
                </a:spcAft>
                <a:buNone/>
              </a:pPr>
              <a:r>
                <a:rPr lang="en-US" sz="1733" b="1" i="0" u="none" strike="noStrike" cap="none">
                  <a:solidFill>
                    <a:srgbClr val="FFFFFF"/>
                  </a:solidFill>
                  <a:latin typeface="Calibri"/>
                  <a:ea typeface="Calibri"/>
                  <a:cs typeface="Calibri"/>
                  <a:sym typeface="Calibri"/>
                </a:rPr>
                <a:t>Moderation Remove</a:t>
              </a:r>
              <a:endParaRPr sz="1733" b="0" i="0" u="none" strike="noStrike" cap="none">
                <a:solidFill>
                  <a:srgbClr val="FFFFFF"/>
                </a:solidFill>
                <a:latin typeface="Calibri"/>
                <a:ea typeface="Calibri"/>
                <a:cs typeface="Calibri"/>
                <a:sym typeface="Calibri"/>
              </a:endParaRPr>
            </a:p>
          </p:txBody>
        </p:sp>
      </p:grpSp>
      <p:sp>
        <p:nvSpPr>
          <p:cNvPr id="7" name="Text 3"/>
          <p:cNvSpPr/>
          <p:nvPr/>
        </p:nvSpPr>
        <p:spPr>
          <a:xfrm>
            <a:off x="5847442" y="4600992"/>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 owner will be exonerated, BUT the attributes of the undesirable member behavior CANNOT be tracked.</a:t>
            </a:r>
            <a:endParaRPr lang="en-US" sz="175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1514929" y="-2094592"/>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Blackmail</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An attempt to use TA to obtain money/services/special treatment in exchange for not posting a negative review. For CMI, it is in the text of the review.</a:t>
            </a:r>
            <a:endParaRPr lang="en-US" sz="1750" kern="1200">
              <a:solidFill>
                <a:prstClr val="black"/>
              </a:solidFill>
              <a:latin typeface="Calibri" panose="020F0502020204030204"/>
              <a:ea typeface="+mn-ea"/>
              <a:cs typeface="+mn-cs"/>
            </a:endParaRPr>
          </a:p>
        </p:txBody>
      </p:sp>
      <p:sp>
        <p:nvSpPr>
          <p:cNvPr id="9" name="Shape 3"/>
          <p:cNvSpPr/>
          <p:nvPr/>
        </p:nvSpPr>
        <p:spPr>
          <a:xfrm>
            <a:off x="595086" y="2778578"/>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595086" y="2778578"/>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63387" y="2778578"/>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“If the owner refunds my money, I’ll remove this review.”</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66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pic>
        <p:nvPicPr>
          <p:cNvPr id="13" name="Google Shape;1317;p197">
            <a:extLst>
              <a:ext uri="{FF2B5EF4-FFF2-40B4-BE49-F238E27FC236}">
                <a16:creationId xmlns:a16="http://schemas.microsoft.com/office/drawing/2014/main" id="{FFE93E16-ED08-1664-D4B1-6A5CD37AE5F5}"/>
              </a:ext>
            </a:extLst>
          </p:cNvPr>
          <p:cNvPicPr preferRelativeResize="0"/>
          <p:nvPr/>
        </p:nvPicPr>
        <p:blipFill>
          <a:blip r:embed="rId6">
            <a:alphaModFix/>
          </a:blip>
          <a:stretch>
            <a:fillRect/>
          </a:stretch>
        </p:blipFill>
        <p:spPr>
          <a:xfrm>
            <a:off x="3658368" y="3530022"/>
            <a:ext cx="4767557" cy="3046763"/>
          </a:xfrm>
          <a:prstGeom prst="rect">
            <a:avLst/>
          </a:prstGeom>
          <a:noFill/>
          <a:ln>
            <a:noFill/>
          </a:ln>
          <a:effectLst>
            <a:outerShdw blurRad="57150" dist="19050" dir="5400000" algn="bl" rotWithShape="0">
              <a:srgbClr val="000000">
                <a:alpha val="50000"/>
              </a:srgbClr>
            </a:outerShdw>
          </a:effectLst>
        </p:spPr>
      </p:pic>
    </p:spTree>
  </p:cSld>
  <p:clrMapOvr>
    <a:masterClrMapping/>
  </p:clrMapOvr>
  <p:extLst>
    <p:ext uri="{6950BFC3-D8DA-4A85-94F7-54DA5524770B}">
      <p188:commentRel xmlns:p188="http://schemas.microsoft.com/office/powerpoint/2018/8/main" r:id="rId3"/>
    </p:ext>
  </p:extLst>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Current/Ex-Employee</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To be used when evidence suggests the user is a current or ex-employee.</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Do not use when the affiliation is mentioned in the text (AWP). For use only on negative reviews, otherwise it's likely boosting.</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5"/>
          <a:stretch>
            <a:fillRect/>
          </a:stretch>
        </p:blipFill>
        <p:spPr>
          <a:xfrm>
            <a:off x="6265818" y="1494972"/>
            <a:ext cx="5466079" cy="3628571"/>
          </a:xfrm>
          <a:prstGeom prst="rect">
            <a:avLst/>
          </a:prstGeom>
          <a:ln w="12700">
            <a:solidFill>
              <a:srgbClr val="002B11"/>
            </a:solid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Deceptive Resubmission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To be used when a member edits the text and changes their story in order to meet guidelines.</a:t>
            </a:r>
            <a:endParaRPr lang="en-US" sz="21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5"/>
          <a:stretch>
            <a:fillRect/>
          </a:stretch>
        </p:blipFill>
        <p:spPr>
          <a:xfrm>
            <a:off x="6265817" y="1124857"/>
            <a:ext cx="5429794" cy="3577771"/>
          </a:xfrm>
          <a:prstGeom prst="rect">
            <a:avLst/>
          </a:prstGeom>
          <a:ln w="12700">
            <a:solidFill>
              <a:srgbClr val="002B11"/>
            </a:solidFill>
          </a:ln>
        </p:spPr>
      </p:pic>
      <p:sp>
        <p:nvSpPr>
          <p:cNvPr id="9" name="Shape 7">
            <a:extLst>
              <a:ext uri="{FF2B5EF4-FFF2-40B4-BE49-F238E27FC236}">
                <a16:creationId xmlns:a16="http://schemas.microsoft.com/office/drawing/2014/main" id="{14B2A831-78CD-10D5-80F4-3EB71DFEB85E}"/>
              </a:ext>
            </a:extLst>
          </p:cNvPr>
          <p:cNvSpPr/>
          <p:nvPr/>
        </p:nvSpPr>
        <p:spPr>
          <a:xfrm>
            <a:off x="631371" y="5092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8">
            <a:extLst>
              <a:ext uri="{FF2B5EF4-FFF2-40B4-BE49-F238E27FC236}">
                <a16:creationId xmlns:a16="http://schemas.microsoft.com/office/drawing/2014/main" id="{D91AC7F7-B79D-4A2A-BBB3-6FC9B2706DE1}"/>
              </a:ext>
            </a:extLst>
          </p:cNvPr>
          <p:cNvSpPr/>
          <p:nvPr/>
        </p:nvSpPr>
        <p:spPr>
          <a:xfrm>
            <a:off x="631371" y="5092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Shape 9">
            <a:extLst>
              <a:ext uri="{FF2B5EF4-FFF2-40B4-BE49-F238E27FC236}">
                <a16:creationId xmlns:a16="http://schemas.microsoft.com/office/drawing/2014/main" id="{5EE1DC02-FE12-61B6-88AD-B39A7D596D99}"/>
              </a:ext>
            </a:extLst>
          </p:cNvPr>
          <p:cNvSpPr/>
          <p:nvPr/>
        </p:nvSpPr>
        <p:spPr>
          <a:xfrm>
            <a:off x="910771" y="5232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2">
            <a:extLst>
              <a:ext uri="{FF2B5EF4-FFF2-40B4-BE49-F238E27FC236}">
                <a16:creationId xmlns:a16="http://schemas.microsoft.com/office/drawing/2014/main" id="{1D6B75E0-CE12-68CF-8001-55D570B537AF}"/>
              </a:ext>
            </a:extLst>
          </p:cNvPr>
          <p:cNvSpPr/>
          <p:nvPr/>
        </p:nvSpPr>
        <p:spPr>
          <a:xfrm>
            <a:off x="1717221" y="5486400"/>
            <a:ext cx="10477500" cy="330200"/>
          </a:xfrm>
          <a:prstGeom prst="rect">
            <a:avLst/>
          </a:prstGeom>
          <a:noFill/>
          <a:ln/>
        </p:spPr>
        <p:txBody>
          <a:bodyPr wrap="square" lIns="16933" tIns="16933" rIns="16933" bIns="16933" rtlCol="0" anchor="t">
            <a:normAutofit/>
          </a:bodyPr>
          <a:lstStyle/>
          <a:p>
            <a:pPr defTabSz="609630"/>
            <a:r>
              <a:rPr lang="en-US" sz="1600" kern="1200">
                <a:solidFill>
                  <a:srgbClr val="6B7280"/>
                </a:solidFill>
                <a:ea typeface="Poppins" pitchFamily="34" charset="-122"/>
              </a:rPr>
              <a:t>Don't forget to open dupes in the history -- this is where you'll find that information. </a:t>
            </a:r>
            <a:endParaRPr lang="en-US">
              <a:ea typeface="+mn-e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Decoy/Seeding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Reviews created to establish reviewer history/karma/credibility.</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Remove only if non-substantive or blatantly abusive.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69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5990046" y="1444173"/>
            <a:ext cx="5574936" cy="4042227"/>
          </a:xfrm>
          <a:prstGeom prst="rect">
            <a:avLst/>
          </a:prstGeom>
          <a:ln w="12700">
            <a:solidFill>
              <a:srgbClr val="002B11"/>
            </a:solid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Disgruntled Customer</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a member resubmits multiple times based on the same experience, but the situation does not rise to the level of a smear campaign.</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Equivalent to a member fraud removal, no template sent. PF assessment is required.</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6" name="Screenshot 18606"/>
          <p:cNvPicPr>
            <a:picLocks noChangeAspect="1"/>
          </p:cNvPicPr>
          <p:nvPr/>
        </p:nvPicPr>
        <p:blipFill>
          <a:blip r:embed="rId5"/>
          <a:stretch>
            <a:fillRect/>
          </a:stretch>
        </p:blipFill>
        <p:spPr>
          <a:xfrm>
            <a:off x="6461760" y="1850572"/>
            <a:ext cx="5444308" cy="3635828"/>
          </a:xfrm>
          <a:prstGeom prst="rect">
            <a:avLst/>
          </a:prstGeom>
          <a:ln w="12700">
            <a:solidFill>
              <a:srgbClr val="002B11"/>
            </a:solidFill>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Impersonation</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Used when a member is impersonating someone else, with a deliberate motive such as bringing prestige and credibility to their TA profile and reviews.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am Donald Trump and this is my favorite restaurant to go to…”</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71</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pic>
        <p:nvPicPr>
          <p:cNvPr id="13" name="Google Shape;1356;p202">
            <a:extLst>
              <a:ext uri="{FF2B5EF4-FFF2-40B4-BE49-F238E27FC236}">
                <a16:creationId xmlns:a16="http://schemas.microsoft.com/office/drawing/2014/main" id="{1D51F38A-9994-B76F-984E-F96408CB1439}"/>
              </a:ext>
            </a:extLst>
          </p:cNvPr>
          <p:cNvPicPr preferRelativeResize="0"/>
          <p:nvPr/>
        </p:nvPicPr>
        <p:blipFill>
          <a:blip r:embed="rId6">
            <a:alphaModFix/>
          </a:blip>
          <a:stretch>
            <a:fillRect/>
          </a:stretch>
        </p:blipFill>
        <p:spPr>
          <a:xfrm>
            <a:off x="6189045" y="3416300"/>
            <a:ext cx="3821229" cy="2774950"/>
          </a:xfrm>
          <a:prstGeom prst="rect">
            <a:avLst/>
          </a:prstGeom>
          <a:noFill/>
          <a:ln>
            <a:noFill/>
          </a:ln>
          <a:effectLst>
            <a:outerShdw blurRad="57150" dist="19050" dir="5400000" algn="bl" rotWithShape="0">
              <a:srgbClr val="000000">
                <a:alpha val="50000"/>
              </a:srgbClr>
            </a:outerShdw>
          </a:effectLst>
        </p:spPr>
      </p:pic>
    </p:spTree>
  </p:cSld>
  <p:clrMapOvr>
    <a:masterClrMapping/>
  </p:clrMapOvr>
  <p:extLst>
    <p:ext uri="{6950BFC3-D8DA-4A85-94F7-54DA5524770B}">
      <p188:commentRel xmlns:p188="http://schemas.microsoft.com/office/powerpoint/2018/8/main" r:id="rId3"/>
    </p:ext>
  </p:extLst>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Invalid Email</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925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These are hard to detect but if spotted, can be removed. Examples of invalid/incomplete emails: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“@yaho.com”</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“@gmai.com”</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“@ao1.com”</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72</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Nonsense/Spam</a:t>
            </a:r>
            <a:endParaRPr lang="en-US" sz="3750" kern="1200">
              <a:solidFill>
                <a:prstClr val="black"/>
              </a:solidFill>
              <a:latin typeface="Calibri" panose="020F0502020204030204"/>
              <a:ea typeface="+mn-ea"/>
              <a:cs typeface="+mn-cs"/>
            </a:endParaRPr>
          </a:p>
        </p:txBody>
      </p:sp>
      <p:sp>
        <p:nvSpPr>
          <p:cNvPr id="6" name="Text 2"/>
          <p:cNvSpPr/>
          <p:nvPr/>
        </p:nvSpPr>
        <p:spPr>
          <a:xfrm>
            <a:off x="694872" y="3150035"/>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Used when a member submits joke reviews or is spamming the site.</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7" name="Screenshot 18607"/>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Promotion Fraud</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Currently, there aren't any Promotion Campaigns running or within the foreseeable future.</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There should not be any reason to use this.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Sideways Boosting</a:t>
            </a:r>
            <a:endParaRPr lang="en-US" sz="3750" kern="1200">
              <a:solidFill>
                <a:prstClr val="black"/>
              </a:solidFill>
              <a:latin typeface="Calibri" panose="020F0502020204030204"/>
              <a:ea typeface="+mn-ea"/>
              <a:cs typeface="+mn-cs"/>
            </a:endParaRPr>
          </a:p>
        </p:txBody>
      </p:sp>
      <p:sp>
        <p:nvSpPr>
          <p:cNvPr id="6" name="Text 2"/>
          <p:cNvSpPr/>
          <p:nvPr/>
        </p:nvSpPr>
        <p:spPr>
          <a:xfrm>
            <a:off x="694872" y="3026664"/>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Owners (or their affiliates) writing reviews for locations nearby, mentioning their property to entice guests to visit them.</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8" name="Screenshot 18608"/>
          <p:cNvPicPr>
            <a:picLocks noChangeAspect="1"/>
          </p:cNvPicPr>
          <p:nvPr/>
        </p:nvPicPr>
        <p:blipFill>
          <a:blip r:embed="rId5"/>
          <a:stretch>
            <a:fillRect/>
          </a:stretch>
        </p:blipFill>
        <p:spPr>
          <a:xfrm>
            <a:off x="6091646" y="1865086"/>
            <a:ext cx="5458822" cy="3621314"/>
          </a:xfrm>
          <a:prstGeom prst="rect">
            <a:avLst/>
          </a:prstGeom>
          <a:ln w="12700">
            <a:solidFill>
              <a:srgbClr val="002B11"/>
            </a:solid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Sideways Marketing</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A member is trying to promote their own business that does not qualify for a listing on our site. The text is usually the same and attached to several different listings.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“This restaurant has the best pizza. If you want to read more about my travels and purchase my book, visit www.paotravels.com”</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76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pic>
        <p:nvPicPr>
          <p:cNvPr id="13" name="Google Shape;1395;p207">
            <a:extLst>
              <a:ext uri="{FF2B5EF4-FFF2-40B4-BE49-F238E27FC236}">
                <a16:creationId xmlns:a16="http://schemas.microsoft.com/office/drawing/2014/main" id="{00D8FE9E-9758-A8BA-3C63-E622DFD44C41}"/>
              </a:ext>
            </a:extLst>
          </p:cNvPr>
          <p:cNvPicPr preferRelativeResize="0"/>
          <p:nvPr/>
        </p:nvPicPr>
        <p:blipFill>
          <a:blip r:embed="rId6">
            <a:alphaModFix/>
          </a:blip>
          <a:stretch>
            <a:fillRect/>
          </a:stretch>
        </p:blipFill>
        <p:spPr>
          <a:xfrm>
            <a:off x="2814278" y="3486150"/>
            <a:ext cx="3895735" cy="276225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Plagiarized Content</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To be used when users are copying other published reviews.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Lean towards Suspected Boosting if the review is positive and copied from a published review -- it is likely someone affiliated with the property.</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9" name="Screenshot 18609"/>
          <p:cNvPicPr>
            <a:picLocks noChangeAspect="1"/>
          </p:cNvPicPr>
          <p:nvPr/>
        </p:nvPicPr>
        <p:blipFill>
          <a:blip r:embed="rId5"/>
          <a:stretch>
            <a:fillRect/>
          </a:stretch>
        </p:blipFill>
        <p:spPr>
          <a:xfrm>
            <a:off x="5990046" y="1836058"/>
            <a:ext cx="5560422" cy="3650342"/>
          </a:xfrm>
          <a:prstGeom prst="rect">
            <a:avLst/>
          </a:prstGeom>
          <a:ln w="12700">
            <a:solidFill>
              <a:srgbClr val="002B11"/>
            </a:solid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Review Bomb</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This is mostly used for responses to a media event, such as the property being in the news.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It can also be used to remove reviews from guests who had a negative experience with the business and ask friends who did not stay to write negative reviews (there would be shared attributes, perhaps?).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0" name="Screenshot 18610"/>
          <p:cNvPicPr>
            <a:picLocks noChangeAspect="1"/>
          </p:cNvPicPr>
          <p:nvPr/>
        </p:nvPicPr>
        <p:blipFill>
          <a:blip r:embed="rId5"/>
          <a:stretch>
            <a:fillRect/>
          </a:stretch>
        </p:blipFill>
        <p:spPr>
          <a:xfrm>
            <a:off x="6301741" y="2055647"/>
            <a:ext cx="5059680" cy="3352800"/>
          </a:xfrm>
          <a:prstGeom prst="rect">
            <a:avLst/>
          </a:prstGeom>
          <a:ln w="12700">
            <a:solidFill>
              <a:srgbClr val="002B11"/>
            </a:solidFill>
          </a:ln>
        </p:spPr>
      </p:pic>
      <p:pic>
        <p:nvPicPr>
          <p:cNvPr id="9" name="Google Shape;1414;p209">
            <a:extLst>
              <a:ext uri="{FF2B5EF4-FFF2-40B4-BE49-F238E27FC236}">
                <a16:creationId xmlns:a16="http://schemas.microsoft.com/office/drawing/2014/main" id="{57BF5D4F-6ABE-8EBA-3C93-6423C194D2AA}"/>
              </a:ext>
            </a:extLst>
          </p:cNvPr>
          <p:cNvPicPr preferRelativeResize="0"/>
          <p:nvPr/>
        </p:nvPicPr>
        <p:blipFill>
          <a:blip r:embed="rId6">
            <a:alphaModFix/>
          </a:blip>
          <a:stretch>
            <a:fillRect/>
          </a:stretch>
        </p:blipFill>
        <p:spPr>
          <a:xfrm>
            <a:off x="5993258" y="1176177"/>
            <a:ext cx="5689600" cy="4387078"/>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Temporary Email</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Use if you recognize a temp email domain.</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1" name="Screenshot 18611"/>
          <p:cNvPicPr>
            <a:picLocks noChangeAspect="1"/>
          </p:cNvPicPr>
          <p:nvPr/>
        </p:nvPicPr>
        <p:blipFill>
          <a:blip r:embed="rId5"/>
          <a:stretch>
            <a:fillRect/>
          </a:stretch>
        </p:blipFill>
        <p:spPr>
          <a:xfrm>
            <a:off x="5852160" y="1719943"/>
            <a:ext cx="5698308" cy="3766457"/>
          </a:xfrm>
          <a:prstGeom prst="rect">
            <a:avLst/>
          </a:prstGeom>
          <a:ln w="12700">
            <a:solidFill>
              <a:srgbClr val="002B11"/>
            </a:solid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30250"/>
            <a:ext cx="8046720" cy="755650"/>
          </a:xfrm>
          <a:prstGeom prst="rect">
            <a:avLst/>
          </a:prstGeom>
          <a:noFill/>
          <a:ln/>
        </p:spPr>
        <p:txBody>
          <a:bodyPr wrap="square" lIns="16933" tIns="16933" rIns="16933" bIns="16933" rtlCol="0" anchor="ctr">
            <a:normAutofit fontScale="85000" lnSpcReduction="1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Member Fraud Removals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28800"/>
            <a:ext cx="6705600" cy="3416300"/>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77900" y="264090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Think about:</a:t>
            </a:r>
            <a:endParaRPr lang="en-US" sz="1750" kern="1200">
              <a:solidFill>
                <a:prstClr val="black"/>
              </a:solidFill>
              <a:latin typeface="Calibri" panose="020F0502020204030204"/>
              <a:ea typeface="+mn-ea"/>
              <a:cs typeface="+mn-cs"/>
            </a:endParaRPr>
          </a:p>
        </p:txBody>
      </p:sp>
      <p:sp>
        <p:nvSpPr>
          <p:cNvPr id="12" name="Text 7"/>
          <p:cNvSpPr/>
          <p:nvPr/>
        </p:nvSpPr>
        <p:spPr>
          <a:xfrm>
            <a:off x="977900" y="3101281"/>
            <a:ext cx="6565900" cy="358775"/>
          </a:xfrm>
          <a:prstGeom prst="rect">
            <a:avLst/>
          </a:prstGeom>
          <a:noFill/>
          <a:ln/>
        </p:spPr>
        <p:txBody>
          <a:bodyPr wrap="square" lIns="16933" tIns="16933" rIns="16933" bIns="16933" rtlCol="0" anchor="t">
            <a:normAutofit fontScale="70000" lnSpcReduction="2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Which member fraud types feel hardest to distinguish from property fraud?</a:t>
            </a:r>
            <a:endParaRPr lang="en-US" sz="1750" kern="1200">
              <a:solidFill>
                <a:prstClr val="black"/>
              </a:solidFill>
              <a:latin typeface="Calibri" panose="020F0502020204030204"/>
              <a:ea typeface="+mn-ea"/>
              <a:cs typeface="+mn-cs"/>
            </a:endParaRPr>
          </a:p>
        </p:txBody>
      </p:sp>
      <p:sp>
        <p:nvSpPr>
          <p:cNvPr id="13" name="Text 8"/>
          <p:cNvSpPr/>
          <p:nvPr/>
        </p:nvSpPr>
        <p:spPr>
          <a:xfrm>
            <a:off x="977900" y="356165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When would you ask for a second opinion?</a:t>
            </a:r>
            <a:endParaRPr lang="en-US" sz="1750" kern="1200">
              <a:solidFill>
                <a:prstClr val="black"/>
              </a:solidFill>
              <a:latin typeface="Calibri" panose="020F0502020204030204"/>
              <a:ea typeface="+mn-ea"/>
              <a:cs typeface="+mn-cs"/>
            </a:endParaRPr>
          </a:p>
        </p:txBody>
      </p:sp>
      <p:sp>
        <p:nvSpPr>
          <p:cNvPr id="14" name="Text 9"/>
          <p:cNvSpPr/>
          <p:nvPr/>
        </p:nvSpPr>
        <p:spPr>
          <a:xfrm>
            <a:off x="977900" y="4110931"/>
            <a:ext cx="6565900" cy="330200"/>
          </a:xfrm>
          <a:prstGeom prst="rect">
            <a:avLst/>
          </a:prstGeom>
          <a:noFill/>
          <a:ln/>
        </p:spPr>
        <p:txBody>
          <a:bodyPr wrap="square" lIns="16933" tIns="16933" rIns="16933" bIns="16933" rtlCol="0" anchor="t">
            <a:normAutofit/>
          </a:bodyPr>
          <a:lstStyle/>
          <a:p>
            <a:pPr defTabSz="609630">
              <a:buClrTx/>
            </a:pPr>
            <a:r>
              <a:rPr lang="en-US" sz="1600" i="1" kern="1200">
                <a:solidFill>
                  <a:srgbClr val="6B7280"/>
                </a:solidFill>
                <a:latin typeface="Poppins" pitchFamily="34" charset="0"/>
                <a:ea typeface="Poppins" pitchFamily="34" charset="-122"/>
                <a:cs typeface="Poppins" pitchFamily="34" charset="-120"/>
              </a:rPr>
              <a:t>Share your questions with your group.</a:t>
            </a:r>
            <a:endParaRPr lang="en-US" sz="1600" kern="1200">
              <a:solidFill>
                <a:prstClr val="black"/>
              </a:solidFill>
              <a:latin typeface="Calibri" panose="020F0502020204030204"/>
              <a:ea typeface="+mn-ea"/>
              <a:cs typeface="+mn-cs"/>
            </a:endParaRP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80</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Member Fraud</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 review says: “If the owner refunds my money, I’ll remove this review.” What removal type applies?</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a:ea typeface="Poppins" pitchFamily="34" charset="-122"/>
                <a:cs typeface="Poppins"/>
              </a:rPr>
              <a:t>Blackmail</a:t>
            </a:r>
            <a:endParaRPr lang="en-US" sz="1600" b="1" kern="1200">
              <a:solidFill>
                <a:prstClr val="black"/>
              </a:solidFill>
              <a:latin typeface="Poppins"/>
              <a:ea typeface="Calibri"/>
              <a:cs typeface="Poppin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Disgruntled Customer</a:t>
            </a:r>
            <a:endParaRPr lang="en-US" sz="1600" kern="1200">
              <a:solidFill>
                <a:prstClr val="black"/>
              </a:solidFill>
              <a:latin typeface="Poppins"/>
              <a:ea typeface="+mn-ea"/>
              <a:cs typeface="Poppins"/>
            </a:endParaRPr>
          </a:p>
        </p:txBody>
      </p:sp>
      <p:sp>
        <p:nvSpPr>
          <p:cNvPr id="18" name="Text 16"/>
          <p:cNvSpPr/>
          <p:nvPr/>
        </p:nvSpPr>
        <p:spPr>
          <a:xfrm>
            <a:off x="10858500" y="3155899"/>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Review Bomb</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Owner Bullying Member</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81</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Types of Member Fraud</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 member creates several throwaway accounts to post glowing reviews, building up credibility before submitting a real review from one of them. Which member fraud type is this?</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a:ea typeface="Poppins" pitchFamily="34" charset="-122"/>
                <a:cs typeface="Poppins"/>
              </a:rPr>
              <a:t>Decoy/Seeding</a:t>
            </a:r>
            <a:endParaRPr lang="en-US" sz="1600" b="1" kern="1200">
              <a:solidFill>
                <a:prstClr val="black"/>
              </a:solidFill>
              <a:latin typeface="Poppins"/>
              <a:ea typeface="Calibri"/>
              <a:cs typeface="Poppin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Sideways Boosting</a:t>
            </a:r>
            <a:endParaRPr lang="en-US" sz="1600" kern="1200">
              <a:solidFill>
                <a:prstClr val="black"/>
              </a:solidFill>
              <a:latin typeface="Poppins"/>
              <a:ea typeface="+mn-ea"/>
              <a:cs typeface="Poppins"/>
            </a:endParaRPr>
          </a:p>
        </p:txBody>
      </p:sp>
      <p:sp>
        <p:nvSpPr>
          <p:cNvPr id="18" name="Text 16"/>
          <p:cNvSpPr/>
          <p:nvPr/>
        </p:nvSpPr>
        <p:spPr>
          <a:xfrm>
            <a:off x="10858500" y="3155950"/>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Impersonation</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Promotion Fraud</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endParaRPr lang="en-US" sz="1100" kern="1200">
              <a:solidFill>
                <a:prstClr val="black"/>
              </a:solidFill>
              <a:latin typeface="Calibri" panose="020F0502020204030204"/>
              <a:ea typeface="+mn-ea"/>
              <a:cs typeface="+mn-c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a:bodyPr>
          <a:lstStyle/>
          <a:p>
            <a:pPr marL="0" indent="0" algn="l">
              <a:buNone/>
            </a:pPr>
            <a:r>
              <a:rPr lang="en-US" sz="3750" b="1">
                <a:solidFill>
                  <a:srgbClr val="002B11"/>
                </a:solidFill>
                <a:latin typeface="Poppins" pitchFamily="34" charset="0"/>
                <a:ea typeface="Poppins" pitchFamily="34" charset="-122"/>
                <a:cs typeface="Poppins" pitchFamily="34" charset="-120"/>
              </a:rPr>
              <a:t>Section 2 Recap: Member Fraud Removals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828800" y="2169178"/>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a:ea typeface="Poppins" pitchFamily="34" charset="-122"/>
                <a:cs typeface="Poppins"/>
              </a:rPr>
              <a:t>Member fraud covers actions taken for the member's own gain -- separate from property fraud -- including blackmail, decoy/seeding, and sideways boosting or marketing.</a:t>
            </a:r>
            <a:endParaRPr lang="en-US">
              <a:latin typeface="Poppins"/>
              <a:cs typeface="Poppins"/>
            </a:endParaRPr>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778000" y="3431920"/>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a:ea typeface="Poppins" pitchFamily="34" charset="-122"/>
                <a:cs typeface="Poppins"/>
              </a:rPr>
              <a:t>Peripheral fraud detection means checking a member's broader history and connected accounts, not just the review in front of you.</a:t>
            </a:r>
            <a:endParaRPr lang="en-US">
              <a:latin typeface="Poppins"/>
              <a:cs typeface="Poppins"/>
            </a:endParaRP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778000" y="4607578"/>
            <a:ext cx="9849723" cy="342503"/>
          </a:xfrm>
          <a:prstGeom prst="rect">
            <a:avLst/>
          </a:prstGeom>
          <a:noFill/>
          <a:ln/>
        </p:spPr>
        <p:txBody>
          <a:bodyPr wrap="square" lIns="25400" tIns="25400" rIns="25400" bIns="25400" rtlCol="0" anchor="t">
            <a:noAutofit/>
          </a:bodyPr>
          <a:lstStyle/>
          <a:p>
            <a:pPr>
              <a:lnSpc>
                <a:spcPct val="135000"/>
              </a:lnSpc>
            </a:pPr>
            <a:r>
              <a:rPr lang="en-US" b="1">
                <a:solidFill>
                  <a:srgbClr val="002B11"/>
                </a:solidFill>
                <a:latin typeface="Poppins"/>
                <a:ea typeface="Poppins" pitchFamily="34" charset="-122"/>
                <a:cs typeface="Poppins"/>
              </a:rPr>
              <a:t>Upgrading or downgrading a removal changes its severity based on new evidence -- always document</a:t>
            </a:r>
            <a:endParaRPr lang="en-US" dirty="0">
              <a:ea typeface="Poppins" pitchFamily="34" charset="-122"/>
              <a:cs typeface="Poppins"/>
            </a:endParaRPr>
          </a:p>
          <a:p>
            <a:pPr marL="0" indent="0" algn="l">
              <a:lnSpc>
                <a:spcPct val="135000"/>
              </a:lnSpc>
              <a:buNone/>
            </a:pPr>
            <a:r>
              <a:rPr lang="en-US" b="1">
                <a:solidFill>
                  <a:srgbClr val="002B11"/>
                </a:solidFill>
                <a:latin typeface="Poppins"/>
                <a:ea typeface="Poppins" pitchFamily="34" charset="-122"/>
                <a:cs typeface="Poppins"/>
              </a:rPr>
              <a:t>the </a:t>
            </a:r>
            <a:r>
              <a:rPr lang="en-US" b="1" dirty="0">
                <a:solidFill>
                  <a:srgbClr val="002B11"/>
                </a:solidFill>
                <a:latin typeface="Poppins"/>
                <a:ea typeface="Poppins" pitchFamily="34" charset="-122"/>
                <a:cs typeface="Poppins"/>
              </a:rPr>
              <a:t>reason for the change.</a:t>
            </a:r>
            <a:endParaRPr lang="en-US">
              <a:latin typeface="Poppins"/>
              <a:cs typeface="Poppins"/>
            </a:endParaRP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Fuel Stop!</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Member Fraud,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3825421"/>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85000" lnSpcReduction="1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03</a:t>
            </a:r>
            <a:endParaRPr lang="en-US" sz="7300" kern="1200">
              <a:solidFill>
                <a:prstClr val="black"/>
              </a:solidFill>
              <a:latin typeface="Calibri" panose="020F0502020204030204"/>
              <a:ea typeface="+mn-ea"/>
              <a:cs typeface="+mn-cs"/>
            </a:endParaRPr>
          </a:p>
        </p:txBody>
      </p:sp>
      <p:sp>
        <p:nvSpPr>
          <p:cNvPr id="4" name="Text 2"/>
          <p:cNvSpPr/>
          <p:nvPr/>
        </p:nvSpPr>
        <p:spPr>
          <a:xfrm>
            <a:off x="1784945" y="5047342"/>
            <a:ext cx="7363064" cy="711200"/>
          </a:xfrm>
          <a:prstGeom prst="rect">
            <a:avLst/>
          </a:prstGeom>
          <a:noFill/>
          <a:ln/>
        </p:spPr>
        <p:txBody>
          <a:bodyPr wrap="square" lIns="16933" tIns="16933" rIns="16933" bIns="16933" rtlCol="0" anchor="t">
            <a:noAutofit/>
          </a:bodyPr>
          <a:lstStyle/>
          <a:p>
            <a:pPr defTabSz="609630">
              <a:buClrTx/>
            </a:pPr>
            <a:r>
              <a:rPr lang="en-US" sz="4000" b="1" kern="1200">
                <a:solidFill>
                  <a:srgbClr val="00EB5B"/>
                </a:solidFill>
                <a:latin typeface="Poppins"/>
                <a:cs typeface="Poppins"/>
              </a:rPr>
              <a:t>Property Fraud Removals</a:t>
            </a:r>
            <a:endParaRPr lang="en-US" sz="4000" kern="1200">
              <a:solidFill>
                <a:prstClr val="black"/>
              </a:solidFill>
              <a:latin typeface="Poppins"/>
              <a:ea typeface="Calibri"/>
              <a:cs typeface="Calibri"/>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70000" lnSpcReduction="2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Fraud committed for the property's gain, including boosting, vandalism, and incentivized reviews.</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Plitvice Lakes, Croatia</a:t>
            </a:r>
          </a:p>
          <a:p>
            <a:pPr defTabSz="609630">
              <a:buClrTx/>
            </a:pPr>
            <a:r>
              <a:rPr lang="en-US" sz="933" b="1" kern="1200">
                <a:solidFill>
                  <a:srgbClr val="4B2E83"/>
                </a:solidFill>
                <a:latin typeface="Calibri" panose="020F0502020204030204"/>
                <a:ea typeface="+mn-ea"/>
                <a:cs typeface="+mn-cs"/>
              </a:rPr>
              <a:t>Fun fact: the 16 terraced lakes are connected by waterfalls and</a:t>
            </a:r>
          </a:p>
          <a:p>
            <a:pPr defTabSz="609630">
              <a:buClrTx/>
            </a:pPr>
            <a:r>
              <a:rPr lang="en-US" sz="933" b="1" kern="1200">
                <a:solidFill>
                  <a:srgbClr val="4B2E83"/>
                </a:solidFill>
                <a:latin typeface="Calibri" panose="020F0502020204030204"/>
                <a:ea typeface="+mn-ea"/>
                <a:cs typeface="+mn-cs"/>
              </a:rPr>
              <a:t>linked by wooden footbridges and walking trails.</a:t>
            </a:r>
          </a:p>
          <a:p>
            <a:pPr defTabSz="609630">
              <a:buClrTx/>
            </a:pPr>
            <a:r>
              <a:rPr lang="en-US" sz="933" b="1" kern="1200">
                <a:solidFill>
                  <a:srgbClr val="4B2E83"/>
                </a:solidFill>
                <a:latin typeface="Calibri" panose="020F0502020204030204"/>
                <a:ea typeface="+mn-ea"/>
                <a:cs typeface="+mn-cs"/>
              </a:rPr>
              <a:t>Canva search: "Plitvice Lakes Croatia"</a:t>
            </a:r>
          </a:p>
          <a:p>
            <a:pPr defTabSz="609630">
              <a:buClrTx/>
            </a:pPr>
            <a:r>
              <a:rPr lang="en-US" sz="933" b="1" kern="1200">
                <a:solidFill>
                  <a:srgbClr val="4B2E83"/>
                </a:solidFill>
                <a:latin typeface="Calibri" panose="020F0502020204030204"/>
                <a:ea typeface="+mn-ea"/>
                <a:cs typeface="+mn-cs"/>
              </a:rPr>
              <a:t>AI prompt: Plitvice Lakes Croatia, turquoise terraced waterfalls, forest, daylight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Property Fraud Removals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Peripheral Fraud assessment is required before submitting a property fraud removal.</a:t>
            </a:r>
            <a:endParaRPr lang="en-US" sz="2150" kern="1200">
              <a:solidFill>
                <a:prstClr val="black"/>
              </a:solidFill>
              <a:latin typeface="Calibri" panose="020F0502020204030204"/>
              <a:ea typeface="+mn-ea"/>
              <a:cs typeface="+mn-cs"/>
            </a:endParaRPr>
          </a:p>
        </p:txBody>
      </p:sp>
      <p:sp>
        <p:nvSpPr>
          <p:cNvPr id="7" name="Text 3"/>
          <p:cNvSpPr/>
          <p:nvPr/>
        </p:nvSpPr>
        <p:spPr>
          <a:xfrm>
            <a:off x="723900" y="3589504"/>
            <a:ext cx="4512945" cy="1270024"/>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Reviewers do not get a template to fill in for property fraud removals.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6"/>
          <a:stretch>
            <a:fillRect/>
          </a:stretch>
        </p:blipFill>
        <p:spPr>
          <a:xfrm>
            <a:off x="6461760" y="429927"/>
            <a:ext cx="5088708" cy="1162206"/>
          </a:xfrm>
          <a:prstGeom prst="rect">
            <a:avLst/>
          </a:prstGeom>
          <a:ln w="12700">
            <a:solidFill>
              <a:srgbClr val="002B11"/>
            </a:solidFill>
          </a:ln>
        </p:spPr>
      </p:pic>
      <p:sp>
        <p:nvSpPr>
          <p:cNvPr id="8" name="TextBox 7">
            <a:extLst>
              <a:ext uri="{FF2B5EF4-FFF2-40B4-BE49-F238E27FC236}">
                <a16:creationId xmlns:a16="http://schemas.microsoft.com/office/drawing/2014/main" id="{26094508-6B8E-663D-435D-B4774E5CA460}"/>
              </a:ext>
            </a:extLst>
          </p:cNvPr>
          <p:cNvSpPr txBox="1"/>
          <p:nvPr/>
        </p:nvSpPr>
        <p:spPr>
          <a:xfrm>
            <a:off x="670560" y="4572000"/>
            <a:ext cx="5457731" cy="954107"/>
          </a:xfrm>
          <a:prstGeom prst="rect">
            <a:avLst/>
          </a:prstGeom>
          <a:noFill/>
        </p:spPr>
        <p:txBody>
          <a:bodyPr wrap="square" rtlCol="0">
            <a:spAutoFit/>
          </a:bodyPr>
          <a:lstStyle/>
          <a:p>
            <a:r>
              <a:rPr lang="en-US" b="1">
                <a:solidFill>
                  <a:srgbClr val="00926F"/>
                </a:solidFill>
                <a:latin typeface="Calibri"/>
                <a:ea typeface="Calibri"/>
                <a:cs typeface="Calibri"/>
                <a:sym typeface="Calibri"/>
              </a:rPr>
              <a:t>Peripheral Fraud assessment is required for all circumstances:  which means all reviews associated with the user or the property should be evaluated  </a:t>
            </a:r>
            <a:endParaRPr lang="en-US"/>
          </a:p>
          <a:p>
            <a:endParaRPr lang="en-US"/>
          </a:p>
        </p:txBody>
      </p:sp>
      <p:pic>
        <p:nvPicPr>
          <p:cNvPr id="10" name="Google Shape;1437;p212">
            <a:extLst>
              <a:ext uri="{FF2B5EF4-FFF2-40B4-BE49-F238E27FC236}">
                <a16:creationId xmlns:a16="http://schemas.microsoft.com/office/drawing/2014/main" id="{0B567ECC-95B2-F17E-3BD6-1A08E12FEE1E}"/>
              </a:ext>
            </a:extLst>
          </p:cNvPr>
          <p:cNvPicPr preferRelativeResize="0"/>
          <p:nvPr/>
        </p:nvPicPr>
        <p:blipFill>
          <a:blip r:embed="rId7">
            <a:alphaModFix/>
          </a:blip>
          <a:stretch>
            <a:fillRect/>
          </a:stretch>
        </p:blipFill>
        <p:spPr>
          <a:xfrm>
            <a:off x="6728493" y="2520950"/>
            <a:ext cx="3328303" cy="316865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Confirmed Boosting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Used to remove a review and penalize the property when boosting is confirmed.</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
        <p:nvSpPr>
          <p:cNvPr id="8" name="TextBox 7">
            <a:extLst>
              <a:ext uri="{FF2B5EF4-FFF2-40B4-BE49-F238E27FC236}">
                <a16:creationId xmlns:a16="http://schemas.microsoft.com/office/drawing/2014/main" id="{9BEF1434-F70C-FA61-5465-1AAD2A092769}"/>
              </a:ext>
            </a:extLst>
          </p:cNvPr>
          <p:cNvSpPr txBox="1"/>
          <p:nvPr/>
        </p:nvSpPr>
        <p:spPr>
          <a:xfrm>
            <a:off x="423513" y="3429000"/>
            <a:ext cx="5572032" cy="1897955"/>
          </a:xfrm>
          <a:prstGeom prst="rect">
            <a:avLst/>
          </a:prstGeom>
          <a:noFill/>
        </p:spPr>
        <p:txBody>
          <a:bodyPr wrap="square" rtlCol="0">
            <a:spAutoFit/>
          </a:bodyPr>
          <a:lstStyle/>
          <a:p>
            <a:pPr marL="457200" lvl="0" indent="-381000">
              <a:spcBef>
                <a:spcPts val="1000"/>
              </a:spcBef>
              <a:buClr>
                <a:srgbClr val="6F6F6F"/>
              </a:buClr>
              <a:buSzPts val="2400"/>
              <a:buFont typeface="Poppins"/>
              <a:buChar char="●"/>
            </a:pPr>
            <a:r>
              <a:rPr lang="en-US">
                <a:solidFill>
                  <a:srgbClr val="6F6F6F"/>
                </a:solidFill>
                <a:latin typeface="Poppins"/>
                <a:ea typeface="Poppins"/>
                <a:cs typeface="Poppins"/>
                <a:sym typeface="Poppins"/>
              </a:rPr>
              <a:t>Used to remove review when an employee or affiliate of property writes a positive, fake review</a:t>
            </a:r>
          </a:p>
          <a:p>
            <a:pPr marL="457200" lvl="0" indent="-381000">
              <a:spcBef>
                <a:spcPts val="1000"/>
              </a:spcBef>
              <a:buClr>
                <a:srgbClr val="6F6F6F"/>
              </a:buClr>
              <a:buSzPts val="2400"/>
              <a:buFont typeface="Poppins"/>
              <a:buChar char="●"/>
            </a:pPr>
            <a:r>
              <a:rPr lang="en-US">
                <a:solidFill>
                  <a:srgbClr val="6F6F6F"/>
                </a:solidFill>
                <a:latin typeface="Poppins"/>
                <a:ea typeface="Poppins"/>
                <a:cs typeface="Poppins"/>
                <a:sym typeface="Poppins"/>
              </a:rPr>
              <a:t>Affiliation must be confirmed with evidence</a:t>
            </a:r>
          </a:p>
          <a:p>
            <a:pPr marL="457200" lvl="0" indent="-381000">
              <a:spcBef>
                <a:spcPts val="1000"/>
              </a:spcBef>
              <a:buClr>
                <a:srgbClr val="6F6F6F"/>
              </a:buClr>
              <a:buSzPts val="2400"/>
              <a:buFont typeface="Poppins"/>
              <a:buChar char="●"/>
            </a:pPr>
            <a:r>
              <a:rPr lang="en-US">
                <a:solidFill>
                  <a:srgbClr val="6F6F6F"/>
                </a:solidFill>
                <a:latin typeface="Poppins"/>
                <a:ea typeface="Poppins"/>
                <a:cs typeface="Poppins"/>
                <a:sym typeface="Poppins"/>
              </a:rPr>
              <a:t>Provide evidence in comment box</a:t>
            </a:r>
          </a:p>
          <a:p>
            <a:pPr marL="457200" lvl="0" indent="-381000">
              <a:spcBef>
                <a:spcPts val="1000"/>
              </a:spcBef>
              <a:buClr>
                <a:srgbClr val="6F6F6F"/>
              </a:buClr>
              <a:buSzPts val="2400"/>
              <a:buFont typeface="Poppins"/>
              <a:buChar char="●"/>
            </a:pPr>
            <a:r>
              <a:rPr lang="en-US">
                <a:solidFill>
                  <a:srgbClr val="6F6F6F"/>
                </a:solidFill>
                <a:latin typeface="Poppins"/>
                <a:ea typeface="Poppins"/>
                <a:cs typeface="Poppins"/>
                <a:sym typeface="Poppins"/>
              </a:rPr>
              <a:t>Vandalism box is greyed out, not used for boosting</a:t>
            </a:r>
          </a:p>
          <a:p>
            <a:pPr marL="457200" lvl="0" indent="-381000">
              <a:spcBef>
                <a:spcPts val="1000"/>
              </a:spcBef>
              <a:buClr>
                <a:srgbClr val="6F6F6F"/>
              </a:buClr>
              <a:buSzPts val="2400"/>
              <a:buFont typeface="Poppins"/>
              <a:buChar char="●"/>
            </a:pPr>
            <a:r>
              <a:rPr lang="en-US">
                <a:solidFill>
                  <a:srgbClr val="6F6F6F"/>
                </a:solidFill>
                <a:latin typeface="Poppins"/>
                <a:ea typeface="Poppins"/>
                <a:cs typeface="Poppins"/>
                <a:sym typeface="Poppins"/>
              </a:rPr>
              <a:t>Check to add to owner DB is auto-selected</a:t>
            </a:r>
          </a:p>
        </p:txBody>
      </p:sp>
    </p:spTree>
  </p:cSld>
  <p:clrMapOvr>
    <a:masterClrMapping/>
  </p:clrMapOvr>
  <p:extLst>
    <p:ext uri="{6950BFC3-D8DA-4A85-94F7-54DA5524770B}">
      <p188:commentRel xmlns:p188="http://schemas.microsoft.com/office/powerpoint/2018/8/main" r:id="rId3"/>
    </p:ext>
  </p:extLst>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Confirmed Vandalism</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a:ea typeface="Poppins" pitchFamily="34" charset="-122"/>
                <a:cs typeface="Poppins"/>
              </a:rPr>
              <a:t>Used to remove a review and penalize the property when vandalism is confirmed.</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b="1" kern="1200">
                <a:solidFill>
                  <a:srgbClr val="1F2937"/>
                </a:solidFill>
                <a:latin typeface="Poppins"/>
                <a:ea typeface="Poppins" pitchFamily="34" charset="-122"/>
                <a:cs typeface="Poppins"/>
              </a:rPr>
              <a:t>Important</a:t>
            </a:r>
            <a:r>
              <a:rPr lang="en-US" sz="1750" kern="1200">
                <a:solidFill>
                  <a:srgbClr val="1F2937"/>
                </a:solidFill>
                <a:latin typeface="Poppins"/>
                <a:ea typeface="Poppins" pitchFamily="34" charset="-122"/>
                <a:cs typeface="Poppins"/>
              </a:rPr>
              <a:t>: Add the Property ID in the removal notes.</a:t>
            </a:r>
            <a:endParaRPr lang="en-US" sz="175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6"/>
          <a:stretch>
            <a:fillRect/>
          </a:stretch>
        </p:blipFill>
        <p:spPr>
          <a:xfrm>
            <a:off x="6461760" y="2133600"/>
            <a:ext cx="5059680" cy="3352800"/>
          </a:xfrm>
          <a:prstGeom prst="rect">
            <a:avLst/>
          </a:prstGeom>
          <a:ln w="12700">
            <a:solidFill>
              <a:srgbClr val="002B11"/>
            </a:solidFill>
          </a:ln>
        </p:spPr>
      </p:pic>
    </p:spTree>
  </p:cSld>
  <p:clrMapOvr>
    <a:masterClrMapping/>
  </p:clrMapOvr>
  <p:extLst>
    <p:ext uri="{6950BFC3-D8DA-4A85-94F7-54DA5524770B}">
      <p188:commentRel xmlns:p188="http://schemas.microsoft.com/office/powerpoint/2018/8/main" r:id="rId3"/>
    </p:ext>
  </p:extLst>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4">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4"/>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5"/>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Confirmed Incentives</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Used to remove a review and penalize the property when the property is confirmed to have offered an incentive in exchange for a review. Employee Incentives example:</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“Barbie, one of our staff members, told us she'd get a bonus if we left a good review, so here it is!”</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75</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Owner Bullying Member</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85000" lnSpcReduction="1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Used to remove reviews when an owner is bullying, harassing, or threatening a member over a review.</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lnSpcReduction="10000"/>
          </a:bodyPr>
          <a:lstStyle/>
          <a:p>
            <a:pPr defTabSz="609630">
              <a:buClrTx/>
            </a:pPr>
            <a:r>
              <a:rPr lang="en-US" sz="1600" i="1" kern="1200">
                <a:solidFill>
                  <a:srgbClr val="1F2937"/>
                </a:solidFill>
                <a:latin typeface="Poppins" pitchFamily="34" charset="0"/>
                <a:ea typeface="Poppins" pitchFamily="34" charset="-122"/>
                <a:cs typeface="Poppins" pitchFamily="34" charset="-120"/>
              </a:rPr>
              <a:t>“Negative review removed because the owner is bullying the member in the property response, threatening legal action and demanding the member's personal information be handed over before they will stop.”</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76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grpSp>
        <p:nvGrpSpPr>
          <p:cNvPr id="12" name="Google Shape;1475;p216">
            <a:extLst>
              <a:ext uri="{FF2B5EF4-FFF2-40B4-BE49-F238E27FC236}">
                <a16:creationId xmlns:a16="http://schemas.microsoft.com/office/drawing/2014/main" id="{86A4531C-ACF9-0FCF-E040-CA2A25FCDD9F}"/>
              </a:ext>
            </a:extLst>
          </p:cNvPr>
          <p:cNvGrpSpPr/>
          <p:nvPr/>
        </p:nvGrpSpPr>
        <p:grpSpPr>
          <a:xfrm>
            <a:off x="3031958" y="3555999"/>
            <a:ext cx="4083670" cy="2942877"/>
            <a:chOff x="824060" y="1192087"/>
            <a:chExt cx="6531428" cy="5306788"/>
          </a:xfrm>
        </p:grpSpPr>
        <p:grpSp>
          <p:nvGrpSpPr>
            <p:cNvPr id="13" name="Google Shape;1476;p216">
              <a:extLst>
                <a:ext uri="{FF2B5EF4-FFF2-40B4-BE49-F238E27FC236}">
                  <a16:creationId xmlns:a16="http://schemas.microsoft.com/office/drawing/2014/main" id="{4205F8C9-D20F-5FF1-834D-B38900C2B711}"/>
                </a:ext>
              </a:extLst>
            </p:cNvPr>
            <p:cNvGrpSpPr/>
            <p:nvPr/>
          </p:nvGrpSpPr>
          <p:grpSpPr>
            <a:xfrm>
              <a:off x="824060" y="1192087"/>
              <a:ext cx="6531428" cy="5306788"/>
              <a:chOff x="824060" y="1192087"/>
              <a:chExt cx="6531428" cy="5306788"/>
            </a:xfrm>
          </p:grpSpPr>
          <p:pic>
            <p:nvPicPr>
              <p:cNvPr id="15" name="Google Shape;1477;p216">
                <a:extLst>
                  <a:ext uri="{FF2B5EF4-FFF2-40B4-BE49-F238E27FC236}">
                    <a16:creationId xmlns:a16="http://schemas.microsoft.com/office/drawing/2014/main" id="{D7D74848-FA2D-955D-04C4-6E2DE6B682DF}"/>
                  </a:ext>
                </a:extLst>
              </p:cNvPr>
              <p:cNvPicPr preferRelativeResize="0"/>
              <p:nvPr/>
            </p:nvPicPr>
            <p:blipFill rotWithShape="1">
              <a:blip r:embed="rId5">
                <a:alphaModFix/>
              </a:blip>
              <a:srcRect l="5780" t="13715" r="8072" b="7146"/>
              <a:stretch/>
            </p:blipFill>
            <p:spPr>
              <a:xfrm>
                <a:off x="824060" y="1192087"/>
                <a:ext cx="6531428" cy="5306788"/>
              </a:xfrm>
              <a:prstGeom prst="rect">
                <a:avLst/>
              </a:prstGeom>
              <a:noFill/>
              <a:ln>
                <a:noFill/>
              </a:ln>
              <a:effectLst>
                <a:outerShdw blurRad="292100" dist="139700" dir="2700000" algn="tl" rotWithShape="0">
                  <a:srgbClr val="333333">
                    <a:alpha val="64709"/>
                  </a:srgbClr>
                </a:outerShdw>
              </a:effectLst>
            </p:spPr>
          </p:pic>
          <p:pic>
            <p:nvPicPr>
              <p:cNvPr id="16" name="Google Shape;1478;p216">
                <a:extLst>
                  <a:ext uri="{FF2B5EF4-FFF2-40B4-BE49-F238E27FC236}">
                    <a16:creationId xmlns:a16="http://schemas.microsoft.com/office/drawing/2014/main" id="{7A7E9D73-1844-4A72-1384-892759657EE3}"/>
                  </a:ext>
                </a:extLst>
              </p:cNvPr>
              <p:cNvPicPr preferRelativeResize="0"/>
              <p:nvPr/>
            </p:nvPicPr>
            <p:blipFill rotWithShape="1">
              <a:blip r:embed="rId6">
                <a:alphaModFix/>
              </a:blip>
              <a:srcRect/>
              <a:stretch/>
            </p:blipFill>
            <p:spPr>
              <a:xfrm>
                <a:off x="1354520" y="3829050"/>
                <a:ext cx="1795463" cy="247650"/>
              </a:xfrm>
              <a:prstGeom prst="rect">
                <a:avLst/>
              </a:prstGeom>
              <a:noFill/>
              <a:ln>
                <a:noFill/>
              </a:ln>
            </p:spPr>
          </p:pic>
        </p:grpSp>
        <p:pic>
          <p:nvPicPr>
            <p:cNvPr id="14" name="Google Shape;1479;p216">
              <a:extLst>
                <a:ext uri="{FF2B5EF4-FFF2-40B4-BE49-F238E27FC236}">
                  <a16:creationId xmlns:a16="http://schemas.microsoft.com/office/drawing/2014/main" id="{5DB2B200-A74B-F827-94A3-82B83216B3CD}"/>
                </a:ext>
              </a:extLst>
            </p:cNvPr>
            <p:cNvPicPr preferRelativeResize="0"/>
            <p:nvPr/>
          </p:nvPicPr>
          <p:blipFill rotWithShape="1">
            <a:blip r:embed="rId7">
              <a:alphaModFix/>
            </a:blip>
            <a:srcRect l="8720" t="14545" r="12793" b="27275"/>
            <a:stretch/>
          </p:blipFill>
          <p:spPr>
            <a:xfrm>
              <a:off x="1168400" y="2048523"/>
              <a:ext cx="957706" cy="454024"/>
            </a:xfrm>
            <a:prstGeom prst="rect">
              <a:avLst/>
            </a:prstGeom>
            <a:noFill/>
            <a:ln>
              <a:noFill/>
            </a:ln>
          </p:spPr>
        </p:pic>
      </p:gr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700314" y="1695450"/>
            <a:ext cx="6264366" cy="1126671"/>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Suspected Boosting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a:ea typeface="Poppins" pitchFamily="34" charset="-122"/>
                <a:cs typeface="Poppins"/>
              </a:rPr>
              <a:t>Used when it is believed, but not confirmed, that a property is engaging in boosting.</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grpSp>
        <p:nvGrpSpPr>
          <p:cNvPr id="8" name="Google Shape;1491;p217">
            <a:extLst>
              <a:ext uri="{FF2B5EF4-FFF2-40B4-BE49-F238E27FC236}">
                <a16:creationId xmlns:a16="http://schemas.microsoft.com/office/drawing/2014/main" id="{C45F4545-1ED0-4EB8-AF96-C6BCA022ACB1}"/>
              </a:ext>
            </a:extLst>
          </p:cNvPr>
          <p:cNvGrpSpPr/>
          <p:nvPr/>
        </p:nvGrpSpPr>
        <p:grpSpPr>
          <a:xfrm>
            <a:off x="6479407" y="840925"/>
            <a:ext cx="5410200" cy="4012272"/>
            <a:chOff x="688657" y="1232909"/>
            <a:chExt cx="6474327" cy="5140903"/>
          </a:xfrm>
        </p:grpSpPr>
        <p:pic>
          <p:nvPicPr>
            <p:cNvPr id="9" name="Google Shape;1492;p217">
              <a:extLst>
                <a:ext uri="{FF2B5EF4-FFF2-40B4-BE49-F238E27FC236}">
                  <a16:creationId xmlns:a16="http://schemas.microsoft.com/office/drawing/2014/main" id="{089D8A76-22B9-CFDE-A1A2-76F3E1CA792F}"/>
                </a:ext>
              </a:extLst>
            </p:cNvPr>
            <p:cNvPicPr preferRelativeResize="0"/>
            <p:nvPr/>
          </p:nvPicPr>
          <p:blipFill rotWithShape="1">
            <a:blip r:embed="rId6">
              <a:alphaModFix/>
            </a:blip>
            <a:srcRect l="4724" t="12869" r="3735" b="6297"/>
            <a:stretch/>
          </p:blipFill>
          <p:spPr>
            <a:xfrm>
              <a:off x="688657" y="1232909"/>
              <a:ext cx="6474327" cy="5140903"/>
            </a:xfrm>
            <a:prstGeom prst="rect">
              <a:avLst/>
            </a:prstGeom>
            <a:noFill/>
            <a:ln>
              <a:noFill/>
            </a:ln>
            <a:effectLst>
              <a:outerShdw blurRad="292100" dist="139700" dir="2700000" algn="tl" rotWithShape="0">
                <a:srgbClr val="333333">
                  <a:alpha val="64709"/>
                </a:srgbClr>
              </a:outerShdw>
            </a:effectLst>
          </p:spPr>
        </p:pic>
        <p:pic>
          <p:nvPicPr>
            <p:cNvPr id="10" name="Google Shape;1493;p217">
              <a:extLst>
                <a:ext uri="{FF2B5EF4-FFF2-40B4-BE49-F238E27FC236}">
                  <a16:creationId xmlns:a16="http://schemas.microsoft.com/office/drawing/2014/main" id="{48A8B84C-3EC3-55C9-79C2-EF53D1499C10}"/>
                </a:ext>
              </a:extLst>
            </p:cNvPr>
            <p:cNvPicPr preferRelativeResize="0"/>
            <p:nvPr/>
          </p:nvPicPr>
          <p:blipFill rotWithShape="1">
            <a:blip r:embed="rId7">
              <a:alphaModFix/>
            </a:blip>
            <a:srcRect l="8720" t="14545" r="12793" b="27275"/>
            <a:stretch/>
          </p:blipFill>
          <p:spPr>
            <a:xfrm>
              <a:off x="954057" y="2108339"/>
              <a:ext cx="957706" cy="454024"/>
            </a:xfrm>
            <a:prstGeom prst="rect">
              <a:avLst/>
            </a:prstGeom>
            <a:noFill/>
            <a:ln>
              <a:noFill/>
            </a:ln>
            <a:effectLst>
              <a:outerShdw blurRad="57150" dist="19050" dir="5400000" algn="bl" rotWithShape="0">
                <a:srgbClr val="000000">
                  <a:alpha val="50000"/>
                </a:srgbClr>
              </a:outerShdw>
            </a:effectLst>
          </p:spPr>
        </p:pic>
      </p:grpSp>
      <p:sp>
        <p:nvSpPr>
          <p:cNvPr id="15" name="TextBox 14">
            <a:extLst>
              <a:ext uri="{FF2B5EF4-FFF2-40B4-BE49-F238E27FC236}">
                <a16:creationId xmlns:a16="http://schemas.microsoft.com/office/drawing/2014/main" id="{FDC83899-E968-6DD4-71A7-89EEF10C2BB5}"/>
              </a:ext>
            </a:extLst>
          </p:cNvPr>
          <p:cNvSpPr txBox="1"/>
          <p:nvPr/>
        </p:nvSpPr>
        <p:spPr>
          <a:xfrm>
            <a:off x="356135" y="3532472"/>
            <a:ext cx="6057499" cy="1856919"/>
          </a:xfrm>
          <a:prstGeom prst="rect">
            <a:avLst/>
          </a:prstGeom>
          <a:noFill/>
        </p:spPr>
        <p:txBody>
          <a:bodyPr wrap="square" lIns="91440" tIns="45720" rIns="91440" bIns="45720" rtlCol="0" anchor="t">
            <a:spAutoFit/>
          </a:bodyPr>
          <a:lstStyle/>
          <a:p>
            <a:pPr marL="457200" indent="-368300">
              <a:buClr>
                <a:srgbClr val="5D5D5D"/>
              </a:buClr>
              <a:buSzPts val="2200"/>
              <a:buFont typeface="Poppins"/>
              <a:buChar char="●"/>
            </a:pPr>
            <a:r>
              <a:rPr lang="en-US">
                <a:solidFill>
                  <a:srgbClr val="5D5D5D"/>
                </a:solidFill>
                <a:latin typeface="Poppins"/>
                <a:ea typeface="Poppins"/>
                <a:cs typeface="Poppins"/>
                <a:sym typeface="Poppins"/>
              </a:rPr>
              <a:t>Used when it is believed the owner or employees have written a positive review for their business</a:t>
            </a:r>
          </a:p>
          <a:p>
            <a:pPr marL="457200" lvl="0" indent="-368300">
              <a:spcBef>
                <a:spcPts val="1000"/>
              </a:spcBef>
              <a:buClr>
                <a:srgbClr val="5D5D5D"/>
              </a:buClr>
              <a:buSzPts val="2200"/>
              <a:buFont typeface="Poppins"/>
              <a:buChar char="●"/>
            </a:pPr>
            <a:r>
              <a:rPr lang="en-US">
                <a:solidFill>
                  <a:srgbClr val="5D5D5D"/>
                </a:solidFill>
                <a:latin typeface="Poppins"/>
                <a:ea typeface="Poppins"/>
                <a:cs typeface="Poppins"/>
                <a:sym typeface="Poppins"/>
              </a:rPr>
              <a:t>We cannot find a evidence direct match that links the user to</a:t>
            </a:r>
            <a:br>
              <a:rPr lang="en-US">
                <a:latin typeface="Poppins"/>
                <a:ea typeface="Poppins"/>
                <a:cs typeface="Poppins"/>
              </a:rPr>
            </a:br>
            <a:r>
              <a:rPr lang="en-US">
                <a:solidFill>
                  <a:srgbClr val="5D5D5D"/>
                </a:solidFill>
                <a:latin typeface="Poppins"/>
                <a:ea typeface="Poppins"/>
                <a:cs typeface="Poppins"/>
                <a:sym typeface="Poppins"/>
              </a:rPr>
              <a:t>the owner or an affiliate. </a:t>
            </a:r>
            <a:endParaRPr lang="en-US">
              <a:solidFill>
                <a:srgbClr val="5D5D5D"/>
              </a:solidFill>
              <a:latin typeface="Poppins"/>
              <a:ea typeface="Poppins"/>
              <a:cs typeface="Poppins"/>
            </a:endParaRPr>
          </a:p>
          <a:p>
            <a:pPr marL="457200" indent="-368300">
              <a:spcBef>
                <a:spcPts val="1000"/>
              </a:spcBef>
              <a:buClr>
                <a:srgbClr val="5D5D5D"/>
              </a:buClr>
              <a:buSzPts val="2200"/>
              <a:buFont typeface="Poppins"/>
              <a:buChar char="●"/>
            </a:pPr>
            <a:r>
              <a:rPr lang="en-US">
                <a:solidFill>
                  <a:srgbClr val="5D5D5D"/>
                </a:solidFill>
                <a:latin typeface="Poppins"/>
                <a:ea typeface="Poppins"/>
                <a:cs typeface="Poppins"/>
                <a:sym typeface="Poppins"/>
              </a:rPr>
              <a:t>There is an element of suspicion, such as OTT text, overlapping attributes or suspicious email</a:t>
            </a:r>
          </a:p>
        </p:txBody>
      </p:sp>
    </p:spTree>
  </p:cSld>
  <p:clrMapOvr>
    <a:masterClrMapping/>
  </p:clrMapOvr>
  <p:extLst>
    <p:ext uri="{6950BFC3-D8DA-4A85-94F7-54DA5524770B}">
      <p188:commentRel xmlns:p188="http://schemas.microsoft.com/office/powerpoint/2018/8/main" r:id="rId3"/>
    </p:ext>
  </p:extLst>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Suspected Incentives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Used to remove a review when we suspect, but cannot confirm, that the property offered an incentive in exchange for a review.</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grpSp>
        <p:nvGrpSpPr>
          <p:cNvPr id="8" name="Google Shape;1502;p218">
            <a:extLst>
              <a:ext uri="{FF2B5EF4-FFF2-40B4-BE49-F238E27FC236}">
                <a16:creationId xmlns:a16="http://schemas.microsoft.com/office/drawing/2014/main" id="{3A23D214-C9AF-5BFA-44C6-392C9D164637}"/>
              </a:ext>
            </a:extLst>
          </p:cNvPr>
          <p:cNvGrpSpPr/>
          <p:nvPr/>
        </p:nvGrpSpPr>
        <p:grpSpPr>
          <a:xfrm>
            <a:off x="7222781" y="1365250"/>
            <a:ext cx="4512946" cy="3867150"/>
            <a:chOff x="848710" y="1208416"/>
            <a:chExt cx="6433456" cy="5274130"/>
          </a:xfrm>
        </p:grpSpPr>
        <p:pic>
          <p:nvPicPr>
            <p:cNvPr id="9" name="Google Shape;1503;p218">
              <a:extLst>
                <a:ext uri="{FF2B5EF4-FFF2-40B4-BE49-F238E27FC236}">
                  <a16:creationId xmlns:a16="http://schemas.microsoft.com/office/drawing/2014/main" id="{99BB0149-9092-5213-E4F1-CE8471642558}"/>
                </a:ext>
              </a:extLst>
            </p:cNvPr>
            <p:cNvPicPr preferRelativeResize="0"/>
            <p:nvPr/>
          </p:nvPicPr>
          <p:blipFill rotWithShape="1">
            <a:blip r:embed="rId6">
              <a:alphaModFix/>
            </a:blip>
            <a:srcRect l="4220" t="13231" r="4829" b="3713"/>
            <a:stretch/>
          </p:blipFill>
          <p:spPr>
            <a:xfrm>
              <a:off x="848710" y="1208416"/>
              <a:ext cx="6433456" cy="5274130"/>
            </a:xfrm>
            <a:prstGeom prst="rect">
              <a:avLst/>
            </a:prstGeom>
            <a:noFill/>
            <a:ln>
              <a:noFill/>
            </a:ln>
            <a:effectLst>
              <a:outerShdw blurRad="292100" dist="139700" dir="2700000" algn="tl" rotWithShape="0">
                <a:srgbClr val="333333">
                  <a:alpha val="64709"/>
                </a:srgbClr>
              </a:outerShdw>
            </a:effectLst>
          </p:spPr>
        </p:pic>
        <p:pic>
          <p:nvPicPr>
            <p:cNvPr id="10" name="Google Shape;1504;p218">
              <a:extLst>
                <a:ext uri="{FF2B5EF4-FFF2-40B4-BE49-F238E27FC236}">
                  <a16:creationId xmlns:a16="http://schemas.microsoft.com/office/drawing/2014/main" id="{5D4166CB-7D4A-5E8C-7016-6A1512B5BF9C}"/>
                </a:ext>
              </a:extLst>
            </p:cNvPr>
            <p:cNvPicPr preferRelativeResize="0"/>
            <p:nvPr/>
          </p:nvPicPr>
          <p:blipFill rotWithShape="1">
            <a:blip r:embed="rId7">
              <a:alphaModFix/>
            </a:blip>
            <a:srcRect l="8720" t="14545" r="12793" b="27275"/>
            <a:stretch/>
          </p:blipFill>
          <p:spPr>
            <a:xfrm>
              <a:off x="1168400" y="2027965"/>
              <a:ext cx="957706" cy="454024"/>
            </a:xfrm>
            <a:prstGeom prst="rect">
              <a:avLst/>
            </a:prstGeom>
            <a:noFill/>
            <a:ln>
              <a:noFill/>
            </a:ln>
            <a:effectLst>
              <a:outerShdw blurRad="57150" dist="19050" dir="5400000" algn="bl" rotWithShape="0">
                <a:srgbClr val="000000">
                  <a:alpha val="50000"/>
                </a:srgbClr>
              </a:outerShdw>
            </a:effectLst>
          </p:spPr>
        </p:pic>
      </p:grpSp>
      <p:sp>
        <p:nvSpPr>
          <p:cNvPr id="15" name="TextBox 14">
            <a:extLst>
              <a:ext uri="{FF2B5EF4-FFF2-40B4-BE49-F238E27FC236}">
                <a16:creationId xmlns:a16="http://schemas.microsoft.com/office/drawing/2014/main" id="{4D7F060E-555E-FD24-30E2-8CE71020F9E9}"/>
              </a:ext>
            </a:extLst>
          </p:cNvPr>
          <p:cNvSpPr txBox="1"/>
          <p:nvPr/>
        </p:nvSpPr>
        <p:spPr>
          <a:xfrm>
            <a:off x="279132" y="3647975"/>
            <a:ext cx="6851556" cy="1297791"/>
          </a:xfrm>
          <a:prstGeom prst="rect">
            <a:avLst/>
          </a:prstGeom>
          <a:noFill/>
        </p:spPr>
        <p:txBody>
          <a:bodyPr wrap="none" rtlCol="0">
            <a:spAutoFit/>
          </a:bodyPr>
          <a:lstStyle/>
          <a:p>
            <a:pPr marL="457200" lvl="0" indent="-368300">
              <a:buClr>
                <a:schemeClr val="dk1"/>
              </a:buClr>
              <a:buSzPts val="2200"/>
              <a:buFont typeface="Poppins"/>
              <a:buChar char="●"/>
            </a:pPr>
            <a:r>
              <a:rPr lang="en-US">
                <a:solidFill>
                  <a:schemeClr val="dk1"/>
                </a:solidFill>
                <a:latin typeface="Poppins"/>
                <a:ea typeface="Poppins"/>
                <a:cs typeface="Poppins"/>
                <a:sym typeface="Poppins"/>
              </a:rPr>
              <a:t>Used to remove review when we suspect incentives are being offered</a:t>
            </a:r>
            <a:br>
              <a:rPr lang="en-US">
                <a:solidFill>
                  <a:schemeClr val="dk1"/>
                </a:solidFill>
                <a:latin typeface="Poppins"/>
                <a:ea typeface="Poppins"/>
                <a:cs typeface="Poppins"/>
                <a:sym typeface="Poppins"/>
              </a:rPr>
            </a:br>
            <a:r>
              <a:rPr lang="en-US">
                <a:solidFill>
                  <a:schemeClr val="dk1"/>
                </a:solidFill>
                <a:latin typeface="Poppins"/>
                <a:ea typeface="Poppins"/>
                <a:cs typeface="Poppins"/>
                <a:sym typeface="Poppins"/>
              </a:rPr>
              <a:t>due to a rate spike, information on CI research, etc.</a:t>
            </a:r>
          </a:p>
          <a:p>
            <a:pPr marL="457200" lvl="0" indent="-368300">
              <a:spcBef>
                <a:spcPts val="1000"/>
              </a:spcBef>
              <a:buClr>
                <a:schemeClr val="dk1"/>
              </a:buClr>
              <a:buSzPts val="2200"/>
              <a:buFont typeface="Poppins"/>
              <a:buChar char="●"/>
            </a:pPr>
            <a:r>
              <a:rPr lang="en-US">
                <a:solidFill>
                  <a:schemeClr val="dk1"/>
                </a:solidFill>
                <a:latin typeface="Poppins"/>
                <a:ea typeface="Poppins"/>
                <a:cs typeface="Poppins"/>
                <a:sym typeface="Poppins"/>
              </a:rPr>
              <a:t>There should be matching elements to other reviews, such as</a:t>
            </a:r>
            <a:br>
              <a:rPr lang="en-US">
                <a:solidFill>
                  <a:schemeClr val="dk1"/>
                </a:solidFill>
                <a:latin typeface="Poppins"/>
                <a:ea typeface="Poppins"/>
                <a:cs typeface="Poppins"/>
                <a:sym typeface="Poppins"/>
              </a:rPr>
            </a:br>
            <a:r>
              <a:rPr lang="en-US">
                <a:solidFill>
                  <a:schemeClr val="dk1"/>
                </a:solidFill>
                <a:latin typeface="Poppins"/>
                <a:ea typeface="Poppins"/>
                <a:cs typeface="Poppins"/>
                <a:sym typeface="Poppins"/>
              </a:rPr>
              <a:t>email similarities, short reviews without a lot of substance,</a:t>
            </a:r>
            <a:br>
              <a:rPr lang="en-US">
                <a:solidFill>
                  <a:schemeClr val="dk1"/>
                </a:solidFill>
                <a:latin typeface="Poppins"/>
                <a:ea typeface="Poppins"/>
                <a:cs typeface="Poppins"/>
                <a:sym typeface="Poppins"/>
              </a:rPr>
            </a:br>
            <a:r>
              <a:rPr lang="en-US">
                <a:solidFill>
                  <a:schemeClr val="dk1"/>
                </a:solidFill>
                <a:latin typeface="Poppins"/>
                <a:ea typeface="Poppins"/>
                <a:cs typeface="Poppins"/>
                <a:sym typeface="Poppins"/>
              </a:rPr>
              <a:t>similar patterns in text or emojis</a:t>
            </a:r>
          </a:p>
        </p:txBody>
      </p:sp>
    </p:spTree>
  </p:cSld>
  <p:clrMapOvr>
    <a:masterClrMapping/>
  </p:clrMapOvr>
  <p:extLst>
    <p:ext uri="{6950BFC3-D8DA-4A85-94F7-54DA5524770B}">
      <p188:commentRel xmlns:p188="http://schemas.microsoft.com/office/powerpoint/2018/8/main" r:id="rId3"/>
    </p:ext>
  </p:extLst>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Suspected Vandalism</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315185" cy="1690914"/>
          </a:xfrm>
          <a:prstGeom prst="rect">
            <a:avLst/>
          </a:prstGeom>
          <a:ln/>
        </p:spPr>
        <p:style>
          <a:lnRef idx="2">
            <a:schemeClr val="dk1"/>
          </a:lnRef>
          <a:fillRef idx="1">
            <a:schemeClr val="lt1"/>
          </a:fillRef>
          <a:effectRef idx="0">
            <a:schemeClr val="dk1"/>
          </a:effectRef>
          <a:fontRef idx="minor">
            <a:schemeClr val="dk1"/>
          </a:fontRef>
        </p:style>
        <p:txBody>
          <a:bodyPr wrap="square" lIns="16933" tIns="16933" rIns="16933" bIns="16933" rtlCol="0" anchor="ctr">
            <a:normAutofit/>
          </a:bodyPr>
          <a:lstStyle/>
          <a:p>
            <a:pPr marL="285750" indent="-285750" defTabSz="609630">
              <a:buClrTx/>
              <a:buChar char="•"/>
            </a:pPr>
            <a:r>
              <a:rPr lang="en-US" kern="1200">
                <a:solidFill>
                  <a:schemeClr val="tx1"/>
                </a:solidFill>
                <a:latin typeface="Poppins"/>
                <a:ea typeface="Poppins" pitchFamily="34" charset="-122"/>
                <a:cs typeface="Poppins"/>
              </a:rPr>
              <a:t>Used to remove a negative review when vandalism is suspected but not confirmed.</a:t>
            </a:r>
            <a:endParaRPr lang="en-US" kern="1200">
              <a:solidFill>
                <a:schemeClr val="tx1"/>
              </a:solidFill>
              <a:latin typeface="Poppins"/>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79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grpSp>
        <p:nvGrpSpPr>
          <p:cNvPr id="8" name="Google Shape;1515;p219">
            <a:extLst>
              <a:ext uri="{FF2B5EF4-FFF2-40B4-BE49-F238E27FC236}">
                <a16:creationId xmlns:a16="http://schemas.microsoft.com/office/drawing/2014/main" id="{3DB4A05B-1802-8187-528F-9F4F03986302}"/>
              </a:ext>
            </a:extLst>
          </p:cNvPr>
          <p:cNvGrpSpPr/>
          <p:nvPr/>
        </p:nvGrpSpPr>
        <p:grpSpPr>
          <a:xfrm>
            <a:off x="6583646" y="1847850"/>
            <a:ext cx="4809724" cy="3060624"/>
            <a:chOff x="971018" y="1247963"/>
            <a:chExt cx="6384472" cy="5240986"/>
          </a:xfrm>
        </p:grpSpPr>
        <p:pic>
          <p:nvPicPr>
            <p:cNvPr id="9" name="Google Shape;1516;p219">
              <a:extLst>
                <a:ext uri="{FF2B5EF4-FFF2-40B4-BE49-F238E27FC236}">
                  <a16:creationId xmlns:a16="http://schemas.microsoft.com/office/drawing/2014/main" id="{6828F21D-0A16-47AA-DCBA-B299C050E80D}"/>
                </a:ext>
              </a:extLst>
            </p:cNvPr>
            <p:cNvPicPr preferRelativeResize="0"/>
            <p:nvPr/>
          </p:nvPicPr>
          <p:blipFill rotWithShape="1">
            <a:blip r:embed="rId5">
              <a:alphaModFix/>
            </a:blip>
            <a:srcRect l="5776" t="13082" r="2253" b="2899"/>
            <a:stretch/>
          </p:blipFill>
          <p:spPr>
            <a:xfrm>
              <a:off x="971018" y="1247963"/>
              <a:ext cx="6384472" cy="5240986"/>
            </a:xfrm>
            <a:prstGeom prst="rect">
              <a:avLst/>
            </a:prstGeom>
            <a:noFill/>
            <a:ln>
              <a:noFill/>
            </a:ln>
            <a:effectLst>
              <a:outerShdw blurRad="292100" dist="139700" dir="2700000" algn="tl" rotWithShape="0">
                <a:srgbClr val="333333">
                  <a:alpha val="64709"/>
                </a:srgbClr>
              </a:outerShdw>
            </a:effectLst>
          </p:spPr>
        </p:pic>
        <p:pic>
          <p:nvPicPr>
            <p:cNvPr id="10" name="Google Shape;1517;p219">
              <a:extLst>
                <a:ext uri="{FF2B5EF4-FFF2-40B4-BE49-F238E27FC236}">
                  <a16:creationId xmlns:a16="http://schemas.microsoft.com/office/drawing/2014/main" id="{2790360B-254F-63A3-1C3E-42D228104B50}"/>
                </a:ext>
              </a:extLst>
            </p:cNvPr>
            <p:cNvPicPr preferRelativeResize="0"/>
            <p:nvPr/>
          </p:nvPicPr>
          <p:blipFill rotWithShape="1">
            <a:blip r:embed="rId6">
              <a:alphaModFix/>
            </a:blip>
            <a:srcRect l="8720" t="14545" r="12793" b="27275"/>
            <a:stretch/>
          </p:blipFill>
          <p:spPr>
            <a:xfrm>
              <a:off x="1219901" y="2088925"/>
              <a:ext cx="957706" cy="454024"/>
            </a:xfrm>
            <a:prstGeom prst="rect">
              <a:avLst/>
            </a:prstGeom>
            <a:noFill/>
            <a:ln>
              <a:noFill/>
            </a:ln>
          </p:spPr>
        </p:pic>
      </p:grpSp>
      <p:sp>
        <p:nvSpPr>
          <p:cNvPr id="15" name="TextBox 14">
            <a:extLst>
              <a:ext uri="{FF2B5EF4-FFF2-40B4-BE49-F238E27FC236}">
                <a16:creationId xmlns:a16="http://schemas.microsoft.com/office/drawing/2014/main" id="{94903F3D-E749-A761-C151-602C7BF9A235}"/>
              </a:ext>
            </a:extLst>
          </p:cNvPr>
          <p:cNvSpPr txBox="1"/>
          <p:nvPr/>
        </p:nvSpPr>
        <p:spPr>
          <a:xfrm>
            <a:off x="648904" y="3743684"/>
            <a:ext cx="10663841" cy="523220"/>
          </a:xfrm>
          <a:prstGeom prst="rect">
            <a:avLst/>
          </a:prstGeom>
          <a:noFill/>
        </p:spPr>
        <p:txBody>
          <a:bodyPr wrap="square" lIns="91440" tIns="45720" rIns="91440" bIns="45720" rtlCol="0" anchor="t">
            <a:spAutoFit/>
          </a:bodyPr>
          <a:lstStyle/>
          <a:p>
            <a:pPr marL="285750" indent="-285750">
              <a:buChar char="•"/>
            </a:pPr>
            <a:r>
              <a:rPr lang="en-US">
                <a:solidFill>
                  <a:schemeClr val="dk1"/>
                </a:solidFill>
                <a:latin typeface="Poppins"/>
                <a:ea typeface="Poppins"/>
                <a:cs typeface="Poppins"/>
                <a:sym typeface="Poppins"/>
              </a:rPr>
              <a:t>Often vandalism by one property is combined with attempts</a:t>
            </a:r>
            <a:br>
              <a:rPr lang="en-US">
                <a:latin typeface="Poppins"/>
                <a:ea typeface="Poppins"/>
                <a:cs typeface="Poppins"/>
              </a:rPr>
            </a:br>
            <a:r>
              <a:rPr lang="en-US">
                <a:solidFill>
                  <a:schemeClr val="dk1"/>
                </a:solidFill>
                <a:latin typeface="Poppins"/>
                <a:ea typeface="Poppins"/>
                <a:cs typeface="Poppins"/>
                <a:sym typeface="Poppins"/>
              </a:rPr>
              <a:t>of boosting or other attempts of vandalism.</a:t>
            </a:r>
            <a:endParaRPr lang="en-US">
              <a:solidFill>
                <a:schemeClr val="dk1"/>
              </a:solidFill>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Confirmed Vandalism &amp; Boosting Removals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srgbClr val="002B11"/>
              </a:solidFill>
              <a:latin typeface="Poppins"/>
              <a:ea typeface="+mn-ea"/>
              <a:cs typeface="Poppins"/>
            </a:endParaRPr>
          </a:p>
        </p:txBody>
      </p:sp>
      <p:sp>
        <p:nvSpPr>
          <p:cNvPr id="7" name="Text 3"/>
          <p:cNvSpPr/>
          <p:nvPr/>
        </p:nvSpPr>
        <p:spPr>
          <a:xfrm>
            <a:off x="723900" y="3454364"/>
            <a:ext cx="4512945" cy="1405164"/>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srgbClr val="1F2937"/>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6"/>
          <a:stretch>
            <a:fillRect/>
          </a:stretch>
        </p:blipFill>
        <p:spPr>
          <a:xfrm>
            <a:off x="6461760" y="1996068"/>
            <a:ext cx="4244340" cy="1134482"/>
          </a:xfrm>
          <a:prstGeom prst="rect">
            <a:avLst/>
          </a:prstGeom>
          <a:ln w="12700">
            <a:solidFill>
              <a:srgbClr val="002B11"/>
            </a:solidFill>
          </a:ln>
        </p:spPr>
      </p:pic>
      <p:sp>
        <p:nvSpPr>
          <p:cNvPr id="8" name="TextBox 7">
            <a:extLst>
              <a:ext uri="{FF2B5EF4-FFF2-40B4-BE49-F238E27FC236}">
                <a16:creationId xmlns:a16="http://schemas.microsoft.com/office/drawing/2014/main" id="{388546D9-150D-F80C-D0AF-B60B34354E4A}"/>
              </a:ext>
            </a:extLst>
          </p:cNvPr>
          <p:cNvSpPr txBox="1"/>
          <p:nvPr/>
        </p:nvSpPr>
        <p:spPr>
          <a:xfrm>
            <a:off x="645886" y="3606801"/>
            <a:ext cx="23759693" cy="954107"/>
          </a:xfrm>
          <a:prstGeom prst="rect">
            <a:avLst/>
          </a:prstGeom>
          <a:noFill/>
        </p:spPr>
        <p:txBody>
          <a:bodyPr wrap="square" lIns="91440" tIns="45720" rIns="91440" bIns="45720" rtlCol="0" anchor="t">
            <a:spAutoFit/>
          </a:bodyPr>
          <a:lstStyle/>
          <a:p>
            <a:pPr marL="532765" lvl="1">
              <a:spcBef>
                <a:spcPts val="1680"/>
              </a:spcBef>
              <a:buClr>
                <a:srgbClr val="303030"/>
              </a:buClr>
              <a:buSzPts val="2400"/>
            </a:pPr>
            <a:r>
              <a:rPr lang="en-US">
                <a:solidFill>
                  <a:srgbClr val="303030"/>
                </a:solidFill>
                <a:latin typeface="Poppins"/>
                <a:ea typeface="Poppins"/>
                <a:cs typeface="Poppins"/>
                <a:sym typeface="Poppins"/>
              </a:rPr>
              <a:t>1. We have evidence that the review was submitted by an owner or a user affiliated to the property.</a:t>
            </a:r>
            <a:br>
              <a:rPr lang="en-US">
                <a:latin typeface="Poppins"/>
                <a:ea typeface="Poppins"/>
                <a:cs typeface="Poppins"/>
              </a:rPr>
            </a:br>
            <a:r>
              <a:rPr lang="en-US">
                <a:latin typeface="Poppins"/>
                <a:ea typeface="Poppins"/>
                <a:cs typeface="Poppins"/>
                <a:sym typeface="Poppins"/>
              </a:rPr>
              <a:t>2. </a:t>
            </a:r>
            <a:r>
              <a:rPr lang="en-US">
                <a:solidFill>
                  <a:srgbClr val="303030"/>
                </a:solidFill>
                <a:latin typeface="Poppins"/>
                <a:ea typeface="Poppins"/>
                <a:cs typeface="Poppins"/>
                <a:sym typeface="Poppins"/>
              </a:rPr>
              <a:t>A similarly rated review is submitted and there is an owner password match in the history for the same property</a:t>
            </a:r>
            <a:br>
              <a:rPr lang="en-US">
                <a:latin typeface="Poppins"/>
                <a:ea typeface="Poppins"/>
                <a:cs typeface="Poppins"/>
              </a:rPr>
            </a:br>
            <a:r>
              <a:rPr lang="en-US">
                <a:latin typeface="Poppins"/>
                <a:ea typeface="Poppins"/>
                <a:cs typeface="Poppins"/>
                <a:sym typeface="Poppins"/>
              </a:rPr>
              <a:t>3. </a:t>
            </a:r>
            <a:r>
              <a:rPr lang="en-US">
                <a:solidFill>
                  <a:srgbClr val="303030"/>
                </a:solidFill>
                <a:latin typeface="Poppins"/>
                <a:ea typeface="Poppins"/>
                <a:cs typeface="Poppins"/>
                <a:sym typeface="Poppins"/>
              </a:rPr>
              <a:t>A user’s name (contained in email, username, FB, member tool, or found online) matches the owner or affiliate’s name,</a:t>
            </a:r>
            <a:br>
              <a:rPr lang="en-US">
                <a:latin typeface="Poppins"/>
                <a:ea typeface="Poppins"/>
                <a:cs typeface="Poppins"/>
              </a:rPr>
            </a:br>
            <a:r>
              <a:rPr lang="en-US">
                <a:solidFill>
                  <a:srgbClr val="303030"/>
                </a:solidFill>
                <a:latin typeface="Poppins"/>
                <a:ea typeface="Poppins"/>
                <a:cs typeface="Poppins"/>
                <a:sym typeface="Poppins"/>
              </a:rPr>
              <a:t>…and/plus… </a:t>
            </a:r>
            <a:endParaRPr lang="en-US"/>
          </a:p>
        </p:txBody>
      </p:sp>
      <p:sp>
        <p:nvSpPr>
          <p:cNvPr id="9" name="TextBox 8">
            <a:extLst>
              <a:ext uri="{FF2B5EF4-FFF2-40B4-BE49-F238E27FC236}">
                <a16:creationId xmlns:a16="http://schemas.microsoft.com/office/drawing/2014/main" id="{D055FD43-E0BB-33E0-A0CC-4D5CA6A063A3}"/>
              </a:ext>
            </a:extLst>
          </p:cNvPr>
          <p:cNvSpPr txBox="1"/>
          <p:nvPr/>
        </p:nvSpPr>
        <p:spPr>
          <a:xfrm>
            <a:off x="1119652" y="4547664"/>
            <a:ext cx="4925548" cy="307777"/>
          </a:xfrm>
          <a:prstGeom prst="rect">
            <a:avLst/>
          </a:prstGeom>
          <a:noFill/>
        </p:spPr>
        <p:txBody>
          <a:bodyPr wrap="square" rtlCol="0">
            <a:spAutoFit/>
          </a:bodyPr>
          <a:lstStyle/>
          <a:p>
            <a:r>
              <a:rPr lang="en-US">
                <a:solidFill>
                  <a:srgbClr val="303030"/>
                </a:solidFill>
                <a:latin typeface="Poppins"/>
                <a:ea typeface="Poppins"/>
                <a:cs typeface="Poppins"/>
                <a:sym typeface="Poppins"/>
              </a:rPr>
              <a:t>4. Please fill in Vandalism boxes when required</a:t>
            </a:r>
            <a:endParaRPr lang="en-US"/>
          </a:p>
        </p:txBody>
      </p:sp>
      <p:sp>
        <p:nvSpPr>
          <p:cNvPr id="10" name="TextBox 9">
            <a:extLst>
              <a:ext uri="{FF2B5EF4-FFF2-40B4-BE49-F238E27FC236}">
                <a16:creationId xmlns:a16="http://schemas.microsoft.com/office/drawing/2014/main" id="{E847541B-82E6-2CC4-5F37-5FE9DC1A4105}"/>
              </a:ext>
            </a:extLst>
          </p:cNvPr>
          <p:cNvSpPr txBox="1"/>
          <p:nvPr/>
        </p:nvSpPr>
        <p:spPr>
          <a:xfrm>
            <a:off x="1119652" y="4862697"/>
            <a:ext cx="8536983" cy="523220"/>
          </a:xfrm>
          <a:prstGeom prst="rect">
            <a:avLst/>
          </a:prstGeom>
          <a:noFill/>
        </p:spPr>
        <p:txBody>
          <a:bodyPr wrap="square" rtlCol="0">
            <a:spAutoFit/>
          </a:bodyPr>
          <a:lstStyle/>
          <a:p>
            <a:r>
              <a:rPr lang="en-US">
                <a:solidFill>
                  <a:srgbClr val="303030"/>
                </a:solidFill>
                <a:latin typeface="Poppins"/>
                <a:ea typeface="Poppins"/>
                <a:cs typeface="Poppins"/>
                <a:sym typeface="Poppins"/>
              </a:rPr>
              <a:t>5. Any evidence found must be entered into the comment box </a:t>
            </a:r>
          </a:p>
          <a:p>
            <a:endParaRPr lang="en-US"/>
          </a:p>
        </p:txBody>
      </p:sp>
    </p:spTree>
  </p:cSld>
  <p:clrMapOvr>
    <a:masterClrMapping/>
  </p:clrMapOvr>
  <p:extLst>
    <p:ext uri="{6950BFC3-D8DA-4A85-94F7-54DA5524770B}">
      <p188:commentRel xmlns:p188="http://schemas.microsoft.com/office/powerpoint/2018/8/main" r:id="rId3"/>
    </p:ext>
  </p:extLst>
</p:sld>
</file>

<file path=ppt/slides/slide18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39"/>
        <p:cNvGrpSpPr/>
        <p:nvPr/>
      </p:nvGrpSpPr>
      <p:grpSpPr>
        <a:xfrm>
          <a:off x="0" y="0"/>
          <a:ext cx="0" cy="0"/>
          <a:chOff x="0" y="0"/>
          <a:chExt cx="0" cy="0"/>
        </a:xfrm>
      </p:grpSpPr>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Autofit/>
          </a:bodyPr>
          <a:lstStyle/>
          <a:p>
            <a:pPr defTabSz="609630">
              <a:lnSpc>
                <a:spcPct val="108000"/>
              </a:lnSpc>
              <a:buClrTx/>
            </a:pPr>
            <a:r>
              <a:rPr lang="en-US" sz="2400" b="1" kern="1200">
                <a:solidFill>
                  <a:srgbClr val="00EB5B"/>
                </a:solidFill>
                <a:latin typeface="Poppins"/>
                <a:ea typeface="Poppins" pitchFamily="34" charset="-122"/>
                <a:cs typeface="Poppins"/>
              </a:rPr>
              <a:t>Peripheral Fraud Detection</a:t>
            </a:r>
            <a:endParaRPr lang="en-US" sz="2400" kern="1200">
              <a:solidFill>
                <a:prstClr val="black"/>
              </a:solidFill>
              <a:latin typeface="Poppins"/>
              <a:ea typeface="Calibri"/>
              <a:cs typeface="Calibri"/>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925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Using a member's history and peripheral actions to detect fraud.</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Peripheral Fraud Detection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a:ea typeface="Poppins" pitchFamily="34" charset="-122"/>
                <a:cs typeface="Poppins"/>
              </a:rPr>
              <a:t>Reviewing the user's history can reveal fraud that is not visible in the review text alone.</a:t>
            </a:r>
            <a:endParaRPr lang="en-US" sz="2150" kern="1200">
              <a:solidFill>
                <a:prstClr val="black"/>
              </a:solidFill>
              <a:latin typeface="Poppins"/>
              <a:ea typeface="Calibri" panose="020F0502020204030204"/>
              <a:cs typeface="Calibri" panose="020F0502020204030204"/>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“Peripheral” refers to reviews and actions possibly related to, but outside of, the review under direct assessment.</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Finding Fraud in Reviews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It's important to look at other reviews by the same member, and other reviews for the same property, not just the review being assessed.</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
        <p:nvSpPr>
          <p:cNvPr id="9" name="Google Shape;1551;p224">
            <a:extLst>
              <a:ext uri="{FF2B5EF4-FFF2-40B4-BE49-F238E27FC236}">
                <a16:creationId xmlns:a16="http://schemas.microsoft.com/office/drawing/2014/main" id="{BB22B31C-6CED-EBAC-94C3-C8FE36888C24}"/>
              </a:ext>
            </a:extLst>
          </p:cNvPr>
          <p:cNvSpPr txBox="1"/>
          <p:nvPr/>
        </p:nvSpPr>
        <p:spPr>
          <a:xfrm>
            <a:off x="4595525" y="3066583"/>
            <a:ext cx="5496333" cy="4524737"/>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1500"/>
              </a:spcBef>
              <a:spcAft>
                <a:spcPts val="0"/>
              </a:spcAft>
              <a:buClr>
                <a:srgbClr val="FF9300"/>
              </a:buClr>
              <a:buSzPts val="2400"/>
              <a:buFont typeface="Times"/>
              <a:buNone/>
            </a:pPr>
            <a:r>
              <a:rPr lang="en-US" sz="1600">
                <a:solidFill>
                  <a:schemeClr val="dk1"/>
                </a:solidFill>
                <a:latin typeface="Poppins"/>
                <a:ea typeface="Poppins"/>
                <a:cs typeface="Poppins"/>
                <a:sym typeface="Poppins"/>
              </a:rPr>
              <a:t>It’s important to look at other reviews that may be connected to the one being processed.</a:t>
            </a:r>
            <a:endParaRPr sz="1600">
              <a:solidFill>
                <a:schemeClr val="dk1"/>
              </a:solidFill>
              <a:latin typeface="Poppins"/>
              <a:ea typeface="Poppins"/>
              <a:cs typeface="Poppins"/>
              <a:sym typeface="Poppins"/>
            </a:endParaRPr>
          </a:p>
          <a:p>
            <a:pPr marL="0" marR="0" lvl="0" indent="0" algn="l" rtl="0">
              <a:lnSpc>
                <a:spcPct val="120000"/>
              </a:lnSpc>
              <a:spcBef>
                <a:spcPts val="1500"/>
              </a:spcBef>
              <a:spcAft>
                <a:spcPts val="0"/>
              </a:spcAft>
              <a:buNone/>
            </a:pPr>
            <a:r>
              <a:rPr lang="en-US" sz="1600">
                <a:solidFill>
                  <a:schemeClr val="dk1"/>
                </a:solidFill>
                <a:latin typeface="Poppins"/>
                <a:ea typeface="Poppins"/>
                <a:cs typeface="Poppins"/>
                <a:sym typeface="Poppins"/>
              </a:rPr>
              <a:t>Peripheral fraud can be found:</a:t>
            </a:r>
            <a:endParaRPr sz="1600">
              <a:solidFill>
                <a:schemeClr val="dk1"/>
              </a:solidFill>
              <a:latin typeface="Poppins"/>
              <a:ea typeface="Poppins"/>
              <a:cs typeface="Poppins"/>
              <a:sym typeface="Poppins"/>
            </a:endParaRPr>
          </a:p>
          <a:p>
            <a:pPr marL="914400" marR="0" lvl="2" indent="-393700" algn="l" rtl="0">
              <a:lnSpc>
                <a:spcPct val="120000"/>
              </a:lnSpc>
              <a:spcBef>
                <a:spcPts val="500"/>
              </a:spcBef>
              <a:spcAft>
                <a:spcPts val="0"/>
              </a:spcAft>
              <a:buClr>
                <a:schemeClr val="dk1"/>
              </a:buClr>
              <a:buSzPts val="2400"/>
              <a:buFont typeface="Poppins"/>
              <a:buChar char="•"/>
            </a:pPr>
            <a:r>
              <a:rPr lang="en-US" sz="1600" i="0" u="none" strike="noStrike" cap="none">
                <a:solidFill>
                  <a:schemeClr val="dk1"/>
                </a:solidFill>
                <a:latin typeface="Poppins"/>
                <a:ea typeface="Poppins"/>
                <a:cs typeface="Poppins"/>
                <a:sym typeface="Poppins"/>
              </a:rPr>
              <a:t>On member history (direct competitors, review promotion fraud)</a:t>
            </a:r>
            <a:endParaRPr sz="1600">
              <a:solidFill>
                <a:schemeClr val="dk1"/>
              </a:solidFill>
              <a:latin typeface="Poppins"/>
              <a:ea typeface="Poppins"/>
              <a:cs typeface="Poppins"/>
              <a:sym typeface="Poppins"/>
            </a:endParaRPr>
          </a:p>
          <a:p>
            <a:pPr marL="914400" marR="0" lvl="2" indent="-393700" algn="l" rtl="0">
              <a:lnSpc>
                <a:spcPct val="120000"/>
              </a:lnSpc>
              <a:spcBef>
                <a:spcPts val="500"/>
              </a:spcBef>
              <a:spcAft>
                <a:spcPts val="0"/>
              </a:spcAft>
              <a:buClr>
                <a:schemeClr val="dk1"/>
              </a:buClr>
              <a:buSzPts val="2400"/>
              <a:buFont typeface="Poppins"/>
              <a:buChar char="•"/>
            </a:pPr>
            <a:r>
              <a:rPr lang="en-US" sz="1600" i="0" u="none" strike="noStrike" cap="none">
                <a:solidFill>
                  <a:schemeClr val="dk1"/>
                </a:solidFill>
                <a:latin typeface="Poppins"/>
                <a:ea typeface="Poppins"/>
                <a:cs typeface="Poppins"/>
                <a:sym typeface="Poppins"/>
              </a:rPr>
              <a:t>On same attributes (FP,FGP,PW, IP..)</a:t>
            </a:r>
            <a:endParaRPr sz="1600">
              <a:solidFill>
                <a:schemeClr val="dk1"/>
              </a:solidFill>
              <a:latin typeface="Poppins"/>
              <a:ea typeface="Poppins"/>
              <a:cs typeface="Poppins"/>
              <a:sym typeface="Poppins"/>
            </a:endParaRPr>
          </a:p>
          <a:p>
            <a:pPr marL="914400" marR="0" lvl="2" indent="-393700" algn="l" rtl="0">
              <a:lnSpc>
                <a:spcPct val="120000"/>
              </a:lnSpc>
              <a:spcBef>
                <a:spcPts val="500"/>
              </a:spcBef>
              <a:spcAft>
                <a:spcPts val="0"/>
              </a:spcAft>
              <a:buClr>
                <a:schemeClr val="dk1"/>
              </a:buClr>
              <a:buSzPts val="2400"/>
              <a:buFont typeface="Poppins"/>
              <a:buChar char="•"/>
            </a:pPr>
            <a:r>
              <a:rPr lang="en-US" sz="1600" i="0" u="none" strike="noStrike" cap="none">
                <a:solidFill>
                  <a:schemeClr val="dk1"/>
                </a:solidFill>
                <a:latin typeface="Poppins"/>
                <a:ea typeface="Poppins"/>
                <a:cs typeface="Poppins"/>
                <a:sym typeface="Poppins"/>
              </a:rPr>
              <a:t>On the same property</a:t>
            </a:r>
            <a:endParaRPr sz="1600">
              <a:solidFill>
                <a:schemeClr val="dk1"/>
              </a:solidFill>
              <a:latin typeface="Poppins"/>
              <a:ea typeface="Poppins"/>
              <a:cs typeface="Poppins"/>
              <a:sym typeface="Poppins"/>
            </a:endParaRPr>
          </a:p>
          <a:p>
            <a:pPr marL="914400" marR="0" lvl="2" indent="-393700" algn="l" rtl="0">
              <a:lnSpc>
                <a:spcPct val="120000"/>
              </a:lnSpc>
              <a:spcBef>
                <a:spcPts val="500"/>
              </a:spcBef>
              <a:spcAft>
                <a:spcPts val="0"/>
              </a:spcAft>
              <a:buClr>
                <a:schemeClr val="dk1"/>
              </a:buClr>
              <a:buSzPts val="2400"/>
              <a:buFont typeface="Poppins"/>
              <a:buChar char="•"/>
            </a:pPr>
            <a:r>
              <a:rPr lang="en-US" sz="1600" i="0" u="none" strike="noStrike" cap="none">
                <a:solidFill>
                  <a:schemeClr val="dk1"/>
                </a:solidFill>
                <a:latin typeface="Poppins"/>
                <a:ea typeface="Poppins"/>
                <a:cs typeface="Poppins"/>
                <a:sym typeface="Poppins"/>
              </a:rPr>
              <a:t>Filters such as rate spike and similar email</a:t>
            </a:r>
            <a:endParaRPr sz="1600">
              <a:solidFill>
                <a:schemeClr val="dk1"/>
              </a:solidFill>
              <a:latin typeface="Poppins"/>
              <a:ea typeface="Poppins"/>
              <a:cs typeface="Poppins"/>
              <a:sym typeface="Poppins"/>
            </a:endParaRPr>
          </a:p>
          <a:p>
            <a:pPr marL="0" marR="0" lvl="0" indent="0" algn="l" rtl="0">
              <a:lnSpc>
                <a:spcPct val="120000"/>
              </a:lnSpc>
              <a:spcBef>
                <a:spcPts val="500"/>
              </a:spcBef>
              <a:spcAft>
                <a:spcPts val="0"/>
              </a:spcAft>
              <a:buNone/>
            </a:pPr>
            <a:endParaRPr sz="1600">
              <a:solidFill>
                <a:schemeClr val="dk1"/>
              </a:solidFill>
              <a:latin typeface="Poppins"/>
              <a:ea typeface="Poppins"/>
              <a:cs typeface="Poppins"/>
              <a:sym typeface="Poppins"/>
            </a:endParaRPr>
          </a:p>
        </p:txBody>
      </p:sp>
    </p:spTree>
  </p:cSld>
  <p:clrMapOvr>
    <a:masterClrMapping/>
  </p:clrMapOvr>
  <p:extLst>
    <p:ext uri="{6950BFC3-D8DA-4A85-94F7-54DA5524770B}">
      <p188:commentRel xmlns:p188="http://schemas.microsoft.com/office/powerpoint/2018/8/main" r:id="rId3"/>
    </p:ext>
  </p:extLst>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5">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6"/>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Where to Look for Peripheral Fraud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7"/>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Does this member have any reviews with similar text patterns?</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Does this member have reviews across many properties in a short time span?</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Does this property have other reviews from members with suspicious history?</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83</a:t>
            </a:r>
            <a:endParaRPr lang="en-US" sz="12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5">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6"/>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Where to Look for Peripheral Fraud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7"/>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Does this member have reviews for properties owned or managed by the same person?</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Does this member's device or contact info match other flagged accounts?</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84</a:t>
            </a:r>
            <a:endParaRPr lang="en-US" sz="12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Actions on Peripheral Fraud/Content</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marL="342900" indent="-342900" defTabSz="609630">
              <a:buClrTx/>
              <a:buChar char="•"/>
            </a:pPr>
            <a:r>
              <a:rPr lang="en-US" sz="2150" kern="1200">
                <a:solidFill>
                  <a:srgbClr val="002B11"/>
                </a:solidFill>
                <a:latin typeface="Poppins"/>
                <a:ea typeface="Poppins" pitchFamily="34" charset="-122"/>
                <a:cs typeface="Poppins"/>
              </a:rPr>
              <a:t>If you find additional fraud or fraudulent content while reviewing a member's history, take action on it too, not just the review under assessment.</a:t>
            </a:r>
            <a:endParaRPr lang="en-US" sz="2150" kern="1200">
              <a:solidFill>
                <a:prstClr val="black"/>
              </a:solidFill>
              <a:latin typeface="Poppins"/>
              <a:ea typeface="+mn-ea"/>
              <a:cs typeface="Poppins"/>
            </a:endParaRPr>
          </a:p>
        </p:txBody>
      </p:sp>
      <p:sp>
        <p:nvSpPr>
          <p:cNvPr id="7" name="Text 3"/>
          <p:cNvSpPr/>
          <p:nvPr/>
        </p:nvSpPr>
        <p:spPr>
          <a:xfrm>
            <a:off x="1057728" y="3875278"/>
            <a:ext cx="4179117"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a:ea typeface="Poppins" pitchFamily="34" charset="-122"/>
                <a:cs typeface="Poppins"/>
              </a:rPr>
              <a:t>Example: while investigating a boosting allegation, you find the same member left near-identical text on three other properties -- all three should be assessed and actioned.</a:t>
            </a:r>
            <a:endParaRPr lang="en-US" sz="175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Device Matches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Device (full cookie or partial cookie) matches can indicate related accounts.</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850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you see additional members sharing a device with the reviewer, investigate whether those accounts are also involved in the fraud.</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Password Matches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Two accounts with different emails share the exact same password.</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you see a password match between accounts, treat this the same as a device match when investigating peripheral fraud.</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Peripheral Fraud</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Agents are responsible for assessing peripheral fraud up to a certain scale.</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When the scale of connected fraudulent accounts/reviews exceeds what a single agent can reasonably assess and action, escalate rather than continuing to investigate solo.</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Correcting Status from Peripheral Research</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During your peripheral research, you may find that a previous action taken on a review was incorrect.</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For example, the system made an error, or a prior agent missed evidence that is now visible in the member's broader history.</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89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Changing a Review's Status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Please do not change the status of a review unless you have a specific reason to -- with one exception.</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 one exception is covered on the following slides (upgrading and downgrading a removal).</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Upgrading a Removal</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You may upgrade a previous removal if you find evidence that justifies a more serious removal reason.</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To upgrade a removal means to change its reason to a more severe fraud/moderation category than the one originally applied.</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Downgrading a Removal</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Downgrade means to lessen the severity of a removal reason.</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a review was previously fraud-removed but you find the fraud does not hold up under closer review, downgrade it to the appropriate, less severe reason.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0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18"/>
        <p:cNvGrpSpPr/>
        <p:nvPr/>
      </p:nvGrpSpPr>
      <p:grpSpPr>
        <a:xfrm>
          <a:off x="0" y="0"/>
          <a:ext cx="0" cy="0"/>
          <a:chOff x="0" y="0"/>
          <a:chExt cx="0" cy="0"/>
        </a:xfrm>
      </p:grpSpPr>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30250"/>
            <a:ext cx="8046720" cy="755650"/>
          </a:xfrm>
          <a:prstGeom prst="rect">
            <a:avLst/>
          </a:prstGeom>
          <a:noFill/>
          <a:ln/>
        </p:spPr>
        <p:txBody>
          <a:bodyPr wrap="square" lIns="16933" tIns="16933" rIns="16933" bIns="16933" rtlCol="0" anchor="ctr">
            <a:normAutofit fontScale="85000" lnSpcReduction="1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Property Fraud Removals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28800"/>
            <a:ext cx="6705600" cy="3416300"/>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77900" y="264090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Think about:</a:t>
            </a:r>
            <a:endParaRPr lang="en-US" sz="1750" kern="1200">
              <a:solidFill>
                <a:prstClr val="black"/>
              </a:solidFill>
              <a:latin typeface="Calibri" panose="020F0502020204030204"/>
              <a:ea typeface="+mn-ea"/>
              <a:cs typeface="+mn-cs"/>
            </a:endParaRPr>
          </a:p>
        </p:txBody>
      </p:sp>
      <p:sp>
        <p:nvSpPr>
          <p:cNvPr id="12" name="Text 7"/>
          <p:cNvSpPr/>
          <p:nvPr/>
        </p:nvSpPr>
        <p:spPr>
          <a:xfrm>
            <a:off x="977900" y="3101281"/>
            <a:ext cx="6565900" cy="358775"/>
          </a:xfrm>
          <a:prstGeom prst="rect">
            <a:avLst/>
          </a:prstGeom>
          <a:noFill/>
          <a:ln/>
        </p:spPr>
        <p:txBody>
          <a:bodyPr wrap="square" lIns="16933" tIns="16933" rIns="16933" bIns="16933" rtlCol="0" anchor="t">
            <a:normAutofit fontScale="850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How do you tell confirmed vs. suspected boosting apart in practice?</a:t>
            </a:r>
            <a:endParaRPr lang="en-US" sz="1750" kern="1200">
              <a:solidFill>
                <a:prstClr val="black"/>
              </a:solidFill>
              <a:latin typeface="Calibri" panose="020F0502020204030204"/>
              <a:ea typeface="+mn-ea"/>
              <a:cs typeface="+mn-cs"/>
            </a:endParaRPr>
          </a:p>
        </p:txBody>
      </p:sp>
      <p:sp>
        <p:nvSpPr>
          <p:cNvPr id="13" name="Text 8"/>
          <p:cNvSpPr/>
          <p:nvPr/>
        </p:nvSpPr>
        <p:spPr>
          <a:xfrm>
            <a:off x="977900" y="3561656"/>
            <a:ext cx="6565900" cy="358775"/>
          </a:xfrm>
          <a:prstGeom prst="rect">
            <a:avLst/>
          </a:prstGeom>
          <a:noFill/>
          <a:ln/>
        </p:spPr>
        <p:txBody>
          <a:bodyPr wrap="square" lIns="16933" tIns="16933" rIns="16933" bIns="16933" rtlCol="0" anchor="t">
            <a:normAutofit fontScale="70000" lnSpcReduction="2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What peripheral-fraud signals would make you escalate rather than action solo?</a:t>
            </a:r>
            <a:endParaRPr lang="en-US" sz="1750" kern="1200">
              <a:solidFill>
                <a:prstClr val="black"/>
              </a:solidFill>
              <a:latin typeface="Calibri" panose="020F0502020204030204"/>
              <a:ea typeface="+mn-ea"/>
              <a:cs typeface="+mn-cs"/>
            </a:endParaRPr>
          </a:p>
        </p:txBody>
      </p:sp>
      <p:sp>
        <p:nvSpPr>
          <p:cNvPr id="14" name="Text 9"/>
          <p:cNvSpPr/>
          <p:nvPr/>
        </p:nvSpPr>
        <p:spPr>
          <a:xfrm>
            <a:off x="977900" y="4110931"/>
            <a:ext cx="6565900" cy="330200"/>
          </a:xfrm>
          <a:prstGeom prst="rect">
            <a:avLst/>
          </a:prstGeom>
          <a:noFill/>
          <a:ln/>
        </p:spPr>
        <p:txBody>
          <a:bodyPr wrap="square" lIns="16933" tIns="16933" rIns="16933" bIns="16933" rtlCol="0" anchor="t">
            <a:normAutofit/>
          </a:bodyPr>
          <a:lstStyle/>
          <a:p>
            <a:pPr defTabSz="609630">
              <a:buClrTx/>
            </a:pPr>
            <a:r>
              <a:rPr lang="en-US" sz="1600" i="1" kern="1200">
                <a:solidFill>
                  <a:srgbClr val="6B7280"/>
                </a:solidFill>
                <a:latin typeface="Poppins" pitchFamily="34" charset="0"/>
                <a:ea typeface="Poppins" pitchFamily="34" charset="-122"/>
                <a:cs typeface="Poppins" pitchFamily="34" charset="-120"/>
              </a:rPr>
              <a:t>Share your questions with your group.</a:t>
            </a:r>
            <a:endParaRPr lang="en-US" sz="1600" kern="1200">
              <a:solidFill>
                <a:prstClr val="black"/>
              </a:solidFill>
              <a:latin typeface="Calibri" panose="020F0502020204030204"/>
              <a:ea typeface="+mn-ea"/>
              <a:cs typeface="+mn-cs"/>
            </a:endParaRP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93</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Property Fraud</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 property is confirmed to be both vandalizing and boosting reviews. What should you do?</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Fill in only the Vandalism removal notes box</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Fill in only the Boosting removal notes box</a:t>
            </a:r>
            <a:endParaRPr lang="en-US" sz="1600" kern="1200">
              <a:solidFill>
                <a:prstClr val="black"/>
              </a:solidFill>
              <a:latin typeface="Poppins"/>
              <a:ea typeface="+mn-ea"/>
              <a:cs typeface="Poppins"/>
            </a:endParaRPr>
          </a:p>
        </p:txBody>
      </p:sp>
      <p:sp>
        <p:nvSpPr>
          <p:cNvPr id="18" name="Text 16"/>
          <p:cNvSpPr/>
          <p:nvPr/>
        </p:nvSpPr>
        <p:spPr>
          <a:xfrm>
            <a:off x="10858500" y="4654296"/>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a:ea typeface="Poppins" pitchFamily="34" charset="-122"/>
                <a:cs typeface="Poppins"/>
              </a:rPr>
              <a:t>Fill in both the Vandalism and Boosting removal notes boxes</a:t>
            </a:r>
            <a:endParaRPr lang="en-US" sz="1600" b="1" kern="1200">
              <a:solidFill>
                <a:prstClr val="black"/>
              </a:solidFill>
              <a:latin typeface="Poppins"/>
              <a:ea typeface="Calibri"/>
              <a:cs typeface="Poppin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Escalate immediately without filling in either box</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94</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Peripheral Fraud</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While investigating a boosting allegation, you find the same member left near-identical text on three other properties. What should you do?</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Ignore the other properties -- only assess the review you were assigned</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pitchFamily="34" charset="0"/>
                <a:ea typeface="Poppins" pitchFamily="34" charset="-122"/>
                <a:cs typeface="Poppins" pitchFamily="34" charset="-120"/>
              </a:rPr>
              <a:t>Assess and action all three additional properties too</a:t>
            </a:r>
            <a:endParaRPr lang="en-US" sz="1600" kern="1200">
              <a:solidFill>
                <a:prstClr val="black"/>
              </a:solidFill>
              <a:latin typeface="Calibri" panose="020F0502020204030204"/>
              <a:ea typeface="+mn-ea"/>
              <a:cs typeface="+mn-cs"/>
            </a:endParaRPr>
          </a:p>
        </p:txBody>
      </p:sp>
      <p:sp>
        <p:nvSpPr>
          <p:cNvPr id="18" name="Text 16"/>
          <p:cNvSpPr/>
          <p:nvPr/>
        </p:nvSpPr>
        <p:spPr>
          <a:xfrm>
            <a:off x="10858500" y="3905098"/>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Automatically escalate without further review</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Wait for the member to submit another review before acting</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95</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a:bodyPr>
          <a:lstStyle/>
          <a:p>
            <a:pPr marL="0" indent="0" algn="l">
              <a:buNone/>
            </a:pPr>
            <a:r>
              <a:rPr lang="en-US" sz="3750" b="1">
                <a:solidFill>
                  <a:srgbClr val="002B11"/>
                </a:solidFill>
                <a:latin typeface="Poppins" pitchFamily="34" charset="0"/>
                <a:ea typeface="Poppins" pitchFamily="34" charset="-122"/>
                <a:cs typeface="Poppins" pitchFamily="34" charset="-120"/>
              </a:rPr>
              <a:t>Section 3 Recap: Property Fraud Removals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828800" y="2169178"/>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600" b="1">
                <a:solidFill>
                  <a:srgbClr val="002B11"/>
                </a:solidFill>
                <a:latin typeface="Poppins"/>
                <a:ea typeface="Poppins" pitchFamily="34" charset="-122"/>
                <a:cs typeface="Poppins"/>
              </a:rPr>
              <a:t>Property fraud removals -- boosting, vandalism, and incentivized reviews -- always require a Peripheral Fraud assessment and a completed removal-notes box before submitting.</a:t>
            </a:r>
            <a:endParaRPr lang="en-US" sz="1600">
              <a:latin typeface="Poppins"/>
              <a:cs typeface="Poppins"/>
            </a:endParaRPr>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778000" y="3431920"/>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600" b="1">
                <a:solidFill>
                  <a:srgbClr val="002B11"/>
                </a:solidFill>
                <a:latin typeface="Poppins"/>
                <a:ea typeface="Poppins" pitchFamily="34" charset="-122"/>
                <a:cs typeface="Poppins"/>
              </a:rPr>
              <a:t>Confirmed cases get the property penalized; suspected cases still get removed, but without penalizing the property until confirmed.</a:t>
            </a:r>
            <a:endParaRPr lang="en-US" sz="1600">
              <a:latin typeface="Poppins"/>
              <a:cs typeface="Poppins"/>
            </a:endParaRP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828800" y="4607578"/>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sz="1600" b="1">
                <a:solidFill>
                  <a:srgbClr val="002B11"/>
                </a:solidFill>
                <a:latin typeface="Poppins"/>
                <a:ea typeface="Poppins" pitchFamily="34" charset="-122"/>
                <a:cs typeface="Poppins"/>
              </a:rPr>
              <a:t>Look for patterns across a property's other reviews -- similar attributes, rate spikes, or matching devices -- before deciding confirmed vs. suspected.</a:t>
            </a:r>
            <a:endParaRPr lang="en-US" sz="1600">
              <a:latin typeface="Poppins"/>
              <a:cs typeface="Poppins"/>
            </a:endParaRP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Trailhead!</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Property Fraud,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4768850"/>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77500" lnSpcReduction="2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04</a:t>
            </a:r>
            <a:endParaRPr lang="en-US" sz="7300" kern="1200">
              <a:solidFill>
                <a:prstClr val="black"/>
              </a:solidFill>
              <a:latin typeface="Calibri" panose="020F0502020204030204"/>
              <a:ea typeface="+mn-ea"/>
              <a:cs typeface="+mn-cs"/>
            </a:endParaRPr>
          </a:p>
        </p:txBody>
      </p:sp>
      <p:sp>
        <p:nvSpPr>
          <p:cNvPr id="4" name="Text 2"/>
          <p:cNvSpPr/>
          <p:nvPr/>
        </p:nvSpPr>
        <p:spPr>
          <a:xfrm>
            <a:off x="1625288" y="5032828"/>
            <a:ext cx="4024779" cy="609600"/>
          </a:xfrm>
          <a:prstGeom prst="rect">
            <a:avLst/>
          </a:prstGeom>
          <a:noFill/>
          <a:ln/>
        </p:spPr>
        <p:txBody>
          <a:bodyPr wrap="square" lIns="16933" tIns="16933" rIns="16933" bIns="16933" rtlCol="0" anchor="t">
            <a:normAutofit fontScale="47500" lnSpcReduction="20000"/>
          </a:bodyPr>
          <a:lstStyle/>
          <a:p>
            <a:pPr defTabSz="609630">
              <a:buClrTx/>
            </a:pPr>
            <a:r>
              <a:rPr lang="en-US" sz="4600" b="1" kern="1200">
                <a:solidFill>
                  <a:srgbClr val="00EB5B"/>
                </a:solidFill>
                <a:latin typeface="Poppins" pitchFamily="34" charset="0"/>
                <a:ea typeface="Poppins" pitchFamily="34" charset="-122"/>
                <a:cs typeface="Poppins" pitchFamily="34" charset="-120"/>
              </a:rPr>
              <a:t>Incoming Reviews: Attachment Checks</a:t>
            </a:r>
            <a:endParaRPr lang="en-US" sz="4600" kern="1200">
              <a:solidFill>
                <a:prstClr val="black"/>
              </a:solidFill>
              <a:latin typeface="Calibri" panose="020F0502020204030204"/>
              <a:ea typeface="+mn-ea"/>
              <a:cs typeface="+mn-cs"/>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85000" lnSpcReduction="1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Making sure reviews are attached to the correct property, restaurant, or attraction.</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FFFFFF">
              <a:alpha val="4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Chefchaouen, Morocco</a:t>
            </a:r>
          </a:p>
          <a:p>
            <a:pPr defTabSz="609630">
              <a:buClrTx/>
            </a:pPr>
            <a:r>
              <a:rPr lang="en-US" sz="933" b="1" kern="1200">
                <a:solidFill>
                  <a:srgbClr val="4B2E83"/>
                </a:solidFill>
                <a:latin typeface="Calibri" panose="020F0502020204030204"/>
                <a:ea typeface="+mn-ea"/>
                <a:cs typeface="+mn-cs"/>
              </a:rPr>
              <a:t>Fun fact: known as the "Blue City" for its blue-washed buildings,</a:t>
            </a:r>
          </a:p>
          <a:p>
            <a:pPr defTabSz="609630">
              <a:buClrTx/>
            </a:pPr>
            <a:r>
              <a:rPr lang="en-US" sz="933" b="1" kern="1200">
                <a:solidFill>
                  <a:srgbClr val="4B2E83"/>
                </a:solidFill>
                <a:latin typeface="Calibri" panose="020F0502020204030204"/>
                <a:ea typeface="+mn-ea"/>
                <a:cs typeface="+mn-cs"/>
              </a:rPr>
              <a:t>a tradition said to date back to Jewish refugees in the 1930s.</a:t>
            </a:r>
          </a:p>
          <a:p>
            <a:pPr defTabSz="609630">
              <a:buClrTx/>
            </a:pPr>
            <a:r>
              <a:rPr lang="en-US" sz="933" b="1" kern="1200">
                <a:solidFill>
                  <a:srgbClr val="4B2E83"/>
                </a:solidFill>
                <a:latin typeface="Calibri" panose="020F0502020204030204"/>
                <a:ea typeface="+mn-ea"/>
                <a:cs typeface="+mn-cs"/>
              </a:rPr>
              <a:t>Canva search: "Chefchaouen blue city Morocco"</a:t>
            </a:r>
          </a:p>
          <a:p>
            <a:pPr defTabSz="609630">
              <a:buClrTx/>
            </a:pPr>
            <a:r>
              <a:rPr lang="en-US" sz="933" b="1" kern="1200">
                <a:solidFill>
                  <a:srgbClr val="4B2E83"/>
                </a:solidFill>
                <a:latin typeface="Calibri" panose="020F0502020204030204"/>
                <a:ea typeface="+mn-ea"/>
                <a:cs typeface="+mn-cs"/>
              </a:rPr>
              <a:t>AI prompt: Chefchaouen Morocco, blue-washed alley, daylight, travel photography</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Incoming Reviews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kern="1200">
                <a:solidFill>
                  <a:srgbClr val="002B11"/>
                </a:solidFill>
                <a:latin typeface="Poppins"/>
                <a:ea typeface="Poppins" pitchFamily="34" charset="-122"/>
                <a:cs typeface="Poppins"/>
              </a:rPr>
              <a:t>Users select the location of the property they wish to review by searching on Tripadvisor.com.</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A search for the ‘Marriott’ in Miami Beach results in 6+ similarly named properties -- mistakes happen and reviews occasionally get posted to the wrong listing.</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Spotting a Mis-Attached Review</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While processing a review, you may see an inconsistency between the review text and the subject/attachment. For example:</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review is attached to a hotel but is reviewing a restaurant”</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text mentions a geo in Europe but the accommodation is in the US”</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“A visit to a spa is reviewed yet the attachment is for a hotel”</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98</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Clear Reattachment</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If it is clear where the review should be attached, there is no need to send an Attachment Check.</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fontScale="850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Simply move to the correct location by clicking the ‘Change Attachment’ button and searching for the property in the database.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99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Attachment Check Process: Sending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If it is believed the user has made an error with the review placement and you are not able to determine the correct location, you should send an ‘Attachment Check’ email.</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To do so, click the ‘Check Attachment’ button located with the verification actions.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6461760" y="1337912"/>
            <a:ext cx="3750644" cy="4148488"/>
          </a:xfrm>
          <a:prstGeom prst="rect">
            <a:avLst/>
          </a:prstGeom>
          <a:ln w="12700">
            <a:solidFill>
              <a:srgbClr val="002B11"/>
            </a:solidFill>
          </a:ln>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Attachment Check Process: Pending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The review then enters the ‘Attachment Check’ queue in pending status, while waiting for the user to respond.</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5"/>
          <a:stretch>
            <a:fillRect/>
          </a:stretch>
        </p:blipFill>
        <p:spPr>
          <a:xfrm>
            <a:off x="5601903" y="2133600"/>
            <a:ext cx="6285297" cy="3352800"/>
          </a:xfrm>
          <a:prstGeom prst="rect">
            <a:avLst/>
          </a:prstGeom>
          <a:ln w="12700">
            <a:solidFill>
              <a:srgbClr val="002B11"/>
            </a:solidFill>
          </a:ln>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200" b="1" kern="1200">
                <a:solidFill>
                  <a:srgbClr val="002B11"/>
                </a:solidFill>
                <a:latin typeface="Poppins" pitchFamily="34" charset="0"/>
                <a:ea typeface="Poppins" pitchFamily="34" charset="-122"/>
                <a:cs typeface="Poppins" pitchFamily="34" charset="-120"/>
              </a:rPr>
              <a:t>Attachment Check Process: 48-Hour Window</a:t>
            </a:r>
            <a:endParaRPr lang="en-US" sz="32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The user has 48 hours to respond to the ‘Attachment Check’ email.</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600" b="1" kern="1200">
                <a:solidFill>
                  <a:srgbClr val="002B11"/>
                </a:solidFill>
                <a:latin typeface="Poppins" pitchFamily="34" charset="0"/>
                <a:ea typeface="Poppins" pitchFamily="34" charset="-122"/>
                <a:cs typeface="Poppins" pitchFamily="34" charset="-120"/>
              </a:rPr>
              <a:t>Attachment Check Process: User Response</a:t>
            </a:r>
            <a:endParaRPr lang="en-US" sz="36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By clicking the link in the email, the user can confirm the attachment is correct or search for another property.</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Attachment Check Process: Resolution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No further action is needed once the user responds -- the review automatically posts to the selected location.</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If the reviewer does not respond to the Attachment Check email within 48 hours, the review is automatically removed. A second submission after the expiration will confirm the attachment.</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Tips for Attachment Checks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Text must meet guidelines. If not, remove with the appropriate guideline removal.</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Check for duplicates</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Be sure to scroll down to User Review History to make sure there are not any published duplicates.</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Resubmission is common</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Users will often resubmit to the correct location once realizing their error.</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Multi-listing submissions</a:t>
            </a:r>
            <a:endParaRPr lang="en-US" sz="1850" kern="1200">
              <a:solidFill>
                <a:prstClr val="black"/>
              </a:solidFill>
              <a:latin typeface="Poppins"/>
              <a:ea typeface="+mn-ea"/>
              <a:cs typeface="Poppin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Occasionally, users will submit the same review to all of a property's listings.</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105</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Tips for Attachment Checks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For restaurant reviews attached to hotels: if there is only one eatery on site, do not send an AC -- simply reattach, or send the ‘New Listing’ template if no TA listing is found.</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Document your action</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Leave a note that describes the action taken.</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Cite your sources</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Include relevant website or information that helped with the decision.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106</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Use Wrong Listing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Review is clearly mis-attached -- when you know 100% that the review is not attached correctly but do not know the correct attachment.</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For example, the review is for a tour and is attached to a hotel. Remove the review with the Wrong Listing removal reason so it moves to a ‘removed’ status.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200" b="1" kern="1200">
                <a:solidFill>
                  <a:srgbClr val="002B11"/>
                </a:solidFill>
                <a:latin typeface="Poppins" pitchFamily="34" charset="0"/>
                <a:ea typeface="Poppins" pitchFamily="34" charset="-122"/>
                <a:cs typeface="Poppins" pitchFamily="34" charset="-120"/>
              </a:rPr>
              <a:t>Why Not Use AC When Review is Clearly Mis-Attached?</a:t>
            </a:r>
            <a:endParaRPr lang="en-US" sz="32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1500" kern="1200">
                <a:solidFill>
                  <a:srgbClr val="002B11"/>
                </a:solidFill>
                <a:latin typeface="Poppins"/>
                <a:ea typeface="Poppins" pitchFamily="34" charset="-122"/>
                <a:cs typeface="Poppins"/>
              </a:rPr>
              <a:t>We do not want to leave a review pending that is clearly incorrectly attached.</a:t>
            </a:r>
            <a:endParaRPr lang="en-US" sz="150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850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Sending an AC gives the member the option to verify that the attachment is correct when it is not, and may end up back on the wrong listing.</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Template to User: Wrong Listing Removal (1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Dear TripAdvisor Member,</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4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Thank you for writing reviews on TripAdvisor. We are requesting that you resubmit your review of @@SUBJECT@@ because we believe it was submitted to the wrong listing on our site: you may have described aspects of the business that may not exist; the review may be about a different kind of business (e.g., a restaurant review posted to a hotel page); the listing itself may not meet TripAdvisor’s listing guidelines.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109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Template to User: Wrong Listing Removal (2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4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We value your contributions and if you’d be willing to resubmit your review to the correct location, we’d really appreciate it, and so will your fellow travelers! If the location you are trying to review is not on TripAdvisor, you can request to add it when you submit your review by clicking the ‘Tell us more about it’ link. Your original review is included below so you can easily copy and paste it into the review form. Please follow this link to submit your review: https://www.tripadvisor.com/UserReview. Thank you for your help.</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110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Same or Similarly Named Properties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Is the property in the database? Check whether you can reattach based on the review text (i.e. is the property name/geo/street mentioned?).</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YES, reattach</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Reattach &amp; Publish -- after reattaching, check reviewer history for duplicate reviews.</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NO, cannot reattach from text</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Send Attachment Check.</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the property is NOT in the database</a:t>
            </a:r>
            <a:endParaRPr lang="en-US" sz="1850" kern="1200">
              <a:solidFill>
                <a:prstClr val="black"/>
              </a:solidFill>
              <a:latin typeface="Poppins"/>
              <a:ea typeface="+mn-ea"/>
              <a:cs typeface="Poppin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Escalate for the listing to be added, or if cross-skilled, add the property and process.</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111</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Wrong Type of Property Attached</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Is the property in the database? Check whether the attachment can be confirmed via the review text or a quick Google search.</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Review is for a different type of property than the attachment</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e.g. a restaurant review attached to a hotel.</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the correct listing is confirmed</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Reattach &amp; Publish -- after reattaching, check reviewer history for duplicate reviews.</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the property is NOT in the database</a:t>
            </a:r>
            <a:endParaRPr lang="en-US" sz="1850" kern="1200">
              <a:solidFill>
                <a:prstClr val="black"/>
              </a:solidFill>
              <a:latin typeface="Poppins"/>
              <a:ea typeface="+mn-ea"/>
              <a:cs typeface="Poppin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Send Wrong Listing, or escalate for the listing to be added / add it yourself and process if cross-skilled.</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112</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fontScale="85000" lnSpcReduction="1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Eatery Attached to the Wrong Hotel Restaurant</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Eatery review attached to a Hotel with several on-site restaurants -- is the restaurant name provided in the text?</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YES and the restaurant is in the database</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Reattach &amp; Publish -- after reattaching, check reviewer history for duplicate reviews.</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NO, or the restaurant isn't in the database</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Send Wrong Listing.</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the restaurant is not in the database</a:t>
            </a:r>
            <a:endParaRPr lang="en-US" sz="1850" kern="1200">
              <a:solidFill>
                <a:prstClr val="black"/>
              </a:solidFill>
              <a:latin typeface="Poppins"/>
              <a:ea typeface="+mn-ea"/>
              <a:cs typeface="Poppin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Escalate for the listing to be added, or if cross-skilled, add it and process.</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113</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fontScale="77500" lnSpcReduction="2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Tour Guide Reviews Attached to the Wrong Attraction</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Review is attached to an attraction but the text is for a specific tour guide -- is the tour guide in the database?</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YES, can you reattach based on the review text (name/geo/street mentioned)?</a:t>
            </a:r>
            <a:endParaRPr lang="en-US" sz="1850" kern="1200">
              <a:solidFill>
                <a:prstClr val="black"/>
              </a:solidFill>
              <a:latin typeface="Poppins"/>
              <a:ea typeface="+mn-ea"/>
              <a:cs typeface="Poppin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Reattach &amp; Publish -- after reattaching, check reviewer history for duplicate reviews.</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NO, cannot reattach from text</a:t>
            </a:r>
            <a:endParaRPr lang="en-US" sz="1850" kern="1200">
              <a:solidFill>
                <a:prstClr val="black"/>
              </a:solidFill>
              <a:latin typeface="Poppins"/>
              <a:ea typeface="+mn-ea"/>
              <a:cs typeface="Poppin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Send Wrong Listing.</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r>
              <a:rPr lang="en-US" sz="1850" kern="1200">
                <a:solidFill>
                  <a:srgbClr val="1F2937"/>
                </a:solidFill>
                <a:latin typeface="Poppins"/>
                <a:ea typeface="Poppins" pitchFamily="34" charset="-122"/>
                <a:cs typeface="Poppins"/>
              </a:rPr>
              <a:t>If the tour guide is NOT in the database</a:t>
            </a:r>
            <a:endParaRPr lang="en-US" sz="1850" kern="1200">
              <a:solidFill>
                <a:prstClr val="black"/>
              </a:solidFill>
              <a:latin typeface="Poppins"/>
              <a:ea typeface="+mn-ea"/>
              <a:cs typeface="Poppin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Escalate to onshore for the listing to be added, or add it yourself if cross-skilled.</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114</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30250"/>
            <a:ext cx="804672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Attachment Checks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28800"/>
            <a:ext cx="6705600" cy="3416300"/>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77900" y="264090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Think about:</a:t>
            </a:r>
            <a:endParaRPr lang="en-US" sz="1750" kern="1200">
              <a:solidFill>
                <a:prstClr val="black"/>
              </a:solidFill>
              <a:latin typeface="Calibri" panose="020F0502020204030204"/>
              <a:ea typeface="+mn-ea"/>
              <a:cs typeface="+mn-cs"/>
            </a:endParaRPr>
          </a:p>
        </p:txBody>
      </p:sp>
      <p:sp>
        <p:nvSpPr>
          <p:cNvPr id="12" name="Text 7"/>
          <p:cNvSpPr/>
          <p:nvPr/>
        </p:nvSpPr>
        <p:spPr>
          <a:xfrm>
            <a:off x="977900" y="3101281"/>
            <a:ext cx="6565900" cy="358775"/>
          </a:xfrm>
          <a:prstGeom prst="rect">
            <a:avLst/>
          </a:prstGeom>
          <a:noFill/>
          <a:ln/>
        </p:spPr>
        <p:txBody>
          <a:bodyPr wrap="square" lIns="16933" tIns="16933" rIns="16933" bIns="16933" rtlCol="0" anchor="t">
            <a:normAutofit fontScale="70000" lnSpcReduction="2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How do you decide between sending an Attachment Check and using Wrong Listing?</a:t>
            </a:r>
            <a:endParaRPr lang="en-US" sz="1750" kern="1200">
              <a:solidFill>
                <a:prstClr val="black"/>
              </a:solidFill>
              <a:latin typeface="Calibri" panose="020F0502020204030204"/>
              <a:ea typeface="+mn-ea"/>
              <a:cs typeface="+mn-cs"/>
            </a:endParaRPr>
          </a:p>
        </p:txBody>
      </p:sp>
      <p:sp>
        <p:nvSpPr>
          <p:cNvPr id="13" name="Text 8"/>
          <p:cNvSpPr/>
          <p:nvPr/>
        </p:nvSpPr>
        <p:spPr>
          <a:xfrm>
            <a:off x="977900" y="3561656"/>
            <a:ext cx="6565900" cy="358775"/>
          </a:xfrm>
          <a:prstGeom prst="rect">
            <a:avLst/>
          </a:prstGeom>
          <a:noFill/>
          <a:ln/>
        </p:spPr>
        <p:txBody>
          <a:bodyPr wrap="square" lIns="16933" tIns="16933" rIns="16933" bIns="16933" rtlCol="0" anchor="t">
            <a:normAutofit fontScale="62500" lnSpcReduction="2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What would make you escalate to add a missing listing rather than searching further?</a:t>
            </a:r>
            <a:endParaRPr lang="en-US" sz="1750" kern="1200">
              <a:solidFill>
                <a:prstClr val="black"/>
              </a:solidFill>
              <a:latin typeface="Calibri" panose="020F0502020204030204"/>
              <a:ea typeface="+mn-ea"/>
              <a:cs typeface="+mn-cs"/>
            </a:endParaRPr>
          </a:p>
        </p:txBody>
      </p:sp>
      <p:sp>
        <p:nvSpPr>
          <p:cNvPr id="14" name="Text 9"/>
          <p:cNvSpPr/>
          <p:nvPr/>
        </p:nvSpPr>
        <p:spPr>
          <a:xfrm>
            <a:off x="977900" y="4110931"/>
            <a:ext cx="6565900" cy="330200"/>
          </a:xfrm>
          <a:prstGeom prst="rect">
            <a:avLst/>
          </a:prstGeom>
          <a:noFill/>
          <a:ln/>
        </p:spPr>
        <p:txBody>
          <a:bodyPr wrap="square" lIns="16933" tIns="16933" rIns="16933" bIns="16933" rtlCol="0" anchor="t">
            <a:normAutofit/>
          </a:bodyPr>
          <a:lstStyle/>
          <a:p>
            <a:pPr defTabSz="609630">
              <a:buClrTx/>
            </a:pPr>
            <a:r>
              <a:rPr lang="en-US" sz="1600" i="1" kern="1200">
                <a:solidFill>
                  <a:srgbClr val="6B7280"/>
                </a:solidFill>
                <a:latin typeface="Poppins" pitchFamily="34" charset="0"/>
                <a:ea typeface="Poppins" pitchFamily="34" charset="-122"/>
                <a:cs typeface="Poppins" pitchFamily="34" charset="-120"/>
              </a:rPr>
              <a:t>Share your questions with your group.</a:t>
            </a:r>
            <a:endParaRPr lang="en-US" sz="1600" kern="1200">
              <a:solidFill>
                <a:prstClr val="black"/>
              </a:solidFill>
              <a:latin typeface="Calibri" panose="020F0502020204030204"/>
              <a:ea typeface="+mn-ea"/>
              <a:cs typeface="+mn-cs"/>
            </a:endParaRP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115</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lnSpcReduction="10000"/>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Attachment vs. Wrong Listing</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You know 100% that a review is attached to the wrong listing, but you don't know the correct one. What should you do?</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Send an Attachment Check email and wait 48 hours</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pitchFamily="34" charset="0"/>
                <a:ea typeface="Poppins" pitchFamily="34" charset="-122"/>
                <a:cs typeface="Poppins" pitchFamily="34" charset="-120"/>
              </a:rPr>
              <a:t>Remove the review with the Wrong Listing removal reason</a:t>
            </a:r>
            <a:endParaRPr lang="en-US" sz="1600" kern="1200">
              <a:solidFill>
                <a:prstClr val="black"/>
              </a:solidFill>
              <a:latin typeface="Calibri" panose="020F0502020204030204"/>
              <a:ea typeface="+mn-ea"/>
              <a:cs typeface="+mn-cs"/>
            </a:endParaRPr>
          </a:p>
        </p:txBody>
      </p:sp>
      <p:sp>
        <p:nvSpPr>
          <p:cNvPr id="18" name="Text 16"/>
          <p:cNvSpPr/>
          <p:nvPr/>
        </p:nvSpPr>
        <p:spPr>
          <a:xfrm>
            <a:off x="10858500" y="3905098"/>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Leave the review attached and take no action</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Publish the review as-is</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116</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lnSpcReduction="10000"/>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Attachment Check Timing</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 user doesn't respond to an Attachment Check email within the 48-hour window. What happens to the review?</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It stays pending indefinitely until the user responds</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pitchFamily="34" charset="0"/>
                <a:ea typeface="Poppins" pitchFamily="34" charset="-122"/>
                <a:cs typeface="Poppins" pitchFamily="34" charset="-120"/>
              </a:rPr>
              <a:t>It is automatically posted to the selected location</a:t>
            </a:r>
            <a:endParaRPr lang="en-US" sz="1600" kern="1200">
              <a:solidFill>
                <a:prstClr val="black"/>
              </a:solidFill>
              <a:latin typeface="Calibri" panose="020F0502020204030204"/>
              <a:ea typeface="+mn-ea"/>
              <a:cs typeface="+mn-cs"/>
            </a:endParaRPr>
          </a:p>
        </p:txBody>
      </p:sp>
      <p:sp>
        <p:nvSpPr>
          <p:cNvPr id="18" name="Text 16"/>
          <p:cNvSpPr/>
          <p:nvPr/>
        </p:nvSpPr>
        <p:spPr>
          <a:xfrm>
            <a:off x="10858500" y="3905249"/>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It is automatically removed as Wrong Listing</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It is escalated to onshore for a second opinion</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endParaRPr lang="en-US" sz="1100" kern="1200">
              <a:solidFill>
                <a:prstClr val="black"/>
              </a:solidFill>
              <a:latin typeface="Calibri" panose="020F0502020204030204"/>
              <a:ea typeface="+mn-ea"/>
              <a:cs typeface="+mn-cs"/>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fontScale="70000" lnSpcReduction="20000"/>
          </a:bodyPr>
          <a:lstStyle/>
          <a:p>
            <a:pPr marL="0" indent="0" algn="l">
              <a:buNone/>
            </a:pPr>
            <a:r>
              <a:rPr lang="en-US" sz="3750" b="1">
                <a:solidFill>
                  <a:srgbClr val="002B11"/>
                </a:solidFill>
                <a:latin typeface="Poppins" pitchFamily="34" charset="0"/>
                <a:ea typeface="Poppins" pitchFamily="34" charset="-122"/>
                <a:cs typeface="Poppins" pitchFamily="34" charset="-120"/>
              </a:rPr>
              <a:t>Section 4 Recap: Incoming Reviews: Attachment Checks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828800" y="2132892"/>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a:ea typeface="Poppins" pitchFamily="34" charset="-122"/>
                <a:cs typeface="Poppins"/>
              </a:rPr>
              <a:t>Attachment checks make sure a review is tied to the correct property, restaurant, or attraction -- reattach and publish once the correct listing is confirmed.</a:t>
            </a:r>
            <a:endParaRPr lang="en-US">
              <a:latin typeface="Poppins"/>
              <a:cs typeface="Poppins"/>
            </a:endParaRPr>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828800" y="3562549"/>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a:ea typeface="Poppins" pitchFamily="34" charset="-122"/>
                <a:cs typeface="Poppins"/>
              </a:rPr>
              <a:t>If the user doesn't respond to an Attachment Check within 48 hours, the review automatically posts to the selected location.</a:t>
            </a:r>
            <a:endParaRPr lang="en-US">
              <a:latin typeface="Poppins"/>
              <a:cs typeface="Poppins"/>
            </a:endParaRP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828800" y="4607578"/>
            <a:ext cx="9849723" cy="342503"/>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a:ea typeface="Poppins" pitchFamily="34" charset="-122"/>
                <a:cs typeface="Poppins"/>
              </a:rPr>
              <a:t>When the correct listing isn't in the database yet, escalate to have it added rather than guessing at a match.</a:t>
            </a:r>
            <a:endParaRPr lang="en-US">
              <a:latin typeface="Poppins"/>
              <a:cs typeface="Poppins"/>
            </a:endParaRP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Docking Point!</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Attachment Checks,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4768850"/>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77500" lnSpcReduction="2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05</a:t>
            </a:r>
            <a:endParaRPr lang="en-US" sz="7300" kern="1200">
              <a:solidFill>
                <a:prstClr val="black"/>
              </a:solidFill>
              <a:latin typeface="Calibri" panose="020F0502020204030204"/>
              <a:ea typeface="+mn-ea"/>
              <a:cs typeface="+mn-cs"/>
            </a:endParaRPr>
          </a:p>
        </p:txBody>
      </p:sp>
      <p:sp>
        <p:nvSpPr>
          <p:cNvPr id="4" name="Text 2"/>
          <p:cNvSpPr/>
          <p:nvPr/>
        </p:nvSpPr>
        <p:spPr>
          <a:xfrm>
            <a:off x="1784945" y="5156200"/>
            <a:ext cx="4024779" cy="609600"/>
          </a:xfrm>
          <a:prstGeom prst="rect">
            <a:avLst/>
          </a:prstGeom>
          <a:noFill/>
          <a:ln/>
        </p:spPr>
        <p:txBody>
          <a:bodyPr wrap="square" lIns="16933" tIns="16933" rIns="16933" bIns="16933" rtlCol="0" anchor="t">
            <a:normAutofit fontScale="92500" lnSpcReduction="20000"/>
          </a:bodyPr>
          <a:lstStyle/>
          <a:p>
            <a:pPr defTabSz="609630">
              <a:buClrTx/>
            </a:pPr>
            <a:r>
              <a:rPr lang="en-US" sz="4600" b="1" kern="1200">
                <a:solidFill>
                  <a:srgbClr val="00EB5B"/>
                </a:solidFill>
                <a:latin typeface="Poppins" pitchFamily="34" charset="0"/>
                <a:ea typeface="Poppins" pitchFamily="34" charset="-122"/>
                <a:cs typeface="Poppins" pitchFamily="34" charset="-120"/>
              </a:rPr>
              <a:t>Escalations</a:t>
            </a:r>
            <a:endParaRPr lang="en-US" sz="4600" kern="1200">
              <a:solidFill>
                <a:prstClr val="black"/>
              </a:solidFill>
              <a:latin typeface="Calibri" panose="020F0502020204030204"/>
              <a:ea typeface="+mn-ea"/>
              <a:cs typeface="+mn-cs"/>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62500" lnSpcReduction="2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Content, scenarios, and requests that must be routed to specialized onshore teams instead of actioned directly.</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Petra, Jordan</a:t>
            </a:r>
          </a:p>
          <a:p>
            <a:pPr defTabSz="609630">
              <a:buClrTx/>
            </a:pPr>
            <a:r>
              <a:rPr lang="en-US" sz="933" b="1" kern="1200">
                <a:solidFill>
                  <a:srgbClr val="4B2E83"/>
                </a:solidFill>
                <a:latin typeface="Calibri" panose="020F0502020204030204"/>
                <a:ea typeface="+mn-ea"/>
                <a:cs typeface="+mn-cs"/>
              </a:rPr>
              <a:t>Fun fact: this ancient city was carved directly into rose-colored</a:t>
            </a:r>
          </a:p>
          <a:p>
            <a:pPr defTabSz="609630">
              <a:buClrTx/>
            </a:pPr>
            <a:r>
              <a:rPr lang="en-US" sz="933" b="1" kern="1200">
                <a:solidFill>
                  <a:srgbClr val="4B2E83"/>
                </a:solidFill>
                <a:latin typeface="Calibri" panose="020F0502020204030204"/>
                <a:ea typeface="+mn-ea"/>
                <a:cs typeface="+mn-cs"/>
              </a:rPr>
              <a:t>sandstone cliffs by the Nabataeans over 2,000 years ago.</a:t>
            </a:r>
          </a:p>
          <a:p>
            <a:pPr defTabSz="609630">
              <a:buClrTx/>
            </a:pPr>
            <a:r>
              <a:rPr lang="en-US" sz="933" b="1" kern="1200">
                <a:solidFill>
                  <a:srgbClr val="4B2E83"/>
                </a:solidFill>
                <a:latin typeface="Calibri" panose="020F0502020204030204"/>
                <a:ea typeface="+mn-ea"/>
                <a:cs typeface="+mn-cs"/>
              </a:rPr>
              <a:t>Canva search: "Petra Jordan Treasury facade"</a:t>
            </a:r>
          </a:p>
          <a:p>
            <a:pPr defTabSz="609630">
              <a:buClrTx/>
            </a:pPr>
            <a:r>
              <a:rPr lang="en-US" sz="933" b="1" kern="1200">
                <a:solidFill>
                  <a:srgbClr val="4B2E83"/>
                </a:solidFill>
                <a:latin typeface="Calibri" panose="020F0502020204030204"/>
                <a:ea typeface="+mn-ea"/>
                <a:cs typeface="+mn-cs"/>
              </a:rPr>
              <a:t>AI prompt: Petra Jordan, Al-Khazneh Treasury carved into rose sandstone cliff, golden hour, travel photo</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85000" lnSpcReduction="1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Serious Allegations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700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Content that poses a serious risk to Tripadvisor is carefully handled by Onshore Staff.</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Serious Allegation Categories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Sexual Assaults</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Mentions of Death at the Property</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Spiked Drinks</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114</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Serious Allegation Categories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GDPR Requests</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Employee Sexual Misconduct</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Any serious safety incident</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115</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Agent Escalation Path</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kern="1200">
                <a:solidFill>
                  <a:srgbClr val="002B11"/>
                </a:solidFill>
                <a:latin typeface="Poppins"/>
                <a:ea typeface="Poppins" pitchFamily="34" charset="-122"/>
                <a:cs typeface="Poppins"/>
              </a:rPr>
              <a:t>All of the information you are about to learn is in one place on ASK -- you should refer to this often.</a:t>
            </a:r>
            <a:endParaRPr lang="en-US" sz="2150" kern="1200">
              <a:solidFill>
                <a:prstClr val="black"/>
              </a:solidFill>
              <a:latin typeface="Poppins"/>
              <a:ea typeface="+mn-ea"/>
              <a:cs typeface="Poppin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116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Serious Allegations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kern="1200">
                <a:solidFill>
                  <a:srgbClr val="002B11"/>
                </a:solidFill>
                <a:latin typeface="Poppins"/>
                <a:ea typeface="Poppins" pitchFamily="34" charset="-122"/>
                <a:cs typeface="Poppins"/>
              </a:rPr>
              <a:t>All content that mentions these scenarios must be escalated, regardless of which queue it is in (incoming or reported).</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117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What to Escalate</a:t>
            </a:r>
            <a:endParaRPr lang="en-US" sz="3750" kern="1200">
              <a:solidFill>
                <a:prstClr val="black"/>
              </a:solidFill>
              <a:latin typeface="Calibri" panose="020F0502020204030204"/>
              <a:ea typeface="+mn-ea"/>
              <a:cs typeface="+mn-cs"/>
            </a:endParaRPr>
          </a:p>
        </p:txBody>
      </p:sp>
      <p:sp>
        <p:nvSpPr>
          <p:cNvPr id="6" name="Text 2"/>
          <p:cNvSpPr/>
          <p:nvPr/>
        </p:nvSpPr>
        <p:spPr>
          <a:xfrm>
            <a:off x="709386" y="3658035"/>
            <a:ext cx="5242615" cy="29029"/>
          </a:xfrm>
          <a:prstGeom prst="rect">
            <a:avLst/>
          </a:prstGeom>
          <a:noFill/>
          <a:ln/>
        </p:spPr>
        <p:txBody>
          <a:bodyPr wrap="square" lIns="16933" tIns="16933" rIns="16933" bIns="16933" rtlCol="0" anchor="ctr">
            <a:noAutofit/>
          </a:bodyPr>
          <a:lstStyle/>
          <a:p>
            <a:pPr defTabSz="609630">
              <a:buClrTx/>
            </a:pPr>
            <a:endParaRPr lang="en-US" sz="1750" kern="1200">
              <a:solidFill>
                <a:srgbClr val="002B11"/>
              </a:solidFill>
              <a:latin typeface="Poppins"/>
              <a:ea typeface="Poppins" pitchFamily="34" charset="-122"/>
              <a:cs typeface="Poppins"/>
            </a:endParaRPr>
          </a:p>
          <a:p>
            <a:pPr defTabSz="609630">
              <a:buClrTx/>
            </a:pPr>
            <a:r>
              <a:rPr lang="en-US" sz="1750" kern="1200">
                <a:solidFill>
                  <a:srgbClr val="002B11"/>
                </a:solidFill>
                <a:latin typeface="Poppins"/>
                <a:ea typeface="Poppins" pitchFamily="34" charset="-122"/>
                <a:cs typeface="Poppins"/>
              </a:rPr>
              <a:t>This includes: </a:t>
            </a:r>
            <a:endParaRPr lang="en-US" sz="1750" kern="1200">
              <a:latin typeface="Poppins"/>
              <a:ea typeface="Calibri" panose="020F0502020204030204"/>
              <a:cs typeface="Poppins"/>
            </a:endParaRPr>
          </a:p>
          <a:p>
            <a:pPr marL="285750" indent="-285750" defTabSz="609630">
              <a:buClrTx/>
              <a:buChar char="•"/>
            </a:pPr>
            <a:r>
              <a:rPr lang="en-US" sz="1750" kern="1200">
                <a:solidFill>
                  <a:srgbClr val="002B11"/>
                </a:solidFill>
                <a:latin typeface="Poppins"/>
                <a:ea typeface="Poppins" pitchFamily="34" charset="-122"/>
                <a:cs typeface="Poppins"/>
              </a:rPr>
              <a:t>First hand experiences </a:t>
            </a:r>
            <a:endParaRPr lang="en-US" sz="1750" kern="1200">
              <a:latin typeface="Poppins"/>
              <a:ea typeface="Calibri"/>
              <a:cs typeface="Poppins"/>
            </a:endParaRPr>
          </a:p>
          <a:p>
            <a:pPr marL="285750" indent="-285750" defTabSz="609630">
              <a:buClrTx/>
              <a:buChar char="•"/>
            </a:pPr>
            <a:r>
              <a:rPr lang="en-US" sz="1750" kern="1200">
                <a:solidFill>
                  <a:srgbClr val="002B11"/>
                </a:solidFill>
                <a:latin typeface="Poppins"/>
                <a:ea typeface="Poppins" pitchFamily="34" charset="-122"/>
                <a:cs typeface="Poppins"/>
              </a:rPr>
              <a:t>Members of the same traveling party </a:t>
            </a:r>
            <a:endParaRPr lang="en-US" sz="1750" kern="1200">
              <a:latin typeface="Poppins"/>
              <a:ea typeface="Calibri"/>
              <a:cs typeface="Poppins"/>
            </a:endParaRPr>
          </a:p>
          <a:p>
            <a:pPr marL="285750" indent="-285750" defTabSz="609630">
              <a:buClrTx/>
              <a:buChar char="•"/>
            </a:pPr>
            <a:r>
              <a:rPr lang="en-US" sz="1750" kern="1200">
                <a:solidFill>
                  <a:srgbClr val="002B11"/>
                </a:solidFill>
                <a:latin typeface="Poppins"/>
                <a:ea typeface="Poppins" pitchFamily="34" charset="-122"/>
                <a:cs typeface="Poppins"/>
              </a:rPr>
              <a:t>Other guests </a:t>
            </a:r>
            <a:endParaRPr lang="en-US" sz="1750" kern="1200">
              <a:latin typeface="Poppins"/>
              <a:ea typeface="Calibri"/>
              <a:cs typeface="Poppins"/>
            </a:endParaRPr>
          </a:p>
          <a:p>
            <a:pPr marL="285750" indent="-285750" defTabSz="609630">
              <a:buClrTx/>
              <a:buChar char="•"/>
            </a:pPr>
            <a:r>
              <a:rPr lang="en-US" sz="1750" kern="1200">
                <a:solidFill>
                  <a:srgbClr val="002B11"/>
                </a:solidFill>
                <a:latin typeface="Poppins"/>
                <a:ea typeface="Poppins" pitchFamily="34" charset="-122"/>
                <a:cs typeface="Poppins"/>
              </a:rPr>
              <a:t>Second-hand information </a:t>
            </a:r>
          </a:p>
          <a:p>
            <a:pPr marL="285750" indent="-285750" defTabSz="609630">
              <a:buClrTx/>
              <a:buChar char="•"/>
            </a:pPr>
            <a:r>
              <a:rPr lang="en-US" sz="1750" kern="1200">
                <a:solidFill>
                  <a:srgbClr val="002B11"/>
                </a:solidFill>
                <a:latin typeface="Poppins"/>
                <a:ea typeface="Poppins" pitchFamily="34" charset="-122"/>
                <a:cs typeface="Poppins"/>
              </a:rPr>
              <a:t>References to media events involving rape </a:t>
            </a:r>
          </a:p>
          <a:p>
            <a:pPr defTabSz="609630">
              <a:buClrTx/>
            </a:pPr>
            <a:r>
              <a:rPr lang="en-US" sz="1750" kern="1200">
                <a:solidFill>
                  <a:srgbClr val="002B11"/>
                </a:solidFill>
                <a:latin typeface="Poppins"/>
                <a:ea typeface="Poppins" pitchFamily="34" charset="-122"/>
                <a:cs typeface="Poppins"/>
              </a:rPr>
              <a:t>Or sexual assault are also included </a:t>
            </a:r>
            <a:endParaRPr lang="en-US" sz="1750" kern="1200">
              <a:solidFill>
                <a:srgbClr val="002B11"/>
              </a:solidFill>
              <a:latin typeface="Poppins" pitchFamily="34" charset="-122"/>
              <a:ea typeface="Poppins" pitchFamily="34" charset="-122"/>
              <a:cs typeface="Poppins"/>
            </a:endParaRPr>
          </a:p>
          <a:p>
            <a:pPr marL="285750" indent="-285750" defTabSz="609630">
              <a:buClrTx/>
              <a:buChar char="•"/>
            </a:pPr>
            <a:endParaRPr lang="en-US" sz="1750" kern="1200">
              <a:solidFill>
                <a:srgbClr val="002B11"/>
              </a:solidFill>
              <a:latin typeface="Poppins"/>
              <a:ea typeface="Calibri"/>
              <a:cs typeface="Poppins"/>
            </a:endParaRPr>
          </a:p>
          <a:p>
            <a:pPr marL="285750" indent="-285750" defTabSz="609630">
              <a:buClrTx/>
              <a:buChar char="•"/>
            </a:pPr>
            <a:endParaRPr lang="en-US" sz="1750" kern="1200">
              <a:solidFill>
                <a:srgbClr val="002B11"/>
              </a:solidFill>
              <a:latin typeface="Poppins"/>
              <a:ea typeface="Calibri"/>
              <a:cs typeface="Poppins"/>
            </a:endParaRPr>
          </a:p>
        </p:txBody>
      </p:sp>
      <p:sp>
        <p:nvSpPr>
          <p:cNvPr id="7" name="Text 3"/>
          <p:cNvSpPr/>
          <p:nvPr/>
        </p:nvSpPr>
        <p:spPr>
          <a:xfrm>
            <a:off x="723900" y="3954236"/>
            <a:ext cx="4512945" cy="795564"/>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srgbClr val="1F2937"/>
              </a:solidFill>
              <a:latin typeface="Poppins"/>
              <a:ea typeface="Calibri" panose="020F0502020204030204"/>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118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Do Not Take Action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Do not take action on any review that involves Serious Allegations.</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Any pending duplicate reviews describing the same member experience should also be escalated.</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Reported reviews meeting this criteria should always be escalated.</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119</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Do Not Take Action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Resubmissions of the same experience should always be escalated.</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This is required, regardless of previous review actions by any team, including fraud removals in history.</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120</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Sexual Assaults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700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Recognizing and escalating references to sexual assault, in any form and from any perspective.</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Sexual Assault: Definition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3041178"/>
            <a:ext cx="5358728" cy="413657"/>
          </a:xfrm>
          <a:prstGeom prst="rect">
            <a:avLst/>
          </a:prstGeom>
          <a:noFill/>
          <a:ln/>
        </p:spPr>
        <p:txBody>
          <a:bodyPr wrap="square" lIns="16933" tIns="16933" rIns="16933" bIns="16933" rtlCol="0" anchor="ctr">
            <a:noAutofit/>
          </a:bodyPr>
          <a:lstStyle/>
          <a:p>
            <a:pPr defTabSz="609630">
              <a:buClrTx/>
            </a:pPr>
            <a:r>
              <a:rPr lang="en-US" sz="1750" kern="1200">
                <a:solidFill>
                  <a:srgbClr val="002B11"/>
                </a:solidFill>
                <a:latin typeface="Poppins"/>
                <a:ea typeface="Poppins" pitchFamily="34" charset="-122"/>
                <a:cs typeface="Poppins"/>
              </a:rPr>
              <a:t>For our purposes, sexual assault is defined as: intentional touching without consent (of a sexual nature, not physical, such as a slap or punch).</a:t>
            </a:r>
            <a:endParaRPr lang="en-US" sz="1750" kern="1200">
              <a:solidFill>
                <a:prstClr val="black"/>
              </a:solidFill>
              <a:latin typeface="Poppins"/>
              <a:ea typeface="+mn-ea"/>
              <a:cs typeface="Poppins"/>
            </a:endParaRPr>
          </a:p>
        </p:txBody>
      </p:sp>
      <p:sp>
        <p:nvSpPr>
          <p:cNvPr id="7" name="Text 3"/>
          <p:cNvSpPr/>
          <p:nvPr/>
        </p:nvSpPr>
        <p:spPr>
          <a:xfrm>
            <a:off x="723900" y="3917950"/>
            <a:ext cx="4512945" cy="643164"/>
          </a:xfrm>
          <a:prstGeom prst="rect">
            <a:avLst/>
          </a:prstGeom>
          <a:noFill/>
          <a:ln/>
        </p:spPr>
        <p:txBody>
          <a:bodyPr wrap="square" lIns="16933" tIns="16933" rIns="16933" bIns="16933" rtlCol="0" anchor="ctr">
            <a:noAutofit/>
          </a:bodyPr>
          <a:lstStyle/>
          <a:p>
            <a:pPr defTabSz="609630">
              <a:lnSpc>
                <a:spcPct val="145000"/>
              </a:lnSpc>
              <a:buClrTx/>
            </a:pPr>
            <a:r>
              <a:rPr lang="en-US" sz="1750" kern="1200">
                <a:solidFill>
                  <a:srgbClr val="1F2937"/>
                </a:solidFill>
                <a:latin typeface="Poppins"/>
                <a:ea typeface="Poppins" pitchFamily="34" charset="-122"/>
                <a:cs typeface="Poppins"/>
              </a:rPr>
              <a:t>Coercion or use of physical force to engage in a sexual act.</a:t>
            </a:r>
            <a:endParaRPr lang="en-US" sz="175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121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Attempted Touching</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Descriptions of an unwanted attempt by one person to touch (handle, grope) another person in a sexual manner.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 guy tried to touch my leg, but I brushed his hand off just in time”</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“He wanted to put money in my cleavage and tried to touch my breast”</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122</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Attempted Kissing</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Descriptions of an unwanted attempt by one person to kiss another.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“He then tried to kiss one of my sister's friend as she walked out the room”</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“There were a few men that worked there that kept trying to flirt and one even tried to kiss me a few times. It overall made me feel uncomfortable”</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123</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Non-Consensual Touching</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Descriptions of unwanted touching or bodily contact, of a sexual nature, between two people.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“Nelson is very invasive and couldn't keep his hands away from us and especially our a**.”</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received 15-20 minutes on a lovely massage, she then started to rub my genitalia and asked me “how much will you pay for extra” I was in shock that this was going on in here, I declined the offer”</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124</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Non-Consensual Kissing</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Descriptions of unwanted kissing.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“When I gave him my drink order, he said “That’s a girl,” and took my face in both hands and kissed the top of my head”</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“He then held my face forcibly with both hands so I couldn't move and planted a huge kiss on my cheek, which was actually on the side of my mouth”</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125</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fontScale="85000" lnSpcReduction="1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General or Unclear Sexual Assault References</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85000" lnSpcReduction="1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Any reference of sexual assault or possible assault, regardless of first-hand experience.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“This resort has been in the news for a serious issue with sexual assaults”</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“Staff preys on women travelers. A woman who was clearly drunk and drugged, was dragged into a bathroom.”</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felt that the practitioner made inappropriate and unwelcome advances towards me, crossing physical boundaries without my consent and leaving me feeling violated and uneasy.”</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126</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Rape/Sexual Penetration</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Descriptions of rape or attempted rape.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“On my second night I got awoken at 4am to find Evance had come into my room, got in my bed, under my mosquito net and sexually assaulted me.”</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“BE CAREFUL! My daughter was raped in the caves by a boy “guide”.”</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127</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Why Escalate Sexual Assault References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Sensitive communication with the victim, if necessary</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Provide resources to victims</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Limit our risk for negative media attention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128</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Media Attention</a:t>
            </a:r>
            <a:endParaRPr lang="en-US" sz="3750" kern="1200">
              <a:solidFill>
                <a:prstClr val="black"/>
              </a:solidFill>
              <a:latin typeface="Calibri" panose="020F0502020204030204"/>
              <a:ea typeface="+mn-ea"/>
              <a:cs typeface="+mn-cs"/>
            </a:endParaRPr>
          </a:p>
        </p:txBody>
      </p:sp>
      <p:sp>
        <p:nvSpPr>
          <p:cNvPr id="6" name="Text 2"/>
          <p:cNvSpPr/>
          <p:nvPr/>
        </p:nvSpPr>
        <p:spPr>
          <a:xfrm>
            <a:off x="694872" y="2830721"/>
            <a:ext cx="5271643" cy="558800"/>
          </a:xfrm>
          <a:prstGeom prst="rect">
            <a:avLst/>
          </a:prstGeom>
          <a:noFill/>
          <a:ln/>
        </p:spPr>
        <p:txBody>
          <a:bodyPr wrap="square" lIns="16933" tIns="16933" rIns="16933" bIns="16933" rtlCol="0" anchor="ctr">
            <a:noAutofit/>
          </a:bodyPr>
          <a:lstStyle/>
          <a:p>
            <a:pPr defTabSz="609630">
              <a:buClrTx/>
            </a:pPr>
            <a:r>
              <a:rPr lang="en-US" sz="1750" kern="1200">
                <a:solidFill>
                  <a:srgbClr val="002B11"/>
                </a:solidFill>
                <a:latin typeface="Poppins"/>
                <a:ea typeface="Poppins" pitchFamily="34" charset="-122"/>
                <a:cs typeface="Poppins"/>
              </a:rPr>
              <a:t>Tripadvisor Accused of Covering Up Reports of Sexual Assault</a:t>
            </a:r>
            <a:endParaRPr lang="en-US" sz="1750" kern="1200">
              <a:solidFill>
                <a:prstClr val="black"/>
              </a:solidFill>
              <a:latin typeface="Poppins"/>
              <a:ea typeface="+mn-ea"/>
              <a:cs typeface="Poppins"/>
            </a:endParaRPr>
          </a:p>
        </p:txBody>
      </p:sp>
      <p:sp>
        <p:nvSpPr>
          <p:cNvPr id="7" name="Text 3"/>
          <p:cNvSpPr/>
          <p:nvPr/>
        </p:nvSpPr>
        <p:spPr>
          <a:xfrm>
            <a:off x="723900" y="2829379"/>
            <a:ext cx="4512945" cy="1463221"/>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Petition to Tripadvisor</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129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2327" b="1" kern="1200">
                <a:solidFill>
                  <a:srgbClr val="00EB5B"/>
                </a:solidFill>
                <a:latin typeface="Poppins" pitchFamily="34" charset="0"/>
                <a:ea typeface="Poppins" pitchFamily="34" charset="-122"/>
                <a:cs typeface="Poppins" pitchFamily="34" charset="-120"/>
              </a:rPr>
              <a:t>Employee Sexual Misconduct</a:t>
            </a:r>
            <a:endParaRPr lang="en-US" sz="2327"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85000" lnSpcReduction="1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Staff behavior toward guests that crosses a clear sexual-misconduct line.</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Employee Sexual Misconduct</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Staff sending pornographic images to guests, usually via social media or text</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Staff displaying explicit or pornographic material (on phone, on their desk)</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Soliciting (asking) for nude photos from guests</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Taking indecent photos of guests without their permission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132</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fontScale="77500" lnSpcReduction="20000"/>
          </a:bodyPr>
          <a:lstStyle/>
          <a:p>
            <a:pPr defTabSz="609630">
              <a:buClrTx/>
            </a:pPr>
            <a:r>
              <a:rPr lang="en-US" sz="3750" b="1" kern="1200">
                <a:solidFill>
                  <a:srgbClr val="002B11"/>
                </a:solidFill>
                <a:latin typeface="Poppins" pitchFamily="34" charset="0"/>
                <a:ea typeface="Poppins" pitchFamily="34" charset="-122"/>
                <a:cs typeface="Poppins" pitchFamily="34" charset="-120"/>
              </a:rPr>
              <a:t>Indecent Exposure / Masturbation by Staff</a:t>
            </a:r>
            <a:br>
              <a:rPr lang="en-US" sz="3750" b="1" kern="1200">
                <a:solidFill>
                  <a:srgbClr val="002B11"/>
                </a:solidFill>
                <a:latin typeface="Poppins" pitchFamily="34" charset="0"/>
                <a:ea typeface="Poppins" pitchFamily="34" charset="-122"/>
                <a:cs typeface="Poppins" pitchFamily="34" charset="-120"/>
              </a:rPr>
            </a:br>
            <a:r>
              <a:rPr lang="en-US" sz="3750" b="1" kern="1200">
                <a:solidFill>
                  <a:srgbClr val="002B11"/>
                </a:solidFill>
                <a:latin typeface="Poppins" pitchFamily="34" charset="0"/>
                <a:ea typeface="Poppins" pitchFamily="34" charset="-122"/>
                <a:cs typeface="Poppins" pitchFamily="34" charset="-120"/>
              </a:rPr>
              <a:t>Members</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77500" lnSpcReduction="200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References of indecent exposure or witnessing staff masturbation at a property. Indecent exposure means to purposely display one's own genitalia.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 looked at the windows in the room above the pool to see a staff member standing in the window with his pants down, exposing his penis to us”</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“We were shocked to see the animation team member behind the shed masturbating while watching guests in the pool”</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133</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3606" b="1" kern="1200">
                <a:solidFill>
                  <a:srgbClr val="00EB5B"/>
                </a:solidFill>
                <a:latin typeface="Poppins" pitchFamily="34" charset="0"/>
                <a:ea typeface="Poppins" pitchFamily="34" charset="-122"/>
                <a:cs typeface="Poppins" pitchFamily="34" charset="-120"/>
              </a:rPr>
              <a:t>Child Pornography</a:t>
            </a:r>
            <a:endParaRPr lang="en-US" sz="3606"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85000" lnSpcReduction="1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Any mention of child pornography must be escalated, without exception.</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Child Pornography</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kern="1200">
                <a:solidFill>
                  <a:srgbClr val="002B11"/>
                </a:solidFill>
                <a:latin typeface="Poppins"/>
                <a:ea typeface="Poppins" pitchFamily="34" charset="-122"/>
                <a:cs typeface="Poppins"/>
              </a:rPr>
              <a:t>Escalate any photo or content that mentions child pornography.</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Even if the content meets guidelines, if an allegation of child pornography is present it should be escalated for management consideration.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2827" b="1" kern="1200">
                <a:solidFill>
                  <a:srgbClr val="00EB5B"/>
                </a:solidFill>
                <a:latin typeface="Poppins" pitchFamily="34" charset="0"/>
                <a:ea typeface="Poppins" pitchFamily="34" charset="-122"/>
                <a:cs typeface="Poppins" pitchFamily="34" charset="-120"/>
              </a:rPr>
              <a:t>Serious Safety Incidents</a:t>
            </a:r>
            <a:endParaRPr lang="en-US" sz="2827"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775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Injuries and negligence-related incidents at a property that must be escalated.</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Serious Safety Incidents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kern="1200">
                <a:solidFill>
                  <a:srgbClr val="1F2937"/>
                </a:solidFill>
                <a:latin typeface="Poppins"/>
                <a:ea typeface="Poppins" pitchFamily="34" charset="-122"/>
                <a:cs typeface="Poppins"/>
              </a:rPr>
              <a:t>A tour bus crash</a:t>
            </a:r>
            <a:endParaRPr lang="en-US" sz="1850" kern="1200">
              <a:solidFill>
                <a:prstClr val="black"/>
              </a:solidFill>
              <a:latin typeface="Poppins"/>
              <a:ea typeface="+mn-ea"/>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3020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An injury due to faulty property maintenance, such as a bridge or elevator collapse</a:t>
            </a:r>
            <a:endParaRPr lang="en-US" sz="1600" kern="1200">
              <a:solidFill>
                <a:prstClr val="black"/>
              </a:solidFill>
              <a:latin typeface="Calibri" panose="020F0502020204030204"/>
              <a:ea typeface="+mn-ea"/>
              <a:cs typeface="+mn-cs"/>
            </a:endParaRP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39420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A zip line breaking and causing injury</a:t>
            </a:r>
            <a:endParaRPr lang="en-US" sz="1600" kern="1200">
              <a:solidFill>
                <a:prstClr val="black"/>
              </a:solidFill>
              <a:latin typeface="Calibri" panose="020F0502020204030204"/>
              <a:ea typeface="+mn-ea"/>
              <a:cs typeface="+mn-cs"/>
            </a:endParaRP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30" name="Text 24"/>
          <p:cNvSpPr/>
          <p:nvPr/>
        </p:nvSpPr>
        <p:spPr>
          <a:xfrm>
            <a:off x="1644650" y="5492750"/>
            <a:ext cx="10477500" cy="330200"/>
          </a:xfrm>
          <a:prstGeom prst="rect">
            <a:avLst/>
          </a:prstGeom>
          <a:noFill/>
          <a:ln/>
        </p:spPr>
        <p:txBody>
          <a:bodyPr wrap="square" lIns="16933" tIns="16933" rIns="16933" bIns="16933" rtlCol="0" anchor="t">
            <a:normAutofit/>
          </a:bodyPr>
          <a:lstStyle/>
          <a:p>
            <a:pPr defTabSz="609630">
              <a:buClrTx/>
            </a:pPr>
            <a:r>
              <a:rPr lang="en-US" sz="1600" kern="1200">
                <a:solidFill>
                  <a:srgbClr val="6B7280"/>
                </a:solidFill>
                <a:latin typeface="Poppins" pitchFamily="34" charset="0"/>
                <a:ea typeface="Poppins" pitchFamily="34" charset="-122"/>
                <a:cs typeface="Poppins" pitchFamily="34" charset="-120"/>
              </a:rPr>
              <a:t>Severe food poisoning resulting in hospitalization</a:t>
            </a:r>
            <a:endParaRPr lang="en-US" sz="1600" kern="1200">
              <a:solidFill>
                <a:prstClr val="black"/>
              </a:solidFill>
              <a:latin typeface="Calibri" panose="020F0502020204030204"/>
              <a:ea typeface="+mn-ea"/>
              <a:cs typeface="+mn-cs"/>
            </a:endParaRP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135</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Safety Incident Example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5445991" y="1027607"/>
            <a:ext cx="6441209" cy="4458794"/>
          </a:xfrm>
          <a:prstGeom prst="rect">
            <a:avLst/>
          </a:prstGeom>
          <a:ln w="12700">
            <a:solidFill>
              <a:srgbClr val="002B11"/>
            </a:solidFill>
          </a:ln>
        </p:spPr>
      </p:pic>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Minor Injuries</a:t>
            </a:r>
            <a:endParaRPr lang="en-US" sz="3750" kern="1200">
              <a:solidFill>
                <a:prstClr val="black"/>
              </a:solidFill>
              <a:latin typeface="Calibri" panose="020F0502020204030204"/>
              <a:ea typeface="+mn-ea"/>
              <a:cs typeface="+mn-cs"/>
            </a:endParaRPr>
          </a:p>
        </p:txBody>
      </p:sp>
      <p:sp>
        <p:nvSpPr>
          <p:cNvPr id="6" name="Text 2"/>
          <p:cNvSpPr/>
          <p:nvPr/>
        </p:nvSpPr>
        <p:spPr>
          <a:xfrm>
            <a:off x="723901" y="2569464"/>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Minor injuries do not need to be escalated and should be actioned according to guidelines.</a:t>
            </a:r>
            <a:endParaRPr lang="en-US" sz="215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030537" y="1490461"/>
            <a:ext cx="5831263" cy="3995939"/>
          </a:xfrm>
          <a:prstGeom prst="rect">
            <a:avLst/>
          </a:prstGeom>
          <a:ln w="12700">
            <a:solidFill>
              <a:srgbClr val="002B11"/>
            </a:solidFill>
          </a:ln>
        </p:spPr>
      </p:pic>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Deaths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85000" lnSpcReduction="1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Reports of human death at or around a property, past or present tense.</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Deaths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buClrTx/>
            </a:pPr>
            <a:r>
              <a:rPr lang="en-US" kern="1200">
                <a:solidFill>
                  <a:srgbClr val="002B11"/>
                </a:solidFill>
                <a:latin typeface="Poppins"/>
                <a:ea typeface="Poppins" pitchFamily="34" charset="-122"/>
                <a:cs typeface="Poppins"/>
              </a:rPr>
              <a:t>Reports of any human death at or around a property, past or present tense.</a:t>
            </a:r>
          </a:p>
          <a:p>
            <a:pPr defTabSz="609630">
              <a:buClrTx/>
            </a:pPr>
            <a:endParaRPr lang="en-US" kern="1200">
              <a:solidFill>
                <a:srgbClr val="002B11"/>
              </a:solidFill>
              <a:latin typeface="Poppins"/>
              <a:ea typeface="Calibri" panose="020F0502020204030204"/>
              <a:cs typeface="Poppins"/>
            </a:endParaRPr>
          </a:p>
          <a:p>
            <a:pPr defTabSz="609630">
              <a:buClrTx/>
            </a:pPr>
            <a:r>
              <a:rPr lang="en-US" kern="1200">
                <a:solidFill>
                  <a:srgbClr val="002B11"/>
                </a:solidFill>
                <a:latin typeface="Poppins"/>
                <a:ea typeface="Calibri" panose="020F0502020204030204"/>
                <a:cs typeface="Poppins"/>
              </a:rPr>
              <a:t>This includes references to media events involving a death at the property. </a:t>
            </a:r>
          </a:p>
        </p:txBody>
      </p:sp>
      <p:sp>
        <p:nvSpPr>
          <p:cNvPr id="7" name="Text 3"/>
          <p:cNvSpPr/>
          <p:nvPr/>
        </p:nvSpPr>
        <p:spPr>
          <a:xfrm>
            <a:off x="723900" y="4419564"/>
            <a:ext cx="4512945" cy="439964"/>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srgbClr val="1F2937"/>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6679474" y="2119086"/>
            <a:ext cx="4138024" cy="3069772"/>
          </a:xfrm>
          <a:prstGeom prst="rect">
            <a:avLst/>
          </a:prstGeom>
          <a:ln w="12700">
            <a:solidFill>
              <a:srgbClr val="002B11"/>
            </a:solidFill>
          </a:ln>
        </p:spPr>
      </p:pic>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 Need to Escalate: Deaths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kern="1200">
                <a:solidFill>
                  <a:srgbClr val="002B11"/>
                </a:solidFill>
                <a:latin typeface="Poppins"/>
                <a:ea typeface="Poppins" pitchFamily="34" charset="-122"/>
                <a:cs typeface="Poppins"/>
              </a:rPr>
              <a:t>Deaths of animals at a property, or a personal experience unrelated to the property.</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7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For example: “I told the hotel I had to cancel my reservation because my father had just died and they had no sympathy towards my situation.”</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139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Death Example (1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5"/>
          <a:stretch>
            <a:fillRect/>
          </a:stretch>
        </p:blipFill>
        <p:spPr>
          <a:xfrm>
            <a:off x="5765074" y="1516743"/>
            <a:ext cx="5582194" cy="3889827"/>
          </a:xfrm>
          <a:prstGeom prst="rect">
            <a:avLst/>
          </a:prstGeom>
          <a:ln w="12700">
            <a:solidFill>
              <a:srgbClr val="002B11"/>
            </a:solidFill>
          </a:ln>
        </p:spPr>
      </p:pic>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Death Example (2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Death Example (3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Drugging</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85000" lnSpcReduction="1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Claims that someone was drugged at a property, without their consent.</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Drugging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7500" lnSpcReduction="20000"/>
          </a:bodyPr>
          <a:lstStyle/>
          <a:p>
            <a:pPr defTabSz="609630">
              <a:buClrTx/>
            </a:pPr>
            <a:r>
              <a:rPr lang="en-US" sz="2150" b="1" kern="1200">
                <a:solidFill>
                  <a:srgbClr val="002B11"/>
                </a:solidFill>
                <a:latin typeface="Poppins"/>
                <a:ea typeface="Poppins" pitchFamily="34" charset="-122"/>
                <a:cs typeface="Poppins"/>
              </a:rPr>
              <a:t>Claims that someone was drugged at a property (non-consensual ingestion of drugs)</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6" name="Screenshot 18606"/>
          <p:cNvPicPr>
            <a:picLocks noChangeAspect="1"/>
          </p:cNvPicPr>
          <p:nvPr/>
        </p:nvPicPr>
        <p:blipFill>
          <a:blip r:embed="rId5"/>
          <a:stretch>
            <a:fillRect/>
          </a:stretch>
        </p:blipFill>
        <p:spPr>
          <a:xfrm>
            <a:off x="6824617" y="2322286"/>
            <a:ext cx="4464595" cy="3142343"/>
          </a:xfrm>
          <a:prstGeom prst="rect">
            <a:avLst/>
          </a:prstGeom>
          <a:ln w="12700">
            <a:solidFill>
              <a:srgbClr val="002B11"/>
            </a:solidFill>
          </a:ln>
        </p:spPr>
      </p:pic>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No Need to Escalate: Drugging</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Self-induced drugging, such as: “We got so high off of the marijuana cupcakes at this property.”</a:t>
            </a:r>
            <a:endParaRPr lang="en-US" sz="2150" kern="1200">
              <a:solidFill>
                <a:prstClr val="black"/>
              </a:solidFill>
              <a:latin typeface="Calibri" panose="020F0502020204030204"/>
              <a:ea typeface="+mn-ea"/>
              <a:cs typeface="+mn-cs"/>
            </a:endParaRPr>
          </a:p>
        </p:txBody>
      </p:sp>
      <p:sp>
        <p:nvSpPr>
          <p:cNvPr id="7" name="Text 3"/>
          <p:cNvSpPr/>
          <p:nvPr/>
        </p:nvSpPr>
        <p:spPr>
          <a:xfrm>
            <a:off x="723900" y="3802707"/>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Observation of others voluntarily doing drugs, or being offered drugs by staff or guests, such as: “We were asked multiple times if we wanted to purchase cocaine.”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Drugging Example (1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7" name="Screenshot 18607"/>
          <p:cNvPicPr>
            <a:picLocks noChangeAspect="1"/>
          </p:cNvPicPr>
          <p:nvPr/>
        </p:nvPicPr>
        <p:blipFill>
          <a:blip r:embed="rId5"/>
          <a:stretch>
            <a:fillRect/>
          </a:stretch>
        </p:blipFill>
        <p:spPr>
          <a:xfrm>
            <a:off x="6258560" y="1857830"/>
            <a:ext cx="5168538" cy="3526970"/>
          </a:xfrm>
          <a:prstGeom prst="rect">
            <a:avLst/>
          </a:prstGeom>
          <a:ln w="12700">
            <a:solidFill>
              <a:srgbClr val="002B11"/>
            </a:solidFill>
          </a:ln>
        </p:spPr>
      </p:pic>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Escalate: Drugging Example (2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8" name="Screenshot 18608"/>
          <p:cNvPicPr>
            <a:picLocks noChangeAspect="1"/>
          </p:cNvPicPr>
          <p:nvPr/>
        </p:nvPicPr>
        <p:blipFill>
          <a:blip r:embed="rId5"/>
          <a:stretch>
            <a:fillRect/>
          </a:stretch>
        </p:blipFill>
        <p:spPr>
          <a:xfrm>
            <a:off x="5990046" y="1821544"/>
            <a:ext cx="5429794" cy="3548742"/>
          </a:xfrm>
          <a:prstGeom prst="rect">
            <a:avLst/>
          </a:prstGeom>
          <a:ln w="12700">
            <a:solidFill>
              <a:srgbClr val="002B11"/>
            </a:solidFill>
          </a:ln>
        </p:spPr>
      </p:pic>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2048" b="1" kern="1200">
                <a:solidFill>
                  <a:srgbClr val="00EB5B"/>
                </a:solidFill>
                <a:latin typeface="Poppins" pitchFamily="34" charset="0"/>
                <a:ea typeface="Poppins" pitchFamily="34" charset="-122"/>
                <a:cs typeface="Poppins" pitchFamily="34" charset="-120"/>
              </a:rPr>
              <a:t>Safety Incidents Involving Minors</a:t>
            </a:r>
            <a:endParaRPr lang="en-US" sz="2048"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85000" lnSpcReduction="1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Serious injuries or assaults involving a child under 18, even if not first-hand.</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600" b="1" kern="1200">
                <a:solidFill>
                  <a:srgbClr val="002B11"/>
                </a:solidFill>
                <a:latin typeface="Poppins" pitchFamily="34" charset="0"/>
                <a:ea typeface="Poppins" pitchFamily="34" charset="-122"/>
                <a:cs typeface="Poppins" pitchFamily="34" charset="-120"/>
              </a:rPr>
              <a:t>Escalate: Safety Incidents Involving Minors</a:t>
            </a:r>
            <a:endParaRPr lang="en-US" sz="36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Escalate any content that describes a serious injury, or a physical or sexual assault of a child under the age of 18, even if not a firsthand experience.</a:t>
            </a:r>
            <a:endParaRPr lang="en-US" kern="1200">
              <a:solidFill>
                <a:prstClr val="black"/>
              </a:solidFill>
              <a:latin typeface="Poppins"/>
              <a:ea typeface="Calibri"/>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 Minor Injury (1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“My 10 years old son was physically and verbally attacked by 2 teenagers, he was repeatedly punched and kicked by them.”</a:t>
            </a:r>
            <a:endParaRPr lang="en-US" kern="1200">
              <a:solidFill>
                <a:prstClr val="black"/>
              </a:solidFill>
              <a:latin typeface="Poppins"/>
              <a:ea typeface="Calibri"/>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9" name="Screenshot 18609"/>
          <p:cNvPicPr>
            <a:picLocks noChangeAspect="1"/>
          </p:cNvPicPr>
          <p:nvPr/>
        </p:nvPicPr>
        <p:blipFill>
          <a:blip r:embed="rId5"/>
          <a:stretch>
            <a:fillRect/>
          </a:stretch>
        </p:blipFill>
        <p:spPr>
          <a:xfrm>
            <a:off x="6461760" y="2119086"/>
            <a:ext cx="4972594" cy="3302000"/>
          </a:xfrm>
          <a:prstGeom prst="rect">
            <a:avLst/>
          </a:prstGeom>
          <a:ln w="12700">
            <a:solidFill>
              <a:srgbClr val="002B11"/>
            </a:solidFill>
          </a:ln>
        </p:spPr>
      </p:pic>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 Minor Injury (2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b="1" kern="1200">
                <a:solidFill>
                  <a:srgbClr val="002B11"/>
                </a:solidFill>
                <a:latin typeface="Poppins"/>
                <a:ea typeface="Poppins" pitchFamily="34" charset="-122"/>
                <a:cs typeface="Poppins"/>
              </a:rPr>
              <a:t>“My granddaughter was assaulted there by a 23 years old male. She is just 4.”</a:t>
            </a:r>
            <a:endParaRPr lang="en-US" kern="1200">
              <a:solidFill>
                <a:prstClr val="black"/>
              </a:solidFill>
              <a:latin typeface="Poppins"/>
              <a:ea typeface="Calibri"/>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149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0" name="Screenshot 18610"/>
          <p:cNvPicPr>
            <a:picLocks noChangeAspect="1"/>
          </p:cNvPicPr>
          <p:nvPr/>
        </p:nvPicPr>
        <p:blipFill>
          <a:blip r:embed="rId5"/>
          <a:stretch>
            <a:fillRect/>
          </a:stretch>
        </p:blipFill>
        <p:spPr>
          <a:xfrm>
            <a:off x="6461760" y="2119085"/>
            <a:ext cx="5066937" cy="3294742"/>
          </a:xfrm>
          <a:prstGeom prst="rect">
            <a:avLst/>
          </a:prstGeom>
          <a:ln w="12700">
            <a:solidFill>
              <a:srgbClr val="002B11"/>
            </a:solidFill>
          </a:ln>
        </p:spPr>
      </p:pic>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3026" b="1" kern="1200">
                <a:solidFill>
                  <a:srgbClr val="00EB5B"/>
                </a:solidFill>
                <a:latin typeface="Poppins" pitchFamily="34" charset="0"/>
                <a:ea typeface="Poppins" pitchFamily="34" charset="-122"/>
                <a:cs typeface="Poppins" pitchFamily="34" charset="-120"/>
              </a:rPr>
              <a:t>Escalation Not Needed</a:t>
            </a:r>
            <a:endParaRPr lang="en-US" sz="3026"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925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Content that looks serious but is safe to process without escalating.</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Okay to Process: Violence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150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1" name="Screenshot 18611"/>
          <p:cNvPicPr>
            <a:picLocks noChangeAspect="1"/>
          </p:cNvPicPr>
          <p:nvPr/>
        </p:nvPicPr>
        <p:blipFill>
          <a:blip r:embed="rId5"/>
          <a:stretch>
            <a:fillRect/>
          </a:stretch>
        </p:blipFill>
        <p:spPr>
          <a:xfrm>
            <a:off x="6142446" y="1865086"/>
            <a:ext cx="5415278" cy="3585028"/>
          </a:xfrm>
          <a:prstGeom prst="rect">
            <a:avLst/>
          </a:prstGeom>
          <a:ln w="12700">
            <a:solidFill>
              <a:srgbClr val="002B11"/>
            </a:solidFill>
          </a:ln>
        </p:spPr>
      </p:pic>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Okay to Process: Consensual Acts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151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2" name="Screenshot 18612"/>
          <p:cNvPicPr>
            <a:picLocks noChangeAspect="1"/>
          </p:cNvPicPr>
          <p:nvPr/>
        </p:nvPicPr>
        <p:blipFill>
          <a:blip r:embed="rId5"/>
          <a:stretch>
            <a:fillRect/>
          </a:stretch>
        </p:blipFill>
        <p:spPr>
          <a:xfrm>
            <a:off x="6389189" y="1894115"/>
            <a:ext cx="4950823" cy="3425371"/>
          </a:xfrm>
          <a:prstGeom prst="rect">
            <a:avLst/>
          </a:prstGeom>
          <a:ln w="12700">
            <a:solidFill>
              <a:srgbClr val="002B11"/>
            </a:solidFill>
          </a:ln>
        </p:spPr>
      </p:pic>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000" b="1" kern="1200">
                <a:solidFill>
                  <a:srgbClr val="002B11"/>
                </a:solidFill>
                <a:latin typeface="Poppins" pitchFamily="34" charset="0"/>
                <a:ea typeface="Poppins" pitchFamily="34" charset="-122"/>
                <a:cs typeface="Poppins" pitchFamily="34" charset="-120"/>
              </a:rPr>
              <a:t>Okay to Process: Witnessing Consensual Sexual Activity</a:t>
            </a:r>
            <a:endParaRPr lang="en-US" sz="30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152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3" name="Screenshot 18613"/>
          <p:cNvPicPr>
            <a:picLocks noChangeAspect="1"/>
          </p:cNvPicPr>
          <p:nvPr/>
        </p:nvPicPr>
        <p:blipFill>
          <a:blip r:embed="rId5"/>
          <a:stretch>
            <a:fillRect/>
          </a:stretch>
        </p:blipFill>
        <p:spPr>
          <a:xfrm>
            <a:off x="6534331" y="2053772"/>
            <a:ext cx="5001622" cy="3418114"/>
          </a:xfrm>
          <a:prstGeom prst="rect">
            <a:avLst/>
          </a:prstGeom>
          <a:ln w="12700">
            <a:solidFill>
              <a:srgbClr val="002B11"/>
            </a:solidFill>
          </a:ln>
        </p:spPr>
      </p:pic>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Okay to Process: Physical Assaults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153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14" name="Screenshot 18614"/>
          <p:cNvPicPr>
            <a:picLocks noChangeAspect="1"/>
          </p:cNvPicPr>
          <p:nvPr/>
        </p:nvPicPr>
        <p:blipFill>
          <a:blip r:embed="rId5"/>
          <a:stretch>
            <a:fillRect/>
          </a:stretch>
        </p:blipFill>
        <p:spPr>
          <a:xfrm>
            <a:off x="6265817" y="2017486"/>
            <a:ext cx="5059680" cy="3352800"/>
          </a:xfrm>
          <a:prstGeom prst="rect">
            <a:avLst/>
          </a:prstGeom>
          <a:ln w="12700">
            <a:solidFill>
              <a:srgbClr val="002B11"/>
            </a:solidFill>
          </a:ln>
        </p:spPr>
      </p:pic>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Appeals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gdpr-svc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Member Appeals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Our members have the opportunity to dispute a decision made on their content or on their vote.</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kern="1200">
                <a:solidFill>
                  <a:srgbClr val="1F2937"/>
                </a:solidFill>
                <a:latin typeface="Poppins"/>
                <a:ea typeface="Poppins" pitchFamily="34" charset="-122"/>
                <a:cs typeface="Poppins"/>
              </a:rPr>
              <a:t>This is called an 'appeal' -- they are requesting that we re-evaluate our decision to publish or remove a piece of content.</a:t>
            </a:r>
            <a:endParaRPr lang="en-US"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643188" y="2090057"/>
            <a:ext cx="4558939" cy="3323771"/>
          </a:xfrm>
          <a:prstGeom prst="rect">
            <a:avLst/>
          </a:prstGeom>
          <a:ln w="12700">
            <a:solidFill>
              <a:srgbClr val="002B11"/>
            </a:solidFill>
          </a:ln>
        </p:spPr>
      </p:pic>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Member Appeals: Templates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Generally, you may see one of two templates in the comment box of an Incoming or a Reported review:</a:t>
            </a:r>
            <a:endParaRPr lang="en-US" sz="2150" kern="1200">
              <a:solidFill>
                <a:prstClr val="black"/>
              </a:solidFill>
              <a:latin typeface="Calibri" panose="020F0502020204030204"/>
              <a:ea typeface="+mn-ea"/>
              <a:cs typeface="+mn-cs"/>
            </a:endParaRPr>
          </a:p>
        </p:txBody>
      </p:sp>
      <p:sp>
        <p:nvSpPr>
          <p:cNvPr id="7" name="Text 3"/>
          <p:cNvSpPr/>
          <p:nvPr/>
        </p:nvSpPr>
        <p:spPr>
          <a:xfrm>
            <a:off x="723900" y="3817221"/>
            <a:ext cx="4512945" cy="984250"/>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a:ea typeface="Poppins" pitchFamily="34" charset="-122"/>
                <a:cs typeface="Poppins"/>
              </a:rPr>
              <a:t>Review Appeal Rejected: we are maintaining our decision to keep the content published or removed. Review Appeal Accepted: we agree with the member's concern and have overturned a previous decision.</a:t>
            </a:r>
            <a:endParaRPr lang="en-US" sz="1200" kern="1200">
              <a:solidFill>
                <a:prstClr val="black"/>
              </a:solidFill>
              <a:latin typeface="Poppins"/>
              <a:ea typeface="Calibri"/>
              <a:cs typeface="Calibri"/>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227693"/>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Member Appeals: Rules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600" b="1" kern="1200">
                <a:solidFill>
                  <a:srgbClr val="1F2937"/>
                </a:solidFill>
                <a:latin typeface="Poppins"/>
                <a:ea typeface="Poppins" pitchFamily="34" charset="-122"/>
                <a:cs typeface="Poppins"/>
              </a:rPr>
              <a:t>Please do not remove any piece of content that has been appealed. This is an escalation.</a:t>
            </a:r>
            <a:endParaRPr lang="en-US" sz="1600" kern="1200">
              <a:solidFill>
                <a:prstClr val="black"/>
              </a:solidFill>
              <a:latin typeface="Poppins"/>
              <a:ea typeface="Calibri"/>
              <a:cs typeface="Poppins"/>
            </a:endParaRPr>
          </a:p>
        </p:txBody>
      </p:sp>
      <p:sp>
        <p:nvSpPr>
          <p:cNvPr id="13" name="Shape 7"/>
          <p:cNvSpPr/>
          <p:nvPr/>
        </p:nvSpPr>
        <p:spPr>
          <a:xfrm>
            <a:off x="631371" y="2915557"/>
            <a:ext cx="10907487" cy="703943"/>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3249386"/>
            <a:ext cx="10477500" cy="381000"/>
          </a:xfrm>
          <a:prstGeom prst="rect">
            <a:avLst/>
          </a:prstGeom>
          <a:noFill/>
          <a:ln/>
        </p:spPr>
        <p:txBody>
          <a:bodyPr wrap="square" lIns="16933" tIns="16933" rIns="16933" bIns="16933" rtlCol="0" anchor="t">
            <a:normAutofit/>
          </a:bodyPr>
          <a:lstStyle/>
          <a:p>
            <a:pPr defTabSz="609630">
              <a:buClrTx/>
            </a:pPr>
            <a:endParaRPr lang="en-US" sz="1850" b="1" kern="1200">
              <a:solidFill>
                <a:prstClr val="black"/>
              </a:solidFill>
              <a:latin typeface="Calibri" panose="020F0502020204030204"/>
              <a:ea typeface="+mn-ea"/>
              <a:cs typeface="+mn-cs"/>
            </a:endParaRPr>
          </a:p>
        </p:txBody>
      </p:sp>
      <p:sp>
        <p:nvSpPr>
          <p:cNvPr id="18" name="Text 12"/>
          <p:cNvSpPr/>
          <p:nvPr/>
        </p:nvSpPr>
        <p:spPr>
          <a:xfrm>
            <a:off x="1644649" y="3004458"/>
            <a:ext cx="9838873" cy="489857"/>
          </a:xfrm>
          <a:prstGeom prst="rect">
            <a:avLst/>
          </a:prstGeom>
          <a:noFill/>
          <a:ln/>
        </p:spPr>
        <p:txBody>
          <a:bodyPr wrap="square" lIns="16933" tIns="16933" rIns="16933" bIns="16933" rtlCol="0" anchor="ctr">
            <a:noAutofit/>
          </a:bodyPr>
          <a:lstStyle/>
          <a:p>
            <a:pPr defTabSz="609630">
              <a:lnSpc>
                <a:spcPct val="120000"/>
              </a:lnSpc>
              <a:buClrTx/>
            </a:pPr>
            <a:r>
              <a:rPr lang="en-US" sz="1600" b="1" kern="1200">
                <a:solidFill>
                  <a:srgbClr val="1F2937"/>
                </a:solidFill>
                <a:latin typeface="Poppins"/>
                <a:cs typeface="Poppins"/>
              </a:rPr>
              <a:t>You will see reviews that have been previously removed and that are now published.</a:t>
            </a:r>
            <a:br>
              <a:rPr lang="en-US" sz="1600" b="1" kern="1200">
                <a:latin typeface="Poppins"/>
                <a:cs typeface="Poppins"/>
              </a:rPr>
            </a:br>
            <a:r>
              <a:rPr lang="en-US" sz="1600" b="1" kern="1200">
                <a:solidFill>
                  <a:srgbClr val="1F2937"/>
                </a:solidFill>
                <a:latin typeface="Poppins"/>
                <a:cs typeface="Poppins"/>
              </a:rPr>
              <a:t>This is okay!</a:t>
            </a:r>
          </a:p>
        </p:txBody>
      </p:sp>
      <p:sp>
        <p:nvSpPr>
          <p:cNvPr id="19" name="Shape 13"/>
          <p:cNvSpPr/>
          <p:nvPr/>
        </p:nvSpPr>
        <p:spPr>
          <a:xfrm>
            <a:off x="609600" y="3913414"/>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196443"/>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30136" y="4132943"/>
            <a:ext cx="10499271" cy="497114"/>
          </a:xfrm>
          <a:prstGeom prst="rect">
            <a:avLst/>
          </a:prstGeom>
          <a:noFill/>
          <a:ln/>
        </p:spPr>
        <p:txBody>
          <a:bodyPr wrap="square" lIns="16933" tIns="16933" rIns="16933" bIns="16933" rtlCol="0" anchor="ctr">
            <a:normAutofit/>
          </a:bodyPr>
          <a:lstStyle/>
          <a:p>
            <a:pPr defTabSz="609630">
              <a:buClrTx/>
            </a:pPr>
            <a:r>
              <a:rPr lang="en-US" sz="1600" b="1" kern="1200">
                <a:solidFill>
                  <a:srgbClr val="1F2937"/>
                </a:solidFill>
                <a:latin typeface="Poppins"/>
                <a:cs typeface="Poppins"/>
              </a:rPr>
              <a:t>2nd ops on any review that has been appealed should go to the </a:t>
            </a:r>
            <a:r>
              <a:rPr lang="en-US" sz="1600" b="1" kern="1200" err="1">
                <a:solidFill>
                  <a:srgbClr val="1F2937"/>
                </a:solidFill>
                <a:latin typeface="Poppins"/>
                <a:cs typeface="Poppins"/>
              </a:rPr>
              <a:t>ts</a:t>
            </a:r>
            <a:r>
              <a:rPr lang="en-US" sz="1600" b="1" kern="1200">
                <a:solidFill>
                  <a:srgbClr val="1F2937"/>
                </a:solidFill>
                <a:latin typeface="Poppins"/>
                <a:cs typeface="Poppins"/>
              </a:rPr>
              <a:t>-moderation classifier.</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163</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227693"/>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Member Appeals: Rules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600" b="1" kern="1200">
                <a:solidFill>
                  <a:srgbClr val="1F2937"/>
                </a:solidFill>
                <a:latin typeface="Poppins"/>
                <a:ea typeface="Poppins" pitchFamily="34" charset="-122"/>
                <a:cs typeface="Poppins"/>
              </a:rPr>
              <a:t>All reviews should be processed per normal guidelines. If a review has been appealed and rejected and the user resubmits a new review, it is okay to process according to our standard guidelines.</a:t>
            </a:r>
            <a:endParaRPr lang="en-US" sz="1600" kern="1200">
              <a:solidFill>
                <a:prstClr val="black"/>
              </a:solidFill>
              <a:latin typeface="Poppins"/>
              <a:ea typeface="Calibri"/>
              <a:cs typeface="Poppin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018972"/>
            <a:ext cx="10535557" cy="511628"/>
          </a:xfrm>
          <a:prstGeom prst="rect">
            <a:avLst/>
          </a:prstGeom>
          <a:noFill/>
          <a:ln/>
        </p:spPr>
        <p:txBody>
          <a:bodyPr wrap="square" lIns="16933" tIns="16933" rIns="16933" bIns="16933" rtlCol="0" anchor="ctr">
            <a:normAutofit lnSpcReduction="10000"/>
          </a:bodyPr>
          <a:lstStyle/>
          <a:p>
            <a:pPr defTabSz="609630">
              <a:buClrTx/>
            </a:pPr>
            <a:r>
              <a:rPr lang="en-US" sz="1600" b="1" kern="1200">
                <a:solidFill>
                  <a:srgbClr val="1F2937"/>
                </a:solidFill>
                <a:latin typeface="Poppins"/>
                <a:cs typeface="Poppins"/>
              </a:rPr>
              <a:t>These are high risk scenarios and should be handled with care. It is always okay to escalate and</a:t>
            </a:r>
            <a:br>
              <a:rPr lang="en-US" sz="1600" b="1" kern="1200">
                <a:solidFill>
                  <a:srgbClr val="1F2937"/>
                </a:solidFill>
                <a:latin typeface="Poppins"/>
                <a:cs typeface="Poppins"/>
              </a:rPr>
            </a:br>
            <a:r>
              <a:rPr lang="en-US" sz="1600" b="1" kern="1200">
                <a:solidFill>
                  <a:srgbClr val="1F2937"/>
                </a:solidFill>
                <a:latin typeface="Poppins"/>
                <a:cs typeface="Poppins"/>
              </a:rPr>
              <a:t>ask for help!</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164</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GDPR</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gdpr-svc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GDPR</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Any wording related to the law of data protection, or removing information from the Tripadvisor database.</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85000" lnSpcReduction="1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Includes any requests based on wording such as, but not limited to: GDPR, General Data Protection Regulation, data protection laws.</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5"/>
          <a:srcRect t="-217" b="-217"/>
          <a:stretch/>
        </p:blipFill>
        <p:spPr>
          <a:xfrm>
            <a:off x="723900" y="971550"/>
            <a:ext cx="1460500" cy="488950"/>
          </a:xfrm>
          <a:prstGeom prst="rect">
            <a:avLst/>
          </a:prstGeom>
        </p:spPr>
      </p:pic>
      <p:sp>
        <p:nvSpPr>
          <p:cNvPr id="5" name="Text 1"/>
          <p:cNvSpPr/>
          <p:nvPr/>
        </p:nvSpPr>
        <p:spPr>
          <a:xfrm>
            <a:off x="722085" y="2159907"/>
            <a:ext cx="6264366" cy="821872"/>
          </a:xfrm>
          <a:prstGeom prst="rect">
            <a:avLst/>
          </a:prstGeom>
          <a:noFill/>
          <a:ln/>
        </p:spPr>
        <p:txBody>
          <a:bodyPr wrap="square" lIns="16933" tIns="16933" rIns="16933" bIns="16933" rtlCol="0" anchor="ctr">
            <a:noAutofit/>
          </a:bodyPr>
          <a:lstStyle/>
          <a:p>
            <a:pPr defTabSz="609630">
              <a:buClrTx/>
            </a:pPr>
            <a:r>
              <a:rPr lang="en-US" sz="3600" b="1" kern="1200">
                <a:solidFill>
                  <a:srgbClr val="002B11"/>
                </a:solidFill>
                <a:latin typeface="Poppins" pitchFamily="34" charset="0"/>
                <a:ea typeface="Poppins" pitchFamily="34" charset="-122"/>
                <a:cs typeface="Poppins" pitchFamily="34" charset="-120"/>
              </a:rPr>
              <a:t>How to Process: Incoming &amp; Reported RMG</a:t>
            </a:r>
            <a:endParaRPr lang="en-US" sz="3600" kern="1200">
              <a:solidFill>
                <a:prstClr val="black"/>
              </a:solidFill>
              <a:latin typeface="Calibri" panose="020F0502020204030204"/>
              <a:ea typeface="+mn-ea"/>
              <a:cs typeface="+mn-cs"/>
            </a:endParaRPr>
          </a:p>
        </p:txBody>
      </p:sp>
      <p:sp>
        <p:nvSpPr>
          <p:cNvPr id="6" name="Text 2"/>
          <p:cNvSpPr/>
          <p:nvPr/>
        </p:nvSpPr>
        <p:spPr>
          <a:xfrm>
            <a:off x="723901" y="3216220"/>
            <a:ext cx="5315185" cy="464458"/>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Escalate without taking any action.</a:t>
            </a:r>
            <a:endParaRPr lang="en-US" sz="2150" kern="1200">
              <a:solidFill>
                <a:prstClr val="black"/>
              </a:solidFill>
              <a:latin typeface="Calibri" panose="020F0502020204030204"/>
              <a:ea typeface="+mn-ea"/>
              <a:cs typeface="+mn-cs"/>
            </a:endParaRPr>
          </a:p>
        </p:txBody>
      </p:sp>
      <p:sp>
        <p:nvSpPr>
          <p:cNvPr id="7" name="Text 3"/>
          <p:cNvSpPr/>
          <p:nvPr/>
        </p:nvSpPr>
        <p:spPr>
          <a:xfrm>
            <a:off x="723900" y="4296191"/>
            <a:ext cx="4512945" cy="759280"/>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a:ea typeface="Poppins" pitchFamily="34" charset="-122"/>
                <a:cs typeface="Poppins"/>
              </a:rPr>
              <a:t>Incoming reviews, photos and ORs that mention data protection, or reported content that meets guidelines but mentions data protection in the vote or text. Document how you would process the review via escalation comment (e.g. "RMG: data protection request in vote"), and add any relevant details or evidence, with comments and text translated to EN if necessary.</a:t>
            </a:r>
            <a:endParaRPr lang="en-US" sz="120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3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700314" y="2058307"/>
            <a:ext cx="6264366" cy="742043"/>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How to Process: Reported DMG</a:t>
            </a:r>
            <a:endParaRPr lang="en-US" sz="3750" kern="1200">
              <a:solidFill>
                <a:prstClr val="black"/>
              </a:solidFill>
              <a:latin typeface="Calibri" panose="020F0502020204030204"/>
              <a:ea typeface="+mn-ea"/>
              <a:cs typeface="+mn-cs"/>
            </a:endParaRPr>
          </a:p>
        </p:txBody>
      </p:sp>
      <p:sp>
        <p:nvSpPr>
          <p:cNvPr id="6" name="Text 2"/>
          <p:cNvSpPr/>
          <p:nvPr/>
        </p:nvSpPr>
        <p:spPr>
          <a:xfrm>
            <a:off x="723901" y="3049307"/>
            <a:ext cx="5315185" cy="631371"/>
          </a:xfrm>
          <a:prstGeom prst="rect">
            <a:avLst/>
          </a:prstGeom>
          <a:noFill/>
          <a:ln/>
        </p:spPr>
        <p:txBody>
          <a:bodyPr wrap="square" lIns="16933" tIns="16933" rIns="16933" bIns="16933" rtlCol="0" anchor="ctr">
            <a:normAutofit/>
          </a:bodyPr>
          <a:lstStyle/>
          <a:p>
            <a:pPr defTabSz="609630">
              <a:buClrTx/>
            </a:pPr>
            <a:r>
              <a:rPr lang="en-US" sz="2150" b="1" kern="1200">
                <a:solidFill>
                  <a:srgbClr val="002B11"/>
                </a:solidFill>
                <a:latin typeface="Poppins" pitchFamily="34" charset="0"/>
                <a:ea typeface="Poppins" pitchFamily="34" charset="-122"/>
                <a:cs typeface="Poppins" pitchFamily="34" charset="-120"/>
              </a:rPr>
              <a:t>Remove then Escalate.</a:t>
            </a:r>
            <a:endParaRPr lang="en-US" sz="2150" kern="1200">
              <a:solidFill>
                <a:prstClr val="black"/>
              </a:solidFill>
              <a:latin typeface="Calibri" panose="020F0502020204030204"/>
              <a:ea typeface="+mn-ea"/>
              <a:cs typeface="+mn-cs"/>
            </a:endParaRPr>
          </a:p>
        </p:txBody>
      </p:sp>
      <p:sp>
        <p:nvSpPr>
          <p:cNvPr id="7" name="Text 3"/>
          <p:cNvSpPr/>
          <p:nvPr/>
        </p:nvSpPr>
        <p:spPr>
          <a:xfrm>
            <a:off x="723900" y="4274420"/>
            <a:ext cx="4512945" cy="585108"/>
          </a:xfrm>
          <a:prstGeom prst="rect">
            <a:avLst/>
          </a:prstGeom>
          <a:noFill/>
          <a:ln/>
        </p:spPr>
        <p:txBody>
          <a:bodyPr wrap="square" lIns="16933" tIns="16933" rIns="16933" bIns="16933" rtlCol="0" anchor="ctr">
            <a:noAutofit/>
          </a:bodyPr>
          <a:lstStyle/>
          <a:p>
            <a:pPr defTabSz="609630">
              <a:lnSpc>
                <a:spcPct val="145000"/>
              </a:lnSpc>
              <a:buClrTx/>
            </a:pPr>
            <a:r>
              <a:rPr lang="en-US" kern="1200">
                <a:solidFill>
                  <a:srgbClr val="1F2937"/>
                </a:solidFill>
                <a:latin typeface="Poppins"/>
                <a:ea typeface="Poppins" pitchFamily="34" charset="-122"/>
                <a:cs typeface="Poppins"/>
              </a:rPr>
              <a:t>Review, Photo or Owner Response is Reported and mentions a data privacy concern, such as GDPR, and does not meet guidelines: remove content with the appropriate removal reason, leave a detailed comment regarding the reason for removal, and escalate to </a:t>
            </a:r>
            <a:r>
              <a:rPr lang="en-US" kern="1200" err="1">
                <a:solidFill>
                  <a:srgbClr val="1F2937"/>
                </a:solidFill>
                <a:latin typeface="Poppins"/>
                <a:ea typeface="Poppins" pitchFamily="34" charset="-122"/>
                <a:cs typeface="Poppins"/>
              </a:rPr>
              <a:t>gdpr</a:t>
            </a:r>
            <a:r>
              <a:rPr lang="en-US" kern="1200">
                <a:solidFill>
                  <a:srgbClr val="1F2937"/>
                </a:solidFill>
                <a:latin typeface="Poppins"/>
                <a:ea typeface="Poppins" pitchFamily="34" charset="-122"/>
                <a:cs typeface="Poppins"/>
              </a:rPr>
              <a:t>-svc.</a:t>
            </a:r>
            <a:endParaRPr lang="en-US"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167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5">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6"/>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GDPR: Key Words (1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7"/>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General Data Protection Law/Regulations, or GDPR</a:t>
            </a:r>
            <a:endParaRPr lang="en-US" sz="1850" kern="1200">
              <a:solidFill>
                <a:prstClr val="black"/>
              </a:solidFill>
              <a:latin typeface="Calibri" panose="020F0502020204030204"/>
              <a:ea typeface="+mn-ea"/>
              <a:cs typeface="+mn-c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73678" y="2975429"/>
            <a:ext cx="10455729" cy="6350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Law related to privacy</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59164" y="4036786"/>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95450" y="3116943"/>
            <a:ext cx="10470243" cy="2485571"/>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Law from May 2018</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168</a:t>
            </a:r>
            <a:endParaRPr lang="en-US" sz="1200" kern="1200">
              <a:solidFill>
                <a:prstClr val="black"/>
              </a:solidFill>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3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GDPR: Key Words (2 of 2)</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Privacy laws in Europe</a:t>
            </a:r>
            <a:endParaRPr lang="en-US" sz="1850" kern="1200">
              <a:solidFill>
                <a:prstClr val="black"/>
              </a:solidFill>
              <a:latin typeface="Calibri" panose="020F0502020204030204"/>
              <a:ea typeface="+mn-ea"/>
              <a:cs typeface="+mn-c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51907" y="3149600"/>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Data Protection Officer, or DPO</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51906" y="4147458"/>
            <a:ext cx="10492015" cy="417286"/>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Data Subject Access Request</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169</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Review Bombs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reviewbombs-svc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Review Bombs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b="1" kern="1200">
                <a:solidFill>
                  <a:srgbClr val="002B11"/>
                </a:solidFill>
                <a:latin typeface="Poppins"/>
                <a:ea typeface="Poppins" pitchFamily="34" charset="-122"/>
                <a:cs typeface="Poppins"/>
              </a:rPr>
              <a:t>Agents should make Member Fraud Smear Campaign removal as necessary.</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An escalation to onshore is needed when the volume of submissions is such that a routing rule should be placed on the property. It is not necessary to escalate if a routing rule is already in place.</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TA in the News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onshore-cmi-svc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Trip in the News: When to Escalate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a:ea typeface="Poppins" pitchFamily="34" charset="-122"/>
                <a:cs typeface="Poppins"/>
              </a:rPr>
              <a:t>There are two common scenarios that are important to escalate: user or owner threats to go to the media and mentions that TA is in the news.</a:t>
            </a:r>
            <a:endParaRPr lang="en-US" sz="2150"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925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These are escalated so management can respond, inform PR, and ensure the review is processed appropriately.</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 Media Threat</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The text mentions they have or will be going to the media:</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“Tripadvisor continues to reject this review and ask me to resubmit it. If this does not get published, I am going to my local media to tell them Tripadvisor is a scam.”</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172</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TA Is in the Media</a:t>
            </a:r>
            <a:endParaRPr lang="en-US" sz="3750" kern="1200">
              <a:solidFill>
                <a:prstClr val="black"/>
              </a:solidFill>
              <a:latin typeface="Calibri" panose="020F0502020204030204"/>
              <a:ea typeface="+mn-ea"/>
              <a:cs typeface="+mn-cs"/>
            </a:endParaRPr>
          </a:p>
        </p:txBody>
      </p:sp>
      <p:sp>
        <p:nvSpPr>
          <p:cNvPr id="6" name="Text 2"/>
          <p:cNvSpPr/>
          <p:nvPr/>
        </p:nvSpPr>
        <p:spPr>
          <a:xfrm>
            <a:off x="723901" y="2765406"/>
            <a:ext cx="5344213" cy="362858"/>
          </a:xfrm>
          <a:prstGeom prst="rect">
            <a:avLst/>
          </a:prstGeom>
          <a:noFill/>
          <a:ln/>
        </p:spPr>
        <p:txBody>
          <a:bodyPr wrap="square" lIns="16933" tIns="16933" rIns="16933" bIns="16933" rtlCol="0" anchor="ctr">
            <a:noAutofit/>
          </a:bodyPr>
          <a:lstStyle/>
          <a:p>
            <a:pPr defTabSz="609630">
              <a:buClrTx/>
            </a:pPr>
            <a:r>
              <a:rPr lang="en-US" sz="1600" b="1" kern="1200">
                <a:solidFill>
                  <a:srgbClr val="002B11"/>
                </a:solidFill>
                <a:latin typeface="Poppins" pitchFamily="34" charset="0"/>
                <a:ea typeface="Poppins" pitchFamily="34" charset="-122"/>
                <a:cs typeface="Poppins" pitchFamily="34" charset="-120"/>
              </a:rPr>
              <a:t>If there is already a routing rule in place, there is no need to escalate.</a:t>
            </a:r>
            <a:endParaRPr lang="en-US" sz="1600" kern="1200">
              <a:solidFill>
                <a:prstClr val="black"/>
              </a:solidFill>
              <a:latin typeface="Calibri" panose="020F0502020204030204"/>
              <a:ea typeface="+mn-ea"/>
              <a:cs typeface="+mn-cs"/>
            </a:endParaRPr>
          </a:p>
        </p:txBody>
      </p:sp>
      <p:sp>
        <p:nvSpPr>
          <p:cNvPr id="7" name="Text 3"/>
          <p:cNvSpPr/>
          <p:nvPr/>
        </p:nvSpPr>
        <p:spPr>
          <a:xfrm>
            <a:off x="723900" y="3308350"/>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3" name="Screenshot 18603"/>
          <p:cNvPicPr>
            <a:picLocks noChangeAspect="1"/>
          </p:cNvPicPr>
          <p:nvPr/>
        </p:nvPicPr>
        <p:blipFill>
          <a:blip r:embed="rId5"/>
          <a:stretch>
            <a:fillRect/>
          </a:stretch>
        </p:blipFill>
        <p:spPr>
          <a:xfrm>
            <a:off x="6723018" y="2032000"/>
            <a:ext cx="4834707" cy="3360056"/>
          </a:xfrm>
          <a:prstGeom prst="rect">
            <a:avLst/>
          </a:prstGeom>
          <a:ln w="12700">
            <a:solidFill>
              <a:srgbClr val="002B11"/>
            </a:solidFill>
          </a:ln>
        </p:spPr>
      </p:pic>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3563" b="1" kern="1200">
                <a:solidFill>
                  <a:srgbClr val="00EB5B"/>
                </a:solidFill>
                <a:latin typeface="Poppins" pitchFamily="34" charset="0"/>
                <a:ea typeface="Poppins" pitchFamily="34" charset="-122"/>
                <a:cs typeface="Poppins" pitchFamily="34" charset="-120"/>
              </a:rPr>
              <a:t>Custom Templates</a:t>
            </a:r>
            <a:endParaRPr lang="en-US" sz="3563"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onshore-cmi-svc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Custom Templates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700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There are several scenarios that should be escalated so that a Custom Template can be sent to the user.</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4" name="Screenshot 18604"/>
          <p:cNvPicPr>
            <a:picLocks noChangeAspect="1"/>
          </p:cNvPicPr>
          <p:nvPr/>
        </p:nvPicPr>
        <p:blipFill>
          <a:blip r:embed="rId5"/>
          <a:stretch>
            <a:fillRect/>
          </a:stretch>
        </p:blipFill>
        <p:spPr>
          <a:xfrm>
            <a:off x="6889931" y="2017486"/>
            <a:ext cx="4493623" cy="3338285"/>
          </a:xfrm>
          <a:prstGeom prst="rect">
            <a:avLst/>
          </a:prstGeom>
          <a:ln w="12700">
            <a:solidFill>
              <a:srgbClr val="002B11"/>
            </a:solidFill>
          </a:ln>
        </p:spPr>
      </p:pic>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Custom Template: Trip Plus Rejection</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Used when the reviewer is including only their experience with Trip+ and does not include an experience with the listing.</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Listing Requests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listingrequests-svc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Listing Requests</a:t>
            </a:r>
            <a:endParaRPr lang="en-US" sz="3750" kern="1200">
              <a:solidFill>
                <a:prstClr val="black"/>
              </a:solidFill>
              <a:latin typeface="Calibri" panose="020F0502020204030204"/>
              <a:ea typeface="+mn-ea"/>
              <a:cs typeface="+mn-cs"/>
            </a:endParaRPr>
          </a:p>
        </p:txBody>
      </p:sp>
      <p:sp>
        <p:nvSpPr>
          <p:cNvPr id="6" name="Text 2"/>
          <p:cNvSpPr/>
          <p:nvPr/>
        </p:nvSpPr>
        <p:spPr>
          <a:xfrm>
            <a:off x="723901" y="3201706"/>
            <a:ext cx="5344213" cy="515257"/>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This should be used for large-scale listing issues, such as an incorrect merge or a listing that does not meet guidelines.</a:t>
            </a:r>
            <a:endParaRPr lang="en-US" kern="1200">
              <a:solidFill>
                <a:prstClr val="black"/>
              </a:solidFill>
              <a:latin typeface="Poppins"/>
              <a:ea typeface="Calibri"/>
              <a:cs typeface="Poppins"/>
            </a:endParaRPr>
          </a:p>
        </p:txBody>
      </p:sp>
      <p:sp>
        <p:nvSpPr>
          <p:cNvPr id="7" name="Text 3"/>
          <p:cNvSpPr/>
          <p:nvPr/>
        </p:nvSpPr>
        <p:spPr>
          <a:xfrm>
            <a:off x="709385" y="3722878"/>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200" kern="1200">
                <a:solidFill>
                  <a:srgbClr val="1F2937"/>
                </a:solidFill>
                <a:latin typeface="Poppins"/>
                <a:ea typeface="Poppins" pitchFamily="34" charset="-122"/>
                <a:cs typeface="Poppins"/>
              </a:rPr>
              <a:t>Not to be used for closed location or listing updates -- those should still be reported via the live site or SF.</a:t>
            </a:r>
            <a:endParaRPr lang="en-US" sz="12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176</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5" name="Screenshot 18605"/>
          <p:cNvPicPr>
            <a:picLocks noChangeAspect="1"/>
          </p:cNvPicPr>
          <p:nvPr/>
        </p:nvPicPr>
        <p:blipFill>
          <a:blip r:embed="rId5"/>
          <a:stretch>
            <a:fillRect/>
          </a:stretch>
        </p:blipFill>
        <p:spPr>
          <a:xfrm>
            <a:off x="6461760" y="2133600"/>
            <a:ext cx="4791166" cy="3178629"/>
          </a:xfrm>
          <a:prstGeom prst="rect">
            <a:avLst/>
          </a:prstGeom>
          <a:ln w="12700">
            <a:solidFill>
              <a:srgbClr val="002B11"/>
            </a:solidFill>
          </a:ln>
        </p:spPr>
      </p:pic>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2862" b="1" kern="1200">
                <a:solidFill>
                  <a:srgbClr val="00EB5B"/>
                </a:solidFill>
                <a:latin typeface="Poppins" pitchFamily="34" charset="0"/>
                <a:ea typeface="Poppins" pitchFamily="34" charset="-122"/>
                <a:cs typeface="Poppins" pitchFamily="34" charset="-120"/>
              </a:rPr>
              <a:t>Multiple Resubmissions</a:t>
            </a:r>
            <a:endParaRPr lang="en-US" sz="2862"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onshore-cmi-svc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400" b="1" kern="1200">
                <a:solidFill>
                  <a:srgbClr val="002B11"/>
                </a:solidFill>
                <a:latin typeface="Poppins" pitchFamily="34" charset="0"/>
                <a:ea typeface="Poppins" pitchFamily="34" charset="-122"/>
                <a:cs typeface="Poppins" pitchFamily="34" charset="-120"/>
              </a:rPr>
              <a:t>When to Escalate: Multiple Resubmissions</a:t>
            </a:r>
            <a:endParaRPr lang="en-US" sz="3400" kern="1200">
              <a:solidFill>
                <a:prstClr val="black"/>
              </a:solidFill>
              <a:latin typeface="Calibri" panose="020F0502020204030204"/>
              <a:ea typeface="+mn-ea"/>
              <a:cs typeface="+mn-cs"/>
            </a:endParaRPr>
          </a:p>
        </p:txBody>
      </p:sp>
      <p:sp>
        <p:nvSpPr>
          <p:cNvPr id="6" name="Text 2"/>
          <p:cNvSpPr/>
          <p:nvPr/>
        </p:nvSpPr>
        <p:spPr>
          <a:xfrm>
            <a:off x="723901" y="3136392"/>
            <a:ext cx="5220843" cy="624114"/>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Reviews for the same experience that have been rejected 3 or more time and the user continues to resubmit with the same error.</a:t>
            </a:r>
            <a:endParaRPr lang="en-US"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6" name="Screenshot 18606"/>
          <p:cNvPicPr>
            <a:picLocks noChangeAspect="1"/>
          </p:cNvPicPr>
          <p:nvPr/>
        </p:nvPicPr>
        <p:blipFill>
          <a:blip r:embed="rId5"/>
          <a:stretch>
            <a:fillRect/>
          </a:stretch>
        </p:blipFill>
        <p:spPr>
          <a:xfrm>
            <a:off x="6723017" y="2133600"/>
            <a:ext cx="4820194" cy="3396342"/>
          </a:xfrm>
          <a:prstGeom prst="rect">
            <a:avLst/>
          </a:prstGeom>
          <a:ln w="12700">
            <a:solidFill>
              <a:srgbClr val="002B11"/>
            </a:solidFill>
          </a:ln>
        </p:spPr>
      </p:pic>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Multiple Resubmissions: Exceptions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Reviews that are resubmissions of previous rejections but now meet our guidelines and can be published do not need to be escalated.</a:t>
            </a:r>
            <a:endParaRPr lang="en-US" kern="1200">
              <a:solidFill>
                <a:prstClr val="black"/>
              </a:solidFill>
              <a:latin typeface="Poppins"/>
              <a:ea typeface="+mn-ea"/>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200" kern="1200">
                <a:solidFill>
                  <a:srgbClr val="1F2937"/>
                </a:solidFill>
                <a:latin typeface="Poppins"/>
                <a:ea typeface="Poppins" pitchFamily="34" charset="-122"/>
                <a:cs typeface="Poppins"/>
              </a:rPr>
              <a:t>Reviews previously removed with fraud do not need to be escalated and should be processed according to CI protocol.</a:t>
            </a:r>
            <a:endParaRPr lang="en-US" sz="120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1975" b="1" kern="1200">
                <a:solidFill>
                  <a:srgbClr val="00EB5B"/>
                </a:solidFill>
                <a:latin typeface="Poppins" pitchFamily="34" charset="0"/>
                <a:ea typeface="Poppins" pitchFamily="34" charset="-122"/>
                <a:cs typeface="Poppins" pitchFamily="34" charset="-120"/>
              </a:rPr>
              <a:t>TA Employee in Email &amp; Suspicious</a:t>
            </a:r>
            <a:endParaRPr lang="en-US" sz="1975"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onshore-cmi-svc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700314" y="2123621"/>
            <a:ext cx="5563326" cy="676729"/>
          </a:xfrm>
          <a:prstGeom prst="rect">
            <a:avLst/>
          </a:prstGeom>
          <a:noFill/>
          <a:ln/>
        </p:spPr>
        <p:txBody>
          <a:bodyPr wrap="square" lIns="16933" tIns="16933" rIns="16933" bIns="16933" rtlCol="0" anchor="ctr">
            <a:noAutofit/>
          </a:bodyPr>
          <a:lstStyle/>
          <a:p>
            <a:pPr defTabSz="609630">
              <a:buClrTx/>
            </a:pPr>
            <a:r>
              <a:rPr lang="en-US" sz="2900" b="1" kern="1200">
                <a:solidFill>
                  <a:srgbClr val="002B11"/>
                </a:solidFill>
                <a:latin typeface="Poppins" pitchFamily="34" charset="0"/>
                <a:ea typeface="Poppins" pitchFamily="34" charset="-122"/>
                <a:cs typeface="Poppins" pitchFamily="34" charset="-120"/>
              </a:rPr>
              <a:t>When to Escalate: Suspicious TA Employee Vote</a:t>
            </a:r>
            <a:endParaRPr lang="en-US" sz="2900" kern="1200">
              <a:solidFill>
                <a:prstClr val="black"/>
              </a:solidFill>
              <a:latin typeface="Calibri" panose="020F0502020204030204"/>
              <a:ea typeface="+mn-ea"/>
              <a:cs typeface="+mn-cs"/>
            </a:endParaRPr>
          </a:p>
        </p:txBody>
      </p:sp>
      <p:sp>
        <p:nvSpPr>
          <p:cNvPr id="6" name="Text 2"/>
          <p:cNvSpPr/>
          <p:nvPr/>
        </p:nvSpPr>
        <p:spPr>
          <a:xfrm>
            <a:off x="723901" y="3267020"/>
            <a:ext cx="5315185" cy="413658"/>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If a vote mentions that the review is suspicious (e.g. email matches owner registration) and appears to be from a TA employee.</a:t>
            </a:r>
            <a:endParaRPr lang="en-US" kern="1200">
              <a:solidFill>
                <a:prstClr val="black"/>
              </a:solidFill>
              <a:latin typeface="Poppins"/>
              <a:ea typeface="+mn-ea"/>
              <a:cs typeface="Poppins"/>
            </a:endParaRPr>
          </a:p>
        </p:txBody>
      </p:sp>
      <p:sp>
        <p:nvSpPr>
          <p:cNvPr id="7" name="Text 3"/>
          <p:cNvSpPr/>
          <p:nvPr/>
        </p:nvSpPr>
        <p:spPr>
          <a:xfrm>
            <a:off x="723900" y="3505164"/>
            <a:ext cx="4512945" cy="1354364"/>
          </a:xfrm>
          <a:prstGeom prst="rect">
            <a:avLst/>
          </a:prstGeom>
          <a:noFill/>
          <a:ln/>
        </p:spPr>
        <p:txBody>
          <a:bodyPr wrap="square" lIns="16933" tIns="16933" rIns="16933" bIns="16933" rtlCol="0" anchor="ctr">
            <a:normAutofit/>
          </a:bodyPr>
          <a:lstStyle/>
          <a:p>
            <a:pPr defTabSz="609630">
              <a:lnSpc>
                <a:spcPct val="145000"/>
              </a:lnSpc>
              <a:buClrTx/>
            </a:pPr>
            <a:r>
              <a:rPr lang="en-US" sz="1600" kern="1200">
                <a:solidFill>
                  <a:srgbClr val="1F2937"/>
                </a:solidFill>
                <a:latin typeface="Poppins"/>
                <a:ea typeface="Poppins" pitchFamily="34" charset="-122"/>
                <a:cs typeface="Poppins"/>
              </a:rPr>
              <a:t>For example: mvogt@tripadvisor.com</a:t>
            </a:r>
            <a:endParaRPr lang="en-US" sz="160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179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7" name="Screenshot 18607"/>
          <p:cNvPicPr>
            <a:picLocks noChangeAspect="1"/>
          </p:cNvPicPr>
          <p:nvPr/>
        </p:nvPicPr>
        <p:blipFill>
          <a:blip r:embed="rId5"/>
          <a:stretch>
            <a:fillRect/>
          </a:stretch>
        </p:blipFill>
        <p:spPr>
          <a:xfrm>
            <a:off x="6672217" y="2133600"/>
            <a:ext cx="4631509" cy="3236686"/>
          </a:xfrm>
          <a:prstGeom prst="rect">
            <a:avLst/>
          </a:prstGeom>
          <a:ln w="12700">
            <a:solidFill>
              <a:srgbClr val="002B11"/>
            </a:solidFill>
          </a:ln>
        </p:spPr>
      </p:pic>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3122" b="1" kern="1200">
                <a:solidFill>
                  <a:srgbClr val="00EB5B"/>
                </a:solidFill>
                <a:latin typeface="Poppins" pitchFamily="34" charset="0"/>
                <a:ea typeface="Poppins" pitchFamily="34" charset="-122"/>
                <a:cs typeface="Poppins" pitchFamily="34" charset="-120"/>
              </a:rPr>
              <a:t>Trump Related Threat</a:t>
            </a:r>
            <a:endParaRPr lang="en-US" sz="3122"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onshore-cmi-svc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Trump Related Threat</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a:bodyPr>
          <a:lstStyle/>
          <a:p>
            <a:pPr defTabSz="609630">
              <a:buClrTx/>
            </a:pPr>
            <a:r>
              <a:rPr lang="en-US" sz="1600" b="1" kern="1200">
                <a:solidFill>
                  <a:srgbClr val="002B11"/>
                </a:solidFill>
                <a:latin typeface="Poppins"/>
                <a:ea typeface="Poppins" pitchFamily="34" charset="-122"/>
                <a:cs typeface="Poppins"/>
              </a:rPr>
              <a:t>Threats or intentions to harm the current President or Former President Trump.</a:t>
            </a:r>
            <a:endParaRPr lang="en-US" sz="1600" kern="1200">
              <a:solidFill>
                <a:prstClr val="black"/>
              </a:solidFill>
              <a:latin typeface="Poppins"/>
              <a:ea typeface="Calibri"/>
              <a:cs typeface="Poppin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a:bodyPr>
          <a:lstStyle/>
          <a:p>
            <a:pPr defTabSz="609630">
              <a:lnSpc>
                <a:spcPct val="145000"/>
              </a:lnSpc>
              <a:buClrTx/>
            </a:pP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187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Definition of a Threat</a:t>
            </a:r>
            <a:endParaRPr lang="en-US" sz="3750" kern="1200">
              <a:solidFill>
                <a:prstClr val="black"/>
              </a:solidFill>
              <a:latin typeface="Calibri" panose="020F0502020204030204"/>
              <a:ea typeface="+mn-ea"/>
              <a:cs typeface="+mn-cs"/>
            </a:endParaRPr>
          </a:p>
        </p:txBody>
      </p:sp>
      <p:sp>
        <p:nvSpPr>
          <p:cNvPr id="6" name="Text 2"/>
          <p:cNvSpPr/>
          <p:nvPr/>
        </p:nvSpPr>
        <p:spPr>
          <a:xfrm>
            <a:off x="723901" y="2975864"/>
            <a:ext cx="5315185" cy="181429"/>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A “threat” is a comment in a review that expresses the intention to injure, kidnap, or kill the President, his family, or other government officials.</a:t>
            </a:r>
            <a:endParaRPr lang="en-US" kern="1200">
              <a:solidFill>
                <a:prstClr val="black"/>
              </a:solidFill>
              <a:latin typeface="Poppins"/>
              <a:ea typeface="Calibri"/>
              <a:cs typeface="Poppins"/>
            </a:endParaRPr>
          </a:p>
        </p:txBody>
      </p:sp>
      <p:sp>
        <p:nvSpPr>
          <p:cNvPr id="7" name="Text 3"/>
          <p:cNvSpPr/>
          <p:nvPr/>
        </p:nvSpPr>
        <p:spPr>
          <a:xfrm rot="-10800000" flipV="1">
            <a:off x="723900" y="3937000"/>
            <a:ext cx="4512945" cy="430892"/>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pitchFamily="34" charset="0"/>
                <a:ea typeface="Poppins" pitchFamily="34" charset="-122"/>
                <a:cs typeface="Poppins" pitchFamily="34" charset="-120"/>
              </a:rPr>
              <a:t>Escalate: “Don't worry, a group of friends and I are planning to kill the President.” Okay to process: “The hotel smelled like someone had died in there” and “The manager was so angry, she looked like she was ready to kill me.”</a:t>
            </a:r>
            <a:endParaRPr lang="en-US" sz="120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188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a:bodyPr>
          <a:lstStyle/>
          <a:p>
            <a:pPr defTabSz="609630">
              <a:lnSpc>
                <a:spcPct val="108000"/>
              </a:lnSpc>
              <a:buClrTx/>
            </a:pPr>
            <a:r>
              <a:rPr lang="en-US" sz="1634" b="1" kern="1200">
                <a:solidFill>
                  <a:srgbClr val="00EB5B"/>
                </a:solidFill>
                <a:latin typeface="Poppins" pitchFamily="34" charset="0"/>
                <a:ea typeface="Poppins" pitchFamily="34" charset="-122"/>
                <a:cs typeface="Poppins" pitchFamily="34" charset="-120"/>
              </a:rPr>
              <a:t>Creation of New Listing for Fraud Removal</a:t>
            </a:r>
            <a:endParaRPr lang="en-US" sz="1634"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listingrequests-svc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200" b="1" kern="1200">
                <a:solidFill>
                  <a:srgbClr val="002B11"/>
                </a:solidFill>
                <a:latin typeface="Poppins" pitchFamily="34" charset="0"/>
                <a:ea typeface="Poppins" pitchFamily="34" charset="-122"/>
                <a:cs typeface="Poppins" pitchFamily="34" charset="-120"/>
              </a:rPr>
              <a:t>When to Escalate: New Listing for Fraud Removal</a:t>
            </a:r>
            <a:endParaRPr lang="en-US" sz="320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85000" lnSpcReduction="1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A Property Fraud removal is required but the offending property is not yet listed on TA.</a:t>
            </a:r>
            <a:endParaRPr lang="en-US" sz="2150" kern="1200">
              <a:solidFill>
                <a:prstClr val="black"/>
              </a:solidFill>
              <a:latin typeface="Calibri" panose="020F0502020204030204"/>
              <a:ea typeface="+mn-ea"/>
              <a:cs typeface="+mn-cs"/>
            </a:endParaRPr>
          </a:p>
        </p:txBody>
      </p:sp>
      <p:sp>
        <p:nvSpPr>
          <p:cNvPr id="7" name="Text 3"/>
          <p:cNvSpPr/>
          <p:nvPr/>
        </p:nvSpPr>
        <p:spPr>
          <a:xfrm>
            <a:off x="723900" y="3875278"/>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For example: we need to create a new listing in order to remove the review for vandalism to penalize the property that is committing fraud. **If trained in Places, please add the listing and perform the fraud removal.</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189</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Second Opinions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Assign to: 2ndop-cmi-svc</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When to Escalate: Second Opinions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Any time you are unsure of the correct action and need a second opinion, be sure to enter your concern/question and proposed action.</a:t>
            </a:r>
            <a:endParaRPr lang="en-US" sz="2150" kern="1200">
              <a:solidFill>
                <a:prstClr val="black"/>
              </a:solidFill>
              <a:latin typeface="Calibri" panose="020F0502020204030204"/>
              <a:ea typeface="+mn-ea"/>
              <a:cs typeface="+mn-cs"/>
            </a:endParaRPr>
          </a:p>
        </p:txBody>
      </p:sp>
      <p:sp>
        <p:nvSpPr>
          <p:cNvPr id="7" name="Text 3"/>
          <p:cNvSpPr/>
          <p:nvPr/>
        </p:nvSpPr>
        <p:spPr>
          <a:xfrm>
            <a:off x="723900" y="3657564"/>
            <a:ext cx="4512945" cy="1201964"/>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It is always okay to ask!</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190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6643188" y="2133600"/>
            <a:ext cx="4609738" cy="3178629"/>
          </a:xfrm>
          <a:prstGeom prst="rect">
            <a:avLst/>
          </a:prstGeom>
          <a:ln w="12700">
            <a:solidFill>
              <a:srgbClr val="002B11"/>
            </a:solidFill>
          </a:ln>
        </p:spPr>
      </p:pic>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858000" y="0"/>
            <a:ext cx="5334000" cy="6858000"/>
          </a:xfrm>
          <a:prstGeom prst="rect">
            <a:avLst/>
          </a:prstGeom>
          <a:solidFill>
            <a:srgbClr val="002B11">
              <a:alpha val="85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4" name="Shape 2"/>
          <p:cNvSpPr/>
          <p:nvPr/>
        </p:nvSpPr>
        <p:spPr>
          <a:xfrm>
            <a:off x="7416800" y="2501900"/>
            <a:ext cx="1905000" cy="508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5" name="Text 3"/>
          <p:cNvSpPr/>
          <p:nvPr/>
        </p:nvSpPr>
        <p:spPr>
          <a:xfrm>
            <a:off x="7366000" y="2819400"/>
            <a:ext cx="4749800" cy="628849"/>
          </a:xfrm>
          <a:prstGeom prst="rect">
            <a:avLst/>
          </a:prstGeom>
          <a:noFill/>
          <a:ln/>
        </p:spPr>
        <p:txBody>
          <a:bodyPr wrap="square" lIns="16933" tIns="16933" rIns="16933" bIns="16933" rtlCol="0" anchor="t">
            <a:normAutofit fontScale="92500" lnSpcReduction="20000"/>
          </a:bodyPr>
          <a:lstStyle/>
          <a:p>
            <a:pPr defTabSz="609630">
              <a:lnSpc>
                <a:spcPct val="108000"/>
              </a:lnSpc>
              <a:buClrTx/>
            </a:pPr>
            <a:r>
              <a:rPr lang="en-US" sz="4400" b="1" kern="1200">
                <a:solidFill>
                  <a:srgbClr val="00EB5B"/>
                </a:solidFill>
                <a:latin typeface="Poppins" pitchFamily="34" charset="0"/>
                <a:ea typeface="Poppins" pitchFamily="34" charset="-122"/>
                <a:cs typeface="Poppins" pitchFamily="34" charset="-120"/>
              </a:rPr>
              <a:t>Important Notes</a:t>
            </a:r>
            <a:endParaRPr lang="en-US" sz="4400" kern="1200">
              <a:solidFill>
                <a:prstClr val="black"/>
              </a:solidFill>
              <a:latin typeface="Calibri" panose="020F0502020204030204"/>
              <a:ea typeface="+mn-ea"/>
              <a:cs typeface="+mn-cs"/>
            </a:endParaRPr>
          </a:p>
        </p:txBody>
      </p:sp>
      <p:sp>
        <p:nvSpPr>
          <p:cNvPr id="6" name="Text 4"/>
          <p:cNvSpPr/>
          <p:nvPr/>
        </p:nvSpPr>
        <p:spPr>
          <a:xfrm>
            <a:off x="7366000" y="3676849"/>
            <a:ext cx="4055110" cy="700881"/>
          </a:xfrm>
          <a:prstGeom prst="rect">
            <a:avLst/>
          </a:prstGeom>
          <a:noFill/>
          <a:ln/>
        </p:spPr>
        <p:txBody>
          <a:bodyPr wrap="square" lIns="16933" tIns="16933" rIns="16933" bIns="16933" rtlCol="0" anchor="t">
            <a:normAutofit fontScale="92500" lnSpcReduction="20000"/>
          </a:bodyPr>
          <a:lstStyle/>
          <a:p>
            <a:pPr defTabSz="609630">
              <a:lnSpc>
                <a:spcPct val="140000"/>
              </a:lnSpc>
              <a:buClrTx/>
            </a:pPr>
            <a:r>
              <a:rPr lang="en-US" sz="1900" kern="1200">
                <a:solidFill>
                  <a:srgbClr val="FFFFFF"/>
                </a:solidFill>
                <a:latin typeface="Poppins" pitchFamily="34" charset="0"/>
                <a:ea typeface="Poppins" pitchFamily="34" charset="-122"/>
                <a:cs typeface="Poppins" pitchFamily="34" charset="-120"/>
              </a:rPr>
              <a:t>What to include any time you escalate a review.</a:t>
            </a:r>
            <a:endParaRPr lang="en-US" sz="1900" kern="1200">
              <a:solidFill>
                <a:prstClr val="black"/>
              </a:solidFill>
              <a:latin typeface="Calibri" panose="020F0502020204030204"/>
              <a:ea typeface="+mn-ea"/>
              <a:cs typeface="+mn-cs"/>
            </a:endParaRPr>
          </a:p>
        </p:txBody>
      </p:sp>
      <p:sp>
        <p:nvSpPr>
          <p:cNvPr id="7" name="Shape 5"/>
          <p:cNvSpPr/>
          <p:nvPr/>
        </p:nvSpPr>
        <p:spPr>
          <a:xfrm>
            <a:off x="73660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Text 6"/>
          <p:cNvSpPr/>
          <p:nvPr/>
        </p:nvSpPr>
        <p:spPr>
          <a:xfrm>
            <a:off x="7491314" y="60864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9" name="Shape 7"/>
          <p:cNvSpPr/>
          <p:nvPr/>
        </p:nvSpPr>
        <p:spPr>
          <a:xfrm>
            <a:off x="76962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8"/>
          <p:cNvSpPr/>
          <p:nvPr/>
        </p:nvSpPr>
        <p:spPr>
          <a:xfrm>
            <a:off x="7809111" y="60864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1" name="Shape 9"/>
          <p:cNvSpPr/>
          <p:nvPr/>
        </p:nvSpPr>
        <p:spPr>
          <a:xfrm>
            <a:off x="80264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8137128" y="60864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3" name="Shape 11"/>
          <p:cNvSpPr/>
          <p:nvPr/>
        </p:nvSpPr>
        <p:spPr>
          <a:xfrm>
            <a:off x="8356600" y="60325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2"/>
          <p:cNvSpPr/>
          <p:nvPr/>
        </p:nvSpPr>
        <p:spPr>
          <a:xfrm>
            <a:off x="8462764" y="60864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5" name="Shape 13"/>
          <p:cNvSpPr/>
          <p:nvPr/>
        </p:nvSpPr>
        <p:spPr>
          <a:xfrm>
            <a:off x="8686800" y="6032500"/>
            <a:ext cx="298450" cy="298450"/>
          </a:xfrm>
          <a:prstGeom prst="ellipse">
            <a:avLst/>
          </a:prstGeom>
          <a:solidFill>
            <a:srgbClr val="00F48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8794750" y="60864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17" name="Shape 15"/>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8" name="Text 16"/>
          <p:cNvSpPr/>
          <p:nvPr/>
        </p:nvSpPr>
        <p:spPr>
          <a:xfrm>
            <a:off x="10706100" y="38100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fontScale="92500"/>
          </a:bodyPr>
          <a:lstStyle/>
          <a:p>
            <a:pPr defTabSz="609630">
              <a:buClrTx/>
            </a:pPr>
            <a:r>
              <a:rPr lang="en-US" sz="3750" b="1" kern="1200">
                <a:solidFill>
                  <a:srgbClr val="002B11"/>
                </a:solidFill>
                <a:latin typeface="Poppins" pitchFamily="34" charset="0"/>
                <a:ea typeface="Poppins" pitchFamily="34" charset="-122"/>
                <a:cs typeface="Poppins" pitchFamily="34" charset="-120"/>
              </a:rPr>
              <a:t>Always Leave a Comment When Escalating</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Comment with the reason for escalating</a:t>
            </a:r>
            <a:endParaRPr lang="en-US" sz="1850" kern="1200">
              <a:solidFill>
                <a:prstClr val="black"/>
              </a:solidFill>
              <a:latin typeface="Calibri" panose="020F0502020204030204"/>
              <a:ea typeface="+mn-ea"/>
              <a:cs typeface="+mn-c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127828"/>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Comment should be in EN</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51907" y="4198258"/>
            <a:ext cx="10470243" cy="330201"/>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Recommended action, when applicable</a:t>
            </a: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30" name="Text 24"/>
          <p:cNvSpPr/>
          <p:nvPr/>
        </p:nvSpPr>
        <p:spPr>
          <a:xfrm>
            <a:off x="1644650" y="5340350"/>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Relevant links or research, when applicable</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191</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Correcting a Mistake (1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179935"/>
            <a:ext cx="5271643" cy="558800"/>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When working on a review you may take the wrong action and immediately recognize your mistake. You are allowed to take some specific corrective actions only:</a:t>
            </a:r>
            <a:endParaRPr lang="en-US" kern="1200">
              <a:solidFill>
                <a:prstClr val="black"/>
              </a:solidFill>
              <a:latin typeface="Poppins"/>
              <a:ea typeface="Calibri"/>
              <a:cs typeface="Poppins"/>
            </a:endParaRPr>
          </a:p>
        </p:txBody>
      </p:sp>
      <p:sp>
        <p:nvSpPr>
          <p:cNvPr id="7" name="Text 3"/>
          <p:cNvSpPr/>
          <p:nvPr/>
        </p:nvSpPr>
        <p:spPr>
          <a:xfrm>
            <a:off x="738414" y="4049449"/>
            <a:ext cx="4512945" cy="853622"/>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a:ea typeface="Poppins" pitchFamily="34" charset="-122"/>
                <a:cs typeface="Poppins"/>
              </a:rPr>
              <a:t>Incorrectly Removed: if the review was incorrectly removed and should have been published, simply leave a comment. Do not escalate and do not republish. Comment example: "review should have been published."</a:t>
            </a:r>
            <a:endParaRPr lang="en-US" sz="12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192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Correcting a Mistake (2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208963"/>
            <a:ext cx="5271643" cy="558800"/>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Moderation Removals: if the review was correctly removed but with the wrong removal reason, simply remove with the correct removal reason. Comment example: "correcting previous removal."</a:t>
            </a:r>
            <a:endParaRPr lang="en-US" kern="1200">
              <a:solidFill>
                <a:prstClr val="black"/>
              </a:solidFill>
              <a:latin typeface="Poppins"/>
              <a:ea typeface="Calibri"/>
              <a:cs typeface="Poppins"/>
            </a:endParaRPr>
          </a:p>
        </p:txBody>
      </p:sp>
      <p:sp>
        <p:nvSpPr>
          <p:cNvPr id="7" name="Text 3"/>
          <p:cNvSpPr/>
          <p:nvPr/>
        </p:nvSpPr>
        <p:spPr>
          <a:xfrm>
            <a:off x="723900" y="3962364"/>
            <a:ext cx="4512945" cy="984250"/>
          </a:xfrm>
          <a:prstGeom prst="rect">
            <a:avLst/>
          </a:prstGeom>
          <a:noFill/>
          <a:ln/>
        </p:spPr>
        <p:txBody>
          <a:bodyPr wrap="square" lIns="16933" tIns="16933" rIns="16933" bIns="16933" rtlCol="0" anchor="ctr">
            <a:normAutofit fontScale="70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Fraud Removals: it is okay to correct your own action to another fraud type removal. Comment example: "review should have been removed with MF-Review Bomb."</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193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Correcting a Mistake (3 of 3)</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Please do not take action on any review that has been previously removed, manually or via automation. This is a legal risk for TA and should never be done.</a:t>
            </a:r>
            <a:endParaRPr lang="en-US" sz="2150" kern="1200">
              <a:solidFill>
                <a:prstClr val="black"/>
              </a:solidFill>
              <a:latin typeface="Calibri" panose="020F0502020204030204"/>
              <a:ea typeface="+mn-ea"/>
              <a:cs typeface="+mn-cs"/>
            </a:endParaRPr>
          </a:p>
        </p:txBody>
      </p:sp>
      <p:sp>
        <p:nvSpPr>
          <p:cNvPr id="7" name="Text 3"/>
          <p:cNvSpPr/>
          <p:nvPr/>
        </p:nvSpPr>
        <p:spPr>
          <a:xfrm>
            <a:off x="730251" y="4156432"/>
            <a:ext cx="4506594" cy="703096"/>
          </a:xfrm>
          <a:prstGeom prst="rect">
            <a:avLst/>
          </a:prstGeom>
          <a:noFill/>
          <a:ln/>
        </p:spPr>
        <p:txBody>
          <a:bodyPr wrap="square" lIns="16933" tIns="16933" rIns="16933" bIns="16933" rtlCol="0" anchor="ctr">
            <a:noAutofit/>
          </a:bodyPr>
          <a:lstStyle/>
          <a:p>
            <a:pPr defTabSz="609630">
              <a:lnSpc>
                <a:spcPct val="145000"/>
              </a:lnSpc>
              <a:buClrTx/>
            </a:pPr>
            <a:r>
              <a:rPr lang="en-US" sz="1100" kern="1200">
                <a:solidFill>
                  <a:srgbClr val="1F2937"/>
                </a:solidFill>
                <a:latin typeface="Poppins" pitchFamily="34" charset="0"/>
                <a:ea typeface="Poppins" pitchFamily="34" charset="-122"/>
                <a:cs typeface="Poppins" pitchFamily="34" charset="-120"/>
              </a:rPr>
              <a:t>If you encounter a review that was fraud removed and find evidence that the user is not associated with the property, it can be escalated for the onshore team to downgrade the removal. 'Downgrade' means changing it from a Confirmed removal to a Boosting or Regular removal so the listing will not get penalized. Fraud removals should never be republished.</a:t>
            </a:r>
            <a:endParaRPr lang="en-US" sz="110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194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66535"/>
            <a:ext cx="8046720" cy="719365"/>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Escalations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28800"/>
            <a:ext cx="6705600" cy="3416300"/>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92414" y="2532049"/>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sz="1750" kern="1200">
                <a:solidFill>
                  <a:srgbClr val="1F2937"/>
                </a:solidFill>
                <a:latin typeface="Poppins" pitchFamily="34" charset="0"/>
                <a:ea typeface="Poppins" pitchFamily="34" charset="-122"/>
                <a:cs typeface="Poppins" pitchFamily="34" charset="-120"/>
              </a:rPr>
              <a:t>Think about:</a:t>
            </a:r>
            <a:endParaRPr lang="en-US" sz="1750" kern="1200">
              <a:solidFill>
                <a:prstClr val="black"/>
              </a:solidFill>
              <a:latin typeface="Calibri" panose="020F0502020204030204"/>
              <a:ea typeface="+mn-ea"/>
              <a:cs typeface="+mn-cs"/>
            </a:endParaRPr>
          </a:p>
        </p:txBody>
      </p:sp>
      <p:sp>
        <p:nvSpPr>
          <p:cNvPr id="12" name="Text 7"/>
          <p:cNvSpPr/>
          <p:nvPr/>
        </p:nvSpPr>
        <p:spPr>
          <a:xfrm>
            <a:off x="992414" y="2919853"/>
            <a:ext cx="6565900" cy="358775"/>
          </a:xfrm>
          <a:prstGeom prst="rect">
            <a:avLst/>
          </a:prstGeom>
          <a:noFill/>
          <a:ln/>
        </p:spPr>
        <p:txBody>
          <a:bodyPr wrap="square" lIns="16933" tIns="16933" rIns="16933" bIns="16933" rtlCol="0" anchor="t">
            <a:noAutofit/>
          </a:bodyPr>
          <a:lstStyle/>
          <a:p>
            <a:pPr defTabSz="609630">
              <a:lnSpc>
                <a:spcPct val="150000"/>
              </a:lnSpc>
              <a:buClrTx/>
            </a:pPr>
            <a:r>
              <a:rPr lang="en-US" kern="1200">
                <a:solidFill>
                  <a:srgbClr val="1F2937"/>
                </a:solidFill>
                <a:latin typeface="Poppins"/>
                <a:ea typeface="Poppins" pitchFamily="34" charset="-122"/>
                <a:cs typeface="Poppins"/>
              </a:rPr>
              <a:t>Which escalation queue would you feel least confident routing to correctly?</a:t>
            </a:r>
            <a:endParaRPr lang="en-US" kern="1200">
              <a:solidFill>
                <a:prstClr val="black"/>
              </a:solidFill>
              <a:latin typeface="Poppins"/>
              <a:ea typeface="Calibri"/>
              <a:cs typeface="Poppins"/>
            </a:endParaRPr>
          </a:p>
        </p:txBody>
      </p:sp>
      <p:sp>
        <p:nvSpPr>
          <p:cNvPr id="13" name="Text 8"/>
          <p:cNvSpPr/>
          <p:nvPr/>
        </p:nvSpPr>
        <p:spPr>
          <a:xfrm>
            <a:off x="992414" y="3597941"/>
            <a:ext cx="6565900" cy="358775"/>
          </a:xfrm>
          <a:prstGeom prst="rect">
            <a:avLst/>
          </a:prstGeom>
          <a:noFill/>
          <a:ln/>
        </p:spPr>
        <p:txBody>
          <a:bodyPr wrap="square" lIns="16933" tIns="16933" rIns="16933" bIns="16933" rtlCol="0" anchor="t">
            <a:noAutofit/>
          </a:bodyPr>
          <a:lstStyle/>
          <a:p>
            <a:pPr defTabSz="609630">
              <a:lnSpc>
                <a:spcPct val="170000"/>
              </a:lnSpc>
              <a:buClrTx/>
            </a:pPr>
            <a:r>
              <a:rPr lang="en-US" kern="1200">
                <a:solidFill>
                  <a:srgbClr val="1F2937"/>
                </a:solidFill>
                <a:latin typeface="Poppins"/>
                <a:cs typeface="Poppins"/>
              </a:rPr>
              <a:t>How do you decide between escalating and asking for a second opinion?</a:t>
            </a:r>
          </a:p>
        </p:txBody>
      </p:sp>
      <p:sp>
        <p:nvSpPr>
          <p:cNvPr id="14" name="Text 9"/>
          <p:cNvSpPr/>
          <p:nvPr/>
        </p:nvSpPr>
        <p:spPr>
          <a:xfrm>
            <a:off x="992414" y="3980303"/>
            <a:ext cx="6565900" cy="330200"/>
          </a:xfrm>
          <a:prstGeom prst="rect">
            <a:avLst/>
          </a:prstGeom>
          <a:noFill/>
          <a:ln/>
        </p:spPr>
        <p:txBody>
          <a:bodyPr wrap="square" lIns="16933" tIns="16933" rIns="16933" bIns="16933" rtlCol="0" anchor="t">
            <a:noAutofit/>
          </a:bodyPr>
          <a:lstStyle/>
          <a:p>
            <a:pPr defTabSz="609630">
              <a:lnSpc>
                <a:spcPct val="170000"/>
              </a:lnSpc>
              <a:buClrTx/>
            </a:pPr>
            <a:r>
              <a:rPr lang="en-US" kern="1200">
                <a:solidFill>
                  <a:srgbClr val="1F2937"/>
                </a:solidFill>
                <a:latin typeface="Poppins"/>
                <a:cs typeface="Poppins"/>
              </a:rPr>
              <a:t>Share your questions with your group.</a:t>
            </a: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195</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Serious Allegations</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A review mentions a death at the property in the past tense, with no other detail. What should you do?</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Ignore it since it's in the past tense</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pitchFamily="34" charset="0"/>
                <a:ea typeface="Poppins" pitchFamily="34" charset="-122"/>
                <a:cs typeface="Poppins" pitchFamily="34" charset="-120"/>
              </a:rPr>
              <a:t>Escalate -- reports of any human death at or around a property must be escalated</a:t>
            </a:r>
            <a:endParaRPr lang="en-US" sz="1600" kern="1200">
              <a:solidFill>
                <a:prstClr val="black"/>
              </a:solidFill>
              <a:latin typeface="Calibri" panose="020F0502020204030204"/>
              <a:ea typeface="+mn-ea"/>
              <a:cs typeface="+mn-cs"/>
            </a:endParaRPr>
          </a:p>
        </p:txBody>
      </p:sp>
      <p:sp>
        <p:nvSpPr>
          <p:cNvPr id="18" name="Text 16"/>
          <p:cNvSpPr/>
          <p:nvPr/>
        </p:nvSpPr>
        <p:spPr>
          <a:xfrm>
            <a:off x="10858500" y="3905098"/>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Remove the review as spam</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Ask the user to clarify before taking actions</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196</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Correcting a Mistake</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You fraud-removed a review, then find evidence the user isn't actually associated with the property. What should you do?</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Republish the review immediately</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cs typeface="Poppins" pitchFamily="34" charset="-120"/>
              </a:rPr>
              <a:t>Leave it as-is -- fraud removals can never be changed</a:t>
            </a:r>
          </a:p>
        </p:txBody>
      </p:sp>
      <p:sp>
        <p:nvSpPr>
          <p:cNvPr id="18" name="Text 16"/>
          <p:cNvSpPr/>
          <p:nvPr/>
        </p:nvSpPr>
        <p:spPr>
          <a:xfrm>
            <a:off x="10858500" y="4654296"/>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chemeClr val="bg1"/>
                </a:solidFill>
                <a:latin typeface="Poppins"/>
                <a:ea typeface="Poppins" pitchFamily="34" charset="-122"/>
                <a:cs typeface="Poppins"/>
              </a:rPr>
              <a:t>Escalate so the onshore team can downgrade the removal</a:t>
            </a:r>
            <a:endParaRPr lang="en-US" sz="1600" b="1" kern="1200">
              <a:solidFill>
                <a:schemeClr val="bg1"/>
              </a:solidFill>
              <a:latin typeface="Poppins"/>
              <a:ea typeface="Calibri"/>
              <a:cs typeface="Poppin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Change the removal reason yourself without escalating</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197</a:t>
            </a:r>
            <a:endParaRPr lang="en-US" sz="1100" kern="1200">
              <a:solidFill>
                <a:prstClr val="black"/>
              </a:solidFill>
              <a:latin typeface="Calibri" panose="020F0502020204030204"/>
              <a:ea typeface="+mn-ea"/>
              <a:cs typeface="+mn-cs"/>
            </a:endParaRPr>
          </a:p>
        </p:txBody>
      </p:sp>
      <p:sp>
        <p:nvSpPr>
          <p:cNvPr id="32" name="TextBox 31">
            <a:extLst>
              <a:ext uri="{FF2B5EF4-FFF2-40B4-BE49-F238E27FC236}">
                <a16:creationId xmlns:a16="http://schemas.microsoft.com/office/drawing/2014/main" id="{BEDE90AB-86BE-E5D1-F29F-5AFCC8334780}"/>
              </a:ext>
            </a:extLst>
          </p:cNvPr>
          <p:cNvSpPr txBox="1"/>
          <p:nvPr/>
        </p:nvSpPr>
        <p:spPr>
          <a:xfrm rot="1320000">
            <a:off x="10563824" y="5308635"/>
            <a:ext cx="358502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FFFFFF"/>
                </a:solidFill>
                <a:latin typeface="Poppins"/>
              </a:rPr>
              <a:t>✓</a:t>
            </a:r>
            <a:r>
              <a:rPr lang="en-US" sz="2400" b="0" i="0">
                <a:solidFill>
                  <a:srgbClr val="000000"/>
                </a:solidFill>
                <a:latin typeface="Poppins"/>
                <a:ea typeface="Poppins"/>
                <a:cs typeface="Poppins"/>
              </a:rPr>
              <a:t>​</a:t>
            </a:r>
            <a:endParaRPr lang="en-US" sz="2400"/>
          </a:p>
          <a:p>
            <a:pPr algn="ctr"/>
            <a:endParaRPr lang="en-US"/>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a:bodyPr>
          <a:lstStyle/>
          <a:p>
            <a:pPr marL="0" indent="0" algn="l">
              <a:buNone/>
            </a:pPr>
            <a:r>
              <a:rPr lang="en-US" sz="3750" b="1">
                <a:solidFill>
                  <a:srgbClr val="002B11"/>
                </a:solidFill>
                <a:latin typeface="Poppins" pitchFamily="34" charset="0"/>
                <a:ea typeface="Poppins" pitchFamily="34" charset="-122"/>
                <a:cs typeface="Poppins" pitchFamily="34" charset="-120"/>
              </a:rPr>
              <a:t>Section 5 Recap: Escalations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741714" y="2292550"/>
            <a:ext cx="9893266" cy="574730"/>
          </a:xfrm>
          <a:prstGeom prst="rect">
            <a:avLst/>
          </a:prstGeom>
          <a:noFill/>
          <a:ln/>
        </p:spPr>
        <p:txBody>
          <a:bodyPr wrap="square" lIns="25400" tIns="25400" rIns="25400" bIns="25400" rtlCol="0" anchor="t">
            <a:normAutofit lnSpcReduction="10000"/>
          </a:bodyPr>
          <a:lstStyle/>
          <a:p>
            <a:pPr>
              <a:lnSpc>
                <a:spcPct val="155000"/>
              </a:lnSpc>
            </a:pPr>
            <a:r>
              <a:rPr lang="en-US" sz="1200" b="1">
                <a:solidFill>
                  <a:srgbClr val="002B11"/>
                </a:solidFill>
                <a:latin typeface="Poppins"/>
                <a:cs typeface="Poppins"/>
              </a:rPr>
              <a:t>Escalate any content involving serious allegations -- sexual assault, deaths, drugging, or safety incidents involving minors regardless of which queue it's in.</a:t>
            </a:r>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763484" y="3475463"/>
            <a:ext cx="9849723" cy="342503"/>
          </a:xfrm>
          <a:prstGeom prst="rect">
            <a:avLst/>
          </a:prstGeom>
          <a:noFill/>
          <a:ln/>
        </p:spPr>
        <p:txBody>
          <a:bodyPr wrap="square" lIns="25400" tIns="25400" rIns="25400" bIns="25400" rtlCol="0" anchor="t">
            <a:normAutofit/>
          </a:bodyPr>
          <a:lstStyle/>
          <a:p>
            <a:pPr>
              <a:lnSpc>
                <a:spcPct val="155000"/>
              </a:lnSpc>
            </a:pPr>
            <a:r>
              <a:rPr lang="en-US" sz="1200" b="1">
                <a:solidFill>
                  <a:srgbClr val="002B11"/>
                </a:solidFill>
                <a:latin typeface="Poppins"/>
                <a:cs typeface="Poppins"/>
              </a:rPr>
              <a:t>Some topics (GDPR, review bombs, custom templates, listing requests) route to a specific specialized team -- always check the assignment before escalating.</a:t>
            </a: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828800" y="4781749"/>
            <a:ext cx="9849723" cy="342503"/>
          </a:xfrm>
          <a:prstGeom prst="rect">
            <a:avLst/>
          </a:prstGeom>
          <a:noFill/>
          <a:ln/>
        </p:spPr>
        <p:txBody>
          <a:bodyPr wrap="square" lIns="25400" tIns="25400" rIns="25400" bIns="25400" rtlCol="0" anchor="t">
            <a:normAutofit/>
          </a:bodyPr>
          <a:lstStyle/>
          <a:p>
            <a:pPr marL="0" indent="0" algn="l">
              <a:lnSpc>
                <a:spcPct val="135000"/>
              </a:lnSpc>
              <a:buNone/>
            </a:pPr>
            <a:r>
              <a:rPr lang="en-US" sz="1200" b="1">
                <a:solidFill>
                  <a:srgbClr val="002B11"/>
                </a:solidFill>
                <a:latin typeface="Poppins"/>
                <a:ea typeface="Poppins" pitchFamily="34" charset="-122"/>
                <a:cs typeface="Poppins"/>
              </a:rPr>
              <a:t>When in doubt, ask for a second opinion -- it's always okay to ask rather than guess on a serious call.</a:t>
            </a:r>
            <a:endParaRPr lang="en-US" sz="1200">
              <a:latin typeface="Poppins"/>
              <a:cs typeface="Poppins"/>
            </a:endParaRP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Basecamp!</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Escalations,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0" y="4768850"/>
            <a:ext cx="12192000" cy="2089150"/>
          </a:xfrm>
          <a:prstGeom prst="rect">
            <a:avLst/>
          </a:prstGeom>
          <a:solidFill>
            <a:srgbClr val="002B11">
              <a:alpha val="72000"/>
            </a:srgbClr>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77850" y="4864100"/>
            <a:ext cx="1048405" cy="952500"/>
          </a:xfrm>
          <a:prstGeom prst="rect">
            <a:avLst/>
          </a:prstGeom>
          <a:noFill/>
          <a:ln/>
        </p:spPr>
        <p:txBody>
          <a:bodyPr wrap="square" lIns="16933" tIns="16933" rIns="16933" bIns="16933" rtlCol="0" anchor="t">
            <a:normAutofit fontScale="85000" lnSpcReduction="10000"/>
          </a:bodyPr>
          <a:lstStyle/>
          <a:p>
            <a:pPr defTabSz="609630">
              <a:buClrTx/>
            </a:pPr>
            <a:r>
              <a:rPr lang="en-US" sz="7300" b="1" kern="1200">
                <a:solidFill>
                  <a:srgbClr val="00EB5B"/>
                </a:solidFill>
                <a:latin typeface="Poppins" pitchFamily="34" charset="0"/>
                <a:ea typeface="Poppins" pitchFamily="34" charset="-122"/>
                <a:cs typeface="Poppins" pitchFamily="34" charset="-120"/>
              </a:rPr>
              <a:t>06</a:t>
            </a:r>
            <a:endParaRPr lang="en-US" sz="7300" kern="1200">
              <a:solidFill>
                <a:prstClr val="black"/>
              </a:solidFill>
              <a:latin typeface="Calibri" panose="020F0502020204030204"/>
              <a:ea typeface="+mn-ea"/>
              <a:cs typeface="+mn-cs"/>
            </a:endParaRPr>
          </a:p>
        </p:txBody>
      </p:sp>
      <p:sp>
        <p:nvSpPr>
          <p:cNvPr id="4" name="Text 2"/>
          <p:cNvSpPr/>
          <p:nvPr/>
        </p:nvSpPr>
        <p:spPr>
          <a:xfrm>
            <a:off x="1784945" y="5156200"/>
            <a:ext cx="4024779" cy="609600"/>
          </a:xfrm>
          <a:prstGeom prst="rect">
            <a:avLst/>
          </a:prstGeom>
          <a:noFill/>
          <a:ln/>
        </p:spPr>
        <p:txBody>
          <a:bodyPr wrap="square" lIns="16933" tIns="16933" rIns="16933" bIns="16933" rtlCol="0" anchor="t">
            <a:normAutofit fontScale="55000" lnSpcReduction="20000"/>
          </a:bodyPr>
          <a:lstStyle/>
          <a:p>
            <a:pPr defTabSz="609630">
              <a:buClrTx/>
            </a:pPr>
            <a:r>
              <a:rPr lang="en-US" sz="4600" b="1" kern="1200">
                <a:solidFill>
                  <a:srgbClr val="00EB5B"/>
                </a:solidFill>
                <a:latin typeface="Poppins" pitchFamily="34" charset="0"/>
                <a:ea typeface="Poppins" pitchFamily="34" charset="-122"/>
                <a:cs typeface="Poppins" pitchFamily="34" charset="-120"/>
              </a:rPr>
              <a:t>Documenting Actions</a:t>
            </a:r>
            <a:endParaRPr lang="en-US" sz="4600" kern="1200">
              <a:solidFill>
                <a:prstClr val="black"/>
              </a:solidFill>
              <a:latin typeface="Calibri" panose="020F0502020204030204"/>
              <a:ea typeface="+mn-ea"/>
              <a:cs typeface="+mn-cs"/>
            </a:endParaRPr>
          </a:p>
        </p:txBody>
      </p:sp>
      <p:sp>
        <p:nvSpPr>
          <p:cNvPr id="5" name="Text 3"/>
          <p:cNvSpPr/>
          <p:nvPr/>
        </p:nvSpPr>
        <p:spPr>
          <a:xfrm>
            <a:off x="603250" y="5873750"/>
            <a:ext cx="9513570" cy="376833"/>
          </a:xfrm>
          <a:prstGeom prst="rect">
            <a:avLst/>
          </a:prstGeom>
          <a:noFill/>
          <a:ln/>
        </p:spPr>
        <p:txBody>
          <a:bodyPr wrap="square" lIns="16933" tIns="16933" rIns="16933" bIns="16933" rtlCol="0" anchor="t">
            <a:normAutofit fontScale="70000" lnSpcReduction="20000"/>
          </a:bodyPr>
          <a:lstStyle/>
          <a:p>
            <a:pPr defTabSz="609630">
              <a:lnSpc>
                <a:spcPct val="135000"/>
              </a:lnSpc>
              <a:buClrTx/>
            </a:pPr>
            <a:r>
              <a:rPr lang="en-US" sz="2050" kern="1200">
                <a:solidFill>
                  <a:srgbClr val="FFFFFF"/>
                </a:solidFill>
                <a:latin typeface="Poppins" pitchFamily="34" charset="0"/>
                <a:ea typeface="Poppins" pitchFamily="34" charset="-122"/>
                <a:cs typeface="Poppins" pitchFamily="34" charset="-120"/>
              </a:rPr>
              <a:t>Writing clear, useful comments that hold up for QA, legal review, and the next agent who reads them.</a:t>
            </a:r>
            <a:endParaRPr lang="en-US" sz="2050" kern="1200">
              <a:solidFill>
                <a:prstClr val="black"/>
              </a:solidFill>
              <a:latin typeface="Calibri" panose="020F0502020204030204"/>
              <a:ea typeface="+mn-ea"/>
              <a:cs typeface="+mn-cs"/>
            </a:endParaRPr>
          </a:p>
        </p:txBody>
      </p:sp>
      <p:sp>
        <p:nvSpPr>
          <p:cNvPr id="10" name="Shape 7"/>
          <p:cNvSpPr/>
          <p:nvPr/>
        </p:nvSpPr>
        <p:spPr>
          <a:xfrm>
            <a:off x="101600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8"/>
          <p:cNvSpPr/>
          <p:nvPr/>
        </p:nvSpPr>
        <p:spPr>
          <a:xfrm>
            <a:off x="10285314" y="6327775"/>
            <a:ext cx="986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1</a:t>
            </a:r>
            <a:endParaRPr lang="en-US" sz="1000" kern="1200">
              <a:solidFill>
                <a:prstClr val="black"/>
              </a:solidFill>
              <a:latin typeface="Calibri" panose="020F0502020204030204"/>
              <a:ea typeface="+mn-ea"/>
              <a:cs typeface="+mn-cs"/>
            </a:endParaRPr>
          </a:p>
        </p:txBody>
      </p:sp>
      <p:sp>
        <p:nvSpPr>
          <p:cNvPr id="12" name="Shape 9"/>
          <p:cNvSpPr/>
          <p:nvPr/>
        </p:nvSpPr>
        <p:spPr>
          <a:xfrm>
            <a:off x="104902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Text 10"/>
          <p:cNvSpPr/>
          <p:nvPr/>
        </p:nvSpPr>
        <p:spPr>
          <a:xfrm>
            <a:off x="10603111" y="6327775"/>
            <a:ext cx="123329"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2</a:t>
            </a:r>
            <a:endParaRPr lang="en-US" sz="1000" kern="1200">
              <a:solidFill>
                <a:prstClr val="black"/>
              </a:solidFill>
              <a:latin typeface="Calibri" panose="020F0502020204030204"/>
              <a:ea typeface="+mn-ea"/>
              <a:cs typeface="+mn-cs"/>
            </a:endParaRPr>
          </a:p>
        </p:txBody>
      </p:sp>
      <p:sp>
        <p:nvSpPr>
          <p:cNvPr id="14" name="Shape 11"/>
          <p:cNvSpPr/>
          <p:nvPr/>
        </p:nvSpPr>
        <p:spPr>
          <a:xfrm>
            <a:off x="108204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Text 12"/>
          <p:cNvSpPr/>
          <p:nvPr/>
        </p:nvSpPr>
        <p:spPr>
          <a:xfrm>
            <a:off x="10931128" y="6327775"/>
            <a:ext cx="127695"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3</a:t>
            </a:r>
            <a:endParaRPr lang="en-US" sz="1000" kern="1200">
              <a:solidFill>
                <a:prstClr val="black"/>
              </a:solidFill>
              <a:latin typeface="Calibri" panose="020F0502020204030204"/>
              <a:ea typeface="+mn-ea"/>
              <a:cs typeface="+mn-cs"/>
            </a:endParaRPr>
          </a:p>
        </p:txBody>
      </p:sp>
      <p:sp>
        <p:nvSpPr>
          <p:cNvPr id="16" name="Shape 13"/>
          <p:cNvSpPr/>
          <p:nvPr/>
        </p:nvSpPr>
        <p:spPr>
          <a:xfrm>
            <a:off x="111506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4"/>
          <p:cNvSpPr/>
          <p:nvPr/>
        </p:nvSpPr>
        <p:spPr>
          <a:xfrm>
            <a:off x="11256764" y="6327775"/>
            <a:ext cx="136823"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4</a:t>
            </a:r>
            <a:endParaRPr lang="en-US" sz="1000" kern="1200">
              <a:solidFill>
                <a:prstClr val="black"/>
              </a:solidFill>
              <a:latin typeface="Calibri" panose="020F0502020204030204"/>
              <a:ea typeface="+mn-ea"/>
              <a:cs typeface="+mn-cs"/>
            </a:endParaRPr>
          </a:p>
        </p:txBody>
      </p:sp>
      <p:sp>
        <p:nvSpPr>
          <p:cNvPr id="18" name="Shape 15"/>
          <p:cNvSpPr/>
          <p:nvPr/>
        </p:nvSpPr>
        <p:spPr>
          <a:xfrm>
            <a:off x="11480800" y="6273800"/>
            <a:ext cx="298450" cy="298450"/>
          </a:xfrm>
          <a:prstGeom prst="ellipse">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9" name="Text 16"/>
          <p:cNvSpPr/>
          <p:nvPr/>
        </p:nvSpPr>
        <p:spPr>
          <a:xfrm>
            <a:off x="11588750" y="6327775"/>
            <a:ext cx="133350" cy="215900"/>
          </a:xfrm>
          <a:prstGeom prst="rect">
            <a:avLst/>
          </a:prstGeom>
          <a:noFill/>
          <a:ln/>
        </p:spPr>
        <p:txBody>
          <a:bodyPr wrap="square" lIns="16933" tIns="16933" rIns="16933" bIns="16933" rtlCol="0" anchor="t">
            <a:normAutofit/>
          </a:bodyPr>
          <a:lstStyle/>
          <a:p>
            <a:pPr defTabSz="609630">
              <a:buClrTx/>
            </a:pPr>
            <a:r>
              <a:rPr lang="en-US" sz="1000" b="1" kern="1200">
                <a:solidFill>
                  <a:srgbClr val="002B11"/>
                </a:solidFill>
                <a:latin typeface="Poppins" pitchFamily="34" charset="0"/>
                <a:ea typeface="Poppins" pitchFamily="34" charset="-122"/>
                <a:cs typeface="Poppins" pitchFamily="34" charset="-120"/>
              </a:rPr>
              <a:t>5</a:t>
            </a:r>
            <a:endParaRPr lang="en-US" sz="1000" kern="1200">
              <a:solidFill>
                <a:prstClr val="black"/>
              </a:solidFill>
              <a:latin typeface="Calibri" panose="020F0502020204030204"/>
              <a:ea typeface="+mn-ea"/>
              <a:cs typeface="+mn-cs"/>
            </a:endParaRPr>
          </a:p>
        </p:txBody>
      </p:sp>
      <p:sp>
        <p:nvSpPr>
          <p:cNvPr id="21" name="Shape 17"/>
          <p:cNvSpPr/>
          <p:nvPr/>
        </p:nvSpPr>
        <p:spPr>
          <a:xfrm>
            <a:off x="10731500" y="487045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8"/>
          <p:cNvSpPr/>
          <p:nvPr/>
        </p:nvSpPr>
        <p:spPr>
          <a:xfrm>
            <a:off x="10706100" y="4870450"/>
            <a:ext cx="1003300" cy="958850"/>
          </a:xfrm>
          <a:prstGeom prst="rect">
            <a:avLst/>
          </a:prstGeom>
          <a:noFill/>
          <a:ln/>
        </p:spPr>
        <p:txBody>
          <a:bodyPr wrap="square" lIns="16933" tIns="16933" rIns="16933" bIns="16933" rtlCol="0" anchor="ctr">
            <a:normAutofit/>
          </a:bodyPr>
          <a:lstStyle/>
          <a:p>
            <a:pPr algn="ctr" defTabSz="609630">
              <a:buClrTx/>
            </a:pPr>
            <a:r>
              <a:rPr lang="en-US" sz="1700" kern="1200">
                <a:solidFill>
                  <a:srgbClr val="FFFFFF"/>
                </a:solidFill>
                <a:latin typeface="Poppins" pitchFamily="34" charset="0"/>
                <a:ea typeface="Poppins" pitchFamily="34" charset="-122"/>
                <a:cs typeface="Poppins" pitchFamily="34" charset="-120"/>
              </a:rPr>
              <a:t>New</a:t>
            </a:r>
            <a:endParaRPr lang="en-US" sz="1700" kern="1200">
              <a:solidFill>
                <a:prstClr val="black"/>
              </a:solidFill>
              <a:latin typeface="Calibri" panose="020F0502020204030204"/>
              <a:ea typeface="+mn-ea"/>
              <a:cs typeface="+mn-cs"/>
            </a:endParaRPr>
          </a:p>
        </p:txBody>
      </p:sp>
      <p:sp>
        <p:nvSpPr>
          <p:cNvPr id="9500" name="Placeholder BG 9500"/>
          <p:cNvSpPr/>
          <p:nvPr/>
        </p:nvSpPr>
        <p:spPr>
          <a:xfrm>
            <a:off x="8235950" y="908050"/>
            <a:ext cx="3860800" cy="2000250"/>
          </a:xfrm>
          <a:prstGeom prst="rect">
            <a:avLst/>
          </a:prstGeom>
          <a:solidFill>
            <a:srgbClr val="EDE4FB"/>
          </a:solidFill>
          <a:ln w="19050">
            <a:solidFill>
              <a:srgbClr val="7C5CBF"/>
            </a:solidFill>
            <a:prstDash val="dash"/>
          </a:ln>
        </p:spPr>
        <p:txBody>
          <a:bodyPr wrap="square" anchor="ctr">
            <a:normAutofit/>
          </a:bodyPr>
          <a:lstStyle/>
          <a:p>
            <a:pPr defTabSz="609630">
              <a:buClrTx/>
            </a:pPr>
            <a:r>
              <a:rPr lang="en-US" sz="933" b="1" kern="1200">
                <a:solidFill>
                  <a:srgbClr val="4B2E83"/>
                </a:solidFill>
                <a:latin typeface="Calibri" panose="020F0502020204030204"/>
                <a:ea typeface="+mn-ea"/>
                <a:cs typeface="+mn-cs"/>
              </a:rPr>
              <a:t>[PHOTO PLACEHOLDER]</a:t>
            </a:r>
          </a:p>
          <a:p>
            <a:pPr defTabSz="609630">
              <a:buClrTx/>
            </a:pPr>
            <a:r>
              <a:rPr lang="en-US" sz="933" b="1" kern="1200">
                <a:solidFill>
                  <a:srgbClr val="4B2E83"/>
                </a:solidFill>
                <a:latin typeface="Calibri" panose="020F0502020204030204"/>
                <a:ea typeface="+mn-ea"/>
                <a:cs typeface="+mn-cs"/>
              </a:rPr>
              <a:t>Zhangjiajie National Forest, China</a:t>
            </a:r>
          </a:p>
          <a:p>
            <a:pPr defTabSz="609630">
              <a:buClrTx/>
            </a:pPr>
            <a:r>
              <a:rPr lang="en-US" sz="933" b="1" kern="1200">
                <a:solidFill>
                  <a:srgbClr val="4B2E83"/>
                </a:solidFill>
                <a:latin typeface="Calibri" panose="020F0502020204030204"/>
                <a:ea typeface="+mn-ea"/>
                <a:cs typeface="+mn-cs"/>
              </a:rPr>
              <a:t>Fun fact: the towering sandstone pillars here inspired the</a:t>
            </a:r>
          </a:p>
          <a:p>
            <a:pPr defTabSz="609630">
              <a:buClrTx/>
            </a:pPr>
            <a:r>
              <a:rPr lang="en-US" sz="933" b="1" kern="1200">
                <a:solidFill>
                  <a:srgbClr val="4B2E83"/>
                </a:solidFill>
                <a:latin typeface="Calibri" panose="020F0502020204030204"/>
                <a:ea typeface="+mn-ea"/>
                <a:cs typeface="+mn-cs"/>
              </a:rPr>
              <a:t>floating "Hallelujah Mountains" in the film Avatar.</a:t>
            </a:r>
          </a:p>
          <a:p>
            <a:pPr defTabSz="609630">
              <a:buClrTx/>
            </a:pPr>
            <a:r>
              <a:rPr lang="en-US" sz="933" b="1" kern="1200">
                <a:solidFill>
                  <a:srgbClr val="4B2E83"/>
                </a:solidFill>
                <a:latin typeface="Calibri" panose="020F0502020204030204"/>
                <a:ea typeface="+mn-ea"/>
                <a:cs typeface="+mn-cs"/>
              </a:rPr>
              <a:t>Canva search: "Zhangjiajie sandstone pillars"</a:t>
            </a:r>
          </a:p>
          <a:p>
            <a:pPr defTabSz="609630">
              <a:buClrTx/>
            </a:pPr>
            <a:r>
              <a:rPr lang="en-US" sz="933" b="1" kern="1200">
                <a:solidFill>
                  <a:srgbClr val="4B2E83"/>
                </a:solidFill>
                <a:latin typeface="Calibri" panose="020F0502020204030204"/>
                <a:ea typeface="+mn-ea"/>
                <a:cs typeface="+mn-cs"/>
              </a:rPr>
              <a:t>AI prompt: Zhangjiajie National Forest China, sandstone pillars, mist, daylight</a:t>
            </a:r>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Document Your Findings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600" b="1" kern="1200">
                <a:solidFill>
                  <a:srgbClr val="1F2937"/>
                </a:solidFill>
                <a:latin typeface="Poppins" pitchFamily="34" charset="0"/>
                <a:ea typeface="Poppins" pitchFamily="34" charset="-122"/>
                <a:cs typeface="Poppins" pitchFamily="34" charset="-120"/>
              </a:rPr>
              <a:t>What's suspicious and where (if in text), or what attribute (email, IP, etc.)</a:t>
            </a:r>
            <a:endParaRPr lang="en-US" sz="1600" kern="1200">
              <a:solidFill>
                <a:prstClr val="black"/>
              </a:solidFill>
              <a:latin typeface="Calibri" panose="020F0502020204030204"/>
              <a:ea typeface="+mn-ea"/>
              <a:cs typeface="+mn-c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127829"/>
            <a:ext cx="10477500" cy="330200"/>
          </a:xfrm>
          <a:prstGeom prst="rect">
            <a:avLst/>
          </a:prstGeom>
          <a:noFill/>
          <a:ln/>
        </p:spPr>
        <p:txBody>
          <a:bodyPr wrap="square" lIns="16933" tIns="16933" rIns="16933" bIns="16933" rtlCol="0" anchor="ctr">
            <a:noAutofit/>
          </a:bodyPr>
          <a:lstStyle/>
          <a:p>
            <a:pPr defTabSz="609630">
              <a:lnSpc>
                <a:spcPct val="120000"/>
              </a:lnSpc>
              <a:buClrTx/>
            </a:pPr>
            <a:r>
              <a:rPr lang="en-US" sz="1600" b="1" kern="1200">
                <a:solidFill>
                  <a:srgbClr val="1F2937"/>
                </a:solidFill>
                <a:latin typeface="Poppins"/>
                <a:cs typeface="Poppins"/>
              </a:rPr>
              <a:t>What evidence you found on FB/Google or elsewhere, with the URL, so it's traceable (copy</a:t>
            </a:r>
            <a:br>
              <a:rPr lang="en-US" sz="1600" b="1" kern="1200">
                <a:solidFill>
                  <a:srgbClr val="1F2937"/>
                </a:solidFill>
                <a:latin typeface="Poppins"/>
                <a:cs typeface="Poppins"/>
              </a:rPr>
            </a:br>
            <a:r>
              <a:rPr lang="en-US" sz="1600" b="1" kern="1200">
                <a:solidFill>
                  <a:srgbClr val="1F2937"/>
                </a:solidFill>
                <a:latin typeface="Poppins"/>
                <a:cs typeface="Poppins"/>
              </a:rPr>
              <a:t>evidence closely, for legal reasons -- post date, position, etc.)</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220029"/>
            <a:ext cx="10477500" cy="330200"/>
          </a:xfrm>
          <a:prstGeom prst="rect">
            <a:avLst/>
          </a:prstGeom>
          <a:noFill/>
          <a:ln/>
        </p:spPr>
        <p:txBody>
          <a:bodyPr wrap="square" lIns="16933" tIns="16933" rIns="16933" bIns="16933" rtlCol="0" anchor="ctr">
            <a:normAutofit/>
          </a:bodyPr>
          <a:lstStyle/>
          <a:p>
            <a:pPr defTabSz="609630">
              <a:buClrTx/>
            </a:pPr>
            <a:r>
              <a:rPr lang="en-US" sz="1600" b="1" kern="1200">
                <a:solidFill>
                  <a:srgbClr val="1F2937"/>
                </a:solidFill>
                <a:latin typeface="Poppins"/>
                <a:cs typeface="Poppins"/>
              </a:rPr>
              <a:t>Brief remarks that explain your decision and reference the filters used in the process.</a:t>
            </a: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30" name="Text 24"/>
          <p:cNvSpPr/>
          <p:nvPr/>
        </p:nvSpPr>
        <p:spPr>
          <a:xfrm>
            <a:off x="1644650" y="5275036"/>
            <a:ext cx="10477500" cy="330200"/>
          </a:xfrm>
          <a:prstGeom prst="rect">
            <a:avLst/>
          </a:prstGeom>
          <a:noFill/>
          <a:ln/>
        </p:spPr>
        <p:txBody>
          <a:bodyPr wrap="square" lIns="16933" tIns="16933" rIns="16933" bIns="16933" rtlCol="0" anchor="ctr">
            <a:normAutofit/>
          </a:bodyPr>
          <a:lstStyle/>
          <a:p>
            <a:pPr defTabSz="609630">
              <a:lnSpc>
                <a:spcPct val="120000"/>
              </a:lnSpc>
              <a:buClrTx/>
            </a:pPr>
            <a:r>
              <a:rPr lang="en-US" sz="1600" b="1" kern="1200">
                <a:solidFill>
                  <a:srgbClr val="1F2937"/>
                </a:solidFill>
                <a:latin typeface="Poppins"/>
                <a:cs typeface="Poppins"/>
              </a:rPr>
              <a:t>If the user's position is posted on FB or other social media, copy/paste the exact title and the property name -- very useful in legal cases.</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197</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Examples of Helpful Comments (1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fontScale="92500"/>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Real comment examples that clearly document the evidence and reasoning behind an action:</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Insulting to staff: "that asshole manager refused to give me my money back"</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Text indicates affiliation: "I used to work here"</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Link is promotional: Please visit www.myhotel.com for the best offers and discounts</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198</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Examples of Helpful Comments (2 of 2)</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More real comment examples:</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User is owner, as per FB, see https://www.facebook.com/#!/AABCrestaurant</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DC policy, no template. User is the owner of competitor in the same geo, Café la Rosa, Loc ID 1234567, see FB.</a:t>
            </a:r>
            <a:endParaRPr lang="en-US" sz="1600" kern="1200">
              <a:solidFill>
                <a:prstClr val="black"/>
              </a:solidFill>
              <a:latin typeface="Calibri" panose="020F0502020204030204"/>
              <a:ea typeface="+mn-ea"/>
              <a:cs typeface="+mn-cs"/>
            </a:endParaRPr>
          </a:p>
        </p:txBody>
      </p:sp>
      <p:sp>
        <p:nvSpPr>
          <p:cNvPr id="15" name="Shape 9"/>
          <p:cNvSpPr/>
          <p:nvPr/>
        </p:nvSpPr>
        <p:spPr>
          <a:xfrm>
            <a:off x="609600" y="42799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Shape 10"/>
          <p:cNvSpPr/>
          <p:nvPr/>
        </p:nvSpPr>
        <p:spPr>
          <a:xfrm>
            <a:off x="609600" y="42799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977901" y="42799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Vandalism, strong negative language, for this and other hotels in Porto. User is receptionist at Porto Beach Hotel (LinkedIn https://www.linkedin.com/feed/ ggonzalez) and is boosting it in review 123456789.</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199</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Terminology Shortcuts You Can Use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Autofit/>
          </a:bodyPr>
          <a:lstStyle/>
          <a:p>
            <a:pPr defTabSz="609630">
              <a:buClrTx/>
            </a:pPr>
            <a:r>
              <a:rPr lang="en-US" sz="1800" b="1" kern="1200">
                <a:solidFill>
                  <a:srgbClr val="002B11"/>
                </a:solidFill>
                <a:latin typeface="Poppins"/>
                <a:ea typeface="Poppins" pitchFamily="34" charset="-122"/>
                <a:cs typeface="Poppins"/>
              </a:rPr>
              <a:t>Shortcuts you can use (and will see) in comments:</a:t>
            </a:r>
            <a:endParaRPr lang="en-US" sz="1800" kern="1200">
              <a:solidFill>
                <a:prstClr val="black"/>
              </a:solidFill>
              <a:latin typeface="Poppins"/>
              <a:ea typeface="+mn-ea"/>
              <a:cs typeface="Poppins"/>
            </a:endParaRPr>
          </a:p>
        </p:txBody>
      </p:sp>
      <p:sp>
        <p:nvSpPr>
          <p:cNvPr id="7" name="Text 3"/>
          <p:cNvSpPr/>
          <p:nvPr/>
        </p:nvSpPr>
        <p:spPr>
          <a:xfrm>
            <a:off x="723900" y="4332477"/>
            <a:ext cx="4512945" cy="744765"/>
          </a:xfrm>
          <a:prstGeom prst="rect">
            <a:avLst/>
          </a:prstGeom>
          <a:noFill/>
          <a:ln/>
        </p:spPr>
        <p:txBody>
          <a:bodyPr wrap="square" lIns="16933" tIns="16933" rIns="16933" bIns="16933" rtlCol="0" anchor="ctr">
            <a:noAutofit/>
          </a:bodyPr>
          <a:lstStyle/>
          <a:p>
            <a:pPr defTabSz="609630">
              <a:lnSpc>
                <a:spcPct val="145000"/>
              </a:lnSpc>
              <a:buClrTx/>
            </a:pPr>
            <a:r>
              <a:rPr lang="en-US" sz="1600" kern="1200">
                <a:solidFill>
                  <a:srgbClr val="1F2937"/>
                </a:solidFill>
                <a:latin typeface="Poppins"/>
                <a:ea typeface="Poppins" pitchFamily="34" charset="-122"/>
                <a:cs typeface="Poppins"/>
              </a:rPr>
              <a:t>BOTD = Benefit of the doubt. PF of 123456789 = Peripheral Fraud evaluation of review 123456789. Susp. = Suspected or Suspicious. Fraud = Usually confirmed boosting or vandalism. FB = Facebook.</a:t>
            </a:r>
            <a:endParaRPr lang="en-US" sz="16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200</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Terminology Shortcuts You May See</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DMG = Does not meet guidelines. RMG = Review meets guidelines.</a:t>
            </a:r>
            <a:endParaRPr lang="en-US" sz="2150" kern="1200">
              <a:solidFill>
                <a:prstClr val="black"/>
              </a:solidFill>
              <a:latin typeface="Calibri" panose="020F0502020204030204"/>
              <a:ea typeface="+mn-ea"/>
              <a:cs typeface="+mn-cs"/>
            </a:endParaRPr>
          </a:p>
        </p:txBody>
      </p:sp>
      <p:sp>
        <p:nvSpPr>
          <p:cNvPr id="7" name="Text 3"/>
          <p:cNvSpPr/>
          <p:nvPr/>
        </p:nvSpPr>
        <p:spPr>
          <a:xfrm>
            <a:off x="723900" y="4020421"/>
            <a:ext cx="4512945" cy="984250"/>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pitchFamily="34" charset="0"/>
                <a:ea typeface="Poppins" pitchFamily="34" charset="-122"/>
                <a:cs typeface="Poppins" pitchFamily="34" charset="-120"/>
              </a:rPr>
              <a:t>If you are publishing a review, it means you believe the review meets guidelines; when removing a review, you think it violates a guideline. Your action speaks for itself -- it's more important that you evaluate each case uniquely and add comments helpful to that specific case.</a:t>
            </a:r>
            <a:endParaRPr lang="en-US" sz="120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201</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Tip: Removal Reasons Auto-Stamp Comments</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You do not need to enter the guideline violation when removing a review.</a:t>
            </a:r>
            <a:endParaRPr lang="en-US" sz="2150" kern="1200">
              <a:solidFill>
                <a:prstClr val="black"/>
              </a:solidFill>
              <a:latin typeface="Calibri" panose="020F0502020204030204"/>
              <a:ea typeface="+mn-ea"/>
              <a:cs typeface="+mn-cs"/>
            </a:endParaRPr>
          </a:p>
        </p:txBody>
      </p:sp>
      <p:sp>
        <p:nvSpPr>
          <p:cNvPr id="7" name="Text 3"/>
          <p:cNvSpPr/>
          <p:nvPr/>
        </p:nvSpPr>
        <p:spPr>
          <a:xfrm>
            <a:off x="752929" y="3730135"/>
            <a:ext cx="4512945" cy="984250"/>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a:ea typeface="Poppins" pitchFamily="34" charset="-122"/>
                <a:cs typeface="Poppins"/>
              </a:rPr>
              <a:t>The removal reason itself will stamp in the comments when you take actions.</a:t>
            </a:r>
            <a:endParaRPr lang="en-US" sz="1750" kern="1200">
              <a:solidFill>
                <a:prstClr val="black"/>
              </a:solidFill>
              <a:latin typeface="Poppins"/>
              <a:ea typeface="+mn-ea"/>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202</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Review Default Tab</a:t>
            </a:r>
            <a:endParaRPr lang="en-US" sz="3750" kern="1200">
              <a:solidFill>
                <a:prstClr val="black"/>
              </a:solidFill>
              <a:latin typeface="Calibri" panose="020F0502020204030204"/>
              <a:ea typeface="+mn-ea"/>
              <a:cs typeface="+mn-cs"/>
            </a:endParaRPr>
          </a:p>
        </p:txBody>
      </p:sp>
      <p:sp>
        <p:nvSpPr>
          <p:cNvPr id="6" name="Text 2"/>
          <p:cNvSpPr/>
          <p:nvPr/>
        </p:nvSpPr>
        <p:spPr>
          <a:xfrm>
            <a:off x="723901" y="2801692"/>
            <a:ext cx="5271643" cy="558800"/>
          </a:xfrm>
          <a:prstGeom prst="rect">
            <a:avLst/>
          </a:prstGeom>
          <a:noFill/>
          <a:ln/>
        </p:spPr>
        <p:txBody>
          <a:bodyPr wrap="square" lIns="16933" tIns="16933" rIns="16933" bIns="16933" rtlCol="0" anchor="ctr">
            <a:normAutofit fontScale="6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This is the default tab and place where all the information that will be viewed by other classifiers for future processing and for QA is found.</a:t>
            </a:r>
            <a:endParaRPr lang="en-US" sz="2150" kern="1200">
              <a:solidFill>
                <a:prstClr val="black"/>
              </a:solidFill>
              <a:latin typeface="Calibri" panose="020F0502020204030204"/>
              <a:ea typeface="+mn-ea"/>
              <a:cs typeface="+mn-cs"/>
            </a:endParaRPr>
          </a:p>
        </p:txBody>
      </p:sp>
      <p:sp>
        <p:nvSpPr>
          <p:cNvPr id="7" name="Text 3"/>
          <p:cNvSpPr/>
          <p:nvPr/>
        </p:nvSpPr>
        <p:spPr>
          <a:xfrm>
            <a:off x="723900" y="3373664"/>
            <a:ext cx="4512945" cy="868136"/>
          </a:xfrm>
          <a:prstGeom prst="rect">
            <a:avLst/>
          </a:prstGeom>
          <a:noFill/>
          <a:ln/>
        </p:spPr>
        <p:txBody>
          <a:bodyPr wrap="square" lIns="16933" tIns="16933" rIns="16933" bIns="16933" rtlCol="0" anchor="ctr">
            <a:normAutofit/>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There is no reason to add comments to the property or member tab.</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203</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0" name="Screenshot 18600"/>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33336"/>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Comments: Confirmed Removals</a:t>
            </a:r>
            <a:endParaRPr lang="en-US" sz="3750" kern="1200">
              <a:solidFill>
                <a:prstClr val="black"/>
              </a:solidFill>
              <a:latin typeface="Calibri" panose="020F0502020204030204"/>
              <a:ea typeface="+mn-ea"/>
              <a:cs typeface="+mn-cs"/>
            </a:endParaRPr>
          </a:p>
        </p:txBody>
      </p:sp>
      <p:sp>
        <p:nvSpPr>
          <p:cNvPr id="6" name="Text 2"/>
          <p:cNvSpPr/>
          <p:nvPr/>
        </p:nvSpPr>
        <p:spPr>
          <a:xfrm>
            <a:off x="723901" y="3223477"/>
            <a:ext cx="5315185" cy="457201"/>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a:ea typeface="Poppins" pitchFamily="34" charset="-122"/>
                <a:cs typeface="Poppins"/>
              </a:rPr>
              <a:t>For confirmed removals, you need to be specific about the job/position/relationship, and add all the URLs that confirmed your suspicion. Vandalism confirmations are especially important!</a:t>
            </a:r>
            <a:endParaRPr lang="en-US" kern="1200">
              <a:solidFill>
                <a:prstClr val="black"/>
              </a:solidFill>
              <a:latin typeface="Poppins"/>
              <a:ea typeface="+mn-ea"/>
              <a:cs typeface="Poppins"/>
            </a:endParaRPr>
          </a:p>
        </p:txBody>
      </p:sp>
      <p:sp>
        <p:nvSpPr>
          <p:cNvPr id="7" name="Text 3"/>
          <p:cNvSpPr/>
          <p:nvPr/>
        </p:nvSpPr>
        <p:spPr>
          <a:xfrm>
            <a:off x="723900" y="4209106"/>
            <a:ext cx="4512945" cy="984250"/>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a:ea typeface="Poppins" pitchFamily="34" charset="-122"/>
                <a:cs typeface="Poppins"/>
              </a:rPr>
              <a:t>Example: "submitted by verified owner - Boosting Confirmed - Reviewer added to Owners DB - </a:t>
            </a:r>
            <a:r>
              <a:rPr lang="en-US" sz="1200" kern="1200" err="1">
                <a:solidFill>
                  <a:srgbClr val="1F2937"/>
                </a:solidFill>
                <a:latin typeface="Poppins"/>
                <a:ea typeface="Poppins" pitchFamily="34" charset="-122"/>
                <a:cs typeface="Poppins"/>
              </a:rPr>
              <a:t>ToolQueue</a:t>
            </a:r>
            <a:r>
              <a:rPr lang="en-US" sz="1200" kern="1200">
                <a:solidFill>
                  <a:srgbClr val="1F2937"/>
                </a:solidFill>
                <a:latin typeface="Poppins"/>
                <a:ea typeface="Poppins" pitchFamily="34" charset="-122"/>
                <a:cs typeface="Poppins"/>
              </a:rPr>
              <a:t> Changed to Fraud Remove. User https://www.facebook.com/LazyBallerinaWines, user is 'Manager'."</a:t>
            </a:r>
            <a:endParaRPr lang="en-US" sz="12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204</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1" name="Screenshot 18601"/>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557784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Confirmed Removals: Adding to DB</a:t>
            </a:r>
            <a:endParaRPr lang="en-US" sz="3750" kern="1200">
              <a:solidFill>
                <a:prstClr val="black"/>
              </a:solidFill>
              <a:latin typeface="Calibri" panose="020F0502020204030204"/>
              <a:ea typeface="+mn-ea"/>
              <a:cs typeface="+mn-cs"/>
            </a:endParaRPr>
          </a:p>
        </p:txBody>
      </p:sp>
      <p:sp>
        <p:nvSpPr>
          <p:cNvPr id="6" name="Text 2"/>
          <p:cNvSpPr/>
          <p:nvPr/>
        </p:nvSpPr>
        <p:spPr>
          <a:xfrm>
            <a:off x="723901" y="3136392"/>
            <a:ext cx="5271643" cy="558800"/>
          </a:xfrm>
          <a:prstGeom prst="rect">
            <a:avLst/>
          </a:prstGeom>
          <a:noFill/>
          <a:ln/>
        </p:spPr>
        <p:txBody>
          <a:bodyPr wrap="square" lIns="16933" tIns="16933" rIns="16933" bIns="16933" rtlCol="0" anchor="ctr">
            <a:normAutofit fontScale="92500" lnSpcReduction="20000"/>
          </a:bodyPr>
          <a:lstStyle/>
          <a:p>
            <a:pPr defTabSz="609630">
              <a:buClrTx/>
            </a:pPr>
            <a:r>
              <a:rPr lang="en-US" sz="2150" b="1" kern="1200">
                <a:solidFill>
                  <a:srgbClr val="002B11"/>
                </a:solidFill>
                <a:latin typeface="Poppins" pitchFamily="34" charset="0"/>
                <a:ea typeface="Poppins" pitchFamily="34" charset="-122"/>
                <a:cs typeface="Poppins" pitchFamily="34" charset="-120"/>
              </a:rPr>
              <a:t>For confirmed vandalism removals, you should click "Add User to DB".</a:t>
            </a:r>
            <a:endParaRPr lang="en-US" sz="2150" kern="1200">
              <a:solidFill>
                <a:prstClr val="black"/>
              </a:solidFill>
              <a:latin typeface="Calibri" panose="020F0502020204030204"/>
              <a:ea typeface="+mn-ea"/>
              <a:cs typeface="+mn-cs"/>
            </a:endParaRPr>
          </a:p>
        </p:txBody>
      </p:sp>
      <p:sp>
        <p:nvSpPr>
          <p:cNvPr id="7" name="Text 3"/>
          <p:cNvSpPr/>
          <p:nvPr/>
        </p:nvSpPr>
        <p:spPr>
          <a:xfrm>
            <a:off x="723900" y="3846250"/>
            <a:ext cx="4512945" cy="911678"/>
          </a:xfrm>
          <a:prstGeom prst="rect">
            <a:avLst/>
          </a:prstGeom>
          <a:noFill/>
          <a:ln/>
        </p:spPr>
        <p:txBody>
          <a:bodyPr wrap="square" lIns="16933" tIns="16933" rIns="16933" bIns="16933" rtlCol="0" anchor="ctr">
            <a:normAutofit fontScale="85000" lnSpcReduction="20000"/>
          </a:bodyPr>
          <a:lstStyle/>
          <a:p>
            <a:pPr defTabSz="609630">
              <a:lnSpc>
                <a:spcPct val="145000"/>
              </a:lnSpc>
              <a:buClrTx/>
            </a:pPr>
            <a:r>
              <a:rPr lang="en-US" sz="1750" kern="1200">
                <a:solidFill>
                  <a:srgbClr val="1F2937"/>
                </a:solidFill>
                <a:latin typeface="Poppins" pitchFamily="34" charset="0"/>
                <a:ea typeface="Poppins" pitchFamily="34" charset="-122"/>
                <a:cs typeface="Poppins" pitchFamily="34" charset="-120"/>
              </a:rPr>
              <a:t>This allows us to track a confirmed affiliation between this member and the vandalizing property.</a:t>
            </a:r>
            <a:endParaRPr lang="en-US" sz="1750"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205</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pic>
        <p:nvPicPr>
          <p:cNvPr id="18602" name="Screenshot 18602"/>
          <p:cNvPicPr>
            <a:picLocks noChangeAspect="1"/>
          </p:cNvPicPr>
          <p:nvPr/>
        </p:nvPicPr>
        <p:blipFill>
          <a:blip r:embed="rId5"/>
          <a:stretch>
            <a:fillRect/>
          </a:stretch>
        </p:blipFill>
        <p:spPr>
          <a:xfrm>
            <a:off x="6461760" y="2133600"/>
            <a:ext cx="5059680" cy="3352800"/>
          </a:xfrm>
          <a:prstGeom prst="rect">
            <a:avLst/>
          </a:prstGeom>
          <a:ln w="12700">
            <a:solidFill>
              <a:srgbClr val="002B11"/>
            </a:solidFill>
          </a:ln>
        </p:spPr>
      </p:pic>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4000"/>
          </a:blip>
          <a:stretch>
            <a:fillRect/>
          </a:stretch>
        </p:blipFill>
        <p:spPr>
          <a:xfrm>
            <a:off x="9271000" y="-2667000"/>
            <a:ext cx="5715000" cy="5588000"/>
          </a:xfrm>
          <a:prstGeom prst="rect">
            <a:avLst/>
          </a:prstGeom>
        </p:spPr>
      </p:pic>
      <p:pic>
        <p:nvPicPr>
          <p:cNvPr id="3" name="Image 1" descr="preencoded.png"/>
          <p:cNvPicPr>
            <a:picLocks noChangeAspect="1"/>
          </p:cNvPicPr>
          <p:nvPr/>
        </p:nvPicPr>
        <p:blipFill>
          <a:blip r:embed="rId4">
            <a:alphaModFix amt="30000"/>
          </a:blip>
          <a:stretch>
            <a:fillRect/>
          </a:stretch>
        </p:blipFill>
        <p:spPr>
          <a:xfrm>
            <a:off x="-2286000" y="4826000"/>
            <a:ext cx="4953000" cy="4826000"/>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5" name="Image 2" descr="preencoded.png"/>
          <p:cNvPicPr>
            <a:picLocks noChangeAspect="1"/>
          </p:cNvPicPr>
          <p:nvPr/>
        </p:nvPicPr>
        <p:blipFill>
          <a:blip r:embed="rId5"/>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Keyboard Shortcuts</a:t>
            </a:r>
            <a:endParaRPr lang="en-US" sz="3750" kern="1200">
              <a:solidFill>
                <a:prstClr val="black"/>
              </a:solidFill>
              <a:latin typeface="Calibri" panose="020F0502020204030204"/>
              <a:ea typeface="+mn-ea"/>
              <a:cs typeface="+mn-cs"/>
            </a:endParaRPr>
          </a:p>
        </p:txBody>
      </p:sp>
      <p:pic>
        <p:nvPicPr>
          <p:cNvPr id="7" name="Image 3" descr="preencoded.png"/>
          <p:cNvPicPr>
            <a:picLocks noChangeAspect="1"/>
          </p:cNvPicPr>
          <p:nvPr/>
        </p:nvPicPr>
        <p:blipFill>
          <a:blip r:embed="rId6"/>
          <a:stretch>
            <a:fillRect/>
          </a:stretch>
        </p:blipFill>
        <p:spPr>
          <a:xfrm>
            <a:off x="10731500" y="609600"/>
            <a:ext cx="850900" cy="850900"/>
          </a:xfrm>
          <a:prstGeom prst="rect">
            <a:avLst/>
          </a:prstGeom>
        </p:spPr>
      </p:pic>
      <p:sp>
        <p:nvSpPr>
          <p:cNvPr id="8" name="Shape 2"/>
          <p:cNvSpPr/>
          <p:nvPr/>
        </p:nvSpPr>
        <p:spPr>
          <a:xfrm>
            <a:off x="609600" y="17081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Shape 3"/>
          <p:cNvSpPr/>
          <p:nvPr/>
        </p:nvSpPr>
        <p:spPr>
          <a:xfrm>
            <a:off x="609600" y="17081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889000" y="18478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876300" y="1860550"/>
            <a:ext cx="660400" cy="635000"/>
          </a:xfrm>
          <a:prstGeom prst="rect">
            <a:avLst/>
          </a:prstGeom>
          <a:noFill/>
          <a:ln/>
        </p:spPr>
        <p:txBody>
          <a:bodyPr wrap="square" lIns="16933" tIns="16933" rIns="16933" bIns="16933" rtlCol="0" anchor="ctr">
            <a:normAutofit/>
          </a:bodyPr>
          <a:lstStyle/>
          <a:p>
            <a:pPr algn="ctr" defTabSz="609630">
              <a:buClrTx/>
            </a:pPr>
            <a:r>
              <a:rPr lang="en-US" sz="900" kern="1200">
                <a:solidFill>
                  <a:srgbClr val="B8860B"/>
                </a:solidFill>
                <a:latin typeface="Poppins" pitchFamily="34" charset="0"/>
                <a:ea typeface="Poppins" pitchFamily="34" charset="-122"/>
                <a:cs typeface="Poppins" pitchFamily="34" charset="-120"/>
              </a:rPr>
              <a:t>icon</a:t>
            </a:r>
            <a:endParaRPr lang="en-US" sz="900" kern="1200">
              <a:solidFill>
                <a:prstClr val="black"/>
              </a:solidFill>
              <a:latin typeface="Calibri" panose="020F0502020204030204"/>
              <a:ea typeface="+mn-ea"/>
              <a:cs typeface="+mn-cs"/>
            </a:endParaRPr>
          </a:p>
        </p:txBody>
      </p:sp>
      <p:sp>
        <p:nvSpPr>
          <p:cNvPr id="12" name="Text 6"/>
          <p:cNvSpPr/>
          <p:nvPr/>
        </p:nvSpPr>
        <p:spPr>
          <a:xfrm>
            <a:off x="1644650" y="1708150"/>
            <a:ext cx="9810750" cy="9398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ea typeface="Poppins" pitchFamily="34" charset="-122"/>
                <a:cs typeface="Poppins" pitchFamily="34" charset="-120"/>
              </a:rPr>
              <a:t>susp ip/fp/fgp/pw</a:t>
            </a:r>
            <a:endParaRPr lang="en-US" sz="1850" kern="1200">
              <a:solidFill>
                <a:prstClr val="black"/>
              </a:solidFill>
              <a:latin typeface="Calibri" panose="020F0502020204030204"/>
              <a:ea typeface="+mn-ea"/>
              <a:cs typeface="+mn-cs"/>
            </a:endParaRPr>
          </a:p>
        </p:txBody>
      </p:sp>
      <p:sp>
        <p:nvSpPr>
          <p:cNvPr id="13" name="Shape 7"/>
          <p:cNvSpPr/>
          <p:nvPr/>
        </p:nvSpPr>
        <p:spPr>
          <a:xfrm>
            <a:off x="609600" y="28067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Shape 8"/>
          <p:cNvSpPr/>
          <p:nvPr/>
        </p:nvSpPr>
        <p:spPr>
          <a:xfrm>
            <a:off x="609600" y="28067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9"/>
          <p:cNvSpPr/>
          <p:nvPr/>
        </p:nvSpPr>
        <p:spPr>
          <a:xfrm>
            <a:off x="889000" y="29464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0"/>
          <p:cNvSpPr/>
          <p:nvPr/>
        </p:nvSpPr>
        <p:spPr>
          <a:xfrm>
            <a:off x="876300" y="29591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17" name="Text 11"/>
          <p:cNvSpPr/>
          <p:nvPr/>
        </p:nvSpPr>
        <p:spPr>
          <a:xfrm>
            <a:off x="1644650" y="29591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18" name="Text 12"/>
          <p:cNvSpPr/>
          <p:nvPr/>
        </p:nvSpPr>
        <p:spPr>
          <a:xfrm>
            <a:off x="1644650" y="3113314"/>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susp ver geo long after stay</a:t>
            </a:r>
          </a:p>
        </p:txBody>
      </p:sp>
      <p:sp>
        <p:nvSpPr>
          <p:cNvPr id="19" name="Shape 13"/>
          <p:cNvSpPr/>
          <p:nvPr/>
        </p:nvSpPr>
        <p:spPr>
          <a:xfrm>
            <a:off x="609600" y="389890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4"/>
          <p:cNvSpPr/>
          <p:nvPr/>
        </p:nvSpPr>
        <p:spPr>
          <a:xfrm>
            <a:off x="609600" y="389890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Shape 15"/>
          <p:cNvSpPr/>
          <p:nvPr/>
        </p:nvSpPr>
        <p:spPr>
          <a:xfrm>
            <a:off x="889000" y="403860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876300" y="405130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3" name="Text 17"/>
          <p:cNvSpPr/>
          <p:nvPr/>
        </p:nvSpPr>
        <p:spPr>
          <a:xfrm>
            <a:off x="1644650" y="405130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24" name="Text 18"/>
          <p:cNvSpPr/>
          <p:nvPr/>
        </p:nvSpPr>
        <p:spPr>
          <a:xfrm>
            <a:off x="1644650" y="4220029"/>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susp sub geo long after stay</a:t>
            </a:r>
          </a:p>
        </p:txBody>
      </p:sp>
      <p:sp>
        <p:nvSpPr>
          <p:cNvPr id="25" name="Shape 19"/>
          <p:cNvSpPr/>
          <p:nvPr/>
        </p:nvSpPr>
        <p:spPr>
          <a:xfrm>
            <a:off x="609600" y="4997450"/>
            <a:ext cx="10972800" cy="914400"/>
          </a:xfrm>
          <a:prstGeom prst="roundRect">
            <a:avLst>
              <a:gd name="adj" fmla="val 8333"/>
            </a:avLst>
          </a:prstGeom>
          <a:solidFill>
            <a:srgbClr val="FFF4C5"/>
          </a:solidFill>
          <a:ln/>
          <a:effectLst>
            <a:outerShdw blurRad="190500" dist="76200" dir="5400000" algn="bl" rotWithShape="0">
              <a:srgbClr val="002B11">
                <a:alpha val="10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6" name="Shape 20"/>
          <p:cNvSpPr/>
          <p:nvPr/>
        </p:nvSpPr>
        <p:spPr>
          <a:xfrm>
            <a:off x="609600" y="4997450"/>
            <a:ext cx="95250" cy="914400"/>
          </a:xfrm>
          <a:prstGeom prst="rect">
            <a:avLst/>
          </a:prstGeom>
          <a:solidFill>
            <a:srgbClr val="F59E0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7" name="Shape 21"/>
          <p:cNvSpPr/>
          <p:nvPr/>
        </p:nvSpPr>
        <p:spPr>
          <a:xfrm>
            <a:off x="889000" y="5137150"/>
            <a:ext cx="635000" cy="635000"/>
          </a:xfrm>
          <a:prstGeom prst="roundRect">
            <a:avLst>
              <a:gd name="adj" fmla="val 12000"/>
            </a:avLst>
          </a:prstGeom>
          <a:ln w="19050">
            <a:solidFill>
              <a:srgbClr val="F59E0B"/>
            </a:solidFill>
            <a:prstDash val="dash"/>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2"/>
          <p:cNvSpPr/>
          <p:nvPr/>
        </p:nvSpPr>
        <p:spPr>
          <a:xfrm>
            <a:off x="876300" y="5149850"/>
            <a:ext cx="660400" cy="635000"/>
          </a:xfrm>
          <a:prstGeom prst="rect">
            <a:avLst/>
          </a:prstGeom>
          <a:noFill/>
          <a:ln/>
        </p:spPr>
        <p:txBody>
          <a:bodyPr wrap="square" lIns="16933" tIns="16933" rIns="16933" bIns="16933" rtlCol="0" anchor="ctr">
            <a:normAutofit/>
          </a:bodyPr>
          <a:lstStyle/>
          <a:p>
            <a:pPr algn="ctr" defTabSz="609630">
              <a:buClrTx/>
            </a:pPr>
            <a:endParaRPr lang="en-US" sz="900" kern="1200">
              <a:solidFill>
                <a:prstClr val="black"/>
              </a:solidFill>
              <a:latin typeface="Calibri" panose="020F0502020204030204"/>
              <a:ea typeface="+mn-ea"/>
              <a:cs typeface="+mn-cs"/>
            </a:endParaRPr>
          </a:p>
        </p:txBody>
      </p:sp>
      <p:sp>
        <p:nvSpPr>
          <p:cNvPr id="29" name="Text 23"/>
          <p:cNvSpPr/>
          <p:nvPr/>
        </p:nvSpPr>
        <p:spPr>
          <a:xfrm>
            <a:off x="1644650" y="5149850"/>
            <a:ext cx="10477500" cy="381000"/>
          </a:xfrm>
          <a:prstGeom prst="rect">
            <a:avLst/>
          </a:prstGeom>
          <a:noFill/>
          <a:ln/>
        </p:spPr>
        <p:txBody>
          <a:bodyPr wrap="square" lIns="16933" tIns="16933" rIns="16933" bIns="16933" rtlCol="0" anchor="t">
            <a:normAutofit/>
          </a:bodyPr>
          <a:lstStyle/>
          <a:p>
            <a:pPr defTabSz="609630">
              <a:buClrTx/>
            </a:pPr>
            <a:endParaRPr lang="en-US" sz="1850" kern="1200">
              <a:solidFill>
                <a:prstClr val="black"/>
              </a:solidFill>
              <a:latin typeface="Calibri" panose="020F0502020204030204"/>
              <a:ea typeface="+mn-ea"/>
              <a:cs typeface="+mn-cs"/>
            </a:endParaRPr>
          </a:p>
        </p:txBody>
      </p:sp>
      <p:sp>
        <p:nvSpPr>
          <p:cNvPr id="30" name="Text 24"/>
          <p:cNvSpPr/>
          <p:nvPr/>
        </p:nvSpPr>
        <p:spPr>
          <a:xfrm>
            <a:off x="1644650" y="5304064"/>
            <a:ext cx="10477500" cy="330200"/>
          </a:xfrm>
          <a:prstGeom prst="rect">
            <a:avLst/>
          </a:prstGeom>
          <a:noFill/>
          <a:ln/>
        </p:spPr>
        <p:txBody>
          <a:bodyPr wrap="square" lIns="16933" tIns="16933" rIns="16933" bIns="16933" rtlCol="0" anchor="ctr">
            <a:normAutofit/>
          </a:bodyPr>
          <a:lstStyle/>
          <a:p>
            <a:pPr defTabSz="609630">
              <a:buClrTx/>
            </a:pPr>
            <a:r>
              <a:rPr lang="en-US" sz="1850" b="1" kern="1200">
                <a:solidFill>
                  <a:srgbClr val="1F2937"/>
                </a:solidFill>
                <a:latin typeface="Poppins" pitchFamily="34" charset="0"/>
                <a:cs typeface="Poppins" pitchFamily="34" charset="-120"/>
              </a:rPr>
              <a:t>from own/staff as XXXX (URL/evidence)</a:t>
            </a:r>
          </a:p>
        </p:txBody>
      </p:sp>
      <p:sp>
        <p:nvSpPr>
          <p:cNvPr id="31" name="Shape 2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2" name="Text 2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33" name="Text 2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206</a:t>
            </a:r>
            <a:endParaRPr lang="en-US" sz="1200" kern="1200">
              <a:solidFill>
                <a:prstClr val="black"/>
              </a:solidFill>
              <a:latin typeface="Calibri" panose="020F0502020204030204"/>
              <a:ea typeface="+mn-ea"/>
              <a:cs typeface="+mn-cs"/>
            </a:endParaRPr>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Additional Examples of Useful Comments (1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3383134"/>
            <a:ext cx="5242615" cy="297544"/>
          </a:xfrm>
          <a:prstGeom prst="rect">
            <a:avLst/>
          </a:prstGeom>
          <a:noFill/>
          <a:ln/>
        </p:spPr>
        <p:txBody>
          <a:bodyPr wrap="square" lIns="16933" tIns="16933" rIns="16933" bIns="16933" rtlCol="0" anchor="ctr">
            <a:noAutofit/>
          </a:bodyPr>
          <a:lstStyle/>
          <a:p>
            <a:pPr defTabSz="609630">
              <a:buClrTx/>
            </a:pPr>
            <a:r>
              <a:rPr lang="en-US" b="1" kern="1200">
                <a:solidFill>
                  <a:srgbClr val="002B11"/>
                </a:solidFill>
                <a:latin typeface="Poppins" pitchFamily="34" charset="0"/>
                <a:ea typeface="Poppins" pitchFamily="34" charset="-122"/>
                <a:cs typeface="Poppins" pitchFamily="34" charset="-120"/>
              </a:rPr>
              <a:t>Looked at all evidence, noticed mileage pattern: review is part of a group of suspicious reviews submitted on property that share similar attributes -- they were all but one submitted 20 mi away from property.</a:t>
            </a:r>
            <a:endParaRPr lang="en-US" kern="1200">
              <a:solidFill>
                <a:prstClr val="black"/>
              </a:solidFill>
              <a:latin typeface="Calibri" panose="020F0502020204030204"/>
              <a:ea typeface="+mn-ea"/>
              <a:cs typeface="+mn-cs"/>
            </a:endParaRPr>
          </a:p>
        </p:txBody>
      </p:sp>
      <p:sp>
        <p:nvSpPr>
          <p:cNvPr id="7" name="Text 3"/>
          <p:cNvSpPr/>
          <p:nvPr/>
        </p:nvSpPr>
        <p:spPr>
          <a:xfrm>
            <a:off x="723900" y="4136535"/>
            <a:ext cx="4483917" cy="911679"/>
          </a:xfrm>
          <a:prstGeom prst="rect">
            <a:avLst/>
          </a:prstGeom>
          <a:noFill/>
          <a:ln/>
        </p:spPr>
        <p:txBody>
          <a:bodyPr wrap="square" lIns="16933" tIns="16933" rIns="16933" bIns="16933" rtlCol="0" anchor="ctr">
            <a:normAutofit lnSpcReduction="10000"/>
          </a:bodyPr>
          <a:lstStyle/>
          <a:p>
            <a:pPr defTabSz="609630">
              <a:lnSpc>
                <a:spcPct val="145000"/>
              </a:lnSpc>
              <a:buClrTx/>
            </a:pPr>
            <a:r>
              <a:rPr lang="en-US" kern="1200">
                <a:solidFill>
                  <a:srgbClr val="1F2937"/>
                </a:solidFill>
                <a:latin typeface="Poppins" pitchFamily="34" charset="0"/>
                <a:ea typeface="Poppins" pitchFamily="34" charset="-122"/>
                <a:cs typeface="Poppins" pitchFamily="34" charset="-120"/>
              </a:rPr>
              <a:t>Pattern detection when comparing reviews: they all share similar formatting, and OTT staff and service praising text.</a:t>
            </a:r>
            <a:endParaRPr lang="en-US" kern="1200">
              <a:solidFill>
                <a:prstClr val="black"/>
              </a:solidFill>
              <a:latin typeface="Calibri" panose="020F0502020204030204"/>
              <a:ea typeface="+mn-ea"/>
              <a:cs typeface="+mn-c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207</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4000"/>
          </a:blip>
          <a:stretch>
            <a:fillRect/>
          </a:stretch>
        </p:blipFill>
        <p:spPr>
          <a:xfrm rot="-1499999">
            <a:off x="5111749" y="-1504951"/>
            <a:ext cx="11791951" cy="10318751"/>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t="-217" b="-217"/>
          <a:stretch/>
        </p:blipFill>
        <p:spPr>
          <a:xfrm>
            <a:off x="723900" y="971550"/>
            <a:ext cx="1460500" cy="488950"/>
          </a:xfrm>
          <a:prstGeom prst="rect">
            <a:avLst/>
          </a:prstGeom>
        </p:spPr>
      </p:pic>
      <p:sp>
        <p:nvSpPr>
          <p:cNvPr id="5" name="Text 1"/>
          <p:cNvSpPr/>
          <p:nvPr/>
        </p:nvSpPr>
        <p:spPr>
          <a:xfrm>
            <a:off x="685800" y="1847850"/>
            <a:ext cx="6278880" cy="952500"/>
          </a:xfrm>
          <a:prstGeom prst="rect">
            <a:avLst/>
          </a:prstGeom>
          <a:noFill/>
          <a:ln/>
        </p:spPr>
        <p:txBody>
          <a:bodyPr wrap="square" lIns="16933" tIns="16933" rIns="16933" bIns="16933" rtlCol="0" anchor="ctr">
            <a:no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Additional Examples of Useful Comments (2 of 2)</a:t>
            </a:r>
            <a:endParaRPr lang="en-US" sz="3750" kern="1200">
              <a:solidFill>
                <a:prstClr val="black"/>
              </a:solidFill>
              <a:latin typeface="Calibri" panose="020F0502020204030204"/>
              <a:ea typeface="+mn-ea"/>
              <a:cs typeface="+mn-cs"/>
            </a:endParaRPr>
          </a:p>
        </p:txBody>
      </p:sp>
      <p:sp>
        <p:nvSpPr>
          <p:cNvPr id="6" name="Text 2"/>
          <p:cNvSpPr/>
          <p:nvPr/>
        </p:nvSpPr>
        <p:spPr>
          <a:xfrm>
            <a:off x="723901" y="2954964"/>
            <a:ext cx="5315185" cy="725714"/>
          </a:xfrm>
          <a:prstGeom prst="rect">
            <a:avLst/>
          </a:prstGeom>
          <a:noFill/>
          <a:ln/>
        </p:spPr>
        <p:txBody>
          <a:bodyPr wrap="square" lIns="16933" tIns="16933" rIns="16933" bIns="16933" rtlCol="0" anchor="ctr">
            <a:normAutofit/>
          </a:bodyPr>
          <a:lstStyle/>
          <a:p>
            <a:pPr defTabSz="609630">
              <a:buClrTx/>
            </a:pPr>
            <a:r>
              <a:rPr lang="en-US" sz="1800" b="1" kern="1200">
                <a:solidFill>
                  <a:srgbClr val="002B11"/>
                </a:solidFill>
                <a:latin typeface="Poppins"/>
                <a:ea typeface="Poppins" pitchFamily="34" charset="-122"/>
                <a:cs typeface="Poppins"/>
              </a:rPr>
              <a:t>CI Research examples:</a:t>
            </a:r>
            <a:endParaRPr lang="en-US" sz="1800" kern="1200">
              <a:solidFill>
                <a:prstClr val="black"/>
              </a:solidFill>
              <a:latin typeface="Poppins"/>
              <a:ea typeface="Calibri"/>
              <a:cs typeface="Poppins"/>
            </a:endParaRPr>
          </a:p>
        </p:txBody>
      </p:sp>
      <p:sp>
        <p:nvSpPr>
          <p:cNvPr id="7" name="Text 3"/>
          <p:cNvSpPr/>
          <p:nvPr/>
        </p:nvSpPr>
        <p:spPr>
          <a:xfrm>
            <a:off x="723900" y="4085735"/>
            <a:ext cx="5296715" cy="585107"/>
          </a:xfrm>
          <a:prstGeom prst="rect">
            <a:avLst/>
          </a:prstGeom>
          <a:noFill/>
          <a:ln/>
        </p:spPr>
        <p:txBody>
          <a:bodyPr wrap="square" lIns="16933" tIns="16933" rIns="16933" bIns="16933" rtlCol="0" anchor="ctr">
            <a:noAutofit/>
          </a:bodyPr>
          <a:lstStyle/>
          <a:p>
            <a:pPr defTabSz="609630">
              <a:lnSpc>
                <a:spcPct val="145000"/>
              </a:lnSpc>
              <a:buClrTx/>
            </a:pPr>
            <a:r>
              <a:rPr lang="en-US" sz="1200" kern="1200">
                <a:solidFill>
                  <a:srgbClr val="1F2937"/>
                </a:solidFill>
                <a:latin typeface="Poppins"/>
                <a:ea typeface="Poppins" pitchFamily="34" charset="-122"/>
                <a:cs typeface="Poppins"/>
              </a:rPr>
              <a:t>"Giving BOTD to this user because there is no evidence that he is affiliated with the property. The reason I think he chose that email is that he usually stays at Premiers Inns as per history." Also: "User may have stayed at two props during a business trip and liked one, not the other" and "Shared FGP review may be same traveling party based on similar text."</a:t>
            </a:r>
            <a:endParaRPr lang="en-US" sz="1200" kern="1200">
              <a:solidFill>
                <a:prstClr val="black"/>
              </a:solidFill>
              <a:latin typeface="Poppins"/>
              <a:ea typeface="Calibri"/>
              <a:cs typeface="Poppins"/>
            </a:endParaRPr>
          </a:p>
        </p:txBody>
      </p:sp>
      <p:sp>
        <p:nvSpPr>
          <p:cNvPr id="11" name="Text 7"/>
          <p:cNvSpPr/>
          <p:nvPr/>
        </p:nvSpPr>
        <p:spPr>
          <a:xfrm>
            <a:off x="730251" y="6324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2" name="Text 8"/>
          <p:cNvSpPr/>
          <p:nvPr/>
        </p:nvSpPr>
        <p:spPr>
          <a:xfrm>
            <a:off x="10922000" y="6299200"/>
            <a:ext cx="660400" cy="279400"/>
          </a:xfrm>
          <a:prstGeom prst="rect">
            <a:avLst/>
          </a:prstGeom>
          <a:noFill/>
          <a:ln/>
        </p:spPr>
        <p:txBody>
          <a:bodyPr wrap="square" lIns="16933" tIns="16933" rIns="16933" bIns="16933" rtlCol="0" anchor="t">
            <a:normAutofit/>
          </a:bodyPr>
          <a:lstStyle/>
          <a:p>
            <a:pPr algn="r" defTabSz="609630">
              <a:buClrTx/>
            </a:pPr>
            <a:r>
              <a:rPr lang="en-US" sz="1350" kern="1200">
                <a:solidFill>
                  <a:srgbClr val="6B7280"/>
                </a:solidFill>
                <a:latin typeface="Poppins" pitchFamily="34" charset="0"/>
                <a:ea typeface="Poppins" pitchFamily="34" charset="-122"/>
                <a:cs typeface="Poppins" pitchFamily="34" charset="-120"/>
              </a:rPr>
              <a:t>208</a:t>
            </a:r>
            <a:endParaRPr lang="en-US" sz="1350" kern="1200">
              <a:solidFill>
                <a:prstClr val="black"/>
              </a:solidFill>
              <a:latin typeface="Calibri" panose="020F0502020204030204"/>
              <a:ea typeface="+mn-ea"/>
              <a:cs typeface="+mn-cs"/>
            </a:endParaRPr>
          </a:p>
        </p:txBody>
      </p:sp>
      <p:sp>
        <p:nvSpPr>
          <p:cNvPr id="13" name="Shape 9"/>
          <p:cNvSpPr/>
          <p:nvPr/>
        </p:nvSpPr>
        <p:spPr>
          <a:xfrm>
            <a:off x="10731500" y="5588000"/>
            <a:ext cx="1130300" cy="95250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10"/>
          <p:cNvSpPr/>
          <p:nvPr/>
        </p:nvSpPr>
        <p:spPr>
          <a:xfrm>
            <a:off x="10706100" y="5588000"/>
            <a:ext cx="1181100" cy="977900"/>
          </a:xfrm>
          <a:prstGeom prst="rect">
            <a:avLst/>
          </a:prstGeom>
          <a:noFill/>
          <a:ln/>
        </p:spPr>
        <p:txBody>
          <a:bodyPr wrap="square" lIns="16933" tIns="16933" rIns="16933" bIns="16933" rtlCol="0" anchor="ctr">
            <a:normAutofit/>
          </a:bodyPr>
          <a:lstStyle/>
          <a:p>
            <a:pPr algn="ctr" defTabSz="609630">
              <a:buClrTx/>
            </a:pPr>
            <a:r>
              <a:rPr lang="en-US" sz="1100" kern="1200">
                <a:solidFill>
                  <a:srgbClr val="002B11"/>
                </a:solidFill>
                <a:latin typeface="Poppins" pitchFamily="34" charset="0"/>
                <a:ea typeface="Poppins" pitchFamily="34" charset="-122"/>
                <a:cs typeface="Poppins" pitchFamily="34" charset="-120"/>
              </a:rPr>
              <a:t>Revamped</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2298700" y="-2711450"/>
            <a:ext cx="9944100" cy="874395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9960000">
            <a:off x="4641848" y="704850"/>
            <a:ext cx="9944103" cy="8743953"/>
          </a:xfrm>
          <a:prstGeom prst="rect">
            <a:avLst/>
          </a:prstGeom>
        </p:spPr>
      </p:pic>
      <p:pic>
        <p:nvPicPr>
          <p:cNvPr id="4" name="Image 2" descr="preencoded.png"/>
          <p:cNvPicPr>
            <a:picLocks noChangeAspect="1"/>
          </p:cNvPicPr>
          <p:nvPr/>
        </p:nvPicPr>
        <p:blipFill>
          <a:blip r:embed="rId3"/>
          <a:stretch>
            <a:fillRect/>
          </a:stretch>
        </p:blipFill>
        <p:spPr>
          <a:xfrm rot="10800000">
            <a:off x="10160000" y="406400"/>
            <a:ext cx="1625600" cy="1612900"/>
          </a:xfrm>
          <a:prstGeom prst="rect">
            <a:avLst/>
          </a:prstGeom>
        </p:spPr>
      </p:pic>
      <p:sp>
        <p:nvSpPr>
          <p:cNvPr id="5"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6" name="Image 3" descr="preencoded.png"/>
          <p:cNvPicPr>
            <a:picLocks noChangeAspect="1"/>
          </p:cNvPicPr>
          <p:nvPr/>
        </p:nvPicPr>
        <p:blipFill>
          <a:blip r:embed="rId4"/>
          <a:srcRect r="-14428"/>
          <a:stretch/>
        </p:blipFill>
        <p:spPr>
          <a:xfrm>
            <a:off x="609600" y="622300"/>
            <a:ext cx="1460500" cy="425450"/>
          </a:xfrm>
          <a:prstGeom prst="rect">
            <a:avLst/>
          </a:prstGeom>
        </p:spPr>
      </p:pic>
      <p:sp>
        <p:nvSpPr>
          <p:cNvPr id="7" name="Text 1"/>
          <p:cNvSpPr/>
          <p:nvPr/>
        </p:nvSpPr>
        <p:spPr>
          <a:xfrm>
            <a:off x="609600" y="1295400"/>
            <a:ext cx="9779000" cy="755650"/>
          </a:xfrm>
          <a:prstGeom prst="rect">
            <a:avLst/>
          </a:prstGeom>
          <a:noFill/>
          <a:ln/>
        </p:spPr>
        <p:txBody>
          <a:bodyPr wrap="square" lIns="16933" tIns="16933" rIns="16933" bIns="16933" rtlCol="0" anchor="ctr">
            <a:normAutofit/>
          </a:bodyPr>
          <a:lstStyle/>
          <a:p>
            <a:pPr defTabSz="609630">
              <a:buClrTx/>
            </a:pPr>
            <a:r>
              <a:rPr lang="en-US" sz="3750" b="1" kern="1200">
                <a:solidFill>
                  <a:srgbClr val="002B11"/>
                </a:solidFill>
                <a:latin typeface="Poppins" pitchFamily="34" charset="0"/>
                <a:ea typeface="Poppins" pitchFamily="34" charset="-122"/>
                <a:cs typeface="Poppins" pitchFamily="34" charset="-120"/>
              </a:rPr>
              <a:t>Examples of Not-So-Helpful Comments</a:t>
            </a:r>
            <a:endParaRPr lang="en-US" sz="3750" kern="1200">
              <a:solidFill>
                <a:prstClr val="black"/>
              </a:solidFill>
              <a:latin typeface="Calibri" panose="020F0502020204030204"/>
              <a:ea typeface="+mn-ea"/>
              <a:cs typeface="+mn-cs"/>
            </a:endParaRPr>
          </a:p>
        </p:txBody>
      </p:sp>
      <p:sp>
        <p:nvSpPr>
          <p:cNvPr id="8" name="Text 2"/>
          <p:cNvSpPr/>
          <p:nvPr/>
        </p:nvSpPr>
        <p:spPr>
          <a:xfrm>
            <a:off x="609600" y="2025650"/>
            <a:ext cx="9810750" cy="514350"/>
          </a:xfrm>
          <a:prstGeom prst="rect">
            <a:avLst/>
          </a:prstGeom>
          <a:noFill/>
          <a:ln/>
        </p:spPr>
        <p:txBody>
          <a:bodyPr wrap="square" lIns="16933" tIns="16933" rIns="16933" bIns="16933" rtlCol="0" anchor="ctr">
            <a:normAutofit/>
          </a:bodyPr>
          <a:lstStyle/>
          <a:p>
            <a:pPr defTabSz="609630">
              <a:lnSpc>
                <a:spcPct val="135000"/>
              </a:lnSpc>
              <a:buClrTx/>
            </a:pPr>
            <a:r>
              <a:rPr lang="en-US" sz="1750" kern="1200">
                <a:solidFill>
                  <a:srgbClr val="1F2937"/>
                </a:solidFill>
                <a:latin typeface="Poppins" pitchFamily="34" charset="0"/>
                <a:ea typeface="Poppins" pitchFamily="34" charset="-122"/>
                <a:cs typeface="Poppins" pitchFamily="34" charset="-120"/>
              </a:rPr>
              <a:t>Comments that don't hold up well for the next reader:</a:t>
            </a:r>
            <a:endParaRPr lang="en-US" sz="1750" kern="1200">
              <a:solidFill>
                <a:prstClr val="black"/>
              </a:solidFill>
              <a:latin typeface="Calibri" panose="020F0502020204030204"/>
              <a:ea typeface="+mn-ea"/>
              <a:cs typeface="+mn-cs"/>
            </a:endParaRPr>
          </a:p>
        </p:txBody>
      </p:sp>
      <p:sp>
        <p:nvSpPr>
          <p:cNvPr id="9" name="Shape 3"/>
          <p:cNvSpPr/>
          <p:nvPr/>
        </p:nvSpPr>
        <p:spPr>
          <a:xfrm>
            <a:off x="609600" y="269875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Shape 4"/>
          <p:cNvSpPr/>
          <p:nvPr/>
        </p:nvSpPr>
        <p:spPr>
          <a:xfrm>
            <a:off x="609600" y="269875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Text 5"/>
          <p:cNvSpPr/>
          <p:nvPr/>
        </p:nvSpPr>
        <p:spPr>
          <a:xfrm>
            <a:off x="977901" y="269875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“As per review 688009972” -- does not sound like a well thought out reason to remove, but copying what the other analyst said.</a:t>
            </a:r>
            <a:endParaRPr lang="en-US" sz="1600" kern="1200">
              <a:solidFill>
                <a:prstClr val="black"/>
              </a:solidFill>
              <a:latin typeface="Calibri" panose="020F0502020204030204"/>
              <a:ea typeface="+mn-ea"/>
              <a:cs typeface="+mn-cs"/>
            </a:endParaRPr>
          </a:p>
        </p:txBody>
      </p:sp>
      <p:sp>
        <p:nvSpPr>
          <p:cNvPr id="12" name="Shape 6"/>
          <p:cNvSpPr/>
          <p:nvPr/>
        </p:nvSpPr>
        <p:spPr>
          <a:xfrm>
            <a:off x="609600" y="3492500"/>
            <a:ext cx="10972800" cy="673100"/>
          </a:xfrm>
          <a:prstGeom prst="roundRect">
            <a:avLst>
              <a:gd name="adj" fmla="val 9434"/>
            </a:avLst>
          </a:prstGeom>
          <a:solidFill>
            <a:srgbClr val="FFF0F0"/>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3" name="Shape 7"/>
          <p:cNvSpPr/>
          <p:nvPr/>
        </p:nvSpPr>
        <p:spPr>
          <a:xfrm>
            <a:off x="609600" y="3492500"/>
            <a:ext cx="76200" cy="673100"/>
          </a:xfrm>
          <a:prstGeom prst="rect">
            <a:avLst/>
          </a:prstGeom>
          <a:solidFill>
            <a:srgbClr val="FF4E5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4" name="Text 8"/>
          <p:cNvSpPr/>
          <p:nvPr/>
        </p:nvSpPr>
        <p:spPr>
          <a:xfrm>
            <a:off x="977901" y="3492500"/>
            <a:ext cx="10661015" cy="698500"/>
          </a:xfrm>
          <a:prstGeom prst="rect">
            <a:avLst/>
          </a:prstGeom>
          <a:noFill/>
          <a:ln/>
        </p:spPr>
        <p:txBody>
          <a:bodyPr wrap="square" lIns="16933" tIns="16933" rIns="16933" bIns="16933" rtlCol="0" anchor="ctr">
            <a:normAutofit/>
          </a:bodyPr>
          <a:lstStyle/>
          <a:p>
            <a:pPr defTabSz="609630">
              <a:buClrTx/>
            </a:pPr>
            <a:r>
              <a:rPr lang="en-US" sz="1600" i="1" kern="1200">
                <a:solidFill>
                  <a:srgbClr val="1F2937"/>
                </a:solidFill>
                <a:latin typeface="Poppins" pitchFamily="34" charset="0"/>
                <a:ea typeface="Poppins" pitchFamily="34" charset="-122"/>
                <a:cs typeface="Poppins" pitchFamily="34" charset="-120"/>
              </a:rPr>
              <a:t>“User has fraud in geo” -- seems like the beginning of the evaluation, not the conclusion.</a:t>
            </a:r>
            <a:endParaRPr lang="en-US" sz="1600" kern="1200">
              <a:solidFill>
                <a:prstClr val="black"/>
              </a:solidFill>
              <a:latin typeface="Calibri" panose="020F0502020204030204"/>
              <a:ea typeface="+mn-ea"/>
              <a:cs typeface="+mn-cs"/>
            </a:endParaRPr>
          </a:p>
        </p:txBody>
      </p:sp>
      <p:sp>
        <p:nvSpPr>
          <p:cNvPr id="21" name="Shape 15"/>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2" name="Text 16"/>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23" name="Text 17"/>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209</a:t>
            </a:r>
            <a:endParaRPr lang="en-US" sz="1200" kern="1200">
              <a:solidFill>
                <a:prstClr val="black"/>
              </a:solidFill>
              <a:latin typeface="Calibri" panose="020F0502020204030204"/>
              <a:ea typeface="+mn-ea"/>
              <a:cs typeface="+mn-cs"/>
            </a:endParaRPr>
          </a:p>
        </p:txBody>
      </p:sp>
      <p:sp>
        <p:nvSpPr>
          <p:cNvPr id="24" name="Shape 18"/>
          <p:cNvSpPr/>
          <p:nvPr/>
        </p:nvSpPr>
        <p:spPr>
          <a:xfrm>
            <a:off x="10661650" y="5391150"/>
            <a:ext cx="882650" cy="831850"/>
          </a:xfrm>
          <a:prstGeom prst="ellipse">
            <a:avLst/>
          </a:prstGeom>
          <a:gradFill rotWithShape="1">
            <a:gsLst>
              <a:gs pos="0">
                <a:srgbClr val="FFC647">
                  <a:alpha val="100000"/>
                </a:srgbClr>
              </a:gs>
              <a:gs pos="50000">
                <a:srgbClr val="FFC600">
                  <a:alpha val="100000"/>
                </a:srgbClr>
              </a:gs>
              <a:gs pos="100000">
                <a:srgbClr val="E3B400">
                  <a:alpha val="100000"/>
                </a:srgbClr>
              </a:gs>
            </a:gsLst>
            <a:lin ang="5400000" scaled="0"/>
          </a:gra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19"/>
          <p:cNvSpPr/>
          <p:nvPr/>
        </p:nvSpPr>
        <p:spPr>
          <a:xfrm>
            <a:off x="10636250" y="5391150"/>
            <a:ext cx="933450" cy="857250"/>
          </a:xfrm>
          <a:prstGeom prst="rect">
            <a:avLst/>
          </a:prstGeom>
          <a:noFill/>
          <a:ln/>
        </p:spPr>
        <p:txBody>
          <a:bodyPr wrap="square" lIns="16933" tIns="16933" rIns="16933" bIns="16933" rtlCol="0" anchor="ctr">
            <a:normAutofit/>
          </a:bodyPr>
          <a:lstStyle/>
          <a:p>
            <a:pPr algn="ctr" defTabSz="609630">
              <a:buClrTx/>
            </a:pPr>
            <a:r>
              <a:rPr lang="en-US" sz="1000" kern="1200">
                <a:solidFill>
                  <a:srgbClr val="002B11"/>
                </a:solidFill>
                <a:latin typeface="Poppins" pitchFamily="34" charset="0"/>
                <a:ea typeface="Poppins" pitchFamily="34" charset="-122"/>
                <a:cs typeface="Poppins" pitchFamily="34" charset="-120"/>
              </a:rPr>
              <a:t>Revamped</a:t>
            </a:r>
            <a:endParaRPr lang="en-US" sz="1000" kern="1200">
              <a:solidFill>
                <a:prstClr val="black"/>
              </a:solidFill>
              <a:latin typeface="Calibri" panose="020F0502020204030204"/>
              <a:ea typeface="+mn-ea"/>
              <a:cs typeface="+mn-cs"/>
            </a:endParaRPr>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984250" y="1098550"/>
            <a:ext cx="7207250" cy="6489700"/>
          </a:xfrm>
          <a:prstGeom prst="rect">
            <a:avLst/>
          </a:prstGeom>
        </p:spPr>
      </p:pic>
      <p:sp>
        <p:nvSpPr>
          <p:cNvPr id="3" name="Shape 0"/>
          <p:cNvSpPr/>
          <p:nvPr/>
        </p:nvSpPr>
        <p:spPr>
          <a:xfrm>
            <a:off x="0" y="0"/>
            <a:ext cx="12192000" cy="762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4" name="Image 1" descr="preencoded.png"/>
          <p:cNvPicPr>
            <a:picLocks noChangeAspect="1"/>
          </p:cNvPicPr>
          <p:nvPr/>
        </p:nvPicPr>
        <p:blipFill>
          <a:blip r:embed="rId4"/>
          <a:srcRect r="-14428"/>
          <a:stretch/>
        </p:blipFill>
        <p:spPr>
          <a:xfrm>
            <a:off x="609600" y="184150"/>
            <a:ext cx="1460500" cy="425450"/>
          </a:xfrm>
          <a:prstGeom prst="rect">
            <a:avLst/>
          </a:prstGeom>
        </p:spPr>
      </p:pic>
      <p:sp>
        <p:nvSpPr>
          <p:cNvPr id="5" name="Text 1"/>
          <p:cNvSpPr/>
          <p:nvPr/>
        </p:nvSpPr>
        <p:spPr>
          <a:xfrm>
            <a:off x="609600" y="730250"/>
            <a:ext cx="8046720" cy="755650"/>
          </a:xfrm>
          <a:prstGeom prst="rect">
            <a:avLst/>
          </a:prstGeom>
          <a:noFill/>
          <a:ln/>
        </p:spPr>
        <p:txBody>
          <a:bodyPr wrap="square" lIns="16933" tIns="16933" rIns="16933" bIns="16933" rtlCol="0" anchor="ctr">
            <a:normAutofit fontScale="92500"/>
          </a:bodyPr>
          <a:lstStyle/>
          <a:p>
            <a:pPr defTabSz="609630">
              <a:buClrTx/>
            </a:pPr>
            <a:r>
              <a:rPr lang="en-US" sz="3750" b="1" kern="1200">
                <a:solidFill>
                  <a:srgbClr val="002B11"/>
                </a:solidFill>
                <a:latin typeface="Poppins" pitchFamily="34" charset="0"/>
                <a:ea typeface="Poppins" pitchFamily="34" charset="-122"/>
                <a:cs typeface="Poppins" pitchFamily="34" charset="-120"/>
              </a:rPr>
              <a:t>Discussion: Documenting Actions</a:t>
            </a:r>
            <a:endParaRPr lang="en-US" sz="3750" kern="1200">
              <a:solidFill>
                <a:prstClr val="black"/>
              </a:solidFill>
              <a:latin typeface="Calibri" panose="020F0502020204030204"/>
              <a:ea typeface="+mn-ea"/>
              <a:cs typeface="+mn-cs"/>
            </a:endParaRPr>
          </a:p>
        </p:txBody>
      </p:sp>
      <p:sp>
        <p:nvSpPr>
          <p:cNvPr id="6" name="Shape 2"/>
          <p:cNvSpPr/>
          <p:nvPr/>
        </p:nvSpPr>
        <p:spPr>
          <a:xfrm>
            <a:off x="9620250" y="400050"/>
            <a:ext cx="1981200" cy="762000"/>
          </a:xfrm>
          <a:prstGeom prst="roundRect">
            <a:avLst>
              <a:gd name="adj" fmla="val 21667"/>
            </a:avLst>
          </a:prstGeom>
          <a:solidFill>
            <a:srgbClr val="F0FFF5"/>
          </a:solidFill>
          <a:ln/>
        </p:spPr>
        <p:txBody>
          <a:bodyPr/>
          <a:lstStyle/>
          <a:p>
            <a:pPr defTabSz="609630">
              <a:buClrTx/>
            </a:pPr>
            <a:endParaRPr lang="en-US" sz="1200" kern="1200">
              <a:solidFill>
                <a:prstClr val="black"/>
              </a:solidFill>
              <a:latin typeface="Calibri" panose="020F0502020204030204"/>
              <a:ea typeface="+mn-ea"/>
              <a:cs typeface="+mn-cs"/>
            </a:endParaRPr>
          </a:p>
        </p:txBody>
      </p:sp>
      <p:pic>
        <p:nvPicPr>
          <p:cNvPr id="7" name="Image 2" descr="preencoded.png"/>
          <p:cNvPicPr>
            <a:picLocks noChangeAspect="1"/>
          </p:cNvPicPr>
          <p:nvPr/>
        </p:nvPicPr>
        <p:blipFill>
          <a:blip r:embed="rId5"/>
          <a:stretch>
            <a:fillRect/>
          </a:stretch>
        </p:blipFill>
        <p:spPr>
          <a:xfrm>
            <a:off x="9804400" y="527050"/>
            <a:ext cx="501650" cy="501650"/>
          </a:xfrm>
          <a:prstGeom prst="rect">
            <a:avLst/>
          </a:prstGeom>
        </p:spPr>
      </p:pic>
      <p:sp>
        <p:nvSpPr>
          <p:cNvPr id="8" name="Text 3"/>
          <p:cNvSpPr/>
          <p:nvPr/>
        </p:nvSpPr>
        <p:spPr>
          <a:xfrm>
            <a:off x="10414000" y="400050"/>
            <a:ext cx="1130300" cy="787400"/>
          </a:xfrm>
          <a:prstGeom prst="rect">
            <a:avLst/>
          </a:prstGeom>
          <a:noFill/>
          <a:ln/>
        </p:spPr>
        <p:txBody>
          <a:bodyPr wrap="square" lIns="16933" tIns="16933" rIns="16933" bIns="16933" rtlCol="0" anchor="ctr">
            <a:normAutofit/>
          </a:bodyPr>
          <a:lstStyle/>
          <a:p>
            <a:pPr defTabSz="609630">
              <a:buClrTx/>
            </a:pPr>
            <a:r>
              <a:rPr lang="en-US" sz="2400" b="1" kern="1200">
                <a:solidFill>
                  <a:srgbClr val="002B11"/>
                </a:solidFill>
                <a:latin typeface="Poppins" pitchFamily="34" charset="0"/>
                <a:ea typeface="Poppins" pitchFamily="34" charset="-122"/>
                <a:cs typeface="Poppins" pitchFamily="34" charset="-120"/>
              </a:rPr>
              <a:t>5 min</a:t>
            </a:r>
            <a:endParaRPr lang="en-US" sz="2400" kern="1200">
              <a:solidFill>
                <a:prstClr val="black"/>
              </a:solidFill>
              <a:latin typeface="Calibri" panose="020F0502020204030204"/>
              <a:ea typeface="+mn-ea"/>
              <a:cs typeface="+mn-cs"/>
            </a:endParaRPr>
          </a:p>
        </p:txBody>
      </p:sp>
      <p:sp>
        <p:nvSpPr>
          <p:cNvPr id="9" name="Shape 4"/>
          <p:cNvSpPr/>
          <p:nvPr/>
        </p:nvSpPr>
        <p:spPr>
          <a:xfrm>
            <a:off x="609600" y="1850571"/>
            <a:ext cx="6952343" cy="3394529"/>
          </a:xfrm>
          <a:prstGeom prst="roundRect">
            <a:avLst>
              <a:gd name="adj" fmla="val 3717"/>
            </a:avLst>
          </a:prstGeom>
          <a:solidFill>
            <a:srgbClr val="F0FFF5"/>
          </a:solidFill>
          <a:ln/>
          <a:effectLst>
            <a:outerShdw blurRad="228600" dist="95250" dir="5400000" algn="bl" rotWithShape="0">
              <a:srgbClr val="002B11">
                <a:alpha val="12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0" name="Text 5"/>
          <p:cNvSpPr/>
          <p:nvPr/>
        </p:nvSpPr>
        <p:spPr>
          <a:xfrm>
            <a:off x="977900" y="2070100"/>
            <a:ext cx="6565900" cy="380305"/>
          </a:xfrm>
          <a:prstGeom prst="rect">
            <a:avLst/>
          </a:prstGeom>
          <a:noFill/>
          <a:ln/>
        </p:spPr>
        <p:txBody>
          <a:bodyPr wrap="square" lIns="16933" tIns="16933" rIns="16933" bIns="16933" rtlCol="0" anchor="t">
            <a:normAutofit fontScale="92500" lnSpcReduction="10000"/>
          </a:bodyPr>
          <a:lstStyle/>
          <a:p>
            <a:pPr defTabSz="609630">
              <a:lnSpc>
                <a:spcPct val="130000"/>
              </a:lnSpc>
              <a:buClrTx/>
            </a:pPr>
            <a:r>
              <a:rPr lang="en-US" sz="2150" b="1" kern="1200">
                <a:solidFill>
                  <a:srgbClr val="002B11"/>
                </a:solidFill>
                <a:latin typeface="Poppins" pitchFamily="34" charset="0"/>
                <a:ea typeface="Poppins" pitchFamily="34" charset="-122"/>
                <a:cs typeface="Poppins" pitchFamily="34" charset="-120"/>
              </a:rPr>
              <a:t>What questions come to mind?</a:t>
            </a:r>
            <a:endParaRPr lang="en-US" sz="2150" kern="1200">
              <a:solidFill>
                <a:prstClr val="black"/>
              </a:solidFill>
              <a:latin typeface="Calibri" panose="020F0502020204030204"/>
              <a:ea typeface="+mn-ea"/>
              <a:cs typeface="+mn-cs"/>
            </a:endParaRPr>
          </a:p>
        </p:txBody>
      </p:sp>
      <p:sp>
        <p:nvSpPr>
          <p:cNvPr id="11" name="Text 6"/>
          <p:cNvSpPr/>
          <p:nvPr/>
        </p:nvSpPr>
        <p:spPr>
          <a:xfrm>
            <a:off x="977900" y="2640906"/>
            <a:ext cx="6565900" cy="358775"/>
          </a:xfrm>
          <a:prstGeom prst="rect">
            <a:avLst/>
          </a:prstGeom>
          <a:noFill/>
          <a:ln/>
        </p:spPr>
        <p:txBody>
          <a:bodyPr wrap="square" lIns="16933" tIns="16933" rIns="16933" bIns="16933" rtlCol="0" anchor="t">
            <a:normAutofit fontScale="92500" lnSpcReduction="10000"/>
          </a:bodyPr>
          <a:lstStyle/>
          <a:p>
            <a:pPr defTabSz="609630">
              <a:lnSpc>
                <a:spcPct val="150000"/>
              </a:lnSpc>
              <a:buClrTx/>
            </a:pPr>
            <a:r>
              <a:rPr lang="en-US" kern="1200">
                <a:solidFill>
                  <a:srgbClr val="1F2937"/>
                </a:solidFill>
                <a:latin typeface="Poppins" pitchFamily="34" charset="0"/>
                <a:ea typeface="Poppins" pitchFamily="34" charset="-122"/>
                <a:cs typeface="Poppins" pitchFamily="34" charset="-120"/>
              </a:rPr>
              <a:t>Think about:</a:t>
            </a:r>
            <a:endParaRPr lang="en-US" kern="1200">
              <a:solidFill>
                <a:prstClr val="black"/>
              </a:solidFill>
              <a:latin typeface="Calibri" panose="020F0502020204030204"/>
              <a:ea typeface="+mn-ea"/>
              <a:cs typeface="+mn-cs"/>
            </a:endParaRPr>
          </a:p>
        </p:txBody>
      </p:sp>
      <p:sp>
        <p:nvSpPr>
          <p:cNvPr id="12" name="Text 7"/>
          <p:cNvSpPr/>
          <p:nvPr/>
        </p:nvSpPr>
        <p:spPr>
          <a:xfrm>
            <a:off x="977900" y="3050481"/>
            <a:ext cx="6580414" cy="387804"/>
          </a:xfrm>
          <a:prstGeom prst="rect">
            <a:avLst/>
          </a:prstGeom>
          <a:noFill/>
          <a:ln/>
        </p:spPr>
        <p:txBody>
          <a:bodyPr wrap="square" lIns="16933" tIns="16933" rIns="16933" bIns="16933" rtlCol="0" anchor="t">
            <a:noAutofit/>
          </a:bodyPr>
          <a:lstStyle/>
          <a:p>
            <a:pPr defTabSz="609630">
              <a:lnSpc>
                <a:spcPct val="150000"/>
              </a:lnSpc>
              <a:buClrTx/>
            </a:pPr>
            <a:r>
              <a:rPr lang="en-US" kern="1200">
                <a:solidFill>
                  <a:srgbClr val="1F2937"/>
                </a:solidFill>
                <a:latin typeface="Poppins"/>
                <a:ea typeface="Poppins" pitchFamily="34" charset="-122"/>
                <a:cs typeface="Poppins"/>
              </a:rPr>
              <a:t>What makes a comment genuinely useful to the next person who reads it?</a:t>
            </a:r>
            <a:endParaRPr lang="en-US" kern="1200">
              <a:solidFill>
                <a:prstClr val="black"/>
              </a:solidFill>
              <a:latin typeface="Poppins"/>
              <a:ea typeface="Calibri"/>
              <a:cs typeface="Poppins"/>
            </a:endParaRPr>
          </a:p>
        </p:txBody>
      </p:sp>
      <p:sp>
        <p:nvSpPr>
          <p:cNvPr id="13" name="Text 8"/>
          <p:cNvSpPr/>
          <p:nvPr/>
        </p:nvSpPr>
        <p:spPr>
          <a:xfrm>
            <a:off x="977900" y="3779370"/>
            <a:ext cx="6573157" cy="278946"/>
          </a:xfrm>
          <a:prstGeom prst="rect">
            <a:avLst/>
          </a:prstGeom>
          <a:noFill/>
          <a:ln/>
        </p:spPr>
        <p:txBody>
          <a:bodyPr wrap="square" lIns="16933" tIns="16933" rIns="16933" bIns="16933" rtlCol="0" anchor="t">
            <a:noAutofit/>
          </a:bodyPr>
          <a:lstStyle/>
          <a:p>
            <a:pPr defTabSz="609630">
              <a:lnSpc>
                <a:spcPct val="170000"/>
              </a:lnSpc>
              <a:buClrTx/>
            </a:pPr>
            <a:r>
              <a:rPr lang="en-US" kern="1200">
                <a:solidFill>
                  <a:srgbClr val="1F2937"/>
                </a:solidFill>
                <a:latin typeface="Poppins"/>
                <a:cs typeface="Poppins"/>
              </a:rPr>
              <a:t>Which shortcuts or terminology are you least confident about so far?</a:t>
            </a:r>
          </a:p>
        </p:txBody>
      </p:sp>
      <p:sp>
        <p:nvSpPr>
          <p:cNvPr id="14" name="Text 9"/>
          <p:cNvSpPr/>
          <p:nvPr/>
        </p:nvSpPr>
        <p:spPr>
          <a:xfrm>
            <a:off x="977900" y="4219786"/>
            <a:ext cx="6573157" cy="192316"/>
          </a:xfrm>
          <a:prstGeom prst="rect">
            <a:avLst/>
          </a:prstGeom>
          <a:noFill/>
          <a:ln/>
        </p:spPr>
        <p:txBody>
          <a:bodyPr wrap="square" lIns="16933" tIns="16933" rIns="16933" bIns="16933" rtlCol="0" anchor="t">
            <a:noAutofit/>
          </a:bodyPr>
          <a:lstStyle/>
          <a:p>
            <a:pPr defTabSz="609630">
              <a:lnSpc>
                <a:spcPct val="150000"/>
              </a:lnSpc>
              <a:buClrTx/>
            </a:pPr>
            <a:r>
              <a:rPr lang="en-US" kern="1200">
                <a:solidFill>
                  <a:srgbClr val="1F2937"/>
                </a:solidFill>
                <a:latin typeface="Poppins"/>
                <a:cs typeface="Poppins"/>
              </a:rPr>
              <a:t>Share your questions with your group.</a:t>
            </a:r>
          </a:p>
        </p:txBody>
      </p:sp>
      <p:pic>
        <p:nvPicPr>
          <p:cNvPr id="15" name="Image 3" descr="preencoded.png"/>
          <p:cNvPicPr>
            <a:picLocks noChangeAspect="1"/>
          </p:cNvPicPr>
          <p:nvPr/>
        </p:nvPicPr>
        <p:blipFill>
          <a:blip r:embed="rId6"/>
          <a:srcRect t="-3420" b="-3420"/>
          <a:stretch/>
        </p:blipFill>
        <p:spPr>
          <a:xfrm>
            <a:off x="7696200" y="1854200"/>
            <a:ext cx="3898900" cy="3124200"/>
          </a:xfrm>
          <a:prstGeom prst="rect">
            <a:avLst/>
          </a:prstGeom>
        </p:spPr>
      </p:pic>
      <p:sp>
        <p:nvSpPr>
          <p:cNvPr id="16" name="Shape 10"/>
          <p:cNvSpPr/>
          <p:nvPr/>
        </p:nvSpPr>
        <p:spPr>
          <a:xfrm>
            <a:off x="609600" y="6337300"/>
            <a:ext cx="10972800" cy="12700"/>
          </a:xfrm>
          <a:prstGeom prst="rect">
            <a:avLst/>
          </a:prstGeom>
          <a:solidFill>
            <a:srgbClr val="00EB5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7" name="Text 11"/>
          <p:cNvSpPr/>
          <p:nvPr/>
        </p:nvSpPr>
        <p:spPr>
          <a:xfrm>
            <a:off x="609601" y="6451600"/>
            <a:ext cx="1169987" cy="247650"/>
          </a:xfrm>
          <a:prstGeom prst="rect">
            <a:avLst/>
          </a:prstGeom>
          <a:noFill/>
          <a:ln/>
        </p:spPr>
        <p:txBody>
          <a:bodyPr wrap="square" lIns="16933" tIns="16933" rIns="16933" bIns="16933" rtlCol="0" anchor="t">
            <a:normAutofit/>
          </a:bodyPr>
          <a:lstStyle/>
          <a:p>
            <a:pPr defTabSz="609630">
              <a:buClrTx/>
            </a:pPr>
            <a:r>
              <a:rPr lang="en-US" sz="1200" kern="1200">
                <a:solidFill>
                  <a:srgbClr val="6B7280"/>
                </a:solidFill>
                <a:latin typeface="Poppins" pitchFamily="34" charset="0"/>
                <a:ea typeface="Poppins" pitchFamily="34" charset="-122"/>
                <a:cs typeface="Poppins" pitchFamily="34" charset="-120"/>
              </a:rPr>
              <a:t>Taking Action</a:t>
            </a:r>
            <a:endParaRPr lang="en-US" sz="1200" kern="1200">
              <a:solidFill>
                <a:prstClr val="black"/>
              </a:solidFill>
              <a:latin typeface="Calibri" panose="020F0502020204030204"/>
              <a:ea typeface="+mn-ea"/>
              <a:cs typeface="+mn-cs"/>
            </a:endParaRPr>
          </a:p>
        </p:txBody>
      </p:sp>
      <p:sp>
        <p:nvSpPr>
          <p:cNvPr id="18" name="Text 12"/>
          <p:cNvSpPr/>
          <p:nvPr/>
        </p:nvSpPr>
        <p:spPr>
          <a:xfrm>
            <a:off x="10241280" y="6451600"/>
            <a:ext cx="1341120" cy="247650"/>
          </a:xfrm>
          <a:prstGeom prst="rect">
            <a:avLst/>
          </a:prstGeom>
          <a:noFill/>
          <a:ln/>
        </p:spPr>
        <p:txBody>
          <a:bodyPr wrap="square" lIns="16933" tIns="16933" rIns="16933" bIns="16933" rtlCol="0" anchor="t">
            <a:normAutofit/>
          </a:bodyPr>
          <a:lstStyle/>
          <a:p>
            <a:pPr algn="r" defTabSz="609630">
              <a:buClrTx/>
            </a:pPr>
            <a:r>
              <a:rPr lang="en-US" sz="1200" kern="1200">
                <a:solidFill>
                  <a:srgbClr val="6B7280"/>
                </a:solidFill>
                <a:latin typeface="Poppins" pitchFamily="34" charset="0"/>
                <a:ea typeface="Poppins" pitchFamily="34" charset="-122"/>
                <a:cs typeface="Poppins" pitchFamily="34" charset="-120"/>
              </a:rPr>
              <a:t>210</a:t>
            </a:r>
            <a:endParaRPr lang="en-US" sz="1200" kern="1200">
              <a:solidFill>
                <a:prstClr val="black"/>
              </a:solidFill>
              <a:latin typeface="Calibri" panose="020F0502020204030204"/>
              <a:ea typeface="+mn-ea"/>
              <a:cs typeface="+mn-cs"/>
            </a:endParaRPr>
          </a:p>
        </p:txBody>
      </p:sp>
      <p:sp>
        <p:nvSpPr>
          <p:cNvPr id="19" name="Shape 13"/>
          <p:cNvSpPr/>
          <p:nvPr/>
        </p:nvSpPr>
        <p:spPr>
          <a:xfrm>
            <a:off x="10731500" y="5397500"/>
            <a:ext cx="113030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Text 14"/>
          <p:cNvSpPr/>
          <p:nvPr/>
        </p:nvSpPr>
        <p:spPr>
          <a:xfrm>
            <a:off x="10706100" y="5397500"/>
            <a:ext cx="1181100" cy="977900"/>
          </a:xfrm>
          <a:prstGeom prst="rect">
            <a:avLst/>
          </a:prstGeom>
          <a:noFill/>
          <a:ln/>
        </p:spPr>
        <p:txBody>
          <a:bodyPr wrap="square" lIns="16933" tIns="16933" rIns="16933" bIns="16933" rtlCol="0" anchor="ctr">
            <a:normAutofit/>
          </a:bodyPr>
          <a:lstStyle/>
          <a:p>
            <a:pPr algn="ctr" defTabSz="609630">
              <a:buClrTx/>
            </a:pPr>
            <a:r>
              <a:rPr lang="en-US" sz="1800" kern="1200">
                <a:solidFill>
                  <a:srgbClr val="FFFFFF"/>
                </a:solidFill>
                <a:latin typeface="Poppins" pitchFamily="34" charset="0"/>
                <a:ea typeface="Poppins" pitchFamily="34" charset="-122"/>
                <a:cs typeface="Poppins" pitchFamily="34" charset="-120"/>
              </a:rPr>
              <a:t>New</a:t>
            </a:r>
            <a:endParaRPr lang="en-US" sz="1800" kern="1200">
              <a:solidFill>
                <a:prstClr val="black"/>
              </a:solidFill>
              <a:latin typeface="Calibri" panose="020F0502020204030204"/>
              <a:ea typeface="+mn-ea"/>
              <a:cs typeface="+mn-cs"/>
            </a:endParaRPr>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Documenting Actions</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You confirm a vandalism removal. What should you do in addition to leaving a detailed comment?</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Nothing else is needed</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b="1" i="1" kern="1200">
                <a:solidFill>
                  <a:srgbClr val="FFFFFF"/>
                </a:solidFill>
                <a:latin typeface="Poppins" pitchFamily="34" charset="0"/>
                <a:ea typeface="Poppins" pitchFamily="34" charset="-122"/>
                <a:cs typeface="Poppins" pitchFamily="34" charset="-120"/>
              </a:rPr>
              <a:t>Click "Add User to DB" to track the confirmed affiliation</a:t>
            </a:r>
            <a:endParaRPr lang="en-US" sz="1600" kern="1200">
              <a:solidFill>
                <a:prstClr val="black"/>
              </a:solidFill>
              <a:latin typeface="Calibri" panose="020F0502020204030204"/>
              <a:ea typeface="+mn-ea"/>
              <a:cs typeface="+mn-cs"/>
            </a:endParaRPr>
          </a:p>
        </p:txBody>
      </p:sp>
      <p:sp>
        <p:nvSpPr>
          <p:cNvPr id="18" name="Text 16"/>
          <p:cNvSpPr/>
          <p:nvPr/>
        </p:nvSpPr>
        <p:spPr>
          <a:xfrm>
            <a:off x="10858500" y="3905098"/>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Delete the review entirely</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Escalate to onshore regardless of confidence</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r>
              <a:rPr lang="en-US" sz="1100" kern="1200">
                <a:solidFill>
                  <a:srgbClr val="002B11"/>
                </a:solidFill>
                <a:latin typeface="Poppins" pitchFamily="34" charset="0"/>
                <a:ea typeface="Poppins" pitchFamily="34" charset="-122"/>
                <a:cs typeface="Poppins" pitchFamily="34" charset="-120"/>
              </a:rPr>
              <a:t>211</a:t>
            </a:r>
            <a:endParaRPr lang="en-US" sz="1100" kern="1200">
              <a:solidFill>
                <a:prstClr val="black"/>
              </a:solidFill>
              <a:latin typeface="Calibri" panose="020F0502020204030204"/>
              <a:ea typeface="+mn-ea"/>
              <a:cs typeface="+mn-cs"/>
            </a:endParaRPr>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6100" y="381000"/>
            <a:ext cx="1054100" cy="381000"/>
          </a:xfrm>
          <a:prstGeom prst="roundRect">
            <a:avLst>
              <a:gd name="adj" fmla="val 50000"/>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 name="Text 1"/>
          <p:cNvSpPr/>
          <p:nvPr/>
        </p:nvSpPr>
        <p:spPr>
          <a:xfrm>
            <a:off x="520700" y="381000"/>
            <a:ext cx="1104900" cy="406400"/>
          </a:xfrm>
          <a:prstGeom prst="rect">
            <a:avLst/>
          </a:prstGeom>
          <a:noFill/>
          <a:ln/>
        </p:spPr>
        <p:txBody>
          <a:bodyPr wrap="square" lIns="16933" tIns="16933" rIns="16933" bIns="16933" rtlCol="0" anchor="ctr">
            <a:normAutofit/>
          </a:bodyPr>
          <a:lstStyle/>
          <a:p>
            <a:pPr algn="ctr" defTabSz="609630">
              <a:buClrTx/>
            </a:pPr>
            <a:r>
              <a:rPr lang="en-US" sz="1200" b="1" spc="100">
                <a:solidFill>
                  <a:srgbClr val="7C5CBF"/>
                </a:solidFill>
                <a:latin typeface="Poppins" pitchFamily="34" charset="0"/>
                <a:ea typeface="Poppins" pitchFamily="34" charset="-122"/>
                <a:cs typeface="Poppins" pitchFamily="34" charset="-120"/>
              </a:rPr>
              <a:t>CHECK</a:t>
            </a:r>
            <a:endParaRPr lang="en-US" sz="1200" kern="1200">
              <a:solidFill>
                <a:prstClr val="black"/>
              </a:solidFill>
              <a:latin typeface="Calibri" panose="020F0502020204030204"/>
              <a:ea typeface="+mn-ea"/>
              <a:cs typeface="+mn-cs"/>
            </a:endParaRPr>
          </a:p>
        </p:txBody>
      </p:sp>
      <p:sp>
        <p:nvSpPr>
          <p:cNvPr id="4" name="Text 2"/>
          <p:cNvSpPr/>
          <p:nvPr/>
        </p:nvSpPr>
        <p:spPr>
          <a:xfrm>
            <a:off x="546100" y="869950"/>
            <a:ext cx="9025890" cy="1123950"/>
          </a:xfrm>
          <a:prstGeom prst="rect">
            <a:avLst/>
          </a:prstGeom>
          <a:noFill/>
          <a:ln/>
        </p:spPr>
        <p:txBody>
          <a:bodyPr wrap="square" lIns="16933" tIns="16933" rIns="16933" bIns="16933" rtlCol="0" anchor="ctr">
            <a:normAutofit/>
          </a:bodyPr>
          <a:lstStyle/>
          <a:p>
            <a:pPr defTabSz="609630">
              <a:lnSpc>
                <a:spcPct val="115000"/>
              </a:lnSpc>
              <a:buClrTx/>
            </a:pPr>
            <a:r>
              <a:rPr lang="en-US" sz="3200" b="1" kern="1200">
                <a:solidFill>
                  <a:srgbClr val="002B11"/>
                </a:solidFill>
                <a:latin typeface="Poppins" pitchFamily="34" charset="0"/>
                <a:ea typeface="Poppins" pitchFamily="34" charset="-122"/>
                <a:cs typeface="Poppins" pitchFamily="34" charset="-120"/>
              </a:rPr>
              <a:t>Knowledge Check: Terminology Shortcuts</a:t>
            </a:r>
            <a:endParaRPr lang="en-US" sz="3200" kern="1200">
              <a:solidFill>
                <a:prstClr val="black"/>
              </a:solidFill>
              <a:latin typeface="Calibri" panose="020F0502020204030204"/>
              <a:ea typeface="+mn-ea"/>
              <a:cs typeface="+mn-cs"/>
            </a:endParaRPr>
          </a:p>
        </p:txBody>
      </p:sp>
      <p:sp>
        <p:nvSpPr>
          <p:cNvPr id="5" name="Shape 3"/>
          <p:cNvSpPr/>
          <p:nvPr/>
        </p:nvSpPr>
        <p:spPr>
          <a:xfrm>
            <a:off x="10560050" y="501650"/>
            <a:ext cx="1054100" cy="1054100"/>
          </a:xfrm>
          <a:prstGeom prst="ellipse">
            <a:avLst/>
          </a:prstGeom>
          <a:solidFill>
            <a:srgbClr val="A8E6BE"/>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6" name="Text 4"/>
          <p:cNvSpPr/>
          <p:nvPr/>
        </p:nvSpPr>
        <p:spPr>
          <a:xfrm>
            <a:off x="10534650" y="501650"/>
            <a:ext cx="1104900" cy="1079500"/>
          </a:xfrm>
          <a:prstGeom prst="rect">
            <a:avLst/>
          </a:prstGeom>
          <a:noFill/>
          <a:ln/>
        </p:spPr>
        <p:txBody>
          <a:bodyPr wrap="square" lIns="16933" tIns="16933" rIns="16933" bIns="16933" rtlCol="0" anchor="ctr">
            <a:normAutofit/>
          </a:bodyPr>
          <a:lstStyle/>
          <a:p>
            <a:pPr algn="ctr" defTabSz="609630">
              <a:buClrTx/>
            </a:pPr>
            <a:r>
              <a:rPr lang="en-US" sz="3000" b="1" kern="1200">
                <a:solidFill>
                  <a:srgbClr val="00EB5B"/>
                </a:solidFill>
                <a:latin typeface="Poppins" pitchFamily="34" charset="0"/>
                <a:ea typeface="Poppins" pitchFamily="34" charset="-122"/>
                <a:cs typeface="Poppins" pitchFamily="34" charset="-120"/>
              </a:rPr>
              <a:t>??</a:t>
            </a:r>
            <a:endParaRPr lang="en-US" sz="3000" kern="1200">
              <a:solidFill>
                <a:prstClr val="black"/>
              </a:solidFill>
              <a:latin typeface="Calibri" panose="020F0502020204030204"/>
              <a:ea typeface="+mn-ea"/>
              <a:cs typeface="+mn-cs"/>
            </a:endParaRPr>
          </a:p>
        </p:txBody>
      </p:sp>
      <p:sp>
        <p:nvSpPr>
          <p:cNvPr id="7" name="Shape 5"/>
          <p:cNvSpPr/>
          <p:nvPr/>
        </p:nvSpPr>
        <p:spPr>
          <a:xfrm>
            <a:off x="546100" y="2057400"/>
            <a:ext cx="11093450" cy="914400"/>
          </a:xfrm>
          <a:prstGeom prst="rect">
            <a:avLst/>
          </a:prstGeom>
          <a:solidFill>
            <a:srgbClr val="EDE4FB"/>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8" name="Shape 6"/>
          <p:cNvSpPr/>
          <p:nvPr/>
        </p:nvSpPr>
        <p:spPr>
          <a:xfrm>
            <a:off x="546100" y="2057400"/>
            <a:ext cx="82550" cy="914400"/>
          </a:xfrm>
          <a:prstGeom prst="rect">
            <a:avLst/>
          </a:prstGeom>
          <a:solidFill>
            <a:srgbClr val="7C5CBF"/>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9" name="Text 7"/>
          <p:cNvSpPr/>
          <p:nvPr/>
        </p:nvSpPr>
        <p:spPr>
          <a:xfrm>
            <a:off x="869950" y="2057400"/>
            <a:ext cx="10791825" cy="93980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In a moderation comment, what does ‘DMG’ stand for?</a:t>
            </a:r>
            <a:endParaRPr lang="en-US" sz="1600" kern="1200">
              <a:solidFill>
                <a:prstClr val="black"/>
              </a:solidFill>
              <a:latin typeface="Calibri" panose="020F0502020204030204"/>
              <a:ea typeface="+mn-ea"/>
              <a:cs typeface="+mn-cs"/>
            </a:endParaRPr>
          </a:p>
        </p:txBody>
      </p:sp>
      <p:sp>
        <p:nvSpPr>
          <p:cNvPr id="10" name="Shape 8"/>
          <p:cNvSpPr/>
          <p:nvPr/>
        </p:nvSpPr>
        <p:spPr>
          <a:xfrm>
            <a:off x="546100" y="31559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1" name="Shape 9"/>
          <p:cNvSpPr/>
          <p:nvPr/>
        </p:nvSpPr>
        <p:spPr>
          <a:xfrm>
            <a:off x="774700" y="32194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2" name="Text 10"/>
          <p:cNvSpPr/>
          <p:nvPr/>
        </p:nvSpPr>
        <p:spPr>
          <a:xfrm>
            <a:off x="749300" y="32194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A</a:t>
            </a:r>
            <a:endParaRPr lang="en-US" sz="1600" kern="1200">
              <a:solidFill>
                <a:prstClr val="black"/>
              </a:solidFill>
              <a:latin typeface="Calibri" panose="020F0502020204030204"/>
              <a:ea typeface="+mn-ea"/>
              <a:cs typeface="+mn-cs"/>
            </a:endParaRPr>
          </a:p>
        </p:txBody>
      </p:sp>
      <p:sp>
        <p:nvSpPr>
          <p:cNvPr id="13" name="Text 11"/>
          <p:cNvSpPr/>
          <p:nvPr/>
        </p:nvSpPr>
        <p:spPr>
          <a:xfrm>
            <a:off x="1460500" y="31559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Does meet guidelines</a:t>
            </a:r>
            <a:endParaRPr lang="en-US" sz="1600" kern="1200">
              <a:solidFill>
                <a:prstClr val="black"/>
              </a:solidFill>
              <a:latin typeface="Calibri" panose="020F0502020204030204"/>
              <a:ea typeface="+mn-ea"/>
              <a:cs typeface="+mn-cs"/>
            </a:endParaRPr>
          </a:p>
        </p:txBody>
      </p:sp>
      <p:sp>
        <p:nvSpPr>
          <p:cNvPr id="14" name="Shape 12"/>
          <p:cNvSpPr/>
          <p:nvPr/>
        </p:nvSpPr>
        <p:spPr>
          <a:xfrm>
            <a:off x="546100" y="39052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5" name="Shape 13"/>
          <p:cNvSpPr/>
          <p:nvPr/>
        </p:nvSpPr>
        <p:spPr>
          <a:xfrm>
            <a:off x="774700" y="39687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16" name="Text 14"/>
          <p:cNvSpPr/>
          <p:nvPr/>
        </p:nvSpPr>
        <p:spPr>
          <a:xfrm>
            <a:off x="749300" y="39687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B</a:t>
            </a:r>
            <a:endParaRPr lang="en-US" sz="1600" kern="1200">
              <a:solidFill>
                <a:prstClr val="black"/>
              </a:solidFill>
              <a:latin typeface="Calibri" panose="020F0502020204030204"/>
              <a:ea typeface="+mn-ea"/>
              <a:cs typeface="+mn-cs"/>
            </a:endParaRPr>
          </a:p>
        </p:txBody>
      </p:sp>
      <p:sp>
        <p:nvSpPr>
          <p:cNvPr id="17" name="Text 15"/>
          <p:cNvSpPr/>
          <p:nvPr/>
        </p:nvSpPr>
        <p:spPr>
          <a:xfrm>
            <a:off x="1460500" y="39052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a:ea typeface="Poppins" pitchFamily="34" charset="-122"/>
                <a:cs typeface="Poppins"/>
              </a:rPr>
              <a:t>Direct member grievance</a:t>
            </a:r>
            <a:endParaRPr lang="en-US" sz="1600" kern="1200">
              <a:solidFill>
                <a:prstClr val="black"/>
              </a:solidFill>
              <a:latin typeface="Poppins"/>
              <a:ea typeface="+mn-ea"/>
              <a:cs typeface="Poppins"/>
            </a:endParaRPr>
          </a:p>
        </p:txBody>
      </p:sp>
      <p:sp>
        <p:nvSpPr>
          <p:cNvPr id="18" name="Text 16"/>
          <p:cNvSpPr/>
          <p:nvPr/>
        </p:nvSpPr>
        <p:spPr>
          <a:xfrm>
            <a:off x="10858500" y="4654550"/>
            <a:ext cx="692150" cy="628650"/>
          </a:xfrm>
          <a:prstGeom prst="rect">
            <a:avLst/>
          </a:prstGeom>
          <a:noFill/>
          <a:ln/>
        </p:spPr>
        <p:txBody>
          <a:bodyPr wrap="square" lIns="16933" tIns="16933" rIns="16933" bIns="16933" rtlCol="0" anchor="ctr">
            <a:normAutofit/>
          </a:bodyPr>
          <a:lstStyle/>
          <a:p>
            <a:pPr algn="ctr" defTabSz="609630">
              <a:buClrTx/>
            </a:pPr>
            <a:r>
              <a:rPr lang="en-US" sz="2200" b="1" kern="1200">
                <a:solidFill>
                  <a:srgbClr val="FFFFFF"/>
                </a:solidFill>
                <a:latin typeface="Poppins" pitchFamily="34" charset="0"/>
                <a:ea typeface="Poppins" pitchFamily="34" charset="-122"/>
                <a:cs typeface="Poppins" pitchFamily="34" charset="-120"/>
              </a:rPr>
              <a:t>✓</a:t>
            </a:r>
            <a:endParaRPr lang="en-US" sz="2200" kern="1200">
              <a:solidFill>
                <a:prstClr val="black"/>
              </a:solidFill>
              <a:latin typeface="Calibri" panose="020F0502020204030204"/>
              <a:ea typeface="+mn-ea"/>
              <a:cs typeface="+mn-cs"/>
            </a:endParaRPr>
          </a:p>
        </p:txBody>
      </p:sp>
      <p:sp>
        <p:nvSpPr>
          <p:cNvPr id="19" name="Shape 17"/>
          <p:cNvSpPr/>
          <p:nvPr/>
        </p:nvSpPr>
        <p:spPr>
          <a:xfrm>
            <a:off x="546100" y="4654550"/>
            <a:ext cx="11093450" cy="603250"/>
          </a:xfrm>
          <a:prstGeom prst="roundRect">
            <a:avLst>
              <a:gd name="adj" fmla="val 12632"/>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0" name="Shape 18"/>
          <p:cNvSpPr/>
          <p:nvPr/>
        </p:nvSpPr>
        <p:spPr>
          <a:xfrm>
            <a:off x="774700" y="47180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1" name="Text 19"/>
          <p:cNvSpPr/>
          <p:nvPr/>
        </p:nvSpPr>
        <p:spPr>
          <a:xfrm>
            <a:off x="749300" y="47180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C</a:t>
            </a:r>
            <a:endParaRPr lang="en-US" sz="1600" kern="1200">
              <a:solidFill>
                <a:prstClr val="black"/>
              </a:solidFill>
              <a:latin typeface="Calibri" panose="020F0502020204030204"/>
              <a:ea typeface="+mn-ea"/>
              <a:cs typeface="+mn-cs"/>
            </a:endParaRPr>
          </a:p>
        </p:txBody>
      </p:sp>
      <p:sp>
        <p:nvSpPr>
          <p:cNvPr id="22" name="Text 20"/>
          <p:cNvSpPr/>
          <p:nvPr/>
        </p:nvSpPr>
        <p:spPr>
          <a:xfrm>
            <a:off x="1460500" y="46545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FFFFFF"/>
                </a:solidFill>
                <a:latin typeface="Poppins" pitchFamily="34" charset="0"/>
                <a:ea typeface="Poppins" pitchFamily="34" charset="-122"/>
                <a:cs typeface="Poppins" pitchFamily="34" charset="-120"/>
              </a:rPr>
              <a:t>Does not meet guidelines</a:t>
            </a:r>
            <a:endParaRPr lang="en-US" sz="1600" kern="1200">
              <a:solidFill>
                <a:prstClr val="black"/>
              </a:solidFill>
              <a:latin typeface="Calibri" panose="020F0502020204030204"/>
              <a:ea typeface="+mn-ea"/>
              <a:cs typeface="+mn-cs"/>
            </a:endParaRPr>
          </a:p>
        </p:txBody>
      </p:sp>
      <p:sp>
        <p:nvSpPr>
          <p:cNvPr id="23" name="Shape 21"/>
          <p:cNvSpPr/>
          <p:nvPr/>
        </p:nvSpPr>
        <p:spPr>
          <a:xfrm>
            <a:off x="546100" y="5403850"/>
            <a:ext cx="11093450" cy="603250"/>
          </a:xfrm>
          <a:prstGeom prst="roundRect">
            <a:avLst>
              <a:gd name="adj" fmla="val 12632"/>
            </a:avLst>
          </a:prstGeom>
          <a:solidFill>
            <a:srgbClr val="E2F7E8"/>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4" name="Shape 22"/>
          <p:cNvSpPr/>
          <p:nvPr/>
        </p:nvSpPr>
        <p:spPr>
          <a:xfrm>
            <a:off x="774700" y="5467350"/>
            <a:ext cx="476250" cy="476250"/>
          </a:xfrm>
          <a:prstGeom prst="ellipse">
            <a:avLst/>
          </a:prstGeom>
          <a:solidFill>
            <a:srgbClr val="002B1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5" name="Text 23"/>
          <p:cNvSpPr/>
          <p:nvPr/>
        </p:nvSpPr>
        <p:spPr>
          <a:xfrm>
            <a:off x="749300" y="5467350"/>
            <a:ext cx="527050" cy="501650"/>
          </a:xfrm>
          <a:prstGeom prst="rect">
            <a:avLst/>
          </a:prstGeom>
          <a:noFill/>
          <a:ln/>
        </p:spPr>
        <p:txBody>
          <a:bodyPr wrap="square" lIns="16933" tIns="16933" rIns="16933" bIns="16933" rtlCol="0" anchor="ctr">
            <a:normAutofit/>
          </a:bodyPr>
          <a:lstStyle/>
          <a:p>
            <a:pPr algn="ctr" defTabSz="609630">
              <a:buClrTx/>
            </a:pPr>
            <a:r>
              <a:rPr lang="en-US" sz="1600" b="1" kern="1200">
                <a:solidFill>
                  <a:srgbClr val="FFFFFF"/>
                </a:solidFill>
                <a:latin typeface="Poppins" pitchFamily="34" charset="0"/>
                <a:ea typeface="Poppins" pitchFamily="34" charset="-122"/>
                <a:cs typeface="Poppins" pitchFamily="34" charset="-120"/>
              </a:rPr>
              <a:t>D</a:t>
            </a:r>
            <a:endParaRPr lang="en-US" sz="1600" kern="1200">
              <a:solidFill>
                <a:prstClr val="black"/>
              </a:solidFill>
              <a:latin typeface="Calibri" panose="020F0502020204030204"/>
              <a:ea typeface="+mn-ea"/>
              <a:cs typeface="+mn-cs"/>
            </a:endParaRPr>
          </a:p>
        </p:txBody>
      </p:sp>
      <p:sp>
        <p:nvSpPr>
          <p:cNvPr id="26" name="Text 24"/>
          <p:cNvSpPr/>
          <p:nvPr/>
        </p:nvSpPr>
        <p:spPr>
          <a:xfrm>
            <a:off x="1460500" y="5403850"/>
            <a:ext cx="9228645" cy="628650"/>
          </a:xfrm>
          <a:prstGeom prst="rect">
            <a:avLst/>
          </a:prstGeom>
          <a:noFill/>
          <a:ln/>
        </p:spPr>
        <p:txBody>
          <a:bodyPr wrap="square" lIns="16933" tIns="16933" rIns="16933" bIns="16933" rtlCol="0" anchor="ctr">
            <a:normAutofit/>
          </a:bodyPr>
          <a:lstStyle/>
          <a:p>
            <a:pPr defTabSz="609630">
              <a:buClrTx/>
            </a:pPr>
            <a:r>
              <a:rPr lang="en-US" sz="1600" i="1" kern="1200">
                <a:solidFill>
                  <a:srgbClr val="002B11"/>
                </a:solidFill>
                <a:latin typeface="Poppins" pitchFamily="34" charset="0"/>
                <a:ea typeface="Poppins" pitchFamily="34" charset="-122"/>
                <a:cs typeface="Poppins" pitchFamily="34" charset="-120"/>
              </a:rPr>
              <a:t>Duplicate member group</a:t>
            </a:r>
            <a:endParaRPr lang="en-US" sz="1600" kern="1200">
              <a:solidFill>
                <a:prstClr val="black"/>
              </a:solidFill>
              <a:latin typeface="Calibri" panose="020F0502020204030204"/>
              <a:ea typeface="+mn-ea"/>
              <a:cs typeface="+mn-cs"/>
            </a:endParaRPr>
          </a:p>
        </p:txBody>
      </p:sp>
      <p:sp>
        <p:nvSpPr>
          <p:cNvPr id="27" name="Shape 25"/>
          <p:cNvSpPr/>
          <p:nvPr/>
        </p:nvSpPr>
        <p:spPr>
          <a:xfrm>
            <a:off x="10928350" y="5651500"/>
            <a:ext cx="825500" cy="825500"/>
          </a:xfrm>
          <a:prstGeom prst="ellipse">
            <a:avLst/>
          </a:prstGeom>
          <a:solidFill>
            <a:srgbClr val="FF6DF1"/>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28" name="Text 26"/>
          <p:cNvSpPr/>
          <p:nvPr/>
        </p:nvSpPr>
        <p:spPr>
          <a:xfrm>
            <a:off x="10902950" y="5651500"/>
            <a:ext cx="876300" cy="850900"/>
          </a:xfrm>
          <a:prstGeom prst="rect">
            <a:avLst/>
          </a:prstGeom>
          <a:noFill/>
          <a:ln/>
        </p:spPr>
        <p:txBody>
          <a:bodyPr wrap="square" lIns="16933" tIns="16933" rIns="16933" bIns="16933" rtlCol="0" anchor="ctr">
            <a:normAutofit/>
          </a:bodyPr>
          <a:lstStyle/>
          <a:p>
            <a:pPr algn="ctr" defTabSz="609630">
              <a:buClrTx/>
            </a:pPr>
            <a:r>
              <a:rPr lang="en-US" b="1" kern="1200">
                <a:solidFill>
                  <a:srgbClr val="FFFFFF"/>
                </a:solidFill>
                <a:latin typeface="Poppins" pitchFamily="34" charset="0"/>
                <a:ea typeface="Poppins" pitchFamily="34" charset="-122"/>
                <a:cs typeface="Poppins" pitchFamily="34" charset="-120"/>
              </a:rPr>
              <a:t>New</a:t>
            </a:r>
            <a:endParaRPr lang="en-US" kern="1200">
              <a:solidFill>
                <a:prstClr val="black"/>
              </a:solidFill>
              <a:latin typeface="Calibri" panose="020F0502020204030204"/>
              <a:ea typeface="+mn-ea"/>
              <a:cs typeface="+mn-cs"/>
            </a:endParaRPr>
          </a:p>
        </p:txBody>
      </p:sp>
      <p:sp>
        <p:nvSpPr>
          <p:cNvPr id="29" name="Shape 27"/>
          <p:cNvSpPr/>
          <p:nvPr/>
        </p:nvSpPr>
        <p:spPr>
          <a:xfrm>
            <a:off x="546100" y="6508750"/>
            <a:ext cx="11093450" cy="19050"/>
          </a:xfrm>
          <a:prstGeom prst="rect">
            <a:avLst/>
          </a:prstGeom>
          <a:solidFill>
            <a:srgbClr val="00B747"/>
          </a:solidFill>
          <a:ln/>
        </p:spPr>
        <p:txBody>
          <a:bodyPr/>
          <a:lstStyle/>
          <a:p>
            <a:pPr defTabSz="609630">
              <a:buClrTx/>
            </a:pPr>
            <a:endParaRPr lang="en-US" sz="1200" kern="1200">
              <a:solidFill>
                <a:prstClr val="black"/>
              </a:solidFill>
              <a:latin typeface="Calibri" panose="020F0502020204030204"/>
              <a:ea typeface="+mn-ea"/>
              <a:cs typeface="+mn-cs"/>
            </a:endParaRPr>
          </a:p>
        </p:txBody>
      </p:sp>
      <p:sp>
        <p:nvSpPr>
          <p:cNvPr id="30" name="Text 28"/>
          <p:cNvSpPr/>
          <p:nvPr/>
        </p:nvSpPr>
        <p:spPr>
          <a:xfrm>
            <a:off x="546100" y="6604000"/>
            <a:ext cx="1072525" cy="234950"/>
          </a:xfrm>
          <a:prstGeom prst="rect">
            <a:avLst/>
          </a:prstGeom>
          <a:noFill/>
          <a:ln/>
        </p:spPr>
        <p:txBody>
          <a:bodyPr wrap="square" lIns="16933" tIns="16933" rIns="16933" bIns="16933" rtlCol="0" anchor="t">
            <a:normAutofit/>
          </a:bodyPr>
          <a:lstStyle/>
          <a:p>
            <a:pPr defTabSz="609630">
              <a:buClrTx/>
            </a:pPr>
            <a:r>
              <a:rPr lang="en-US" sz="1100" kern="1200">
                <a:solidFill>
                  <a:srgbClr val="002B11"/>
                </a:solidFill>
                <a:latin typeface="Poppins" pitchFamily="34" charset="0"/>
                <a:ea typeface="Poppins" pitchFamily="34" charset="-122"/>
                <a:cs typeface="Poppins" pitchFamily="34" charset="-120"/>
              </a:rPr>
              <a:t>Taking Action</a:t>
            </a:r>
            <a:endParaRPr lang="en-US" sz="1100" kern="1200">
              <a:solidFill>
                <a:prstClr val="black"/>
              </a:solidFill>
              <a:latin typeface="Calibri" panose="020F0502020204030204"/>
              <a:ea typeface="+mn-ea"/>
              <a:cs typeface="+mn-cs"/>
            </a:endParaRPr>
          </a:p>
        </p:txBody>
      </p:sp>
      <p:sp>
        <p:nvSpPr>
          <p:cNvPr id="31" name="Text 29"/>
          <p:cNvSpPr/>
          <p:nvPr/>
        </p:nvSpPr>
        <p:spPr>
          <a:xfrm>
            <a:off x="9921240" y="6604000"/>
            <a:ext cx="1508760" cy="234950"/>
          </a:xfrm>
          <a:prstGeom prst="rect">
            <a:avLst/>
          </a:prstGeom>
          <a:noFill/>
          <a:ln/>
        </p:spPr>
        <p:txBody>
          <a:bodyPr wrap="square" lIns="16933" tIns="16933" rIns="16933" bIns="16933" rtlCol="0" anchor="t">
            <a:normAutofit/>
          </a:bodyPr>
          <a:lstStyle/>
          <a:p>
            <a:pPr algn="r" defTabSz="609630">
              <a:buClrTx/>
            </a:pPr>
            <a:endParaRPr lang="en-US" sz="1100" kern="1200">
              <a:solidFill>
                <a:prstClr val="black"/>
              </a:solidFill>
              <a:latin typeface="Calibri" panose="020F0502020204030204"/>
              <a:ea typeface="+mn-ea"/>
              <a:cs typeface="+mn-cs"/>
            </a:endParaRPr>
          </a:p>
        </p:txBody>
      </p:sp>
      <p:sp>
        <p:nvSpPr>
          <p:cNvPr id="32" name="TextBox 31">
            <a:extLst>
              <a:ext uri="{FF2B5EF4-FFF2-40B4-BE49-F238E27FC236}">
                <a16:creationId xmlns:a16="http://schemas.microsoft.com/office/drawing/2014/main" id="{0775A59B-1C61-61A9-018A-BB9913436FD2}"/>
              </a:ext>
            </a:extLst>
          </p:cNvPr>
          <p:cNvSpPr txBox="1"/>
          <p:nvPr/>
        </p:nvSpPr>
        <p:spPr>
          <a:xfrm rot="-9720000" flipV="1">
            <a:off x="10464799" y="4960702"/>
            <a:ext cx="19376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i="0" u="none" strike="noStrike" baseline="0">
                <a:solidFill>
                  <a:srgbClr val="FFFFFF"/>
                </a:solidFill>
                <a:latin typeface="Poppins"/>
              </a:rPr>
              <a:t>✓</a:t>
            </a:r>
            <a:r>
              <a:rPr sz="2200" b="0" i="0">
                <a:solidFill>
                  <a:srgbClr val="000000"/>
                </a:solidFill>
                <a:latin typeface="Poppins"/>
                <a:ea typeface="Poppins"/>
                <a:cs typeface="Poppins"/>
              </a:rPr>
              <a:t>​</a:t>
            </a:r>
            <a:endParaRPr lang="en-US"/>
          </a:p>
          <a:p>
            <a:pPr algn="ctr"/>
            <a:endParaRPr lang="en-US"/>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50000"/>
          </a:blip>
          <a:stretch>
            <a:fillRect/>
          </a:stretch>
        </p:blipFill>
        <p:spPr>
          <a:xfrm>
            <a:off x="8051800" y="-2603500"/>
            <a:ext cx="7543800" cy="7543800"/>
          </a:xfrm>
          <a:prstGeom prst="rect">
            <a:avLst/>
          </a:prstGeom>
        </p:spPr>
      </p:pic>
      <p:pic>
        <p:nvPicPr>
          <p:cNvPr id="3" name="Image 1" descr="preencoded.png"/>
          <p:cNvPicPr>
            <a:picLocks noChangeAspect="1"/>
          </p:cNvPicPr>
          <p:nvPr/>
        </p:nvPicPr>
        <p:blipFill>
          <a:blip r:embed="rId3">
            <a:alphaModFix amt="28000"/>
          </a:blip>
          <a:stretch>
            <a:fillRect/>
          </a:stretch>
        </p:blipFill>
        <p:spPr>
          <a:xfrm rot="1619998">
            <a:off x="-4140201" y="2679699"/>
            <a:ext cx="10712452" cy="12103103"/>
          </a:xfrm>
          <a:prstGeom prst="rect">
            <a:avLst/>
          </a:prstGeom>
        </p:spPr>
      </p:pic>
      <p:sp>
        <p:nvSpPr>
          <p:cNvPr id="4" name="Shape 0"/>
          <p:cNvSpPr/>
          <p:nvPr/>
        </p:nvSpPr>
        <p:spPr>
          <a:xfrm>
            <a:off x="0" y="0"/>
            <a:ext cx="12192000" cy="76200"/>
          </a:xfrm>
          <a:prstGeom prst="rect">
            <a:avLst/>
          </a:prstGeom>
          <a:solidFill>
            <a:srgbClr val="00EB5B"/>
          </a:solidFill>
          <a:ln/>
        </p:spPr>
        <p:txBody>
          <a:bodyPr/>
          <a:lstStyle/>
          <a:p>
            <a:endParaRPr lang="en-US"/>
          </a:p>
        </p:txBody>
      </p:sp>
      <p:pic>
        <p:nvPicPr>
          <p:cNvPr id="5" name="Image 2" descr="preencoded.png"/>
          <p:cNvPicPr>
            <a:picLocks noChangeAspect="1"/>
          </p:cNvPicPr>
          <p:nvPr/>
        </p:nvPicPr>
        <p:blipFill>
          <a:blip r:embed="rId4"/>
          <a:srcRect r="-14428"/>
          <a:stretch/>
        </p:blipFill>
        <p:spPr>
          <a:xfrm>
            <a:off x="609600" y="184150"/>
            <a:ext cx="1460500" cy="425450"/>
          </a:xfrm>
          <a:prstGeom prst="rect">
            <a:avLst/>
          </a:prstGeom>
        </p:spPr>
      </p:pic>
      <p:sp>
        <p:nvSpPr>
          <p:cNvPr id="6" name="Text 1"/>
          <p:cNvSpPr/>
          <p:nvPr/>
        </p:nvSpPr>
        <p:spPr>
          <a:xfrm>
            <a:off x="609600" y="730250"/>
            <a:ext cx="10477500" cy="755650"/>
          </a:xfrm>
          <a:prstGeom prst="rect">
            <a:avLst/>
          </a:prstGeom>
          <a:noFill/>
          <a:ln/>
        </p:spPr>
        <p:txBody>
          <a:bodyPr wrap="square" lIns="25400" tIns="25400" rIns="25400" bIns="25400" rtlCol="0" anchor="ctr">
            <a:normAutofit/>
          </a:bodyPr>
          <a:lstStyle/>
          <a:p>
            <a:pPr marL="0" indent="0" algn="l">
              <a:buNone/>
            </a:pPr>
            <a:r>
              <a:rPr lang="en-US" sz="3750" b="1">
                <a:solidFill>
                  <a:srgbClr val="002B11"/>
                </a:solidFill>
                <a:latin typeface="Poppins" pitchFamily="34" charset="0"/>
                <a:ea typeface="Poppins" pitchFamily="34" charset="-122"/>
                <a:cs typeface="Poppins" pitchFamily="34" charset="-120"/>
              </a:rPr>
              <a:t>Section 6 Recap: Documenting Actions</a:t>
            </a:r>
            <a:endParaRPr lang="en-US" sz="3750"/>
          </a:p>
        </p:txBody>
      </p:sp>
      <p:sp>
        <p:nvSpPr>
          <p:cNvPr id="7" name="Text 2"/>
          <p:cNvSpPr/>
          <p:nvPr/>
        </p:nvSpPr>
        <p:spPr>
          <a:xfrm>
            <a:off x="609600" y="1403350"/>
            <a:ext cx="11176000" cy="393700"/>
          </a:xfrm>
          <a:prstGeom prst="rect">
            <a:avLst/>
          </a:prstGeom>
          <a:noFill/>
          <a:ln/>
        </p:spPr>
        <p:txBody>
          <a:bodyPr wrap="square" lIns="25400" tIns="25400" rIns="25400" bIns="25400" rtlCol="0" anchor="ctr">
            <a:normAutofit/>
          </a:bodyPr>
          <a:lstStyle/>
          <a:p>
            <a:pPr marL="0" indent="0" algn="l">
              <a:buNone/>
            </a:pPr>
            <a:r>
              <a:rPr lang="en-US" sz="1850">
                <a:solidFill>
                  <a:srgbClr val="6B7280"/>
                </a:solidFill>
                <a:latin typeface="Poppins" pitchFamily="34" charset="0"/>
                <a:ea typeface="Poppins" pitchFamily="34" charset="-122"/>
                <a:cs typeface="Poppins" pitchFamily="34" charset="-120"/>
              </a:rPr>
              <a:t>Key takeaways from the topics covered in this section</a:t>
            </a:r>
            <a:endParaRPr lang="en-US" sz="1850"/>
          </a:p>
        </p:txBody>
      </p:sp>
      <p:sp>
        <p:nvSpPr>
          <p:cNvPr id="8" name="Shape 3"/>
          <p:cNvSpPr/>
          <p:nvPr/>
        </p:nvSpPr>
        <p:spPr>
          <a:xfrm>
            <a:off x="609600" y="2133600"/>
            <a:ext cx="730250" cy="730250"/>
          </a:xfrm>
          <a:prstGeom prst="ellipse">
            <a:avLst/>
          </a:prstGeom>
          <a:solidFill>
            <a:srgbClr val="002B11"/>
          </a:solidFill>
          <a:ln/>
        </p:spPr>
        <p:txBody>
          <a:bodyPr/>
          <a:lstStyle/>
          <a:p>
            <a:endParaRPr lang="en-US"/>
          </a:p>
        </p:txBody>
      </p:sp>
      <p:sp>
        <p:nvSpPr>
          <p:cNvPr id="9" name="Text 4"/>
          <p:cNvSpPr/>
          <p:nvPr/>
        </p:nvSpPr>
        <p:spPr>
          <a:xfrm>
            <a:off x="584200" y="21336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1</a:t>
            </a:r>
            <a:endParaRPr lang="en-US" sz="2950"/>
          </a:p>
        </p:txBody>
      </p:sp>
      <p:sp>
        <p:nvSpPr>
          <p:cNvPr id="10" name="Shape 5"/>
          <p:cNvSpPr/>
          <p:nvPr/>
        </p:nvSpPr>
        <p:spPr>
          <a:xfrm>
            <a:off x="1587500" y="20129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1" name="Text 6"/>
          <p:cNvSpPr/>
          <p:nvPr/>
        </p:nvSpPr>
        <p:spPr>
          <a:xfrm>
            <a:off x="1807029" y="2256264"/>
            <a:ext cx="9827952" cy="429588"/>
          </a:xfrm>
          <a:prstGeom prst="rect">
            <a:avLst/>
          </a:prstGeom>
          <a:noFill/>
          <a:ln/>
        </p:spPr>
        <p:txBody>
          <a:bodyPr wrap="square" lIns="25400" tIns="25400" rIns="25400" bIns="25400" rtlCol="0" anchor="t">
            <a:noAutofit/>
          </a:bodyPr>
          <a:lstStyle/>
          <a:p>
            <a:pPr marL="0" indent="0" algn="l">
              <a:lnSpc>
                <a:spcPct val="135000"/>
              </a:lnSpc>
              <a:buNone/>
            </a:pPr>
            <a:r>
              <a:rPr lang="en-US" b="1">
                <a:solidFill>
                  <a:srgbClr val="002B11"/>
                </a:solidFill>
                <a:latin typeface="Poppins" pitchFamily="34" charset="0"/>
                <a:ea typeface="Poppins" pitchFamily="34" charset="-122"/>
                <a:cs typeface="Poppins" pitchFamily="34" charset="-120"/>
              </a:rPr>
              <a:t>Every action needs a comment that explains what's suspicious, what evidence supports it, and where to find it -- written so the next agent, QA, or legal can follow your reasoning.</a:t>
            </a:r>
            <a:endParaRPr lang="en-US"/>
          </a:p>
        </p:txBody>
      </p:sp>
      <p:sp>
        <p:nvSpPr>
          <p:cNvPr id="12" name="Shape 7"/>
          <p:cNvSpPr/>
          <p:nvPr/>
        </p:nvSpPr>
        <p:spPr>
          <a:xfrm>
            <a:off x="609600" y="3352800"/>
            <a:ext cx="730250" cy="730250"/>
          </a:xfrm>
          <a:prstGeom prst="ellipse">
            <a:avLst/>
          </a:prstGeom>
          <a:solidFill>
            <a:srgbClr val="002B11"/>
          </a:solidFill>
          <a:ln/>
        </p:spPr>
        <p:txBody>
          <a:bodyPr/>
          <a:lstStyle/>
          <a:p>
            <a:endParaRPr lang="en-US"/>
          </a:p>
        </p:txBody>
      </p:sp>
      <p:sp>
        <p:nvSpPr>
          <p:cNvPr id="13" name="Text 8"/>
          <p:cNvSpPr/>
          <p:nvPr/>
        </p:nvSpPr>
        <p:spPr>
          <a:xfrm>
            <a:off x="584200" y="33528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2</a:t>
            </a:r>
            <a:endParaRPr lang="en-US" sz="2950"/>
          </a:p>
        </p:txBody>
      </p:sp>
      <p:sp>
        <p:nvSpPr>
          <p:cNvPr id="14" name="Shape 9"/>
          <p:cNvSpPr/>
          <p:nvPr/>
        </p:nvSpPr>
        <p:spPr>
          <a:xfrm>
            <a:off x="1587500" y="32321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5" name="Text 10"/>
          <p:cNvSpPr/>
          <p:nvPr/>
        </p:nvSpPr>
        <p:spPr>
          <a:xfrm>
            <a:off x="1828800" y="3402892"/>
            <a:ext cx="9849723" cy="342503"/>
          </a:xfrm>
          <a:prstGeom prst="rect">
            <a:avLst/>
          </a:prstGeom>
          <a:noFill/>
          <a:ln/>
        </p:spPr>
        <p:txBody>
          <a:bodyPr wrap="square" lIns="25400" tIns="25400" rIns="25400" bIns="25400" rtlCol="0" anchor="t">
            <a:noAutofit/>
          </a:bodyPr>
          <a:lstStyle/>
          <a:p>
            <a:pPr>
              <a:lnSpc>
                <a:spcPct val="155000"/>
              </a:lnSpc>
            </a:pPr>
            <a:r>
              <a:rPr lang="en-US" b="1">
                <a:solidFill>
                  <a:srgbClr val="002B11"/>
                </a:solidFill>
                <a:latin typeface="Poppins" pitchFamily="34" charset="0"/>
                <a:cs typeface="Poppins" pitchFamily="34" charset="-120"/>
              </a:rPr>
              <a:t>Removal reasons auto-stamp the guideline violation in the comment, so you don't need to restate it -- focus your comment on the specific evidence instead.</a:t>
            </a:r>
          </a:p>
        </p:txBody>
      </p:sp>
      <p:sp>
        <p:nvSpPr>
          <p:cNvPr id="16" name="Shape 11"/>
          <p:cNvSpPr/>
          <p:nvPr/>
        </p:nvSpPr>
        <p:spPr>
          <a:xfrm>
            <a:off x="609600" y="4572000"/>
            <a:ext cx="730250" cy="730250"/>
          </a:xfrm>
          <a:prstGeom prst="ellipse">
            <a:avLst/>
          </a:prstGeom>
          <a:solidFill>
            <a:srgbClr val="002B11"/>
          </a:solidFill>
          <a:ln/>
        </p:spPr>
        <p:txBody>
          <a:bodyPr/>
          <a:lstStyle/>
          <a:p>
            <a:endParaRPr lang="en-US"/>
          </a:p>
        </p:txBody>
      </p:sp>
      <p:sp>
        <p:nvSpPr>
          <p:cNvPr id="17" name="Text 12"/>
          <p:cNvSpPr/>
          <p:nvPr/>
        </p:nvSpPr>
        <p:spPr>
          <a:xfrm>
            <a:off x="584200" y="4572000"/>
            <a:ext cx="781050" cy="755650"/>
          </a:xfrm>
          <a:prstGeom prst="rect">
            <a:avLst/>
          </a:prstGeom>
          <a:noFill/>
          <a:ln/>
        </p:spPr>
        <p:txBody>
          <a:bodyPr wrap="square" lIns="25400" tIns="25400" rIns="25400" bIns="25400" rtlCol="0" anchor="ctr">
            <a:normAutofit/>
          </a:bodyPr>
          <a:lstStyle/>
          <a:p>
            <a:pPr marL="0" indent="0" algn="ctr">
              <a:buNone/>
            </a:pPr>
            <a:r>
              <a:rPr lang="en-US" sz="2950" b="1">
                <a:solidFill>
                  <a:srgbClr val="00EB5B"/>
                </a:solidFill>
                <a:latin typeface="Poppins" pitchFamily="34" charset="0"/>
                <a:ea typeface="Poppins" pitchFamily="34" charset="-122"/>
                <a:cs typeface="Poppins" pitchFamily="34" charset="-120"/>
              </a:rPr>
              <a:t>3</a:t>
            </a:r>
            <a:endParaRPr lang="en-US" sz="2950"/>
          </a:p>
        </p:txBody>
      </p:sp>
      <p:sp>
        <p:nvSpPr>
          <p:cNvPr id="18" name="Shape 13"/>
          <p:cNvSpPr/>
          <p:nvPr/>
        </p:nvSpPr>
        <p:spPr>
          <a:xfrm>
            <a:off x="1587500" y="4451350"/>
            <a:ext cx="9994900" cy="977900"/>
          </a:xfrm>
          <a:prstGeom prst="roundRect">
            <a:avLst>
              <a:gd name="adj" fmla="val 9091"/>
            </a:avLst>
          </a:prstGeom>
          <a:solidFill>
            <a:srgbClr val="F0FFF5"/>
          </a:solidFill>
          <a:ln/>
          <a:effectLst>
            <a:outerShdw blurRad="190500" dist="76200" dir="5400000" algn="bl" rotWithShape="0">
              <a:srgbClr val="002B11">
                <a:alpha val="10000"/>
              </a:srgbClr>
            </a:outerShdw>
          </a:effectLst>
        </p:spPr>
        <p:txBody>
          <a:bodyPr/>
          <a:lstStyle/>
          <a:p>
            <a:endParaRPr lang="en-US"/>
          </a:p>
        </p:txBody>
      </p:sp>
      <p:sp>
        <p:nvSpPr>
          <p:cNvPr id="19" name="Text 14"/>
          <p:cNvSpPr/>
          <p:nvPr/>
        </p:nvSpPr>
        <p:spPr>
          <a:xfrm>
            <a:off x="1828800" y="4549520"/>
            <a:ext cx="9849723" cy="342503"/>
          </a:xfrm>
          <a:prstGeom prst="rect">
            <a:avLst/>
          </a:prstGeom>
          <a:noFill/>
          <a:ln/>
        </p:spPr>
        <p:txBody>
          <a:bodyPr wrap="square" lIns="25400" tIns="25400" rIns="25400" bIns="25400" rtlCol="0" anchor="t">
            <a:noAutofit/>
          </a:bodyPr>
          <a:lstStyle/>
          <a:p>
            <a:pPr marL="0" indent="0">
              <a:lnSpc>
                <a:spcPct val="175000"/>
              </a:lnSpc>
              <a:buFont typeface="Arial"/>
              <a:buNone/>
            </a:pPr>
            <a:r>
              <a:rPr lang="en-US" b="1">
                <a:solidFill>
                  <a:srgbClr val="002B11"/>
                </a:solidFill>
                <a:latin typeface="Poppins" pitchFamily="34" charset="0"/>
                <a:cs typeface="Poppins" pitchFamily="34" charset="-120"/>
              </a:rPr>
              <a:t>Learn the terminology shortcuts (DMG, RMG, BOTD) -- they make comments faster to write and easier for other agents to scan.</a:t>
            </a:r>
          </a:p>
        </p:txBody>
      </p:sp>
      <p:sp>
        <p:nvSpPr>
          <p:cNvPr id="20" name="Shape 15"/>
          <p:cNvSpPr/>
          <p:nvPr/>
        </p:nvSpPr>
        <p:spPr>
          <a:xfrm>
            <a:off x="609600" y="6337300"/>
            <a:ext cx="10972800" cy="12700"/>
          </a:xfrm>
          <a:prstGeom prst="rect">
            <a:avLst/>
          </a:prstGeom>
          <a:solidFill>
            <a:srgbClr val="00EB5B"/>
          </a:solidFill>
          <a:ln/>
        </p:spPr>
        <p:txBody>
          <a:bodyPr/>
          <a:lstStyle/>
          <a:p>
            <a:endParaRPr lang="en-US"/>
          </a:p>
        </p:txBody>
      </p:sp>
      <p:sp>
        <p:nvSpPr>
          <p:cNvPr id="21" name="Text 16"/>
          <p:cNvSpPr/>
          <p:nvPr/>
        </p:nvSpPr>
        <p:spPr>
          <a:xfrm>
            <a:off x="609600" y="6451600"/>
            <a:ext cx="1169987" cy="247650"/>
          </a:xfrm>
          <a:prstGeom prst="rect">
            <a:avLst/>
          </a:prstGeom>
          <a:noFill/>
          <a:ln/>
        </p:spPr>
        <p:txBody>
          <a:bodyPr wrap="square" lIns="25400" tIns="25400" rIns="25400" bIns="25400" rtlCol="0" anchor="t">
            <a:normAutofit/>
          </a:bodyPr>
          <a:lstStyle/>
          <a:p>
            <a:pPr marL="0" indent="0" algn="l">
              <a:buNone/>
            </a:pPr>
            <a:r>
              <a:rPr lang="en-US" sz="1200">
                <a:solidFill>
                  <a:srgbClr val="6B7280"/>
                </a:solidFill>
                <a:latin typeface="Poppins" pitchFamily="34" charset="0"/>
                <a:ea typeface="Poppins" pitchFamily="34" charset="-122"/>
                <a:cs typeface="Poppins" pitchFamily="34" charset="-120"/>
              </a:rPr>
              <a:t>Taking Action</a:t>
            </a:r>
            <a:endParaRPr lang="en-US" sz="1200"/>
          </a:p>
        </p:txBody>
      </p:sp>
      <p:sp>
        <p:nvSpPr>
          <p:cNvPr id="22" name="Text 17"/>
          <p:cNvSpPr/>
          <p:nvPr/>
        </p:nvSpPr>
        <p:spPr>
          <a:xfrm>
            <a:off x="10241280" y="6451600"/>
            <a:ext cx="1341120" cy="247650"/>
          </a:xfrm>
          <a:prstGeom prst="rect">
            <a:avLst/>
          </a:prstGeom>
          <a:noFill/>
          <a:ln/>
        </p:spPr>
        <p:txBody>
          <a:bodyPr wrap="square" lIns="25400" tIns="25400" rIns="25400" bIns="25400" rtlCol="0" anchor="t">
            <a:normAutofit/>
          </a:bodyPr>
          <a:lstStyle/>
          <a:p>
            <a:pPr marL="0" indent="0" algn="r">
              <a:buNone/>
            </a:pPr>
            <a:endParaRPr lang="en-US" sz="1200"/>
          </a:p>
        </p:txBody>
      </p:sp>
      <p:sp>
        <p:nvSpPr>
          <p:cNvPr id="23" name="Shape 18"/>
          <p:cNvSpPr/>
          <p:nvPr/>
        </p:nvSpPr>
        <p:spPr>
          <a:xfrm>
            <a:off x="10363200" y="5588000"/>
            <a:ext cx="984250" cy="95250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24" name="Text 19"/>
          <p:cNvSpPr/>
          <p:nvPr/>
        </p:nvSpPr>
        <p:spPr>
          <a:xfrm>
            <a:off x="10337800" y="5588000"/>
            <a:ext cx="1035050" cy="97790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name="Slide 17">
    <p:bg>
      <p:bgPr>
        <a:solidFill>
          <a:srgbClr val="002B11"/>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02B11">
              <a:alpha val="72000"/>
            </a:srgbClr>
          </a:solidFill>
          <a:ln/>
        </p:spPr>
        <p:txBody>
          <a:bodyPr/>
          <a:lstStyle/>
          <a:p>
            <a:endParaRPr lang="en-US"/>
          </a:p>
        </p:txBody>
      </p:sp>
      <p:sp>
        <p:nvSpPr>
          <p:cNvPr id="3" name="Text 1"/>
          <p:cNvSpPr/>
          <p:nvPr/>
        </p:nvSpPr>
        <p:spPr>
          <a:xfrm>
            <a:off x="685800" y="311150"/>
            <a:ext cx="5232400" cy="17188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350" b="1">
                <a:solidFill>
                  <a:srgbClr val="FFFFFF"/>
                </a:solidFill>
                <a:latin typeface="Poppins" pitchFamily="34" charset="0"/>
                <a:ea typeface="Poppins" pitchFamily="34" charset="-122"/>
                <a:cs typeface="Poppins" pitchFamily="34" charset="-120"/>
              </a:rPr>
              <a:t>Home Stretch!</a:t>
            </a:r>
            <a:endParaRPr lang="en-US" sz="6350"/>
          </a:p>
        </p:txBody>
      </p:sp>
      <p:pic>
        <p:nvPicPr>
          <p:cNvPr id="4" name="Image 0" descr="preencoded.png"/>
          <p:cNvPicPr>
            <a:picLocks noChangeAspect="1"/>
          </p:cNvPicPr>
          <p:nvPr/>
        </p:nvPicPr>
        <p:blipFill>
          <a:blip r:embed="rId2"/>
          <a:stretch>
            <a:fillRect/>
          </a:stretch>
        </p:blipFill>
        <p:spPr>
          <a:xfrm>
            <a:off x="6318250" y="1663700"/>
            <a:ext cx="5873750" cy="4019550"/>
          </a:xfrm>
          <a:prstGeom prst="rect">
            <a:avLst/>
          </a:prstGeom>
        </p:spPr>
      </p:pic>
      <p:sp>
        <p:nvSpPr>
          <p:cNvPr id="5" name="Text 2"/>
          <p:cNvSpPr/>
          <p:nvPr/>
        </p:nvSpPr>
        <p:spPr>
          <a:xfrm>
            <a:off x="6750050" y="2235200"/>
            <a:ext cx="5166995" cy="215106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100">
                <a:solidFill>
                  <a:srgbClr val="1A1A1A"/>
                </a:solidFill>
                <a:latin typeface="Poppins" pitchFamily="34" charset="0"/>
                <a:ea typeface="Poppins" pitchFamily="34" charset="-122"/>
                <a:cs typeface="Poppins" pitchFamily="34" charset="-120"/>
              </a:rPr>
              <a:t>Now that we have covered Documenting Actions, do you have any questions?</a:t>
            </a:r>
            <a:endParaRPr lang="en-US" sz="3100"/>
          </a:p>
        </p:txBody>
      </p:sp>
      <p:pic>
        <p:nvPicPr>
          <p:cNvPr id="6" name="Image 1" descr="preencoded.png"/>
          <p:cNvPicPr>
            <a:picLocks noChangeAspect="1"/>
          </p:cNvPicPr>
          <p:nvPr/>
        </p:nvPicPr>
        <p:blipFill>
          <a:blip r:embed="rId3"/>
          <a:srcRect t="-199"/>
          <a:stretch/>
        </p:blipFill>
        <p:spPr>
          <a:xfrm>
            <a:off x="152400" y="4940300"/>
            <a:ext cx="2139950" cy="1930400"/>
          </a:xfrm>
          <a:prstGeom prst="rect">
            <a:avLst/>
          </a:prstGeom>
        </p:spPr>
      </p:pic>
      <p:sp>
        <p:nvSpPr>
          <p:cNvPr id="7" name="Shape 3"/>
          <p:cNvSpPr/>
          <p:nvPr/>
        </p:nvSpPr>
        <p:spPr>
          <a:xfrm>
            <a:off x="10731500" y="381000"/>
            <a:ext cx="952500" cy="933450"/>
          </a:xfrm>
          <a:prstGeom prst="ellipse">
            <a:avLst/>
          </a:prstGeom>
          <a:solidFill>
            <a:srgbClr val="FF6DF1"/>
          </a:solidFill>
          <a:ln/>
          <a:effectLst>
            <a:outerShdw blurRad="209550" dist="95250" dir="5400000" algn="bl" rotWithShape="0">
              <a:srgbClr val="000000">
                <a:alpha val="28000"/>
              </a:srgbClr>
            </a:outerShdw>
          </a:effectLst>
        </p:spPr>
        <p:txBody>
          <a:bodyPr/>
          <a:lstStyle/>
          <a:p>
            <a:endParaRPr lang="en-US"/>
          </a:p>
        </p:txBody>
      </p:sp>
      <p:sp>
        <p:nvSpPr>
          <p:cNvPr id="8" name="Text 4"/>
          <p:cNvSpPr/>
          <p:nvPr/>
        </p:nvSpPr>
        <p:spPr>
          <a:xfrm>
            <a:off x="10706100" y="381000"/>
            <a:ext cx="1003300" cy="958850"/>
          </a:xfrm>
          <a:prstGeom prst="rect">
            <a:avLst/>
          </a:prstGeom>
          <a:noFill/>
          <a:ln/>
        </p:spPr>
        <p:txBody>
          <a:bodyPr wrap="square" lIns="25400" tIns="25400" rIns="25400" bIns="25400" rtlCol="0" anchor="ctr">
            <a:normAutofit/>
          </a:bodyPr>
          <a:lstStyle/>
          <a:p>
            <a:pPr marL="0" indent="0" algn="ctr">
              <a:buNone/>
            </a:pPr>
            <a:r>
              <a:rPr lang="en-US" sz="1700">
                <a:solidFill>
                  <a:srgbClr val="FFFFFF"/>
                </a:solidFill>
                <a:latin typeface="Poppins" pitchFamily="34" charset="0"/>
                <a:ea typeface="Poppins" pitchFamily="34" charset="-122"/>
                <a:cs typeface="Poppins" pitchFamily="34" charset="-120"/>
              </a:rPr>
              <a:t>New</a:t>
            </a:r>
            <a:endParaRPr lang="en-US" sz="1700"/>
          </a:p>
        </p:txBody>
      </p:sp>
    </p:spTree>
  </p:cSld>
  <p:clrMapOvr>
    <a:masterClrMapping/>
  </p:clrMapOvr>
</p:sld>
</file>

<file path=ppt/theme/theme1.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A Theme">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8CC253-2221-4862-B70E-0DF27ADCAE74}">
  <ds:schemaRefs>
    <ds:schemaRef ds:uri="http://schemas.microsoft.com/sharepoint/v3/contenttype/forms"/>
  </ds:schemaRefs>
</ds:datastoreItem>
</file>

<file path=customXml/itemProps2.xml><?xml version="1.0" encoding="utf-8"?>
<ds:datastoreItem xmlns:ds="http://schemas.openxmlformats.org/officeDocument/2006/customXml" ds:itemID="{F68FE104-ABE7-4DF6-9E6B-041797C73F45}">
  <ds:schemaRefs>
    <ds:schemaRef ds:uri="363a3933-3acd-4138-81fd-92928eeda287"/>
    <ds:schemaRef ds:uri="55fb9b3e-a026-48a2-bdfc-bbf57372bf6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BA173E8-FD27-4452-A6FD-44AC8A0B8320}">
  <ds:schemaRefs>
    <ds:schemaRef ds:uri="363a3933-3acd-4138-81fd-92928eeda287"/>
    <ds:schemaRef ds:uri="55fb9b3e-a026-48a2-bdfc-bbf57372bf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71</TotalTime>
  <Words>27426</Words>
  <Application>Microsoft Office PowerPoint</Application>
  <PresentationFormat>Widescreen</PresentationFormat>
  <Paragraphs>3093</Paragraphs>
  <Slides>459</Slides>
  <Notes>444</Notes>
  <HiddenSlides>8</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459</vt:i4>
      </vt:variant>
    </vt:vector>
  </HeadingPairs>
  <TitlesOfParts>
    <vt:vector size="477" baseType="lpstr">
      <vt:lpstr>Arial</vt:lpstr>
      <vt:lpstr>Poppins ExtraBold</vt:lpstr>
      <vt:lpstr>Calibri</vt:lpstr>
      <vt:lpstr>Helvetica Neue</vt:lpstr>
      <vt:lpstr>Times</vt:lpstr>
      <vt:lpstr>Poppins Light</vt:lpstr>
      <vt:lpstr>Poppins SemiBold</vt:lpstr>
      <vt:lpstr>Roboto Mono</vt:lpstr>
      <vt:lpstr>Poppins Medium</vt:lpstr>
      <vt:lpstr>Poppins</vt:lpstr>
      <vt:lpstr>Courier New</vt:lpstr>
      <vt:lpstr>TA Theme</vt:lpstr>
      <vt:lpstr>TA Theme</vt:lpstr>
      <vt:lpstr>TA Theme</vt:lpstr>
      <vt:lpstr>TA Theme</vt:lpstr>
      <vt:lpstr>TA Theme</vt:lpstr>
      <vt:lpstr>TA Theme</vt:lpstr>
      <vt:lpstr>Office Theme</vt:lpstr>
      <vt:lpstr>   Taking Action</vt:lpstr>
      <vt:lpstr>PowerPoint Presentation</vt:lpstr>
      <vt:lpstr>Taking action</vt:lpstr>
      <vt:lpstr>PowerPoint Presentation</vt:lpstr>
      <vt:lpstr>  Regular  Removals</vt:lpstr>
      <vt:lpstr>PowerPoint Presentation</vt:lpstr>
      <vt:lpstr>Affiliation Stated in Review</vt:lpstr>
      <vt:lpstr>PowerPoint Presentation</vt:lpstr>
      <vt:lpstr>PowerPoint Presentation</vt:lpstr>
      <vt:lpstr>AI Generated</vt:lpstr>
      <vt:lpstr>PowerPoint Presentation</vt:lpstr>
      <vt:lpstr>Allegation of Fraud</vt:lpstr>
      <vt:lpstr>PowerPoint Presentation</vt:lpstr>
      <vt:lpstr>Commercial</vt:lpstr>
      <vt:lpstr>PowerPoint Presentation</vt:lpstr>
      <vt:lpstr>DC Policy</vt:lpstr>
      <vt:lpstr>PowerPoint Presentation</vt:lpstr>
      <vt:lpstr>Discriminatory Language</vt:lpstr>
      <vt:lpstr>PowerPoint Presentation</vt:lpstr>
      <vt:lpstr>Duplicate Reviews Scenarios</vt:lpstr>
      <vt:lpstr>PowerPoint Presentation</vt:lpstr>
      <vt:lpstr>PowerPoint Presentation</vt:lpstr>
      <vt:lpstr>PowerPoint Presentation</vt:lpstr>
      <vt:lpstr>PowerPoint Presentation</vt:lpstr>
      <vt:lpstr>Experience &gt; than 1 year</vt:lpstr>
      <vt:lpstr>PowerPoint Presentation</vt:lpstr>
      <vt:lpstr>Illegal Activity</vt:lpstr>
      <vt:lpstr>PowerPoint Presentation</vt:lpstr>
      <vt:lpstr>Ineligible Experience</vt:lpstr>
      <vt:lpstr>PowerPoint Presentation</vt:lpstr>
      <vt:lpstr>Will Not List</vt:lpstr>
      <vt:lpstr>PowerPoint Presentation</vt:lpstr>
      <vt:lpstr>Irrelevant Commentary</vt:lpstr>
      <vt:lpstr>PowerPoint Presentation</vt:lpstr>
      <vt:lpstr>PowerPoint Presentation</vt:lpstr>
      <vt:lpstr>PowerPoint Presentation</vt:lpstr>
      <vt:lpstr>Note on Irrelevant Commentary and COVID</vt:lpstr>
      <vt:lpstr>PowerPoint Presentation</vt:lpstr>
      <vt:lpstr>PowerPoint Presentation</vt:lpstr>
      <vt:lpstr>Listing Update</vt:lpstr>
      <vt:lpstr>PowerPoint Presentation</vt:lpstr>
      <vt:lpstr>Closed Location Filter</vt:lpstr>
      <vt:lpstr>PowerPoint Presentation</vt:lpstr>
      <vt:lpstr>Reporting an Update</vt:lpstr>
      <vt:lpstr>PowerPoint Presentation</vt:lpstr>
      <vt:lpstr>Reporting an Update on the Live Site </vt:lpstr>
      <vt:lpstr>PowerPoint Presentation</vt:lpstr>
      <vt:lpstr>PowerPoint Presentation</vt:lpstr>
      <vt:lpstr>PowerPoint Presentation</vt:lpstr>
      <vt:lpstr>Multiple Listings </vt:lpstr>
      <vt:lpstr>PowerPoint Presentation</vt:lpstr>
      <vt:lpstr>Not-substantive</vt:lpstr>
      <vt:lpstr>PowerPoint Presentation</vt:lpstr>
      <vt:lpstr>Non-Original</vt:lpstr>
      <vt:lpstr>PowerPoint Presentation</vt:lpstr>
      <vt:lpstr>Other</vt:lpstr>
      <vt:lpstr>PowerPoint Presentation</vt:lpstr>
      <vt:lpstr>Owner Support</vt:lpstr>
      <vt:lpstr>PowerPoint Presentation</vt:lpstr>
      <vt:lpstr>Personally Insulting</vt:lpstr>
      <vt:lpstr>PowerPoint Presentation</vt:lpstr>
      <vt:lpstr>PowerPoint Presentation</vt:lpstr>
      <vt:lpstr>Pre-review</vt:lpstr>
      <vt:lpstr>PowerPoint Presentation</vt:lpstr>
      <vt:lpstr>Private Info</vt:lpstr>
      <vt:lpstr>PowerPoint Presentation</vt:lpstr>
      <vt:lpstr>Profane/Vulgar</vt:lpstr>
      <vt:lpstr>PowerPoint Presentation</vt:lpstr>
      <vt:lpstr>PowerPoint Presentation</vt:lpstr>
      <vt:lpstr>Property Policy Complaint</vt:lpstr>
      <vt:lpstr>PowerPoint Presentation</vt:lpstr>
      <vt:lpstr>Rating Misunderstood</vt:lpstr>
      <vt:lpstr>PowerPoint Presentation</vt:lpstr>
      <vt:lpstr>Rating Not Experienced</vt:lpstr>
      <vt:lpstr>PowerPoint Presentation</vt:lpstr>
      <vt:lpstr>Sexually Explicit/Graphic</vt:lpstr>
      <vt:lpstr>PowerPoint Presentation</vt:lpstr>
      <vt:lpstr>Second Hand Experience</vt:lpstr>
      <vt:lpstr>PowerPoint Presentation</vt:lpstr>
      <vt:lpstr>TA Commentary</vt:lpstr>
      <vt:lpstr>PowerPoint Presentation</vt:lpstr>
      <vt:lpstr>TA Booking</vt:lpstr>
      <vt:lpstr>PowerPoint Presentation</vt:lpstr>
      <vt:lpstr>TA Booking</vt:lpstr>
      <vt:lpstr>PowerPoint Presentation</vt:lpstr>
      <vt:lpstr>TA Booking</vt:lpstr>
      <vt:lpstr>PowerPoint Presentation</vt:lpstr>
      <vt:lpstr>User Support</vt:lpstr>
      <vt:lpstr>PowerPoint Presentation</vt:lpstr>
      <vt:lpstr>Underage User</vt:lpstr>
      <vt:lpstr>PowerPoint Presentation</vt:lpstr>
      <vt:lpstr>Unsupported Language</vt:lpstr>
      <vt:lpstr>PowerPoint Presentation</vt:lpstr>
      <vt:lpstr>Wrong Listing</vt:lpstr>
      <vt:lpstr>PowerPoint Presentation</vt:lpstr>
      <vt:lpstr>Removal Reason Hierarchy</vt:lpstr>
      <vt:lpstr>PowerPoint Presentation</vt:lpstr>
      <vt:lpstr>PowerPoint Presentation</vt:lpstr>
      <vt:lpstr>Rejection Reason Hierarchy Notes</vt:lpstr>
      <vt:lpstr>PowerPoint Presentation</vt:lpstr>
      <vt:lpstr>PowerPoint Presentation</vt:lpstr>
      <vt:lpstr>Moderation Verifications</vt:lpstr>
      <vt:lpstr>PowerPoint Presentation</vt:lpstr>
      <vt:lpstr>Moderation Verifications</vt:lpstr>
      <vt:lpstr>PowerPoint Presentation</vt:lpstr>
      <vt:lpstr>New user vs Established user</vt:lpstr>
      <vt:lpstr>PowerPoint Presentation</vt:lpstr>
      <vt:lpstr>Verifications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Member Fraud Removals</vt:lpstr>
      <vt:lpstr>PowerPoint Presentation</vt:lpstr>
      <vt:lpstr>PowerPoint Presentation</vt:lpstr>
      <vt:lpstr>PowerPoint Presentation</vt:lpstr>
      <vt:lpstr>Taking action</vt:lpstr>
      <vt:lpstr>PowerPoint Presentation</vt:lpstr>
      <vt:lpstr>Types of Member Fraud</vt:lpstr>
      <vt:lpstr>PowerPoint Presentation</vt:lpstr>
      <vt:lpstr>Member Fraud compared to Property and Moderation Removals</vt:lpstr>
      <vt:lpstr>PowerPoint Presentation</vt:lpstr>
      <vt:lpstr>Blackmail</vt:lpstr>
      <vt:lpstr>PowerPoint Presentation</vt:lpstr>
      <vt:lpstr>Current/Ex-Employee </vt:lpstr>
      <vt:lpstr>PowerPoint Presentation</vt:lpstr>
      <vt:lpstr>Deceptive resubmission</vt:lpstr>
      <vt:lpstr>PowerPoint Presentation</vt:lpstr>
      <vt:lpstr>Decoy/Seeding</vt:lpstr>
      <vt:lpstr>PowerPoint Presentation</vt:lpstr>
      <vt:lpstr>Disgruntled Customer</vt:lpstr>
      <vt:lpstr>PowerPoint Presentation</vt:lpstr>
      <vt:lpstr>Impersonation</vt:lpstr>
      <vt:lpstr>PowerPoint Presentation</vt:lpstr>
      <vt:lpstr>Invalid Email</vt:lpstr>
      <vt:lpstr>PowerPoint Presentation</vt:lpstr>
      <vt:lpstr>Nonsense/Spam</vt:lpstr>
      <vt:lpstr>PowerPoint Presentation</vt:lpstr>
      <vt:lpstr>Promotion Fraud</vt:lpstr>
      <vt:lpstr>PowerPoint Presentation</vt:lpstr>
      <vt:lpstr>Sideways Boosting</vt:lpstr>
      <vt:lpstr>PowerPoint Presentation</vt:lpstr>
      <vt:lpstr>Sideways Marketing</vt:lpstr>
      <vt:lpstr>PowerPoint Presentation</vt:lpstr>
      <vt:lpstr>Plagiarized Content</vt:lpstr>
      <vt:lpstr>PowerPoint Presentation</vt:lpstr>
      <vt:lpstr>Review Bomb</vt:lpstr>
      <vt:lpstr>PowerPoint Presentation</vt:lpstr>
      <vt:lpstr>Temporary Email</vt:lpstr>
      <vt:lpstr>PowerPoint Presentation</vt:lpstr>
      <vt:lpstr>PowerPoint Presentation</vt:lpstr>
      <vt:lpstr>PowerPoint Presentation</vt:lpstr>
      <vt:lpstr>PowerPoint Presentation</vt:lpstr>
      <vt:lpstr>PowerPoint Presentation</vt:lpstr>
      <vt:lpstr>PowerPoint Presentation</vt:lpstr>
      <vt:lpstr>Property Fraud Removals</vt:lpstr>
      <vt:lpstr>PowerPoint Presentation</vt:lpstr>
      <vt:lpstr>Property Fraud removals</vt:lpstr>
      <vt:lpstr>PowerPoint Presentation</vt:lpstr>
      <vt:lpstr>Confirmed Boosting </vt:lpstr>
      <vt:lpstr>PowerPoint Presentation</vt:lpstr>
      <vt:lpstr>Confirmed Vandalism</vt:lpstr>
      <vt:lpstr>PowerPoint Presentation</vt:lpstr>
      <vt:lpstr>Confirmed Incentives</vt:lpstr>
      <vt:lpstr>PowerPoint Presentation</vt:lpstr>
      <vt:lpstr>Owner Bullying Member</vt:lpstr>
      <vt:lpstr>PowerPoint Presentation</vt:lpstr>
      <vt:lpstr>Suspected Boosting</vt:lpstr>
      <vt:lpstr>PowerPoint Presentation</vt:lpstr>
      <vt:lpstr>Suspected Incentives</vt:lpstr>
      <vt:lpstr>PowerPoint Presentation</vt:lpstr>
      <vt:lpstr>Suspected Vandalism</vt:lpstr>
      <vt:lpstr>PowerPoint Presentation</vt:lpstr>
      <vt:lpstr>Confirmed Vandalism &amp; Boosting Removals can be removed when:</vt:lpstr>
      <vt:lpstr>PowerPoint Presentation</vt:lpstr>
      <vt:lpstr>  Peripheral Actions</vt:lpstr>
      <vt:lpstr>PowerPoint Presentation</vt:lpstr>
      <vt:lpstr>PowerPoint Presentation</vt:lpstr>
      <vt:lpstr>Peripheral Fraud Detection</vt:lpstr>
      <vt:lpstr>PowerPoint Presentation</vt:lpstr>
      <vt:lpstr>Finding fraud in reviews that may be connected to each other...</vt:lpstr>
      <vt:lpstr>PowerPoint Presentation</vt:lpstr>
      <vt:lpstr>Where to look for Peripheral Fraud...</vt:lpstr>
      <vt:lpstr>PowerPoint Presentation</vt:lpstr>
      <vt:lpstr>PowerPoint Presentation</vt:lpstr>
      <vt:lpstr>Actions on Peripheral Fraud/Content</vt:lpstr>
      <vt:lpstr>PowerPoint Presentation</vt:lpstr>
      <vt:lpstr>PowerPoint Presentation</vt:lpstr>
      <vt:lpstr>PowerPoint Presentation</vt:lpstr>
      <vt:lpstr>PowerPoint Presentation</vt:lpstr>
      <vt:lpstr>PowerPoint Presentation</vt:lpstr>
      <vt:lpstr>When to escalate...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Attachment Checks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Attachment Check Process</vt:lpstr>
      <vt:lpstr>PowerPoint Presentation</vt:lpstr>
      <vt:lpstr> Attachment Check Process</vt:lpstr>
      <vt:lpstr>PowerPoint Presentation</vt:lpstr>
      <vt:lpstr>Attachment Check Process</vt:lpstr>
      <vt:lpstr>PowerPoint Presentation</vt:lpstr>
      <vt:lpstr>Attachment Check Process</vt:lpstr>
      <vt:lpstr>PowerPoint Presentation</vt:lpstr>
      <vt:lpstr>Attachment Check Process</vt:lpstr>
      <vt:lpstr>PowerPoint Presentation</vt:lpstr>
      <vt:lpstr>Tips for Attachment Checks</vt:lpstr>
      <vt:lpstr>PowerPoint Presentation</vt:lpstr>
      <vt:lpstr>PowerPoint Presentation</vt:lpstr>
      <vt:lpstr>When to Use Wrong Listing </vt:lpstr>
      <vt:lpstr>PowerPoint Presentation</vt:lpstr>
      <vt:lpstr>PowerPoint Presentation</vt:lpstr>
      <vt:lpstr>PowerPoint Presentation</vt:lpstr>
      <vt:lpstr>Template to User  (sent when using Wrong Listing Removal)</vt:lpstr>
      <vt:lpstr>PowerPoint Presentation</vt:lpstr>
      <vt:lpstr>PowerPoint Presentation</vt:lpstr>
      <vt:lpstr>PowerPoint Presentation</vt:lpstr>
      <vt:lpstr>PowerPoint Presentation</vt:lpstr>
      <vt:lpstr>PowerPoint Presentation</vt:lpstr>
      <vt:lpstr>PowerPoint Presentation</vt:lpstr>
      <vt:lpstr>Eatery review attached to Hotel with several on-site restaurants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Escalations</vt:lpstr>
      <vt:lpstr>PowerPoint Presentation</vt:lpstr>
      <vt:lpstr>PowerPoint Presentation</vt:lpstr>
      <vt:lpstr>Serious Allegations</vt:lpstr>
      <vt:lpstr>PowerPoint Presentation</vt:lpstr>
      <vt:lpstr>PowerPoint Presentation</vt:lpstr>
      <vt:lpstr>PowerPoint Presentation</vt:lpstr>
      <vt:lpstr>PowerPoint Presentation</vt:lpstr>
      <vt:lpstr>Escalation Path on KB</vt:lpstr>
      <vt:lpstr>PowerPoint Presentation</vt:lpstr>
      <vt:lpstr>When to Escalate</vt:lpstr>
      <vt:lpstr>PowerPoint Presentation</vt:lpstr>
      <vt:lpstr>What to Escalate</vt:lpstr>
      <vt:lpstr>PowerPoint Presentation</vt:lpstr>
      <vt:lpstr>Do not take action</vt:lpstr>
      <vt:lpstr>PowerPoint Presentation</vt:lpstr>
      <vt:lpstr>PowerPoint Presentation</vt:lpstr>
      <vt:lpstr>Sexual Assaults</vt:lpstr>
      <vt:lpstr>PowerPoint Presentation</vt:lpstr>
      <vt:lpstr>Definition </vt:lpstr>
      <vt:lpstr>PowerPoint Presentation</vt:lpstr>
      <vt:lpstr>Attempted Touching </vt:lpstr>
      <vt:lpstr>PowerPoint Presentation</vt:lpstr>
      <vt:lpstr>Attempted Kissing  Example: 618153465  </vt:lpstr>
      <vt:lpstr>PowerPoint Presentation</vt:lpstr>
      <vt:lpstr>Non-Consensual Touching  Example: 580462709 </vt:lpstr>
      <vt:lpstr>PowerPoint Presentation</vt:lpstr>
      <vt:lpstr>Non-Consensual Kissing</vt:lpstr>
      <vt:lpstr>PowerPoint Presentation</vt:lpstr>
      <vt:lpstr>General or Unclear Sexual Assault References Example: 690746722 Example: 691143795 Example: 950996358   </vt:lpstr>
      <vt:lpstr>PowerPoint Presentation</vt:lpstr>
      <vt:lpstr>Rape/Sexual Penetration</vt:lpstr>
      <vt:lpstr>PowerPoint Presentation</vt:lpstr>
      <vt:lpstr>There are multiple reasons why it is critically important that reviews referencing sexual assault are escalated... </vt:lpstr>
      <vt:lpstr>PowerPoint Presentation</vt:lpstr>
      <vt:lpstr>Media Attention</vt:lpstr>
      <vt:lpstr>PowerPoint Presentation</vt:lpstr>
      <vt:lpstr>Employee Sexual Misconduct</vt:lpstr>
      <vt:lpstr>PowerPoint Presentation</vt:lpstr>
      <vt:lpstr>Employee Sexual Misconduct  </vt:lpstr>
      <vt:lpstr>PowerPoint Presentation</vt:lpstr>
      <vt:lpstr>Indecent Exposure/ Masturbation by Staff Members   </vt:lpstr>
      <vt:lpstr>PowerPoint Presentation</vt:lpstr>
      <vt:lpstr>Child Pornography</vt:lpstr>
      <vt:lpstr>PowerPoint Presentation</vt:lpstr>
      <vt:lpstr>Escalate any photo or content that mentions child-porn or pornography</vt:lpstr>
      <vt:lpstr>PowerPoint Presentation</vt:lpstr>
      <vt:lpstr>Serious Safety Incidents</vt:lpstr>
      <vt:lpstr>PowerPoint Presentation</vt:lpstr>
      <vt:lpstr>Escalate any content that mentions a serious injury that occurred at the property or that is due to property negligence</vt:lpstr>
      <vt:lpstr>PowerPoint Presentation</vt:lpstr>
      <vt:lpstr>PowerPoint Presentation</vt:lpstr>
      <vt:lpstr>PowerPoint Presentation</vt:lpstr>
      <vt:lpstr>PowerPoint Presentation</vt:lpstr>
      <vt:lpstr>PowerPoint Presentation</vt:lpstr>
      <vt:lpstr>Deaths</vt:lpstr>
      <vt:lpstr>PowerPoint Presentation</vt:lpstr>
      <vt:lpstr>When to escalate...</vt:lpstr>
      <vt:lpstr>PowerPoint Presentation</vt:lpstr>
      <vt:lpstr>No need to escalate...</vt:lpstr>
      <vt:lpstr>PowerPoint Presentation</vt:lpstr>
      <vt:lpstr>Escalate</vt:lpstr>
      <vt:lpstr>PowerPoint Presentation</vt:lpstr>
      <vt:lpstr>Escalate</vt:lpstr>
      <vt:lpstr>PowerPoint Presentation</vt:lpstr>
      <vt:lpstr>Escalate</vt:lpstr>
      <vt:lpstr>PowerPoint Presentation</vt:lpstr>
      <vt:lpstr>Drugging</vt:lpstr>
      <vt:lpstr>PowerPoint Presentation</vt:lpstr>
      <vt:lpstr>When to escalate...</vt:lpstr>
      <vt:lpstr>PowerPoint Presentation</vt:lpstr>
      <vt:lpstr>No Need to Escalate...</vt:lpstr>
      <vt:lpstr>PowerPoint Presentation</vt:lpstr>
      <vt:lpstr>Escalate</vt:lpstr>
      <vt:lpstr>PowerPoint Presentation</vt:lpstr>
      <vt:lpstr>Escalate</vt:lpstr>
      <vt:lpstr>PowerPoint Presentation</vt:lpstr>
      <vt:lpstr>Safety Incidents Involving Minors</vt:lpstr>
      <vt:lpstr>PowerPoint Presentation</vt:lpstr>
      <vt:lpstr>Escalate any content that describes a serious injury,  a physical or a sexual assault of a child under the age of 18, even if not a firsthand experience </vt:lpstr>
      <vt:lpstr>PowerPoint Presentation</vt:lpstr>
      <vt:lpstr> Example: my 10 year old son was physically and verbally attacked by 2 teenagers, he was repeatedly punched and kicked by them </vt:lpstr>
      <vt:lpstr>PowerPoint Presentation</vt:lpstr>
      <vt:lpstr>Example: my granddaughter was assaulted there by a 23 yr old male. She is just 4</vt:lpstr>
      <vt:lpstr>PowerPoint Presentation</vt:lpstr>
      <vt:lpstr>Escalation not Needed</vt:lpstr>
      <vt:lpstr>PowerPoint Presentation</vt:lpstr>
      <vt:lpstr>Okay to Process:   Violence</vt:lpstr>
      <vt:lpstr>PowerPoint Presentation</vt:lpstr>
      <vt:lpstr>Okay to Process:  Consensual Acts</vt:lpstr>
      <vt:lpstr>PowerPoint Presentation</vt:lpstr>
      <vt:lpstr>Okay to Process:  Witnessing Consensual Sexual Activity</vt:lpstr>
      <vt:lpstr>PowerPoint Presentation</vt:lpstr>
      <vt:lpstr>Okay to Process:  Physical Assaults</vt:lpstr>
      <vt:lpstr>PowerPoint Presentation</vt:lpstr>
      <vt:lpstr>Appeals</vt:lpstr>
      <vt:lpstr>PowerPoint Presentation</vt:lpstr>
      <vt:lpstr>When to escalate… </vt:lpstr>
      <vt:lpstr>PowerPoint Presentation</vt:lpstr>
      <vt:lpstr>Member Appeals  </vt:lpstr>
      <vt:lpstr>PowerPoint Presentation</vt:lpstr>
      <vt:lpstr>Member Appeals  </vt:lpstr>
      <vt:lpstr>PowerPoint Presentation</vt:lpstr>
      <vt:lpstr>PowerPoint Presentation</vt:lpstr>
      <vt:lpstr>GDPR</vt:lpstr>
      <vt:lpstr>PowerPoint Presentation</vt:lpstr>
      <vt:lpstr>When to escalate...</vt:lpstr>
      <vt:lpstr>PowerPoint Presentation</vt:lpstr>
      <vt:lpstr>How to Process  All Incoming &amp;  Reported RMG</vt:lpstr>
      <vt:lpstr>PowerPoint Presentation</vt:lpstr>
      <vt:lpstr>How to Process  Reported DMG</vt:lpstr>
      <vt:lpstr>PowerPoint Presentation</vt:lpstr>
      <vt:lpstr>PowerPoint Presentation</vt:lpstr>
      <vt:lpstr>PowerPoint Presentation</vt:lpstr>
      <vt:lpstr>PowerPoint Presentation</vt:lpstr>
      <vt:lpstr>Review Bombs</vt:lpstr>
      <vt:lpstr>PowerPoint Presentation</vt:lpstr>
      <vt:lpstr>When to escalate...</vt:lpstr>
      <vt:lpstr>PowerPoint Presentation</vt:lpstr>
      <vt:lpstr>TA in the News</vt:lpstr>
      <vt:lpstr>PowerPoint Presentation</vt:lpstr>
      <vt:lpstr>Trip in the News </vt:lpstr>
      <vt:lpstr>PowerPoint Presentation</vt:lpstr>
      <vt:lpstr>PowerPoint Presentation</vt:lpstr>
      <vt:lpstr>PowerPoint Presentation</vt:lpstr>
      <vt:lpstr>TA is in the Media</vt:lpstr>
      <vt:lpstr>PowerPoint Presentation</vt:lpstr>
      <vt:lpstr>Custom Templates</vt:lpstr>
      <vt:lpstr>PowerPoint Presentation</vt:lpstr>
      <vt:lpstr>When to escalate...</vt:lpstr>
      <vt:lpstr>PowerPoint Presentation</vt:lpstr>
      <vt:lpstr>Trip Plus Rejection</vt:lpstr>
      <vt:lpstr>PowerPoint Presentation</vt:lpstr>
      <vt:lpstr>Listing Requests </vt:lpstr>
      <vt:lpstr>PowerPoint Presentation</vt:lpstr>
      <vt:lpstr>When to escalate...</vt:lpstr>
      <vt:lpstr>PowerPoint Presentation</vt:lpstr>
      <vt:lpstr>Multiple Resubmissions</vt:lpstr>
      <vt:lpstr>PowerPoint Presentation</vt:lpstr>
      <vt:lpstr>When to escalate...</vt:lpstr>
      <vt:lpstr>PowerPoint Presentation</vt:lpstr>
      <vt:lpstr>Exceptions</vt:lpstr>
      <vt:lpstr>PowerPoint Presentation</vt:lpstr>
      <vt:lpstr>TA Employee in Email &amp; Suspicious</vt:lpstr>
      <vt:lpstr>PowerPoint Presentation</vt:lpstr>
      <vt:lpstr>When to escalate...</vt:lpstr>
      <vt:lpstr>PowerPoint Presentation</vt:lpstr>
      <vt:lpstr>Trump Related Threat</vt:lpstr>
      <vt:lpstr>PowerPoint Presentation</vt:lpstr>
      <vt:lpstr>When to escalate...</vt:lpstr>
      <vt:lpstr>PowerPoint Presentation</vt:lpstr>
      <vt:lpstr>Definition of a ‘threat’</vt:lpstr>
      <vt:lpstr>PowerPoint Presentation</vt:lpstr>
      <vt:lpstr>Creation of New Listing for Fraud Removal</vt:lpstr>
      <vt:lpstr>PowerPoint Presentation</vt:lpstr>
      <vt:lpstr>When to escalate...</vt:lpstr>
      <vt:lpstr>PowerPoint Presentation</vt:lpstr>
      <vt:lpstr>Second Opinions</vt:lpstr>
      <vt:lpstr>PowerPoint Presentation</vt:lpstr>
      <vt:lpstr>When to escalate...</vt:lpstr>
      <vt:lpstr>PowerPoint Presentation</vt:lpstr>
      <vt:lpstr>Important Notes</vt:lpstr>
      <vt:lpstr>PowerPoint Presentation</vt:lpstr>
      <vt:lpstr>It’s important to always leave a comment when escalating: Comment with reason for escalating  Comment should be in EN Recommended action, when applicable Relevant links or research, when applicable</vt:lpstr>
      <vt:lpstr>PowerPoint Presentation</vt:lpstr>
      <vt:lpstr>Correcting a Mistake When working on a review you may take the wrong action and immediately recognize your mistake. You are allowed to take some specific corrective actions only:  Incorrectly Removed: if the review was incorrectly removed and should have been published, simply leave a comment. Do not escalate and do not republish. Comment example: review should have been published Moderation Removals:  if the review was correctly removed but with the wrong removal reason, simply remove with the correct removal reason. Comment example: correcting previous removal  Fraud Removals: it is okay to correct your own action to another fraud type removal. Comment example: review should have been removed with MF-Review Bomb Please do not take action on any review that has been previously removed, manually or via automation. This is a legal risk for TA and should never be done. If you encounter a review that was fraud removed and you find evidence that the user is not associated with the property, it can be escalated for the onshore team to downgrade the removal.  'Downgrade' means to change it from a Confirmed removal to a Boosting or a Regular removal so the listing will not get penalized.  Fraud removals should never be republished.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Documenting Actions</vt:lpstr>
      <vt:lpstr>PowerPoint Presentation</vt:lpstr>
      <vt:lpstr>Comments about comments</vt:lpstr>
      <vt:lpstr>PowerPoint Presentation</vt:lpstr>
      <vt:lpstr>Examples of Helpful Comments</vt:lpstr>
      <vt:lpstr>PowerPoint Presentation</vt:lpstr>
      <vt:lpstr>PowerPoint Presentation</vt:lpstr>
      <vt:lpstr>Terminology Shortcuts you can use (and you will see)</vt:lpstr>
      <vt:lpstr>PowerPoint Presentation</vt:lpstr>
      <vt:lpstr>Terminology Shortcuts you may see</vt:lpstr>
      <vt:lpstr>PowerPoint Presentation</vt:lpstr>
      <vt:lpstr>TIP!</vt:lpstr>
      <vt:lpstr>PowerPoint Presentation</vt:lpstr>
      <vt:lpstr>Review Default Tab</vt:lpstr>
      <vt:lpstr>PowerPoint Presentation</vt:lpstr>
      <vt:lpstr>Comments - Confirmed Removals</vt:lpstr>
      <vt:lpstr>PowerPoint Presentation</vt:lpstr>
      <vt:lpstr>Confirmed removals and “adding to db”</vt:lpstr>
      <vt:lpstr>PowerPoint Presentation</vt:lpstr>
      <vt:lpstr>Shortcuts</vt:lpstr>
      <vt:lpstr>PowerPoint Presentation</vt:lpstr>
      <vt:lpstr>Additional examples of useful comments:</vt:lpstr>
      <vt:lpstr>PowerPoint Presentation</vt:lpstr>
      <vt:lpstr>PowerPoint Presentation</vt:lpstr>
      <vt:lpstr>Examples of not so helpful comments: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Anoop Krishnan</dc:creator>
  <cp:lastModifiedBy>Anoop Krishnan</cp:lastModifiedBy>
  <cp:revision>566</cp:revision>
  <dcterms:modified xsi:type="dcterms:W3CDTF">2026-08-10T10:38:39Z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y fmtid="{D5CDD505-2E9C-101B-9397-08002B2CF9AE}" pid="3" name="MediaServiceImageTags">
    <vt:lpwstr/>
  </property>
</Properties>
</file>