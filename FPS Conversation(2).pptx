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3F_77B96247.xml" ContentType="application/vnd.ms-powerpoint.comments+xml"/>
  <Override PartName="/ppt/notesSlides/notesSlide2.xml" ContentType="application/vnd.openxmlformats-officedocument.presentationml.notesSlide+xml"/>
  <Override PartName="/ppt/comments/modernComment_101_697BE7D3.xml" ContentType="application/vnd.ms-powerpoint.comments+xml"/>
  <Override PartName="/ppt/comments/modernComment_140_10593A2C.xml" ContentType="application/vnd.ms-powerpoint.comments+xml"/>
  <Override PartName="/ppt/notesSlides/notesSlide3.xml" ContentType="application/vnd.openxmlformats-officedocument.presentationml.notesSlide+xml"/>
  <Override PartName="/ppt/comments/modernComment_131_978D1306.xml" ContentType="application/vnd.ms-powerpoint.comments+xml"/>
  <Override PartName="/ppt/notesSlides/notesSlide4.xml" ContentType="application/vnd.openxmlformats-officedocument.presentationml.notesSlide+xml"/>
  <Override PartName="/ppt/comments/modernComment_13D_556D1570.xml" ContentType="application/vnd.ms-powerpoint.comments+xml"/>
  <Override PartName="/ppt/notesSlides/notesSlide5.xml" ContentType="application/vnd.openxmlformats-officedocument.presentationml.notesSlide+xml"/>
  <Override PartName="/ppt/comments/modernComment_13E_6F142A31.xml" ContentType="application/vnd.ms-powerpoint.comments+xml"/>
  <Override PartName="/ppt/comments/modernComment_141_51D4F662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34_6A460488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35_2DAB4F53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38_B3792D15.xml" ContentType="application/vnd.ms-powerpoint.comments+xml"/>
  <Override PartName="/ppt/comments/modernComment_137_4CCE2F1A.xml" ContentType="application/vnd.ms-powerpoint.comments+xml"/>
  <Override PartName="/ppt/notesSlides/notesSlide6.xml" ContentType="application/vnd.openxmlformats-officedocument.presentationml.notesSlide+xml"/>
  <Override PartName="/ppt/comments/modernComment_139_EC65F729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</p:sldMasterIdLst>
  <p:notesMasterIdLst>
    <p:notesMasterId r:id="rId33"/>
  </p:notesMasterIdLst>
  <p:sldIdLst>
    <p:sldId id="319" r:id="rId7"/>
    <p:sldId id="368" r:id="rId8"/>
    <p:sldId id="257" r:id="rId9"/>
    <p:sldId id="315" r:id="rId10"/>
    <p:sldId id="320" r:id="rId11"/>
    <p:sldId id="305" r:id="rId12"/>
    <p:sldId id="317" r:id="rId13"/>
    <p:sldId id="369" r:id="rId14"/>
    <p:sldId id="318" r:id="rId15"/>
    <p:sldId id="321" r:id="rId16"/>
    <p:sldId id="308" r:id="rId17"/>
    <p:sldId id="309" r:id="rId18"/>
    <p:sldId id="310" r:id="rId19"/>
    <p:sldId id="312" r:id="rId20"/>
    <p:sldId id="311" r:id="rId21"/>
    <p:sldId id="313" r:id="rId22"/>
    <p:sldId id="367" r:id="rId23"/>
    <p:sldId id="314" r:id="rId24"/>
    <p:sldId id="362" r:id="rId25"/>
    <p:sldId id="300" r:id="rId26"/>
    <p:sldId id="361" r:id="rId27"/>
    <p:sldId id="267" r:id="rId28"/>
    <p:sldId id="363" r:id="rId29"/>
    <p:sldId id="364" r:id="rId30"/>
    <p:sldId id="365" r:id="rId31"/>
    <p:sldId id="366" r:id="rId3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AE53-A5C0-7019-264B-F90CA0F09934}" name="Harikrishnan B" initials="HB" userId="Harikrishnan B" providerId="None"/>
  <p188:author id="{A0C1245F-A1C4-21C3-DFFF-B27B167CFD49}" name="Nithese Krrishna V M" initials="NK" userId="S::krrnithe@sutherlandglobal.com::f389bd71-ddc4-4a43-82b4-cc802c9e98f6" providerId="AD"/>
  <p188:author id="{601739CD-6BD1-BAA4-2804-D2A8DA1BC46A}" name="Anupama Chatti" initials="AC" userId="S::chaanupa@sutherlandglobal.com::8d317b31-7766-4d69-bc0a-0192281c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FF8F"/>
    <a:srgbClr val="E4E5EA"/>
    <a:srgbClr val="A2CF00"/>
    <a:srgbClr val="FF6161"/>
    <a:srgbClr val="ABB9FF"/>
    <a:srgbClr val="FF86A1"/>
    <a:srgbClr val="56B48C"/>
    <a:srgbClr val="D1FF73"/>
    <a:srgbClr val="FFFFFF"/>
    <a:srgbClr val="002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68873-B846-E32C-7F7F-EE2416CA3888}" v="40" dt="2026-09-18T13:24:34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5" autoAdjust="0"/>
    <p:restoredTop sz="91245" autoAdjust="0"/>
  </p:normalViewPr>
  <p:slideViewPr>
    <p:cSldViewPr snapToGrid="0">
      <p:cViewPr varScale="1">
        <p:scale>
          <a:sx n="42" d="100"/>
          <a:sy n="42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ssy S" userId="S::sbless2@sutherlandglobal.com::15b3e473-e26c-4018-a39b-85200c5350ce" providerId="AD" clId="Web-{66668873-B846-E32C-7F7F-EE2416CA3888}"/>
    <pc:docChg chg="addSld delSld modSld">
      <pc:chgData name="Blessy S" userId="S::sbless2@sutherlandglobal.com::15b3e473-e26c-4018-a39b-85200c5350ce" providerId="AD" clId="Web-{66668873-B846-E32C-7F7F-EE2416CA3888}" dt="2026-09-18T13:24:34.795" v="26" actId="1076"/>
      <pc:docMkLst>
        <pc:docMk/>
      </pc:docMkLst>
      <pc:sldChg chg="add del">
        <pc:chgData name="Blessy S" userId="S::sbless2@sutherlandglobal.com::15b3e473-e26c-4018-a39b-85200c5350ce" providerId="AD" clId="Web-{66668873-B846-E32C-7F7F-EE2416CA3888}" dt="2026-09-18T13:17:55.527" v="1"/>
        <pc:sldMkLst>
          <pc:docMk/>
          <pc:sldMk cId="3187784280" sldId="368"/>
        </pc:sldMkLst>
      </pc:sldChg>
      <pc:sldChg chg="modSp add">
        <pc:chgData name="Blessy S" userId="S::sbless2@sutherlandglobal.com::15b3e473-e26c-4018-a39b-85200c5350ce" providerId="AD" clId="Web-{66668873-B846-E32C-7F7F-EE2416CA3888}" dt="2026-09-18T13:19:25.043" v="12"/>
        <pc:sldMkLst>
          <pc:docMk/>
          <pc:sldMk cId="4178775121" sldId="368"/>
        </pc:sldMkLst>
        <pc:spChg chg="mod">
          <ac:chgData name="Blessy S" userId="S::sbless2@sutherlandglobal.com::15b3e473-e26c-4018-a39b-85200c5350ce" providerId="AD" clId="Web-{66668873-B846-E32C-7F7F-EE2416CA3888}" dt="2026-09-18T13:19:25.043" v="12"/>
          <ac:spMkLst>
            <pc:docMk/>
            <pc:sldMk cId="4178775121" sldId="368"/>
            <ac:spMk id="10" creationId="{00000000-0000-0000-0000-000000000000}"/>
          </ac:spMkLst>
        </pc:spChg>
      </pc:sldChg>
      <pc:sldChg chg="modSp add replId">
        <pc:chgData name="Blessy S" userId="S::sbless2@sutherlandglobal.com::15b3e473-e26c-4018-a39b-85200c5350ce" providerId="AD" clId="Web-{66668873-B846-E32C-7F7F-EE2416CA3888}" dt="2026-09-18T13:24:34.795" v="26" actId="1076"/>
        <pc:sldMkLst>
          <pc:docMk/>
          <pc:sldMk cId="3058326772" sldId="369"/>
        </pc:sldMkLst>
        <pc:spChg chg="mod">
          <ac:chgData name="Blessy S" userId="S::sbless2@sutherlandglobal.com::15b3e473-e26c-4018-a39b-85200c5350ce" providerId="AD" clId="Web-{66668873-B846-E32C-7F7F-EE2416CA3888}" dt="2026-09-18T13:23:53.185" v="23" actId="1076"/>
          <ac:spMkLst>
            <pc:docMk/>
            <pc:sldMk cId="3058326772" sldId="369"/>
            <ac:spMk id="10" creationId="{A854358A-6FB1-F86A-A19C-AD964A6FF917}"/>
          </ac:spMkLst>
        </pc:spChg>
        <pc:spChg chg="mod">
          <ac:chgData name="Blessy S" userId="S::sbless2@sutherlandglobal.com::15b3e473-e26c-4018-a39b-85200c5350ce" providerId="AD" clId="Web-{66668873-B846-E32C-7F7F-EE2416CA3888}" dt="2026-09-18T13:24:34.795" v="26" actId="1076"/>
          <ac:spMkLst>
            <pc:docMk/>
            <pc:sldMk cId="3058326772" sldId="369"/>
            <ac:spMk id="11" creationId="{A6F8AE22-A045-334C-A06F-6CEB17E2DF54}"/>
          </ac:spMkLst>
        </pc:spChg>
        <pc:grpChg chg="mod">
          <ac:chgData name="Blessy S" userId="S::sbless2@sutherlandglobal.com::15b3e473-e26c-4018-a39b-85200c5350ce" providerId="AD" clId="Web-{66668873-B846-E32C-7F7F-EE2416CA3888}" dt="2026-09-18T13:24:09.467" v="25" actId="1076"/>
          <ac:grpSpMkLst>
            <pc:docMk/>
            <pc:sldMk cId="3058326772" sldId="369"/>
            <ac:grpSpMk id="12" creationId="{87A55F81-2235-A582-386D-9C91642CFB61}"/>
          </ac:grpSpMkLst>
        </pc:grpChg>
      </pc:sldChg>
    </pc:docChg>
  </pc:docChgLst>
  <pc:docChgLst>
    <pc:chgData name="Anupama Chatti" userId="S::chaanupa@sutherlandglobal.com::8d317b31-7766-4d69-bc0a-0192281c33af" providerId="AD" clId="Web-{00000000-0000-0000-0000-000000000000}"/>
    <pc:docChg chg="modSld">
      <pc:chgData name="Anupama Chatti" userId="S::chaanupa@sutherlandglobal.com::8d317b31-7766-4d69-bc0a-0192281c33af" providerId="AD" clId="Web-{00000000-0000-0000-0000-000000000000}" dt="2026-09-04T15:54:10.907" v="49"/>
      <pc:docMkLst>
        <pc:docMk/>
      </pc:docMkLst>
      <pc:sldChg chg="modNotes">
        <pc:chgData name="Anupama Chatti" userId="S::chaanupa@sutherlandglobal.com::8d317b31-7766-4d69-bc0a-0192281c33af" providerId="AD" clId="Web-{00000000-0000-0000-0000-000000000000}" dt="2026-09-04T15:54:10.907" v="49"/>
        <pc:sldMkLst>
          <pc:docMk/>
          <pc:sldMk cId="3966105385" sldId="313"/>
        </pc:sldMkLst>
      </pc:sldChg>
    </pc:docChg>
  </pc:docChgLst>
</pc:chgInfo>
</file>

<file path=ppt/comments/modernComment_13D_556D15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3657B1-F9F9-4BCE-B5B2-82E2A01928EC}" authorId="{601739CD-6BD1-BAA4-2804-D2A8DA1BC46A}" created="2026-08-24T13:28:02.6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33212272" sldId="317"/>
      <ac:spMk id="74" creationId="{103B777E-DB69-5FF1-1B99-95FEEB362211}"/>
      <ac:txMk cp="0">
        <ac:context len="164" hash="2656018870"/>
      </ac:txMk>
    </ac:txMkLst>
    <p188:pos x="4657224" y="577213"/>
    <p188:replyLst>
      <p188:reply id="{14A8C840-7AFC-49D7-929C-BB3DA5FBCBA6}" authorId="{A0C1245F-A1C4-21C3-DFFF-B27B167CFD49}" created="2026-08-25T11:14:33.596">
        <p188:txBody>
          <a:bodyPr/>
          <a:lstStyle/>
          <a:p>
            <a:r>
              <a:rPr lang="en-US"/>
              <a:t>Changes made. Adjust font accordingly</a:t>
            </a:r>
          </a:p>
        </p188:txBody>
      </p188:reply>
    </p188:replyLst>
    <p188:txBody>
      <a:bodyPr/>
      <a:lstStyle/>
      <a:p>
        <a:r>
          <a:rPr lang="en-US"/>
          <a:t>check</a:t>
        </a:r>
      </a:p>
    </p188:txBody>
  </p188:cm>
</p188:cmLst>
</file>

<file path=ppt/comments/modernComment_13E_6F142A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A75E9A-2B36-44F2-9273-56735F467E13}" authorId="{601739CD-6BD1-BAA4-2804-D2A8DA1BC46A}" created="2026-08-24T13:29:36.5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63592497" sldId="318"/>
      <ac:spMk id="3" creationId="{608F4FCD-6D87-378B-D0BD-EC52421CB5AC}"/>
      <ac:txMk cp="0" len="16">
        <ac:context len="27" hash="2493800438"/>
      </ac:txMk>
    </ac:txMkLst>
    <p188:pos x="6157638" y="581327"/>
    <p188:txBody>
      <a:bodyPr/>
      <a:lstStyle/>
      <a:p>
        <a:r>
          <a:rPr lang="en-US"/>
          <a:t>Design</a:t>
        </a:r>
      </a:p>
    </p188:txBody>
  </p188:cm>
</p188:cmLst>
</file>

<file path=ppt/comments/modernComment_13F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F1C5CB-749E-4BAB-954F-CCE25649FBB7}" authorId="{601739CD-6BD1-BAA4-2804-D2A8DA1BC46A}" created="2026-08-21T08:41:22.5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4" creationId="{653D1FEA-3B9F-301A-4BB1-715BCE511199}"/>
      <ac:txMk cp="1" len="6">
        <ac:context len="45" hash="271097741"/>
      </ac:txMk>
    </ac:txMkLst>
    <p188:pos x="5336218" y="530612"/>
    <p188:txBody>
      <a:bodyPr/>
      <a:lstStyle/>
      <a:p>
        <a:r>
          <a:rPr lang="en-US"/>
          <a:t>Generate relevant Image</a:t>
        </a:r>
      </a:p>
    </p188:txBody>
  </p188:cm>
  <p188:cm id="{E92E667F-2EA9-4AC9-BC27-8DE4847B4AB9}" authorId="{601739CD-6BD1-BAA4-2804-D2A8DA1BC46A}" created="2026-08-21T08:43:59.6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6" creationId="{F58F3FD4-8625-ECC2-1E28-DF6E1FB4A5AE}"/>
      <ac:txMk cp="5" len="6">
        <ac:context len="97" hash="3375633704"/>
      </ac:txMk>
    </ac:txMkLst>
    <p188:pos x="1690906" y="1662821"/>
    <p188:txBody>
      <a:bodyPr/>
      <a:lstStyle/>
      <a:p>
        <a:r>
          <a:rPr lang="en-US"/>
          <a:t>Are we changing the quote for each module?</a:t>
        </a:r>
      </a:p>
    </p188:txBody>
  </p188:cm>
</p188:cmLst>
</file>

<file path=ppt/comments/modernComment_101_697BE7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67FD41-848C-415A-84AE-DA4D4A51BF04}" authorId="{601739CD-6BD1-BAA4-2804-D2A8DA1BC46A}" created="2026-08-24T15:38:56.525">
    <pc:sldMkLst xmlns:pc="http://schemas.microsoft.com/office/powerpoint/2013/main/command">
      <pc:docMk/>
      <pc:sldMk cId="1769727955" sldId="257"/>
    </pc:sldMkLst>
    <p188:replyLst>
      <p188:reply id="{A95A87D2-D6DF-4502-BB3F-4CA29423678B}" authorId="{601739CD-6BD1-BAA4-2804-D2A8DA1BC46A}" created="2026-09-03T10:14:25.282">
        <p188:txBody>
          <a:bodyPr/>
          <a:lstStyle/>
          <a:p>
            <a:r>
              <a:rPr lang="en-US"/>
              <a:t>Shifted the example to notes section</a:t>
            </a:r>
          </a:p>
        </p188:txBody>
      </p188:reply>
    </p188:replyLst>
    <p188:txBody>
      <a:bodyPr/>
      <a:lstStyle/>
      <a:p>
        <a:r>
          <a:rPr lang="en-US"/>
          <a:t>Text heavy </a:t>
        </a:r>
      </a:p>
    </p188:txBody>
  </p188:cm>
  <p188:cm id="{261CEBD4-7C66-4C9A-AD32-B5B9E545D6C8}" authorId="{601739CD-6BD1-BAA4-2804-D2A8DA1BC46A}" created="2026-08-24T15:39:18.2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69727955" sldId="257"/>
      <ac:spMk id="14" creationId="{BE9F8546-910D-94DA-6D41-29016E390DB1}"/>
      <ac:txMk cp="0" len="7">
        <ac:context len="263" hash="4196257510"/>
      </ac:txMk>
    </ac:txMkLst>
    <p188:txBody>
      <a:bodyPr/>
      <a:lstStyle/>
      <a:p>
        <a:r>
          <a:rPr lang="en-US"/>
          <a:t>Ask Hari for examples</a:t>
        </a:r>
      </a:p>
    </p188:txBody>
  </p188:cm>
  <p188:cm id="{32C64793-FF39-4E68-825E-5D90FD7A7492}" authorId="{A0C1245F-A1C4-21C3-DFFF-B27B167CFD49}" created="2026-08-25T10:12:13.108">
    <pc:sldMkLst xmlns:pc="http://schemas.microsoft.com/office/powerpoint/2013/main/command">
      <pc:docMk/>
      <pc:sldMk cId="1769727955" sldId="257"/>
    </pc:sldMkLst>
    <p188:txBody>
      <a:bodyPr/>
      <a:lstStyle/>
      <a:p>
        <a:r>
          <a:rPr lang="en-US"/>
          <a:t>New example is added</a:t>
        </a:r>
      </a:p>
    </p188:txBody>
  </p188:cm>
</p188:cmLst>
</file>

<file path=ppt/comments/modernComment_131_978D13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E41C10-69FD-43C9-B1B7-08DAD50F876A}" authorId="{601739CD-6BD1-BAA4-2804-D2A8DA1BC46A}" created="2026-08-24T13:25:10.9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84" creationId="{81FF58C3-B986-D8A8-941E-53D57333FCD2}"/>
      <ac:txMk cp="47" len="6">
        <ac:context len="78" hash="482328787"/>
      </ac:txMk>
    </ac:txMkLst>
    <p188:pos x="2767516" y="842492"/>
    <p188:replyLst>
      <p188:reply id="{668EBA0E-887A-4D07-9049-98A404252C31}" authorId="{A0C1245F-A1C4-21C3-DFFF-B27B167CFD49}" created="2026-08-25T10:34:31.300">
        <p188:txBody>
          <a:bodyPr/>
          <a:lstStyle/>
          <a:p>
            <a:r>
              <a:rPr lang="en-US"/>
              <a:t>Removing the fraud penalty is a manual action.</a:t>
            </a:r>
          </a:p>
        </p188:txBody>
      </p188:reply>
    </p188:replyLst>
    <p188:txBody>
      <a:bodyPr/>
      <a:lstStyle/>
      <a:p>
        <a:r>
          <a:rPr lang="en-US"/>
          <a:t>Check KB</a:t>
        </a:r>
      </a:p>
    </p188:txBody>
  </p188:cm>
  <p188:cm id="{DDC9CB5C-D867-434D-8D67-40366CD268F2}" authorId="{601739CD-6BD1-BAA4-2804-D2A8DA1BC46A}" created="2026-08-24T13:26:06.2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90" creationId="{AE1C52F6-FF09-FD0B-46B4-87F41B530259}"/>
      <ac:txMk cp="0">
        <ac:context len="190" hash="1272312322"/>
      </ac:txMk>
    </ac:txMkLst>
    <p188:pos x="1546703" y="589287"/>
    <p188:replyLst>
      <p188:reply id="{C51066EC-4897-471B-B70C-9DA87A537C45}" authorId="{A0C1245F-A1C4-21C3-DFFF-B27B167CFD49}" created="2026-08-25T10:45:11.140">
        <p188:txBody>
          <a:bodyPr/>
          <a:lstStyle/>
          <a:p>
            <a:r>
              <a:rPr lang="en-US"/>
              <a:t>Tweaked the content. Adjust the font based on the alignment</a:t>
            </a:r>
          </a:p>
        </p188:txBody>
      </p188:reply>
    </p188:replyLst>
    <p188:txBody>
      <a:bodyPr/>
      <a:lstStyle/>
      <a:p>
        <a:r>
          <a:rPr lang="en-US"/>
          <a:t>Check KB</a:t>
        </a:r>
      </a:p>
    </p188:txBody>
  </p188:cm>
  <p188:cm id="{628882C5-0F0B-45C0-BF5E-F07C8E4B59B1}" authorId="{601739CD-6BD1-BAA4-2804-D2A8DA1BC46A}" created="2026-08-24T13:26:55.6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69" creationId="{574C3C9C-E4AA-E929-343D-927656E8EED4}"/>
      <ac:txMk cp="0">
        <ac:context len="149" hash="1179754966"/>
      </ac:txMk>
    </ac:txMkLst>
    <p188:pos x="4317990" y="837082"/>
    <p188:replyLst>
      <p188:reply id="{F0872B8B-92E3-4107-830A-A3DF37F77F8C}" authorId="{A0C1245F-A1C4-21C3-DFFF-B27B167CFD49}" created="2026-08-25T11:05:55.525">
        <p188:txBody>
          <a:bodyPr/>
          <a:lstStyle/>
          <a:p>
            <a:r>
              <a:rPr lang="en-US"/>
              <a:t>It is manual, Tweaked the content. Adjust the font accordingly.</a:t>
            </a:r>
          </a:p>
        </p188:txBody>
      </p188:reply>
    </p188:replyLst>
    <p188:txBody>
      <a:bodyPr/>
      <a:lstStyle/>
      <a:p>
        <a:r>
          <a:rPr lang="en-US"/>
          <a:t>Is this manual or GCF?</a:t>
        </a:r>
      </a:p>
    </p188:txBody>
  </p188:cm>
</p188:cmLst>
</file>

<file path=ppt/comments/modernComment_134_6A4604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6AD430-E4C7-48FA-BC3E-3DD4C0887C35}" authorId="{601739CD-6BD1-BAA4-2804-D2A8DA1BC46A}" created="2026-08-24T13:31:22.837">
    <pc:sldMkLst xmlns:pc="http://schemas.microsoft.com/office/powerpoint/2013/main/command">
      <pc:docMk/>
      <pc:sldMk cId="1782973576" sldId="308"/>
    </pc:sldMkLst>
    <p188:txBody>
      <a:bodyPr/>
      <a:lstStyle/>
      <a:p>
        <a:r>
          <a:rPr lang="en-US"/>
          <a:t>Change colors</a:t>
        </a:r>
      </a:p>
    </p188:txBody>
  </p188:cm>
  <p188:cm id="{66E83AE7-3D6A-41D0-85F6-153345B3ED67}" authorId="{601739CD-6BD1-BAA4-2804-D2A8DA1BC46A}" created="2026-08-24T13:32:08.9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2973576" sldId="308"/>
      <ac:graphicFrameMk id="9" creationId="{355E2AD9-72A8-288E-F367-5AE1FDBCAD43}"/>
      <dc:dgmMk xmlns:dc="http://schemas.microsoft.com/office/drawing/2013/diagram/command"/>
      <dc:nodeMk xmlns:dc="http://schemas.microsoft.com/office/drawing/2013/diagram/command" id="{4DD89DA6-0B87-4948-87B3-89A5B97F2E7B}"/>
      <ac:txMk cp="25" len="20">
        <ac:context len="78" hash="283864976"/>
      </ac:txMk>
    </ac:txMkLst>
    <p188:pos x="4228011" y="3489233"/>
    <p188:replyLst>
      <p188:reply id="{7719C0C0-67A3-4E06-B0D4-982A116B565D}" authorId="{A0C1245F-A1C4-21C3-DFFF-B27B167CFD49}" created="2026-08-25T11:58:25.834">
        <p188:txBody>
          <a:bodyPr/>
          <a:lstStyle/>
          <a:p>
            <a:r>
              <a:rPr lang="en-US"/>
              <a:t>It is mandatory. In the article, it is stated that ‘Agents must confirm genuine affiliation before starting a conversation, even if confirmed by another team’</a:t>
            </a:r>
          </a:p>
        </p188:txBody>
      </p188:reply>
    </p188:replyLst>
    <p188:txBody>
      <a:bodyPr/>
      <a:lstStyle/>
      <a:p>
        <a:r>
          <a:rPr lang="en-US"/>
          <a:t>Not always mandatory - check info</a:t>
        </a:r>
      </a:p>
    </p188:txBody>
  </p188:cm>
  <p188:cm id="{B1905C11-1ED2-43CF-9B55-2B69C16EA7F8}" authorId="{601739CD-6BD1-BAA4-2804-D2A8DA1BC46A}" created="2026-08-24T13:34:32.1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2973576" sldId="308"/>
      <ac:graphicFrameMk id="9" creationId="{355E2AD9-72A8-288E-F367-5AE1FDBCAD43}"/>
      <dc:dgmMk xmlns:dc="http://schemas.microsoft.com/office/drawing/2013/diagram/command"/>
      <dc:nodeMk xmlns:dc="http://schemas.microsoft.com/office/drawing/2013/diagram/command" id="{DDC7C308-B476-4E94-9AEC-82BBBF126C91}"/>
      <ac:txMk cp="48" len="7">
        <ac:context len="81" hash="2353639752"/>
      </ac:txMk>
    </ac:txMkLst>
    <p188:pos x="12457611" y="4357913"/>
    <p188:replyLst>
      <p188:reply id="{FFFD0C31-96A8-4019-BA04-7566828FB5B5}" authorId="{A0C1245F-A1C4-21C3-DFFF-B27B167CFD49}" created="2026-08-25T11:59:46.722">
        <p188:txBody>
          <a:bodyPr/>
          <a:lstStyle/>
          <a:p>
            <a:r>
              <a:rPr lang="en-US"/>
              <a:t>Yes it is allowed. Article content, ‘Agents can assume main attraction owners also own child attractions.’</a:t>
            </a:r>
          </a:p>
        </p188:txBody>
      </p188:reply>
    </p188:replyLst>
    <p188:txBody>
      <a:bodyPr/>
      <a:lstStyle/>
      <a:p>
        <a:r>
          <a:rPr lang="en-US"/>
          <a:t>Check if assumption are allowed</a:t>
        </a:r>
      </a:p>
    </p188:txBody>
  </p188:cm>
</p188:cmLst>
</file>

<file path=ppt/comments/modernComment_135_2DAB4F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A0C327-4776-41B9-818A-239BF224B1F6}" authorId="{601739CD-6BD1-BAA4-2804-D2A8DA1BC46A}" created="2026-08-24T13:35:35.8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66201683" sldId="309"/>
      <ac:graphicFrameMk id="8" creationId="{F9CA7FC0-6EAA-81A8-B78F-14F53484755E}"/>
      <dc:dgmMk xmlns:dc="http://schemas.microsoft.com/office/drawing/2013/diagram/command"/>
      <dc:nodeMk xmlns:dc="http://schemas.microsoft.com/office/drawing/2013/diagram/command" id="{643AF3E9-3EDA-451A-B3FC-9444E15D92BC}"/>
      <ac:txMk cp="0">
        <ac:context len="126" hash="4147810469"/>
      </ac:txMk>
    </ac:txMkLst>
    <p188:pos x="3173449" y="3550083"/>
    <p188:replyLst>
      <p188:reply id="{8A9F5DF6-2A46-47C8-BE0D-C593F5F1898D}" authorId="{A0C1245F-A1C4-21C3-DFFF-B27B167CFD49}" created="2026-08-25T12:10:03.103">
        <p188:txBody>
          <a:bodyPr/>
          <a:lstStyle/>
          <a:p>
            <a:r>
              <a:rPr lang="en-US"/>
              <a:t>Rephrased the content</a:t>
            </a:r>
          </a:p>
        </p188:txBody>
      </p188:reply>
    </p188:replyLst>
    <p188:txBody>
      <a:bodyPr/>
      <a:lstStyle/>
      <a:p>
        <a:r>
          <a:rPr lang="en-US"/>
          <a:t>rephrase</a:t>
        </a:r>
      </a:p>
    </p188:txBody>
  </p188:cm>
  <p188:cm id="{BA851C0C-08CE-4DE9-A0D0-A5D4569D7DD9}" authorId="{601739CD-6BD1-BAA4-2804-D2A8DA1BC46A}" created="2026-08-24T13:36:31.2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66201683" sldId="309"/>
      <ac:graphicFrameMk id="8" creationId="{F9CA7FC0-6EAA-81A8-B78F-14F53484755E}"/>
      <dc:dgmMk xmlns:dc="http://schemas.microsoft.com/office/drawing/2013/diagram/command"/>
      <dc:nodeMk xmlns:dc="http://schemas.microsoft.com/office/drawing/2013/diagram/command" id="{7746547F-6AFA-46A1-BD7D-FFD9CFB373CA}"/>
      <ac:txMk cp="0">
        <ac:context len="1" hash="13"/>
      </ac:txMk>
    </ac:txMkLst>
    <p188:pos x="8303010" y="5178161"/>
    <p188:replyLst>
      <p188:reply id="{8AF78DB1-EC2B-4CAA-98C6-7DC4387EEC65}" authorId="{A0C1245F-A1C4-21C3-DFFF-B27B167CFD49}" created="2026-08-25T12:01:23.635">
        <p188:txBody>
          <a:bodyPr/>
          <a:lstStyle/>
          <a:p>
            <a:r>
              <a:rPr lang="en-US"/>
              <a:t>restructured</a:t>
            </a:r>
          </a:p>
        </p188:txBody>
      </p188:reply>
    </p188:replyLst>
    <p188:txBody>
      <a:bodyPr/>
      <a:lstStyle/>
      <a:p>
        <a:r>
          <a:rPr lang="en-US"/>
          <a:t>Restructure based on the sequence of points</a:t>
        </a:r>
      </a:p>
    </p188:txBody>
  </p188:cm>
</p188:cmLst>
</file>

<file path=ppt/comments/modernComment_137_4CCE2F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EB1A78-2BC5-420A-848B-53A9379DC647}" authorId="{601739CD-6BD1-BAA4-2804-D2A8DA1BC46A}" created="2026-08-24T13:39:18.18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88580890" sldId="311"/>
      <ac:spMk id="17" creationId="{C9E06EB0-9BA1-26DB-BF1C-9B653F673851}"/>
      <ac:txMk cp="0" len="7">
        <ac:context len="217" hash="2399433785"/>
      </ac:txMk>
    </ac:txMkLst>
    <p188:pos x="1401394" y="579141"/>
    <p188:replyLst>
      <p188:reply id="{D19F7C78-EDC7-4B34-884C-A64E1A5648BE}" authorId="{A0C1245F-A1C4-21C3-DFFF-B27B167CFD49}" created="2026-08-25T12:11:05.589">
        <p188:txBody>
          <a:bodyPr/>
          <a:lstStyle/>
          <a:p>
            <a:r>
              <a:rPr lang="en-US"/>
              <a:t>Yes, it is.</a:t>
            </a:r>
          </a:p>
        </p188:txBody>
      </p188:reply>
    </p188:replyLst>
    <p188:txBody>
      <a:bodyPr/>
      <a:lstStyle/>
      <a:p>
        <a:r>
          <a:rPr lang="en-US"/>
          <a:t>Check if it is starting with unfortunately </a:t>
        </a:r>
      </a:p>
    </p188:txBody>
  </p188:cm>
</p188:cmLst>
</file>

<file path=ppt/comments/modernComment_138_B3792D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24C840-477D-4785-ABB4-75C14CC1963D}" authorId="{601739CD-6BD1-BAA4-2804-D2A8DA1BC46A}" created="2026-08-24T13:38:04.7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11063061" sldId="312"/>
      <ac:spMk id="2" creationId="{23D6D337-EF8F-3A3F-0010-EEE5557B7C01}"/>
      <ac:txMk cp="0" len="10">
        <ac:context len="50" hash="2704865937"/>
      </ac:txMk>
    </ac:txMkLst>
    <p188:pos x="1679446" y="683254"/>
    <p188:replyLst>
      <p188:reply id="{909C33B9-2397-452E-BC78-B2C4A0406614}" authorId="{A0C1245F-A1C4-21C3-DFFF-B27B167CFD49}" created="2026-08-25T12:42:28.418">
        <p188:txBody>
          <a:bodyPr/>
          <a:lstStyle/>
          <a:p>
            <a:r>
              <a:rPr lang="en-US"/>
              <a:t>It is as per the article</a:t>
            </a:r>
          </a:p>
        </p188:txBody>
      </p188:reply>
    </p188:replyLst>
    <p188:txBody>
      <a:bodyPr/>
      <a:lstStyle/>
      <a:p>
        <a:r>
          <a:rPr lang="en-US"/>
          <a:t>Stack based on priority/criticality</a:t>
        </a:r>
      </a:p>
    </p188:txBody>
  </p188:cm>
</p188:cmLst>
</file>

<file path=ppt/comments/modernComment_139_EC65F7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2204C6-5626-4745-97B2-F1900A0ECA69}" authorId="{601739CD-6BD1-BAA4-2804-D2A8DA1BC46A}" created="2026-08-24T13:41:57.3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66105385" sldId="313"/>
      <ac:spMk id="3" creationId="{F59DC71D-EE3E-C6F5-EC0E-2893D08891E2}"/>
      <ac:txMk cp="0" len="10">
        <ac:context len="19" hash="1679868490"/>
      </ac:txMk>
    </ac:txMkLst>
    <p188:pos x="3684286" y="588911"/>
    <p188:replyLst>
      <p188:reply id="{1DC7BB9C-0FC3-462F-8324-670AEF8BAE2E}" authorId="{A0C1245F-A1C4-21C3-DFFF-B27B167CFD49}" created="2026-08-25T12:48:18.491">
        <p188:txBody>
          <a:bodyPr/>
          <a:lstStyle/>
          <a:p>
            <a:r>
              <a:rPr lang="en-US"/>
              <a:t>Added the exact line given in the article</a:t>
            </a:r>
          </a:p>
        </p188:txBody>
      </p188:reply>
      <p188:reply id="{31FC4EF8-195E-4F09-A42F-61256ED64B91}" authorId="{601739CD-6BD1-BAA4-2804-D2A8DA1BC46A}" created="2026-09-03T10:52:24.856">
        <p188:txBody>
          <a:bodyPr/>
          <a:lstStyle/>
          <a:p>
            <a:r>
              <a:rPr lang="en-US"/>
              <a:t>Added the definition of internal notes in the notes section and an image example in the next slide.</a:t>
            </a:r>
          </a:p>
        </p188:txBody>
      </p188:reply>
    </p188:replyLst>
    <p188:txBody>
      <a:bodyPr/>
      <a:lstStyle/>
      <a:p>
        <a:r>
          <a:rPr lang="en-US"/>
          <a:t>Add how to add an internal note in the notes section with examples</a:t>
        </a:r>
      </a:p>
    </p188:txBody>
  </p188:cm>
</p188:cmLst>
</file>

<file path=ppt/comments/modernComment_140_10593A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E96CBF-BB7E-4406-B9D6-2F8DA99939BC}" authorId="{601739CD-6BD1-BAA4-2804-D2A8DA1BC46A}" created="2026-08-24T13:23:29.9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283052" sldId="320"/>
      <ac:spMk id="175" creationId="{7C0722A9-1FEA-AD4D-8B83-C63574ABEC8F}"/>
      <ac:txMk cp="0" len="3">
        <ac:context len="24" hash="3221257868"/>
      </ac:txMk>
    </ac:txMkLst>
    <p188:pos x="802545" y="584067"/>
    <p188:txBody>
      <a:bodyPr/>
      <a:lstStyle/>
      <a:p>
        <a:r>
          <a:rPr lang="en-US"/>
          <a:t>Change image</a:t>
        </a:r>
      </a:p>
    </p188:txBody>
  </p188:cm>
  <p188:cm id="{E2E6A73A-395C-4E11-A6E0-534750E4FDB9}" authorId="{601739CD-6BD1-BAA4-2804-D2A8DA1BC46A}" created="2026-08-24T13:23:40.1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283052" sldId="320"/>
      <ac:spMk id="175" creationId="{7C0722A9-1FEA-AD4D-8B83-C63574ABEC8F}"/>
      <ac:txMk cp="0" len="3">
        <ac:context len="24" hash="3221257868"/>
      </ac:txMk>
    </ac:txMkLst>
    <p188:pos x="802545" y="584067"/>
    <p188:replyLst>
      <p188:reply id="{EBFC64E5-2249-4090-9031-B007DC47E6DA}" authorId="{A0C1245F-A1C4-21C3-DFFF-B27B167CFD49}" created="2026-08-25T10:25:07.015">
        <p188:txBody>
          <a:bodyPr/>
          <a:lstStyle/>
          <a:p>
            <a:r>
              <a:rPr lang="en-US"/>
              <a:t>No examples found in KB</a:t>
            </a:r>
          </a:p>
        </p188:txBody>
      </p188:reply>
    </p188:replyLst>
    <p188:txBody>
      <a:bodyPr/>
      <a:lstStyle/>
      <a:p>
        <a:r>
          <a:rPr lang="en-US"/>
          <a:t>Scenario based example for each</a:t>
        </a:r>
      </a:p>
    </p188:txBody>
  </p188:cm>
</p188:cmLst>
</file>

<file path=ppt/comments/modernComment_141_51D4F6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10E71E-2C77-4652-8E13-975F8AA2B1BB}" authorId="{601739CD-6BD1-BAA4-2804-D2A8DA1BC46A}" created="2026-09-04T15:53:22.044">
    <pc:sldMkLst xmlns:pc="http://schemas.microsoft.com/office/powerpoint/2013/main/command">
      <pc:docMk/>
      <pc:sldMk cId="1372911202" sldId="321"/>
    </pc:sldMkLst>
    <p188:txBody>
      <a:bodyPr/>
      <a:lstStyle/>
      <a:p>
        <a:r>
          <a:rPr lang="en-US"/>
          <a:t>need design suggestions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57343-5528-4043-8CC2-F63182C7D55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9184F1-3310-4E50-ADAE-AA72D2E95E6C}">
      <dgm:prSet phldrT="[Text]" custT="1"/>
      <dgm:spPr>
        <a:solidFill>
          <a:srgbClr val="56B48C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Affiliation </a:t>
          </a:r>
          <a:r>
            <a:rPr lang="en-US" sz="20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- Verify the individual is an official representative</a:t>
          </a:r>
          <a:endParaRPr lang="en-US" sz="20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D443E1A1-3616-4311-A5C4-52DD12404F27}" type="parTrans" cxnId="{5BF53B6E-CB66-4DF7-9F40-4A2359C4363D}">
      <dgm:prSet/>
      <dgm:spPr/>
      <dgm:t>
        <a:bodyPr/>
        <a:lstStyle/>
        <a:p>
          <a:endParaRPr lang="en-US"/>
        </a:p>
      </dgm:t>
    </dgm:pt>
    <dgm:pt modelId="{D0C245A4-57A8-425E-998A-225F38760282}" type="sibTrans" cxnId="{5BF53B6E-CB66-4DF7-9F40-4A2359C4363D}">
      <dgm:prSet/>
      <dgm:spPr/>
      <dgm:t>
        <a:bodyPr/>
        <a:lstStyle/>
        <a:p>
          <a:endParaRPr lang="en-US"/>
        </a:p>
      </dgm:t>
    </dgm:pt>
    <dgm:pt modelId="{9B1807CE-443A-4D3D-AFFE-72C139CBEFCF}">
      <dgm:prSet phldrT="[Text]" custT="1"/>
      <dgm:spPr>
        <a:solidFill>
          <a:srgbClr val="FF86A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which property - 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the correct property they are discussing</a:t>
          </a:r>
          <a:endParaRPr lang="en-US" sz="2000" dirty="0">
            <a:solidFill>
              <a:schemeClr val="tx1"/>
            </a:solidFill>
          </a:endParaRPr>
        </a:p>
      </dgm:t>
    </dgm:pt>
    <dgm:pt modelId="{16233618-5B27-46D1-97B0-5E367B000623}" type="parTrans" cxnId="{B5C89CF4-73C1-479E-8474-A7DA8481CCD9}">
      <dgm:prSet/>
      <dgm:spPr/>
      <dgm:t>
        <a:bodyPr/>
        <a:lstStyle/>
        <a:p>
          <a:endParaRPr lang="en-US"/>
        </a:p>
      </dgm:t>
    </dgm:pt>
    <dgm:pt modelId="{F856388F-30DF-4590-B87E-EFDD26932834}" type="sibTrans" cxnId="{B5C89CF4-73C1-479E-8474-A7DA8481CCD9}">
      <dgm:prSet/>
      <dgm:spPr/>
      <dgm:t>
        <a:bodyPr/>
        <a:lstStyle/>
        <a:p>
          <a:endParaRPr lang="en-US"/>
        </a:p>
      </dgm:t>
    </dgm:pt>
    <dgm:pt modelId="{B2916EDD-E302-4AF8-9D19-41470AC45C32}">
      <dgm:prSet phldrT="[Text]" custT="1"/>
      <dgm:spPr>
        <a:solidFill>
          <a:srgbClr val="ABB9F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Violation type -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 Understand the specific policy violation. (Eg: Boosting, Vandalism)</a:t>
          </a:r>
          <a:endParaRPr lang="en-US" sz="2000" dirty="0">
            <a:solidFill>
              <a:schemeClr val="tx1"/>
            </a:solidFill>
          </a:endParaRPr>
        </a:p>
      </dgm:t>
    </dgm:pt>
    <dgm:pt modelId="{7BECDE53-7D95-4137-A6AF-038A3E67CA2F}" type="parTrans" cxnId="{6CB3AE14-4216-41C7-8105-DB9E5B8C109D}">
      <dgm:prSet/>
      <dgm:spPr/>
      <dgm:t>
        <a:bodyPr/>
        <a:lstStyle/>
        <a:p>
          <a:endParaRPr lang="en-US"/>
        </a:p>
      </dgm:t>
    </dgm:pt>
    <dgm:pt modelId="{36BD9F6D-DADA-4C1A-A783-B72E67AB3FF0}" type="sibTrans" cxnId="{6CB3AE14-4216-41C7-8105-DB9E5B8C109D}">
      <dgm:prSet/>
      <dgm:spPr/>
      <dgm:t>
        <a:bodyPr/>
        <a:lstStyle/>
        <a:p>
          <a:endParaRPr lang="en-US"/>
        </a:p>
      </dgm:t>
    </dgm:pt>
    <dgm:pt modelId="{62AA5769-6A82-4CC1-9316-0D169E15CB0A}">
      <dgm:prSet phldrT="[Text]" custT="1"/>
      <dgm:spPr>
        <a:solidFill>
          <a:srgbClr val="FF616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for previous mitigation - 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Review Zendesk history and Guidelines compliance form (GCF) status for prior actions</a:t>
          </a:r>
          <a:endParaRPr lang="en-US" sz="2000" dirty="0">
            <a:solidFill>
              <a:schemeClr val="tx1"/>
            </a:solidFill>
          </a:endParaRPr>
        </a:p>
      </dgm:t>
    </dgm:pt>
    <dgm:pt modelId="{D16082A6-B9F3-4779-A2E1-F86A3654F3DE}" type="parTrans" cxnId="{1592F745-112C-4D1F-8585-EFB73A9FCC20}">
      <dgm:prSet/>
      <dgm:spPr/>
      <dgm:t>
        <a:bodyPr/>
        <a:lstStyle/>
        <a:p>
          <a:endParaRPr lang="en-US"/>
        </a:p>
      </dgm:t>
    </dgm:pt>
    <dgm:pt modelId="{CC0FB479-819A-4BE0-97FB-686A0B503DD7}" type="sibTrans" cxnId="{1592F745-112C-4D1F-8585-EFB73A9FCC20}">
      <dgm:prSet/>
      <dgm:spPr/>
      <dgm:t>
        <a:bodyPr/>
        <a:lstStyle/>
        <a:p>
          <a:endParaRPr lang="en-US"/>
        </a:p>
      </dgm:t>
    </dgm:pt>
    <dgm:pt modelId="{79051628-3408-49F3-B6C4-A832225D82C2}">
      <dgm:prSet phldrT="[Text]" custT="1"/>
      <dgm:spPr>
        <a:solidFill>
          <a:srgbClr val="A2CF00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and merge duplicate tickets</a:t>
          </a:r>
          <a:endParaRPr lang="en-US" sz="2000" dirty="0">
            <a:solidFill>
              <a:schemeClr val="tx1"/>
            </a:solidFill>
          </a:endParaRPr>
        </a:p>
      </dgm:t>
    </dgm:pt>
    <dgm:pt modelId="{0EDD3CA7-EAEE-4A91-BDCD-CE42DE23D91C}" type="parTrans" cxnId="{991F85AE-6F01-4EEA-825F-1F3360656B32}">
      <dgm:prSet/>
      <dgm:spPr/>
      <dgm:t>
        <a:bodyPr/>
        <a:lstStyle/>
        <a:p>
          <a:endParaRPr lang="en-US"/>
        </a:p>
      </dgm:t>
    </dgm:pt>
    <dgm:pt modelId="{4B14FC56-C5B3-4741-9C6E-74A7AE2CCF3A}" type="sibTrans" cxnId="{991F85AE-6F01-4EEA-825F-1F3360656B32}">
      <dgm:prSet/>
      <dgm:spPr/>
      <dgm:t>
        <a:bodyPr/>
        <a:lstStyle/>
        <a:p>
          <a:endParaRPr lang="en-US"/>
        </a:p>
      </dgm:t>
    </dgm:pt>
    <dgm:pt modelId="{73CE6093-FB21-4FDA-89ED-8D49A41153D1}">
      <dgm:prSet phldrT="[Text]" custT="1"/>
      <dgm:spPr>
        <a:solidFill>
          <a:srgbClr val="85FF8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4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any required peripheral actions</a:t>
          </a:r>
          <a:endParaRPr lang="en-US" sz="2400" b="1" dirty="0">
            <a:solidFill>
              <a:schemeClr val="tx1"/>
            </a:solidFill>
          </a:endParaRPr>
        </a:p>
      </dgm:t>
    </dgm:pt>
    <dgm:pt modelId="{86E15D3B-D6BF-495D-835A-AB0F018074E7}" type="parTrans" cxnId="{C53D21B0-1032-49C7-B865-0B04EFF17A2C}">
      <dgm:prSet/>
      <dgm:spPr/>
      <dgm:t>
        <a:bodyPr/>
        <a:lstStyle/>
        <a:p>
          <a:endParaRPr lang="en-US"/>
        </a:p>
      </dgm:t>
    </dgm:pt>
    <dgm:pt modelId="{3DF6F313-6EBA-44F1-8DD0-F98053DFBA48}" type="sibTrans" cxnId="{C53D21B0-1032-49C7-B865-0B04EFF17A2C}">
      <dgm:prSet/>
      <dgm:spPr/>
      <dgm:t>
        <a:bodyPr/>
        <a:lstStyle/>
        <a:p>
          <a:endParaRPr lang="en-US"/>
        </a:p>
      </dgm:t>
    </dgm:pt>
    <dgm:pt modelId="{14420B69-B970-4F87-B129-304CFFE30D65}" type="pres">
      <dgm:prSet presAssocID="{5B157343-5528-4043-8CC2-F63182C7D555}" presName="Name0" presStyleCnt="0">
        <dgm:presLayoutVars>
          <dgm:chMax val="7"/>
          <dgm:chPref val="7"/>
          <dgm:dir/>
        </dgm:presLayoutVars>
      </dgm:prSet>
      <dgm:spPr/>
    </dgm:pt>
    <dgm:pt modelId="{DD54C788-ADC7-4970-9E94-F005BB83408C}" type="pres">
      <dgm:prSet presAssocID="{5B157343-5528-4043-8CC2-F63182C7D555}" presName="Name1" presStyleCnt="0"/>
      <dgm:spPr/>
    </dgm:pt>
    <dgm:pt modelId="{F66E2302-C13E-4E85-9FA9-06079C6B756F}" type="pres">
      <dgm:prSet presAssocID="{5B157343-5528-4043-8CC2-F63182C7D555}" presName="cycle" presStyleCnt="0"/>
      <dgm:spPr/>
    </dgm:pt>
    <dgm:pt modelId="{BCE4BCE9-7288-420E-AE25-E337BA4DBDE8}" type="pres">
      <dgm:prSet presAssocID="{5B157343-5528-4043-8CC2-F63182C7D555}" presName="srcNode" presStyleLbl="node1" presStyleIdx="0" presStyleCnt="6"/>
      <dgm:spPr/>
    </dgm:pt>
    <dgm:pt modelId="{8500012E-1B76-4F97-AB6E-E81B8E9CF10C}" type="pres">
      <dgm:prSet presAssocID="{5B157343-5528-4043-8CC2-F63182C7D555}" presName="conn" presStyleLbl="parChTrans1D2" presStyleIdx="0" presStyleCnt="1"/>
      <dgm:spPr/>
    </dgm:pt>
    <dgm:pt modelId="{2502264C-E4FD-4B14-BBB0-2CBADB33D890}" type="pres">
      <dgm:prSet presAssocID="{5B157343-5528-4043-8CC2-F63182C7D555}" presName="extraNode" presStyleLbl="node1" presStyleIdx="0" presStyleCnt="6"/>
      <dgm:spPr/>
    </dgm:pt>
    <dgm:pt modelId="{66F468E7-E7A7-4BEA-A32F-F1541554905D}" type="pres">
      <dgm:prSet presAssocID="{5B157343-5528-4043-8CC2-F63182C7D555}" presName="dstNode" presStyleLbl="node1" presStyleIdx="0" presStyleCnt="6"/>
      <dgm:spPr/>
    </dgm:pt>
    <dgm:pt modelId="{EF31A0D9-468E-46E2-82FD-1AFB03C6B097}" type="pres">
      <dgm:prSet presAssocID="{869184F1-3310-4E50-ADAE-AA72D2E95E6C}" presName="text_1" presStyleLbl="node1" presStyleIdx="0" presStyleCnt="6">
        <dgm:presLayoutVars>
          <dgm:bulletEnabled val="1"/>
        </dgm:presLayoutVars>
      </dgm:prSet>
      <dgm:spPr/>
    </dgm:pt>
    <dgm:pt modelId="{6B0E07B5-9709-4717-9E48-FFFF06624622}" type="pres">
      <dgm:prSet presAssocID="{869184F1-3310-4E50-ADAE-AA72D2E95E6C}" presName="accent_1" presStyleCnt="0"/>
      <dgm:spPr/>
    </dgm:pt>
    <dgm:pt modelId="{7B9CC809-2E87-409A-B71B-819532C6985D}" type="pres">
      <dgm:prSet presAssocID="{869184F1-3310-4E50-ADAE-AA72D2E95E6C}" presName="accentRepeatNode" presStyleLbl="solidFgAcc1" presStyleIdx="0" presStyleCnt="6"/>
      <dgm:spPr/>
    </dgm:pt>
    <dgm:pt modelId="{D9AD61F4-8380-4B8F-A6F8-9205F3A1C934}" type="pres">
      <dgm:prSet presAssocID="{9B1807CE-443A-4D3D-AFFE-72C139CBEFCF}" presName="text_2" presStyleLbl="node1" presStyleIdx="1" presStyleCnt="6">
        <dgm:presLayoutVars>
          <dgm:bulletEnabled val="1"/>
        </dgm:presLayoutVars>
      </dgm:prSet>
      <dgm:spPr/>
    </dgm:pt>
    <dgm:pt modelId="{6ED93FE6-3AF2-4732-8742-56A9AECE4D98}" type="pres">
      <dgm:prSet presAssocID="{9B1807CE-443A-4D3D-AFFE-72C139CBEFCF}" presName="accent_2" presStyleCnt="0"/>
      <dgm:spPr/>
    </dgm:pt>
    <dgm:pt modelId="{64D6030F-8163-497C-9795-4D704FA910C4}" type="pres">
      <dgm:prSet presAssocID="{9B1807CE-443A-4D3D-AFFE-72C139CBEFCF}" presName="accentRepeatNode" presStyleLbl="solidFgAcc1" presStyleIdx="1" presStyleCnt="6"/>
      <dgm:spPr/>
    </dgm:pt>
    <dgm:pt modelId="{DD96656D-7ABB-4ABD-8790-6A98620DEE37}" type="pres">
      <dgm:prSet presAssocID="{B2916EDD-E302-4AF8-9D19-41470AC45C32}" presName="text_3" presStyleLbl="node1" presStyleIdx="2" presStyleCnt="6">
        <dgm:presLayoutVars>
          <dgm:bulletEnabled val="1"/>
        </dgm:presLayoutVars>
      </dgm:prSet>
      <dgm:spPr/>
    </dgm:pt>
    <dgm:pt modelId="{B77E691D-F6AB-4C74-BFE7-032E8B094163}" type="pres">
      <dgm:prSet presAssocID="{B2916EDD-E302-4AF8-9D19-41470AC45C32}" presName="accent_3" presStyleCnt="0"/>
      <dgm:spPr/>
    </dgm:pt>
    <dgm:pt modelId="{82FF9C71-BF75-4048-BE30-6BCBC6D906DE}" type="pres">
      <dgm:prSet presAssocID="{B2916EDD-E302-4AF8-9D19-41470AC45C32}" presName="accentRepeatNode" presStyleLbl="solidFgAcc1" presStyleIdx="2" presStyleCnt="6"/>
      <dgm:spPr/>
    </dgm:pt>
    <dgm:pt modelId="{AE2CF939-2BAC-4D47-AF03-F504FBD3D6A4}" type="pres">
      <dgm:prSet presAssocID="{62AA5769-6A82-4CC1-9316-0D169E15CB0A}" presName="text_4" presStyleLbl="node1" presStyleIdx="3" presStyleCnt="6">
        <dgm:presLayoutVars>
          <dgm:bulletEnabled val="1"/>
        </dgm:presLayoutVars>
      </dgm:prSet>
      <dgm:spPr/>
    </dgm:pt>
    <dgm:pt modelId="{A8FC0B26-1487-427D-A47A-CEE8808A6188}" type="pres">
      <dgm:prSet presAssocID="{62AA5769-6A82-4CC1-9316-0D169E15CB0A}" presName="accent_4" presStyleCnt="0"/>
      <dgm:spPr/>
    </dgm:pt>
    <dgm:pt modelId="{4473FFD8-BEE3-40A0-8FA3-DD71FAE6EEB0}" type="pres">
      <dgm:prSet presAssocID="{62AA5769-6A82-4CC1-9316-0D169E15CB0A}" presName="accentRepeatNode" presStyleLbl="solidFgAcc1" presStyleIdx="3" presStyleCnt="6"/>
      <dgm:spPr/>
    </dgm:pt>
    <dgm:pt modelId="{0A48032D-6174-49BC-ADDD-A4ADA94AC3E1}" type="pres">
      <dgm:prSet presAssocID="{79051628-3408-49F3-B6C4-A832225D82C2}" presName="text_5" presStyleLbl="node1" presStyleIdx="4" presStyleCnt="6">
        <dgm:presLayoutVars>
          <dgm:bulletEnabled val="1"/>
        </dgm:presLayoutVars>
      </dgm:prSet>
      <dgm:spPr/>
    </dgm:pt>
    <dgm:pt modelId="{5FF7322C-8790-4A67-B190-223804F1ED98}" type="pres">
      <dgm:prSet presAssocID="{79051628-3408-49F3-B6C4-A832225D82C2}" presName="accent_5" presStyleCnt="0"/>
      <dgm:spPr/>
    </dgm:pt>
    <dgm:pt modelId="{3F7332BA-9758-4E6D-903D-96BC15F5BF7D}" type="pres">
      <dgm:prSet presAssocID="{79051628-3408-49F3-B6C4-A832225D82C2}" presName="accentRepeatNode" presStyleLbl="solidFgAcc1" presStyleIdx="4" presStyleCnt="6"/>
      <dgm:spPr/>
    </dgm:pt>
    <dgm:pt modelId="{1B3AB746-9CB5-4E3A-9904-13669CC6054F}" type="pres">
      <dgm:prSet presAssocID="{73CE6093-FB21-4FDA-89ED-8D49A41153D1}" presName="text_6" presStyleLbl="node1" presStyleIdx="5" presStyleCnt="6">
        <dgm:presLayoutVars>
          <dgm:bulletEnabled val="1"/>
        </dgm:presLayoutVars>
      </dgm:prSet>
      <dgm:spPr/>
    </dgm:pt>
    <dgm:pt modelId="{B63065AE-9948-4A08-8699-D136B2E9FE9F}" type="pres">
      <dgm:prSet presAssocID="{73CE6093-FB21-4FDA-89ED-8D49A41153D1}" presName="accent_6" presStyleCnt="0"/>
      <dgm:spPr/>
    </dgm:pt>
    <dgm:pt modelId="{D6EDD908-3D84-4D6F-B9DA-5AC23682BCD4}" type="pres">
      <dgm:prSet presAssocID="{73CE6093-FB21-4FDA-89ED-8D49A41153D1}" presName="accentRepeatNode" presStyleLbl="solidFgAcc1" presStyleIdx="5" presStyleCnt="6"/>
      <dgm:spPr/>
    </dgm:pt>
  </dgm:ptLst>
  <dgm:cxnLst>
    <dgm:cxn modelId="{6CB3AE14-4216-41C7-8105-DB9E5B8C109D}" srcId="{5B157343-5528-4043-8CC2-F63182C7D555}" destId="{B2916EDD-E302-4AF8-9D19-41470AC45C32}" srcOrd="2" destOrd="0" parTransId="{7BECDE53-7D95-4137-A6AF-038A3E67CA2F}" sibTransId="{36BD9F6D-DADA-4C1A-A783-B72E67AB3FF0}"/>
    <dgm:cxn modelId="{8A8AE73E-8169-4A6C-BD54-FD20C555D061}" type="presOf" srcId="{62AA5769-6A82-4CC1-9316-0D169E15CB0A}" destId="{AE2CF939-2BAC-4D47-AF03-F504FBD3D6A4}" srcOrd="0" destOrd="0" presId="urn:microsoft.com/office/officeart/2008/layout/VerticalCurvedList"/>
    <dgm:cxn modelId="{0B9E0E43-0CD0-4F48-8317-B036F8EC4574}" type="presOf" srcId="{5B157343-5528-4043-8CC2-F63182C7D555}" destId="{14420B69-B970-4F87-B129-304CFFE30D65}" srcOrd="0" destOrd="0" presId="urn:microsoft.com/office/officeart/2008/layout/VerticalCurvedList"/>
    <dgm:cxn modelId="{1592F745-112C-4D1F-8585-EFB73A9FCC20}" srcId="{5B157343-5528-4043-8CC2-F63182C7D555}" destId="{62AA5769-6A82-4CC1-9316-0D169E15CB0A}" srcOrd="3" destOrd="0" parTransId="{D16082A6-B9F3-4779-A2E1-F86A3654F3DE}" sibTransId="{CC0FB479-819A-4BE0-97FB-686A0B503DD7}"/>
    <dgm:cxn modelId="{5BF53B6E-CB66-4DF7-9F40-4A2359C4363D}" srcId="{5B157343-5528-4043-8CC2-F63182C7D555}" destId="{869184F1-3310-4E50-ADAE-AA72D2E95E6C}" srcOrd="0" destOrd="0" parTransId="{D443E1A1-3616-4311-A5C4-52DD12404F27}" sibTransId="{D0C245A4-57A8-425E-998A-225F38760282}"/>
    <dgm:cxn modelId="{F4BCD472-FD6A-4525-B0C7-FEBF024436B2}" type="presOf" srcId="{869184F1-3310-4E50-ADAE-AA72D2E95E6C}" destId="{EF31A0D9-468E-46E2-82FD-1AFB03C6B097}" srcOrd="0" destOrd="0" presId="urn:microsoft.com/office/officeart/2008/layout/VerticalCurvedList"/>
    <dgm:cxn modelId="{7AFE6B5A-B604-4591-9679-3621952F946E}" type="presOf" srcId="{D0C245A4-57A8-425E-998A-225F38760282}" destId="{8500012E-1B76-4F97-AB6E-E81B8E9CF10C}" srcOrd="0" destOrd="0" presId="urn:microsoft.com/office/officeart/2008/layout/VerticalCurvedList"/>
    <dgm:cxn modelId="{7C05F88D-BF0B-4902-89CB-77714883738F}" type="presOf" srcId="{B2916EDD-E302-4AF8-9D19-41470AC45C32}" destId="{DD96656D-7ABB-4ABD-8790-6A98620DEE37}" srcOrd="0" destOrd="0" presId="urn:microsoft.com/office/officeart/2008/layout/VerticalCurvedList"/>
    <dgm:cxn modelId="{991F85AE-6F01-4EEA-825F-1F3360656B32}" srcId="{5B157343-5528-4043-8CC2-F63182C7D555}" destId="{79051628-3408-49F3-B6C4-A832225D82C2}" srcOrd="4" destOrd="0" parTransId="{0EDD3CA7-EAEE-4A91-BDCD-CE42DE23D91C}" sibTransId="{4B14FC56-C5B3-4741-9C6E-74A7AE2CCF3A}"/>
    <dgm:cxn modelId="{C53D21B0-1032-49C7-B865-0B04EFF17A2C}" srcId="{5B157343-5528-4043-8CC2-F63182C7D555}" destId="{73CE6093-FB21-4FDA-89ED-8D49A41153D1}" srcOrd="5" destOrd="0" parTransId="{86E15D3B-D6BF-495D-835A-AB0F018074E7}" sibTransId="{3DF6F313-6EBA-44F1-8DD0-F98053DFBA48}"/>
    <dgm:cxn modelId="{AB0384E0-E29A-43B1-90BC-EF32100419DB}" type="presOf" srcId="{73CE6093-FB21-4FDA-89ED-8D49A41153D1}" destId="{1B3AB746-9CB5-4E3A-9904-13669CC6054F}" srcOrd="0" destOrd="0" presId="urn:microsoft.com/office/officeart/2008/layout/VerticalCurvedList"/>
    <dgm:cxn modelId="{83D826E1-CABD-44E4-A8F8-0A4A4E3D1DED}" type="presOf" srcId="{9B1807CE-443A-4D3D-AFFE-72C139CBEFCF}" destId="{D9AD61F4-8380-4B8F-A6F8-9205F3A1C934}" srcOrd="0" destOrd="0" presId="urn:microsoft.com/office/officeart/2008/layout/VerticalCurvedList"/>
    <dgm:cxn modelId="{9EAF90F1-EE6D-43D1-891E-667A87CF7440}" type="presOf" srcId="{79051628-3408-49F3-B6C4-A832225D82C2}" destId="{0A48032D-6174-49BC-ADDD-A4ADA94AC3E1}" srcOrd="0" destOrd="0" presId="urn:microsoft.com/office/officeart/2008/layout/VerticalCurvedList"/>
    <dgm:cxn modelId="{B5C89CF4-73C1-479E-8474-A7DA8481CCD9}" srcId="{5B157343-5528-4043-8CC2-F63182C7D555}" destId="{9B1807CE-443A-4D3D-AFFE-72C139CBEFCF}" srcOrd="1" destOrd="0" parTransId="{16233618-5B27-46D1-97B0-5E367B000623}" sibTransId="{F856388F-30DF-4590-B87E-EFDD26932834}"/>
    <dgm:cxn modelId="{291AFB0E-2D83-4575-9D59-197151AD9EE5}" type="presParOf" srcId="{14420B69-B970-4F87-B129-304CFFE30D65}" destId="{DD54C788-ADC7-4970-9E94-F005BB83408C}" srcOrd="0" destOrd="0" presId="urn:microsoft.com/office/officeart/2008/layout/VerticalCurvedList"/>
    <dgm:cxn modelId="{7AAC5F19-0FCB-42D1-8CB4-72E654D976B1}" type="presParOf" srcId="{DD54C788-ADC7-4970-9E94-F005BB83408C}" destId="{F66E2302-C13E-4E85-9FA9-06079C6B756F}" srcOrd="0" destOrd="0" presId="urn:microsoft.com/office/officeart/2008/layout/VerticalCurvedList"/>
    <dgm:cxn modelId="{C8AF07CB-E454-459E-A6FE-D7F5D7DA67B5}" type="presParOf" srcId="{F66E2302-C13E-4E85-9FA9-06079C6B756F}" destId="{BCE4BCE9-7288-420E-AE25-E337BA4DBDE8}" srcOrd="0" destOrd="0" presId="urn:microsoft.com/office/officeart/2008/layout/VerticalCurvedList"/>
    <dgm:cxn modelId="{A020BFD8-9E35-4128-8F8F-55943275DBDD}" type="presParOf" srcId="{F66E2302-C13E-4E85-9FA9-06079C6B756F}" destId="{8500012E-1B76-4F97-AB6E-E81B8E9CF10C}" srcOrd="1" destOrd="0" presId="urn:microsoft.com/office/officeart/2008/layout/VerticalCurvedList"/>
    <dgm:cxn modelId="{7B977CB8-D504-4811-8AC0-E5B570A066DE}" type="presParOf" srcId="{F66E2302-C13E-4E85-9FA9-06079C6B756F}" destId="{2502264C-E4FD-4B14-BBB0-2CBADB33D890}" srcOrd="2" destOrd="0" presId="urn:microsoft.com/office/officeart/2008/layout/VerticalCurvedList"/>
    <dgm:cxn modelId="{A0DAC69F-3176-44C8-8145-233DE4251E01}" type="presParOf" srcId="{F66E2302-C13E-4E85-9FA9-06079C6B756F}" destId="{66F468E7-E7A7-4BEA-A32F-F1541554905D}" srcOrd="3" destOrd="0" presId="urn:microsoft.com/office/officeart/2008/layout/VerticalCurvedList"/>
    <dgm:cxn modelId="{446EA292-2E35-43C5-9870-9E9864E16843}" type="presParOf" srcId="{DD54C788-ADC7-4970-9E94-F005BB83408C}" destId="{EF31A0D9-468E-46E2-82FD-1AFB03C6B097}" srcOrd="1" destOrd="0" presId="urn:microsoft.com/office/officeart/2008/layout/VerticalCurvedList"/>
    <dgm:cxn modelId="{9DB1A54F-9C86-4C46-965C-0498BEF22EA0}" type="presParOf" srcId="{DD54C788-ADC7-4970-9E94-F005BB83408C}" destId="{6B0E07B5-9709-4717-9E48-FFFF06624622}" srcOrd="2" destOrd="0" presId="urn:microsoft.com/office/officeart/2008/layout/VerticalCurvedList"/>
    <dgm:cxn modelId="{DEE6C579-8E05-4BDF-98C4-DBE00146A709}" type="presParOf" srcId="{6B0E07B5-9709-4717-9E48-FFFF06624622}" destId="{7B9CC809-2E87-409A-B71B-819532C6985D}" srcOrd="0" destOrd="0" presId="urn:microsoft.com/office/officeart/2008/layout/VerticalCurvedList"/>
    <dgm:cxn modelId="{692DEE0F-B2D5-414E-97F3-7CF11B313636}" type="presParOf" srcId="{DD54C788-ADC7-4970-9E94-F005BB83408C}" destId="{D9AD61F4-8380-4B8F-A6F8-9205F3A1C934}" srcOrd="3" destOrd="0" presId="urn:microsoft.com/office/officeart/2008/layout/VerticalCurvedList"/>
    <dgm:cxn modelId="{9B45A4EE-A902-4B96-828B-B379473EF041}" type="presParOf" srcId="{DD54C788-ADC7-4970-9E94-F005BB83408C}" destId="{6ED93FE6-3AF2-4732-8742-56A9AECE4D98}" srcOrd="4" destOrd="0" presId="urn:microsoft.com/office/officeart/2008/layout/VerticalCurvedList"/>
    <dgm:cxn modelId="{2A95DCBD-1C76-492F-A8C7-8FEE994A5AE1}" type="presParOf" srcId="{6ED93FE6-3AF2-4732-8742-56A9AECE4D98}" destId="{64D6030F-8163-497C-9795-4D704FA910C4}" srcOrd="0" destOrd="0" presId="urn:microsoft.com/office/officeart/2008/layout/VerticalCurvedList"/>
    <dgm:cxn modelId="{C7816CAA-5A45-4596-86B8-BD8A2AD642BE}" type="presParOf" srcId="{DD54C788-ADC7-4970-9E94-F005BB83408C}" destId="{DD96656D-7ABB-4ABD-8790-6A98620DEE37}" srcOrd="5" destOrd="0" presId="urn:microsoft.com/office/officeart/2008/layout/VerticalCurvedList"/>
    <dgm:cxn modelId="{566B40BE-533C-4F8C-9703-F7F833503B79}" type="presParOf" srcId="{DD54C788-ADC7-4970-9E94-F005BB83408C}" destId="{B77E691D-F6AB-4C74-BFE7-032E8B094163}" srcOrd="6" destOrd="0" presId="urn:microsoft.com/office/officeart/2008/layout/VerticalCurvedList"/>
    <dgm:cxn modelId="{3F5E1826-61AF-4472-8AA6-10FD89FBEDD1}" type="presParOf" srcId="{B77E691D-F6AB-4C74-BFE7-032E8B094163}" destId="{82FF9C71-BF75-4048-BE30-6BCBC6D906DE}" srcOrd="0" destOrd="0" presId="urn:microsoft.com/office/officeart/2008/layout/VerticalCurvedList"/>
    <dgm:cxn modelId="{9DECAA01-37F4-4B45-9BF1-698B96A1262F}" type="presParOf" srcId="{DD54C788-ADC7-4970-9E94-F005BB83408C}" destId="{AE2CF939-2BAC-4D47-AF03-F504FBD3D6A4}" srcOrd="7" destOrd="0" presId="urn:microsoft.com/office/officeart/2008/layout/VerticalCurvedList"/>
    <dgm:cxn modelId="{999E59D9-6E11-44FB-97B8-462A7CE4FAEF}" type="presParOf" srcId="{DD54C788-ADC7-4970-9E94-F005BB83408C}" destId="{A8FC0B26-1487-427D-A47A-CEE8808A6188}" srcOrd="8" destOrd="0" presId="urn:microsoft.com/office/officeart/2008/layout/VerticalCurvedList"/>
    <dgm:cxn modelId="{8938383B-BB53-4AF9-8E96-BCEB07788E14}" type="presParOf" srcId="{A8FC0B26-1487-427D-A47A-CEE8808A6188}" destId="{4473FFD8-BEE3-40A0-8FA3-DD71FAE6EEB0}" srcOrd="0" destOrd="0" presId="urn:microsoft.com/office/officeart/2008/layout/VerticalCurvedList"/>
    <dgm:cxn modelId="{90725E46-CDD8-4907-B4CE-DFACAD918A5A}" type="presParOf" srcId="{DD54C788-ADC7-4970-9E94-F005BB83408C}" destId="{0A48032D-6174-49BC-ADDD-A4ADA94AC3E1}" srcOrd="9" destOrd="0" presId="urn:microsoft.com/office/officeart/2008/layout/VerticalCurvedList"/>
    <dgm:cxn modelId="{39535C1F-3FE5-41E9-849C-FB8BEFD56402}" type="presParOf" srcId="{DD54C788-ADC7-4970-9E94-F005BB83408C}" destId="{5FF7322C-8790-4A67-B190-223804F1ED98}" srcOrd="10" destOrd="0" presId="urn:microsoft.com/office/officeart/2008/layout/VerticalCurvedList"/>
    <dgm:cxn modelId="{7AF95854-CF15-4A7F-B5A9-A2EE304E0841}" type="presParOf" srcId="{5FF7322C-8790-4A67-B190-223804F1ED98}" destId="{3F7332BA-9758-4E6D-903D-96BC15F5BF7D}" srcOrd="0" destOrd="0" presId="urn:microsoft.com/office/officeart/2008/layout/VerticalCurvedList"/>
    <dgm:cxn modelId="{F927B30A-5A0D-47C7-8956-6DE230D0D5C9}" type="presParOf" srcId="{DD54C788-ADC7-4970-9E94-F005BB83408C}" destId="{1B3AB746-9CB5-4E3A-9904-13669CC6054F}" srcOrd="11" destOrd="0" presId="urn:microsoft.com/office/officeart/2008/layout/VerticalCurvedList"/>
    <dgm:cxn modelId="{323548C7-2538-4E9F-9B1E-8ABBC2434606}" type="presParOf" srcId="{DD54C788-ADC7-4970-9E94-F005BB83408C}" destId="{B63065AE-9948-4A08-8699-D136B2E9FE9F}" srcOrd="12" destOrd="0" presId="urn:microsoft.com/office/officeart/2008/layout/VerticalCurvedList"/>
    <dgm:cxn modelId="{5D04D860-F0EE-472F-BC2B-D4B88E2D8875}" type="presParOf" srcId="{B63065AE-9948-4A08-8699-D136B2E9FE9F}" destId="{D6EDD908-3D84-4D6F-B9DA-5AC23682BCD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6CCA74-510E-4140-B541-E83C300EA66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FF7E77-9BB9-4078-B40C-1AAF1A81F975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DB44E31-B715-4564-8FCB-433FB831A903}" type="parTrans" cxnId="{927A7EDA-047C-4284-9B5D-C28CAD391CC2}">
      <dgm:prSet/>
      <dgm:spPr/>
      <dgm:t>
        <a:bodyPr/>
        <a:lstStyle/>
        <a:p>
          <a:endParaRPr lang="en-US"/>
        </a:p>
      </dgm:t>
    </dgm:pt>
    <dgm:pt modelId="{B0EED045-CC84-4E49-9FF3-277E9D6C21BB}" type="sibTrans" cxnId="{927A7EDA-047C-4284-9B5D-C28CAD391CC2}">
      <dgm:prSet/>
      <dgm:spPr/>
      <dgm:t>
        <a:bodyPr/>
        <a:lstStyle/>
        <a:p>
          <a:endParaRPr lang="en-US"/>
        </a:p>
      </dgm:t>
    </dgm:pt>
    <dgm:pt modelId="{45A132A5-6071-4F6C-9350-43159A67FCF3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5F64CB4-7366-4CFB-9361-3DE2F9E0791F}" type="parTrans" cxnId="{697EF82E-9AA9-41D6-AD2C-23232C04801F}">
      <dgm:prSet/>
      <dgm:spPr/>
      <dgm:t>
        <a:bodyPr/>
        <a:lstStyle/>
        <a:p>
          <a:endParaRPr lang="en-US"/>
        </a:p>
      </dgm:t>
    </dgm:pt>
    <dgm:pt modelId="{5F00D7CA-99B9-426D-A4C3-A65913F7C244}" type="sibTrans" cxnId="{697EF82E-9AA9-41D6-AD2C-23232C04801F}">
      <dgm:prSet/>
      <dgm:spPr/>
      <dgm:t>
        <a:bodyPr/>
        <a:lstStyle/>
        <a:p>
          <a:endParaRPr lang="en-US"/>
        </a:p>
      </dgm:t>
    </dgm:pt>
    <dgm:pt modelId="{DBC2E116-2243-4FDD-8018-D2038F6B4C68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CB1198F-A6BC-4F4C-8608-561951CBE7B0}" type="parTrans" cxnId="{C02AA1A3-6E20-46EA-A229-07DA15E3093A}">
      <dgm:prSet/>
      <dgm:spPr/>
      <dgm:t>
        <a:bodyPr/>
        <a:lstStyle/>
        <a:p>
          <a:endParaRPr lang="en-US"/>
        </a:p>
      </dgm:t>
    </dgm:pt>
    <dgm:pt modelId="{C399A249-6DAC-4597-9CF7-3C772AA88761}" type="sibTrans" cxnId="{C02AA1A3-6E20-46EA-A229-07DA15E3093A}">
      <dgm:prSet/>
      <dgm:spPr/>
      <dgm:t>
        <a:bodyPr/>
        <a:lstStyle/>
        <a:p>
          <a:endParaRPr lang="en-US"/>
        </a:p>
      </dgm:t>
    </dgm:pt>
    <dgm:pt modelId="{138D9C1A-3EC3-4352-8DB0-EC42A8E9A5E6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Chain domains (e.g., @Viator.com) do not prove sub-brand affiliation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33CC13C0-50E6-4850-B404-A865B4A01C20}" type="parTrans" cxnId="{450B51CE-9F13-41A7-9285-77E43F3236DF}">
      <dgm:prSet/>
      <dgm:spPr/>
      <dgm:t>
        <a:bodyPr/>
        <a:lstStyle/>
        <a:p>
          <a:endParaRPr lang="en-US"/>
        </a:p>
      </dgm:t>
    </dgm:pt>
    <dgm:pt modelId="{4184BCB4-3D08-407E-8EBA-0E5396CF64F8}" type="sibTrans" cxnId="{450B51CE-9F13-41A7-9285-77E43F3236DF}">
      <dgm:prSet/>
      <dgm:spPr/>
      <dgm:t>
        <a:bodyPr/>
        <a:lstStyle/>
        <a:p>
          <a:endParaRPr lang="en-US"/>
        </a:p>
      </dgm:t>
    </dgm:pt>
    <dgm:pt modelId="{EA58BF64-196B-48D4-BC95-9D265B0099F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E4E9D82B-B53A-4890-89A5-BC5BD70BA040}" type="parTrans" cxnId="{01725620-0723-4855-B0E9-C42FE0B82BC5}">
      <dgm:prSet/>
      <dgm:spPr/>
      <dgm:t>
        <a:bodyPr/>
        <a:lstStyle/>
        <a:p>
          <a:endParaRPr lang="en-US"/>
        </a:p>
      </dgm:t>
    </dgm:pt>
    <dgm:pt modelId="{0C86B84B-2363-4774-BB4E-3D517375470F}" type="sibTrans" cxnId="{01725620-0723-4855-B0E9-C42FE0B82BC5}">
      <dgm:prSet/>
      <dgm:spPr/>
      <dgm:t>
        <a:bodyPr/>
        <a:lstStyle/>
        <a:p>
          <a:endParaRPr lang="en-US"/>
        </a:p>
      </dgm:t>
    </dgm:pt>
    <dgm:pt modelId="{87065530-3B2E-4957-AE90-81E6D1960633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BAD8524F-3C91-4AA6-8C1A-1A71D86A8CC6}" type="parTrans" cxnId="{3A440317-6276-424B-997A-7A5CE439F50B}">
      <dgm:prSet/>
      <dgm:spPr/>
      <dgm:t>
        <a:bodyPr/>
        <a:lstStyle/>
        <a:p>
          <a:endParaRPr lang="en-US"/>
        </a:p>
      </dgm:t>
    </dgm:pt>
    <dgm:pt modelId="{A89839AC-840E-4FDE-B384-70FD49470147}" type="sibTrans" cxnId="{3A440317-6276-424B-997A-7A5CE439F50B}">
      <dgm:prSet/>
      <dgm:spPr/>
      <dgm:t>
        <a:bodyPr/>
        <a:lstStyle/>
        <a:p>
          <a:endParaRPr lang="en-US"/>
        </a:p>
      </dgm:t>
    </dgm:pt>
    <dgm:pt modelId="{FE5971C8-7F79-468B-8934-FBE481EAEA97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087EC9F-A5C9-4BE4-8179-DAD13208D034}" type="parTrans" cxnId="{4C25A8AE-A79D-414B-97C5-41630822A498}">
      <dgm:prSet/>
      <dgm:spPr/>
      <dgm:t>
        <a:bodyPr/>
        <a:lstStyle/>
        <a:p>
          <a:endParaRPr lang="en-US"/>
        </a:p>
      </dgm:t>
    </dgm:pt>
    <dgm:pt modelId="{9836A637-B33B-4025-98BB-7F582A4939B4}" type="sibTrans" cxnId="{4C25A8AE-A79D-414B-97C5-41630822A498}">
      <dgm:prSet/>
      <dgm:spPr/>
      <dgm:t>
        <a:bodyPr/>
        <a:lstStyle/>
        <a:p>
          <a:endParaRPr lang="en-US"/>
        </a:p>
      </dgm:t>
    </dgm:pt>
    <dgm:pt modelId="{00E7D422-D757-4F87-9B14-D3C74B6CAC8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BBD0799-4010-41DA-A5FB-BE99CBAD0603}" type="parTrans" cxnId="{6116D9CB-AAA0-42B6-AC63-26A7D36D5D44}">
      <dgm:prSet/>
      <dgm:spPr/>
      <dgm:t>
        <a:bodyPr/>
        <a:lstStyle/>
        <a:p>
          <a:endParaRPr lang="en-US"/>
        </a:p>
      </dgm:t>
    </dgm:pt>
    <dgm:pt modelId="{4066AEA8-55D2-49B9-8DA3-5B2A1F961BB0}" type="sibTrans" cxnId="{6116D9CB-AAA0-42B6-AC63-26A7D36D5D44}">
      <dgm:prSet/>
      <dgm:spPr/>
      <dgm:t>
        <a:bodyPr/>
        <a:lstStyle/>
        <a:p>
          <a:endParaRPr lang="en-US"/>
        </a:p>
      </dgm:t>
    </dgm:pt>
    <dgm:pt modelId="{9F46F393-807F-42A5-8FAA-0D3E1A19C4D4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8D67C1D-BA7D-4CFF-9643-A491681EE263}" type="parTrans" cxnId="{42DA5D65-6D56-46FE-AAC0-47CC2773BCE1}">
      <dgm:prSet/>
      <dgm:spPr/>
      <dgm:t>
        <a:bodyPr/>
        <a:lstStyle/>
        <a:p>
          <a:endParaRPr lang="en-US"/>
        </a:p>
      </dgm:t>
    </dgm:pt>
    <dgm:pt modelId="{684468F5-41C2-4642-A173-56342DEC926D}" type="sibTrans" cxnId="{42DA5D65-6D56-46FE-AAC0-47CC2773BCE1}">
      <dgm:prSet/>
      <dgm:spPr/>
      <dgm:t>
        <a:bodyPr/>
        <a:lstStyle/>
        <a:p>
          <a:endParaRPr lang="en-US"/>
        </a:p>
      </dgm:t>
    </dgm:pt>
    <dgm:pt modelId="{97DF16B4-EBAC-4EC9-8DCA-A5F19928ED6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A89CA456-27A4-4B62-A28A-426C9E7E60B5}" type="parTrans" cxnId="{8F1739E7-4EC6-4F72-A227-0632BE8A2615}">
      <dgm:prSet/>
      <dgm:spPr/>
      <dgm:t>
        <a:bodyPr/>
        <a:lstStyle/>
        <a:p>
          <a:endParaRPr lang="en-US"/>
        </a:p>
      </dgm:t>
    </dgm:pt>
    <dgm:pt modelId="{24646376-9096-480B-AB11-8B8778B88D59}" type="sibTrans" cxnId="{8F1739E7-4EC6-4F72-A227-0632BE8A2615}">
      <dgm:prSet/>
      <dgm:spPr/>
      <dgm:t>
        <a:bodyPr/>
        <a:lstStyle/>
        <a:p>
          <a:endParaRPr lang="en-US"/>
        </a:p>
      </dgm:t>
    </dgm:pt>
    <dgm:pt modelId="{DDC7C308-B476-4E94-9AEC-82BBBF126C91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E64D909-DD21-4677-A12A-FD6E600FD7C4}" type="parTrans" cxnId="{F3608609-B742-4722-A871-28B762F30343}">
      <dgm:prSet/>
      <dgm:spPr/>
      <dgm:t>
        <a:bodyPr/>
        <a:lstStyle/>
        <a:p>
          <a:endParaRPr lang="en-US"/>
        </a:p>
      </dgm:t>
    </dgm:pt>
    <dgm:pt modelId="{02CECC45-F5AE-4C1A-954B-740BC32E3F4B}" type="sibTrans" cxnId="{F3608609-B742-4722-A871-28B762F30343}">
      <dgm:prSet/>
      <dgm:spPr/>
      <dgm:t>
        <a:bodyPr/>
        <a:lstStyle/>
        <a:p>
          <a:endParaRPr lang="en-US"/>
        </a:p>
      </dgm:t>
    </dgm:pt>
    <dgm:pt modelId="{4DD89DA6-0B87-4948-87B3-89A5B97F2E7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8C4D267-31FC-4090-8F5C-66255DDED4BE}" type="parTrans" cxnId="{F9D20427-C331-4178-8192-A551F192D09B}">
      <dgm:prSet/>
      <dgm:spPr/>
      <dgm:t>
        <a:bodyPr/>
        <a:lstStyle/>
        <a:p>
          <a:endParaRPr lang="en-US"/>
        </a:p>
      </dgm:t>
    </dgm:pt>
    <dgm:pt modelId="{B7784111-2917-4700-BCEF-382E228C01AF}" type="sibTrans" cxnId="{F9D20427-C331-4178-8192-A551F192D09B}">
      <dgm:prSet/>
      <dgm:spPr/>
      <dgm:t>
        <a:bodyPr/>
        <a:lstStyle/>
        <a:p>
          <a:endParaRPr lang="en-US"/>
        </a:p>
      </dgm:t>
    </dgm:pt>
    <dgm:pt modelId="{6800591E-9E0C-4FA6-9C08-D614EC33A11A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FD80AFB-9F21-4373-8B08-F5AA6EDB957A}" type="sibTrans" cxnId="{9C680189-3391-4B64-95C7-C5D614D199C9}">
      <dgm:prSet/>
      <dgm:spPr/>
      <dgm:t>
        <a:bodyPr/>
        <a:lstStyle/>
        <a:p>
          <a:endParaRPr lang="en-US"/>
        </a:p>
      </dgm:t>
    </dgm:pt>
    <dgm:pt modelId="{F5BD6026-1100-4202-9C3E-86E12CDE1A85}" type="parTrans" cxnId="{9C680189-3391-4B64-95C7-C5D614D199C9}">
      <dgm:prSet/>
      <dgm:spPr/>
      <dgm:t>
        <a:bodyPr/>
        <a:lstStyle/>
        <a:p>
          <a:endParaRPr lang="en-US"/>
        </a:p>
      </dgm:t>
    </dgm:pt>
    <dgm:pt modelId="{8B454ADF-2F76-4F5F-8B93-FA27AC9A2274}" type="pres">
      <dgm:prSet presAssocID="{AA6CCA74-510E-4140-B541-E83C300EA663}" presName="Name0" presStyleCnt="0">
        <dgm:presLayoutVars>
          <dgm:dir/>
          <dgm:animLvl val="lvl"/>
          <dgm:resizeHandles val="exact"/>
        </dgm:presLayoutVars>
      </dgm:prSet>
      <dgm:spPr/>
    </dgm:pt>
    <dgm:pt modelId="{70F83049-D94E-4DF3-9D80-99827707DE37}" type="pres">
      <dgm:prSet presAssocID="{85FF7E77-9BB9-4078-B40C-1AAF1A81F975}" presName="composite" presStyleCnt="0"/>
      <dgm:spPr/>
    </dgm:pt>
    <dgm:pt modelId="{81B2FB35-1367-45AF-A74B-72EF63D0D9AE}" type="pres">
      <dgm:prSet presAssocID="{85FF7E77-9BB9-4078-B40C-1AAF1A81F975}" presName="parTx" presStyleLbl="alignNode1" presStyleIdx="0" presStyleCnt="3" custLinFactNeighborX="489" custLinFactNeighborY="-1855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94EDBD91-048F-43C5-9F6F-CC2CF58872AA}" type="pres">
      <dgm:prSet presAssocID="{85FF7E77-9BB9-4078-B40C-1AAF1A81F975}" presName="desTx" presStyleLbl="alignAccFollowNode1" presStyleIdx="0" presStyleCnt="3">
        <dgm:presLayoutVars>
          <dgm:bulletEnabled val="1"/>
        </dgm:presLayoutVars>
      </dgm:prSet>
      <dgm:spPr/>
    </dgm:pt>
    <dgm:pt modelId="{D3802CD8-03C2-43B5-8514-05534973605F}" type="pres">
      <dgm:prSet presAssocID="{B0EED045-CC84-4E49-9FF3-277E9D6C21BB}" presName="space" presStyleCnt="0"/>
      <dgm:spPr/>
    </dgm:pt>
    <dgm:pt modelId="{282A3FC6-4A9B-4126-8316-83F6537D1F3E}" type="pres">
      <dgm:prSet presAssocID="{6800591E-9E0C-4FA6-9C08-D614EC33A11A}" presName="composite" presStyleCnt="0"/>
      <dgm:spPr/>
    </dgm:pt>
    <dgm:pt modelId="{BF8E651B-78E8-4622-AB03-339454D5DB07}" type="pres">
      <dgm:prSet presAssocID="{6800591E-9E0C-4FA6-9C08-D614EC33A11A}" presName="parTx" presStyleLbl="alignNode1" presStyleIdx="1" presStyleCnt="3" custLinFactNeighborX="-1005" custLinFactNeighborY="-565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36435811-FBF2-4610-8F6B-8691DC584DA6}" type="pres">
      <dgm:prSet presAssocID="{6800591E-9E0C-4FA6-9C08-D614EC33A11A}" presName="desTx" presStyleLbl="alignAccFollowNode1" presStyleIdx="1" presStyleCnt="3">
        <dgm:presLayoutVars>
          <dgm:bulletEnabled val="1"/>
        </dgm:presLayoutVars>
      </dgm:prSet>
      <dgm:spPr/>
    </dgm:pt>
    <dgm:pt modelId="{69356FF3-796F-40C0-AB56-D4E6A952D43C}" type="pres">
      <dgm:prSet presAssocID="{8FD80AFB-9F21-4373-8B08-F5AA6EDB957A}" presName="space" presStyleCnt="0"/>
      <dgm:spPr/>
    </dgm:pt>
    <dgm:pt modelId="{CBCB7040-AE0A-45DB-8014-50FFA3031E07}" type="pres">
      <dgm:prSet presAssocID="{87065530-3B2E-4957-AE90-81E6D1960633}" presName="composite" presStyleCnt="0"/>
      <dgm:spPr/>
    </dgm:pt>
    <dgm:pt modelId="{731DEB88-0771-45A6-922C-8464BBEBD4E4}" type="pres">
      <dgm:prSet presAssocID="{87065530-3B2E-4957-AE90-81E6D1960633}" presName="parTx" presStyleLbl="alignNode1" presStyleIdx="2" presStyleCnt="3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23DD090E-0AAC-4193-BF1E-B27653358EF2}" type="pres">
      <dgm:prSet presAssocID="{87065530-3B2E-4957-AE90-81E6D196063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DB98603-1CC5-4735-955A-28913304B7A5}" type="presOf" srcId="{9F46F393-807F-42A5-8FAA-0D3E1A19C4D4}" destId="{36435811-FBF2-4610-8F6B-8691DC584DA6}" srcOrd="0" destOrd="1" presId="urn:microsoft.com/office/officeart/2005/8/layout/hList1"/>
    <dgm:cxn modelId="{59AAC205-0DBE-4112-8055-954CCA1EC6D5}" type="presOf" srcId="{DDC7C308-B476-4E94-9AEC-82BBBF126C91}" destId="{23DD090E-0AAC-4193-BF1E-B27653358EF2}" srcOrd="0" destOrd="2" presId="urn:microsoft.com/office/officeart/2005/8/layout/hList1"/>
    <dgm:cxn modelId="{32142106-D111-4243-8253-C03CF5C1A2E6}" type="presOf" srcId="{138D9C1A-3EC3-4352-8DB0-EC42A8E9A5E6}" destId="{36435811-FBF2-4610-8F6B-8691DC584DA6}" srcOrd="0" destOrd="0" presId="urn:microsoft.com/office/officeart/2005/8/layout/hList1"/>
    <dgm:cxn modelId="{F3608609-B742-4722-A871-28B762F30343}" srcId="{87065530-3B2E-4957-AE90-81E6D1960633}" destId="{DDC7C308-B476-4E94-9AEC-82BBBF126C91}" srcOrd="2" destOrd="0" parTransId="{2E64D909-DD21-4677-A12A-FD6E600FD7C4}" sibTransId="{02CECC45-F5AE-4C1A-954B-740BC32E3F4B}"/>
    <dgm:cxn modelId="{6C8B6E12-F0BA-4E15-B34C-05FCBAC9CF0A}" type="presOf" srcId="{AA6CCA74-510E-4140-B541-E83C300EA663}" destId="{8B454ADF-2F76-4F5F-8B93-FA27AC9A2274}" srcOrd="0" destOrd="0" presId="urn:microsoft.com/office/officeart/2005/8/layout/hList1"/>
    <dgm:cxn modelId="{3A440317-6276-424B-997A-7A5CE439F50B}" srcId="{AA6CCA74-510E-4140-B541-E83C300EA663}" destId="{87065530-3B2E-4957-AE90-81E6D1960633}" srcOrd="2" destOrd="0" parTransId="{BAD8524F-3C91-4AA6-8C1A-1A71D86A8CC6}" sibTransId="{A89839AC-840E-4FDE-B384-70FD49470147}"/>
    <dgm:cxn modelId="{D28DAA1F-877A-4110-8CA8-B4005C2121DA}" type="presOf" srcId="{4DD89DA6-0B87-4948-87B3-89A5B97F2E7B}" destId="{94EDBD91-048F-43C5-9F6F-CC2CF58872AA}" srcOrd="0" destOrd="1" presId="urn:microsoft.com/office/officeart/2005/8/layout/hList1"/>
    <dgm:cxn modelId="{01725620-0723-4855-B0E9-C42FE0B82BC5}" srcId="{6800591E-9E0C-4FA6-9C08-D614EC33A11A}" destId="{EA58BF64-196B-48D4-BC95-9D265B0099F2}" srcOrd="2" destOrd="0" parTransId="{E4E9D82B-B53A-4890-89A5-BC5BD70BA040}" sibTransId="{0C86B84B-2363-4774-BB4E-3D517375470F}"/>
    <dgm:cxn modelId="{13E37F22-0282-4C32-A04B-9D72FB2623F5}" type="presOf" srcId="{EA58BF64-196B-48D4-BC95-9D265B0099F2}" destId="{36435811-FBF2-4610-8F6B-8691DC584DA6}" srcOrd="0" destOrd="2" presId="urn:microsoft.com/office/officeart/2005/8/layout/hList1"/>
    <dgm:cxn modelId="{615A6324-3652-4690-A922-65E461C652AE}" type="presOf" srcId="{85FF7E77-9BB9-4078-B40C-1AAF1A81F975}" destId="{81B2FB35-1367-45AF-A74B-72EF63D0D9AE}" srcOrd="0" destOrd="0" presId="urn:microsoft.com/office/officeart/2005/8/layout/hList1"/>
    <dgm:cxn modelId="{F9D20427-C331-4178-8192-A551F192D09B}" srcId="{85FF7E77-9BB9-4078-B40C-1AAF1A81F975}" destId="{4DD89DA6-0B87-4948-87B3-89A5B97F2E7B}" srcOrd="1" destOrd="0" parTransId="{78C4D267-31FC-4090-8F5C-66255DDED4BE}" sibTransId="{B7784111-2917-4700-BCEF-382E228C01AF}"/>
    <dgm:cxn modelId="{697EF82E-9AA9-41D6-AD2C-23232C04801F}" srcId="{85FF7E77-9BB9-4078-B40C-1AAF1A81F975}" destId="{45A132A5-6071-4F6C-9350-43159A67FCF3}" srcOrd="0" destOrd="0" parTransId="{85F64CB4-7366-4CFB-9361-3DE2F9E0791F}" sibTransId="{5F00D7CA-99B9-426D-A4C3-A65913F7C244}"/>
    <dgm:cxn modelId="{42DA5D65-6D56-46FE-AAC0-47CC2773BCE1}" srcId="{6800591E-9E0C-4FA6-9C08-D614EC33A11A}" destId="{9F46F393-807F-42A5-8FAA-0D3E1A19C4D4}" srcOrd="1" destOrd="0" parTransId="{F8D67C1D-BA7D-4CFF-9643-A491681EE263}" sibTransId="{684468F5-41C2-4642-A173-56342DEC926D}"/>
    <dgm:cxn modelId="{3F9DC34A-3442-44AA-B369-B0FCF1768127}" type="presOf" srcId="{DBC2E116-2243-4FDD-8018-D2038F6B4C68}" destId="{94EDBD91-048F-43C5-9F6F-CC2CF58872AA}" srcOrd="0" destOrd="3" presId="urn:microsoft.com/office/officeart/2005/8/layout/hList1"/>
    <dgm:cxn modelId="{E31B756B-7FDF-469E-8CB7-ED8532516F20}" type="presOf" srcId="{87065530-3B2E-4957-AE90-81E6D1960633}" destId="{731DEB88-0771-45A6-922C-8464BBEBD4E4}" srcOrd="0" destOrd="0" presId="urn:microsoft.com/office/officeart/2005/8/layout/hList1"/>
    <dgm:cxn modelId="{9C680189-3391-4B64-95C7-C5D614D199C9}" srcId="{AA6CCA74-510E-4140-B541-E83C300EA663}" destId="{6800591E-9E0C-4FA6-9C08-D614EC33A11A}" srcOrd="1" destOrd="0" parTransId="{F5BD6026-1100-4202-9C3E-86E12CDE1A85}" sibTransId="{8FD80AFB-9F21-4373-8B08-F5AA6EDB957A}"/>
    <dgm:cxn modelId="{8BC4E89C-E54F-472F-902F-55B0E43C2A1B}" type="presOf" srcId="{45A132A5-6071-4F6C-9350-43159A67FCF3}" destId="{94EDBD91-048F-43C5-9F6F-CC2CF58872AA}" srcOrd="0" destOrd="0" presId="urn:microsoft.com/office/officeart/2005/8/layout/hList1"/>
    <dgm:cxn modelId="{C02AA1A3-6E20-46EA-A229-07DA15E3093A}" srcId="{85FF7E77-9BB9-4078-B40C-1AAF1A81F975}" destId="{DBC2E116-2243-4FDD-8018-D2038F6B4C68}" srcOrd="3" destOrd="0" parTransId="{CCB1198F-A6BC-4F4C-8608-561951CBE7B0}" sibTransId="{C399A249-6DAC-4597-9CF7-3C772AA88761}"/>
    <dgm:cxn modelId="{4C25A8AE-A79D-414B-97C5-41630822A498}" srcId="{87065530-3B2E-4957-AE90-81E6D1960633}" destId="{FE5971C8-7F79-468B-8934-FBE481EAEA97}" srcOrd="0" destOrd="0" parTransId="{9087EC9F-A5C9-4BE4-8179-DAD13208D034}" sibTransId="{9836A637-B33B-4025-98BB-7F582A4939B4}"/>
    <dgm:cxn modelId="{5F668BB7-AC96-4070-ACF2-EB76141C1BCC}" type="presOf" srcId="{00E7D422-D757-4F87-9B14-D3C74B6CAC8B}" destId="{94EDBD91-048F-43C5-9F6F-CC2CF58872AA}" srcOrd="0" destOrd="2" presId="urn:microsoft.com/office/officeart/2005/8/layout/hList1"/>
    <dgm:cxn modelId="{6116D9CB-AAA0-42B6-AC63-26A7D36D5D44}" srcId="{85FF7E77-9BB9-4078-B40C-1AAF1A81F975}" destId="{00E7D422-D757-4F87-9B14-D3C74B6CAC8B}" srcOrd="2" destOrd="0" parTransId="{CBBD0799-4010-41DA-A5FB-BE99CBAD0603}" sibTransId="{4066AEA8-55D2-49B9-8DA3-5B2A1F961BB0}"/>
    <dgm:cxn modelId="{450B51CE-9F13-41A7-9285-77E43F3236DF}" srcId="{6800591E-9E0C-4FA6-9C08-D614EC33A11A}" destId="{138D9C1A-3EC3-4352-8DB0-EC42A8E9A5E6}" srcOrd="0" destOrd="0" parTransId="{33CC13C0-50E6-4850-B404-A865B4A01C20}" sibTransId="{4184BCB4-3D08-407E-8EBA-0E5396CF64F8}"/>
    <dgm:cxn modelId="{927A7EDA-047C-4284-9B5D-C28CAD391CC2}" srcId="{AA6CCA74-510E-4140-B541-E83C300EA663}" destId="{85FF7E77-9BB9-4078-B40C-1AAF1A81F975}" srcOrd="0" destOrd="0" parTransId="{2DB44E31-B715-4564-8FCB-433FB831A903}" sibTransId="{B0EED045-CC84-4E49-9FF3-277E9D6C21BB}"/>
    <dgm:cxn modelId="{28715BDC-061F-4655-9699-523E77EA6063}" type="presOf" srcId="{6800591E-9E0C-4FA6-9C08-D614EC33A11A}" destId="{BF8E651B-78E8-4622-AB03-339454D5DB07}" srcOrd="0" destOrd="0" presId="urn:microsoft.com/office/officeart/2005/8/layout/hList1"/>
    <dgm:cxn modelId="{8F1739E7-4EC6-4F72-A227-0632BE8A2615}" srcId="{87065530-3B2E-4957-AE90-81E6D1960633}" destId="{97DF16B4-EBAC-4EC9-8DCA-A5F19928ED62}" srcOrd="1" destOrd="0" parTransId="{A89CA456-27A4-4B62-A28A-426C9E7E60B5}" sibTransId="{24646376-9096-480B-AB11-8B8778B88D59}"/>
    <dgm:cxn modelId="{16C4E9EF-423A-478E-8719-34B794DA0164}" type="presOf" srcId="{FE5971C8-7F79-468B-8934-FBE481EAEA97}" destId="{23DD090E-0AAC-4193-BF1E-B27653358EF2}" srcOrd="0" destOrd="0" presId="urn:microsoft.com/office/officeart/2005/8/layout/hList1"/>
    <dgm:cxn modelId="{7D5D1AFB-3E64-465E-91F5-2F2502F5E0C4}" type="presOf" srcId="{97DF16B4-EBAC-4EC9-8DCA-A5F19928ED62}" destId="{23DD090E-0AAC-4193-BF1E-B27653358EF2}" srcOrd="0" destOrd="1" presId="urn:microsoft.com/office/officeart/2005/8/layout/hList1"/>
    <dgm:cxn modelId="{1826FB62-BC06-4245-B711-FFD7FF5B558D}" type="presParOf" srcId="{8B454ADF-2F76-4F5F-8B93-FA27AC9A2274}" destId="{70F83049-D94E-4DF3-9D80-99827707DE37}" srcOrd="0" destOrd="0" presId="urn:microsoft.com/office/officeart/2005/8/layout/hList1"/>
    <dgm:cxn modelId="{C22CC28A-6B58-43F5-8FB9-C34D732E5545}" type="presParOf" srcId="{70F83049-D94E-4DF3-9D80-99827707DE37}" destId="{81B2FB35-1367-45AF-A74B-72EF63D0D9AE}" srcOrd="0" destOrd="0" presId="urn:microsoft.com/office/officeart/2005/8/layout/hList1"/>
    <dgm:cxn modelId="{F9D3BA95-9F98-4FCC-B9E4-4E2107E9E98C}" type="presParOf" srcId="{70F83049-D94E-4DF3-9D80-99827707DE37}" destId="{94EDBD91-048F-43C5-9F6F-CC2CF58872AA}" srcOrd="1" destOrd="0" presId="urn:microsoft.com/office/officeart/2005/8/layout/hList1"/>
    <dgm:cxn modelId="{6F994BDD-BD87-49D5-A3B8-19C9A58E73F0}" type="presParOf" srcId="{8B454ADF-2F76-4F5F-8B93-FA27AC9A2274}" destId="{D3802CD8-03C2-43B5-8514-05534973605F}" srcOrd="1" destOrd="0" presId="urn:microsoft.com/office/officeart/2005/8/layout/hList1"/>
    <dgm:cxn modelId="{662924E9-AAA9-4806-B16D-49662E7E48D2}" type="presParOf" srcId="{8B454ADF-2F76-4F5F-8B93-FA27AC9A2274}" destId="{282A3FC6-4A9B-4126-8316-83F6537D1F3E}" srcOrd="2" destOrd="0" presId="urn:microsoft.com/office/officeart/2005/8/layout/hList1"/>
    <dgm:cxn modelId="{B0CE7ADA-8604-4D87-9AE3-DD57470CA7ED}" type="presParOf" srcId="{282A3FC6-4A9B-4126-8316-83F6537D1F3E}" destId="{BF8E651B-78E8-4622-AB03-339454D5DB07}" srcOrd="0" destOrd="0" presId="urn:microsoft.com/office/officeart/2005/8/layout/hList1"/>
    <dgm:cxn modelId="{455040E7-3236-41BB-9254-E3A7F17D0D04}" type="presParOf" srcId="{282A3FC6-4A9B-4126-8316-83F6537D1F3E}" destId="{36435811-FBF2-4610-8F6B-8691DC584DA6}" srcOrd="1" destOrd="0" presId="urn:microsoft.com/office/officeart/2005/8/layout/hList1"/>
    <dgm:cxn modelId="{D8BBDACA-DE2B-4559-B751-E3ABFD40328B}" type="presParOf" srcId="{8B454ADF-2F76-4F5F-8B93-FA27AC9A2274}" destId="{69356FF3-796F-40C0-AB56-D4E6A952D43C}" srcOrd="3" destOrd="0" presId="urn:microsoft.com/office/officeart/2005/8/layout/hList1"/>
    <dgm:cxn modelId="{66868AE1-CD64-4C04-8EE2-8FA10F6DF176}" type="presParOf" srcId="{8B454ADF-2F76-4F5F-8B93-FA27AC9A2274}" destId="{CBCB7040-AE0A-45DB-8014-50FFA3031E07}" srcOrd="4" destOrd="0" presId="urn:microsoft.com/office/officeart/2005/8/layout/hList1"/>
    <dgm:cxn modelId="{6CB6012D-A494-4530-9FB2-20054CB3730A}" type="presParOf" srcId="{CBCB7040-AE0A-45DB-8014-50FFA3031E07}" destId="{731DEB88-0771-45A6-922C-8464BBEBD4E4}" srcOrd="0" destOrd="0" presId="urn:microsoft.com/office/officeart/2005/8/layout/hList1"/>
    <dgm:cxn modelId="{15945A7B-51CB-4730-9D5E-165FE47009CE}" type="presParOf" srcId="{CBCB7040-AE0A-45DB-8014-50FFA3031E07}" destId="{23DD090E-0AAC-4193-BF1E-B27653358EF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253E59-5826-4AC6-9960-F138E5AD5A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F74725-AF5B-4935-919B-7606E896295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43EF34BF-7B59-4EE8-9010-26DF981B612B}" type="parTrans" cxnId="{BF151348-CE49-409F-8BA9-431865C1A927}">
      <dgm:prSet/>
      <dgm:spPr/>
      <dgm:t>
        <a:bodyPr/>
        <a:lstStyle/>
        <a:p>
          <a:endParaRPr lang="en-US"/>
        </a:p>
      </dgm:t>
    </dgm:pt>
    <dgm:pt modelId="{62A8D9D8-A8FD-414F-9B65-A28D7B25AC86}" type="sibTrans" cxnId="{BF151348-CE49-409F-8BA9-431865C1A927}">
      <dgm:prSet/>
      <dgm:spPr/>
      <dgm:t>
        <a:bodyPr/>
        <a:lstStyle/>
        <a:p>
          <a:endParaRPr lang="en-US"/>
        </a:p>
      </dgm:t>
    </dgm:pt>
    <dgm:pt modelId="{E8FF7A80-C80C-4275-B6D9-DF72151941D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</a:p>
      </dgm:t>
    </dgm:pt>
    <dgm:pt modelId="{91B9ADB5-9D26-48EE-9CDA-12CB5EB78BF3}" type="parTrans" cxnId="{683365C3-1D40-4093-9961-F1B7370499B7}">
      <dgm:prSet/>
      <dgm:spPr/>
      <dgm:t>
        <a:bodyPr/>
        <a:lstStyle/>
        <a:p>
          <a:endParaRPr lang="en-US"/>
        </a:p>
      </dgm:t>
    </dgm:pt>
    <dgm:pt modelId="{F40123F3-6DA1-4E3C-84D5-E7524349C924}" type="sibTrans" cxnId="{683365C3-1D40-4093-9961-F1B7370499B7}">
      <dgm:prSet/>
      <dgm:spPr/>
      <dgm:t>
        <a:bodyPr/>
        <a:lstStyle/>
        <a:p>
          <a:endParaRPr lang="en-US"/>
        </a:p>
      </dgm:t>
    </dgm:pt>
    <dgm:pt modelId="{643AF3E9-3EDA-451A-B3FC-9444E15D92BC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Agents must keep our anti-fraud efforts, privacy-protected </a:t>
          </a:r>
          <a:r>
            <a:rPr lang="en-US" sz="2200" b="0" i="0" kern="1200" dirty="0">
              <a:solidFill>
                <a:prstClr val="black">
                  <a:lumMod val="85000"/>
                  <a:lumOff val="15000"/>
                </a:prst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rPr>
            <a:t>information</a:t>
          </a: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, and undisclosed company details strictly confidential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B8F4479-2A33-4E31-8492-850A0E4C762A}" type="parTrans" cxnId="{2C51A6BE-1172-4001-A1F9-276740D50267}">
      <dgm:prSet/>
      <dgm:spPr/>
      <dgm:t>
        <a:bodyPr/>
        <a:lstStyle/>
        <a:p>
          <a:endParaRPr lang="en-US"/>
        </a:p>
      </dgm:t>
    </dgm:pt>
    <dgm:pt modelId="{A1FDF618-9D2E-4142-B74F-AEE0B1D8F5E3}" type="sibTrans" cxnId="{2C51A6BE-1172-4001-A1F9-276740D50267}">
      <dgm:prSet/>
      <dgm:spPr/>
      <dgm:t>
        <a:bodyPr/>
        <a:lstStyle/>
        <a:p>
          <a:endParaRPr lang="en-US"/>
        </a:p>
      </dgm:t>
    </dgm:pt>
    <dgm:pt modelId="{7746547F-6AFA-46A1-BD7D-FFD9CFB373C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053360D-4057-4374-8AE4-C31208B5EBCF}" type="parTrans" cxnId="{2D61F382-9812-488F-B222-78D27471F48B}">
      <dgm:prSet/>
      <dgm:spPr/>
      <dgm:t>
        <a:bodyPr/>
        <a:lstStyle/>
        <a:p>
          <a:endParaRPr lang="en-US"/>
        </a:p>
      </dgm:t>
    </dgm:pt>
    <dgm:pt modelId="{463C0163-7A3A-4B92-BFDF-DBEBC3AB1919}" type="sibTrans" cxnId="{2D61F382-9812-488F-B222-78D27471F48B}">
      <dgm:prSet/>
      <dgm:spPr/>
      <dgm:t>
        <a:bodyPr/>
        <a:lstStyle/>
        <a:p>
          <a:endParaRPr lang="en-US"/>
        </a:p>
      </dgm:t>
    </dgm:pt>
    <dgm:pt modelId="{78D5914B-B1BC-480B-A464-B6880493209F}" type="pres">
      <dgm:prSet presAssocID="{C1253E59-5826-4AC6-9960-F138E5AD5A64}" presName="linear" presStyleCnt="0">
        <dgm:presLayoutVars>
          <dgm:dir/>
          <dgm:animLvl val="lvl"/>
          <dgm:resizeHandles val="exact"/>
        </dgm:presLayoutVars>
      </dgm:prSet>
      <dgm:spPr/>
    </dgm:pt>
    <dgm:pt modelId="{2A2DB274-5542-4A07-AAFB-0092CAAC321E}" type="pres">
      <dgm:prSet presAssocID="{C5F74725-AF5B-4935-919B-7606E896295A}" presName="parentLin" presStyleCnt="0"/>
      <dgm:spPr/>
    </dgm:pt>
    <dgm:pt modelId="{01644A04-BB28-4823-B806-E62F65A75933}" type="pres">
      <dgm:prSet presAssocID="{C5F74725-AF5B-4935-919B-7606E896295A}" presName="parentLeftMargin" presStyleLbl="node1" presStyleIdx="0" presStyleCnt="4"/>
      <dgm:spPr/>
    </dgm:pt>
    <dgm:pt modelId="{05EB6C92-8217-43A0-B2A5-1A3D193F5C3C}" type="pres">
      <dgm:prSet presAssocID="{C5F74725-AF5B-4935-919B-7606E89629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B33FB9-4AD8-4A4B-B61E-A953C663D52E}" type="pres">
      <dgm:prSet presAssocID="{C5F74725-AF5B-4935-919B-7606E896295A}" presName="negativeSpace" presStyleCnt="0"/>
      <dgm:spPr/>
    </dgm:pt>
    <dgm:pt modelId="{7E970F02-5079-49B7-92E1-F1BA02E5B86A}" type="pres">
      <dgm:prSet presAssocID="{C5F74725-AF5B-4935-919B-7606E896295A}" presName="childText" presStyleLbl="conFgAcc1" presStyleIdx="0" presStyleCnt="4">
        <dgm:presLayoutVars>
          <dgm:bulletEnabled val="1"/>
        </dgm:presLayoutVars>
      </dgm:prSet>
      <dgm:spPr/>
    </dgm:pt>
    <dgm:pt modelId="{6F36236C-3799-43A3-986D-A4FDAD6262EC}" type="pres">
      <dgm:prSet presAssocID="{62A8D9D8-A8FD-414F-9B65-A28D7B25AC86}" presName="spaceBetweenRectangles" presStyleCnt="0"/>
      <dgm:spPr/>
    </dgm:pt>
    <dgm:pt modelId="{809CB230-1325-4A6D-B080-F431F38317F3}" type="pres">
      <dgm:prSet presAssocID="{E8FF7A80-C80C-4275-B6D9-DF72151941DB}" presName="parentLin" presStyleCnt="0"/>
      <dgm:spPr/>
    </dgm:pt>
    <dgm:pt modelId="{5BEDF01F-6FFB-460F-B06A-93871503D409}" type="pres">
      <dgm:prSet presAssocID="{E8FF7A80-C80C-4275-B6D9-DF72151941DB}" presName="parentLeftMargin" presStyleLbl="node1" presStyleIdx="0" presStyleCnt="4"/>
      <dgm:spPr/>
    </dgm:pt>
    <dgm:pt modelId="{31C3684D-35D8-42B2-ACEE-1D7C6DF02985}" type="pres">
      <dgm:prSet presAssocID="{E8FF7A80-C80C-4275-B6D9-DF72151941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0C5C73-C6D0-4A44-A4E9-E0A73CCEB06A}" type="pres">
      <dgm:prSet presAssocID="{E8FF7A80-C80C-4275-B6D9-DF72151941DB}" presName="negativeSpace" presStyleCnt="0"/>
      <dgm:spPr/>
    </dgm:pt>
    <dgm:pt modelId="{E1CF3C2A-4CC2-4A80-AA28-E6923317A282}" type="pres">
      <dgm:prSet presAssocID="{E8FF7A80-C80C-4275-B6D9-DF72151941DB}" presName="childText" presStyleLbl="conFgAcc1" presStyleIdx="1" presStyleCnt="4" custLinFactNeighborY="-37798">
        <dgm:presLayoutVars>
          <dgm:bulletEnabled val="1"/>
        </dgm:presLayoutVars>
      </dgm:prSet>
      <dgm:spPr/>
    </dgm:pt>
    <dgm:pt modelId="{0EDE17FA-E7E9-40D1-A44E-E88B8958C951}" type="pres">
      <dgm:prSet presAssocID="{F40123F3-6DA1-4E3C-84D5-E7524349C924}" presName="spaceBetweenRectangles" presStyleCnt="0"/>
      <dgm:spPr/>
    </dgm:pt>
    <dgm:pt modelId="{EEEB618E-07E3-472D-8F48-E830866D261E}" type="pres">
      <dgm:prSet presAssocID="{643AF3E9-3EDA-451A-B3FC-9444E15D92BC}" presName="parentLin" presStyleCnt="0"/>
      <dgm:spPr/>
    </dgm:pt>
    <dgm:pt modelId="{20A6CF07-BC68-4BFD-94FB-E87BD0946149}" type="pres">
      <dgm:prSet presAssocID="{643AF3E9-3EDA-451A-B3FC-9444E15D92BC}" presName="parentLeftMargin" presStyleLbl="node1" presStyleIdx="1" presStyleCnt="4"/>
      <dgm:spPr/>
    </dgm:pt>
    <dgm:pt modelId="{92997F43-7101-4D23-957C-CE9436E63581}" type="pres">
      <dgm:prSet presAssocID="{643AF3E9-3EDA-451A-B3FC-9444E15D92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A67651-48FA-40F7-8C19-ACB6BBD77732}" type="pres">
      <dgm:prSet presAssocID="{643AF3E9-3EDA-451A-B3FC-9444E15D92BC}" presName="negativeSpace" presStyleCnt="0"/>
      <dgm:spPr/>
    </dgm:pt>
    <dgm:pt modelId="{14068A26-D548-43B1-B2F5-D5A6C2C7251B}" type="pres">
      <dgm:prSet presAssocID="{643AF3E9-3EDA-451A-B3FC-9444E15D92BC}" presName="childText" presStyleLbl="conFgAcc1" presStyleIdx="2" presStyleCnt="4">
        <dgm:presLayoutVars>
          <dgm:bulletEnabled val="1"/>
        </dgm:presLayoutVars>
      </dgm:prSet>
      <dgm:spPr/>
    </dgm:pt>
    <dgm:pt modelId="{2622A4C2-5553-4609-BF7D-291E51C56C54}" type="pres">
      <dgm:prSet presAssocID="{A1FDF618-9D2E-4142-B74F-AEE0B1D8F5E3}" presName="spaceBetweenRectangles" presStyleCnt="0"/>
      <dgm:spPr/>
    </dgm:pt>
    <dgm:pt modelId="{811C9C5D-CB26-478F-B967-EA96F31B1CB3}" type="pres">
      <dgm:prSet presAssocID="{7746547F-6AFA-46A1-BD7D-FFD9CFB373CA}" presName="parentLin" presStyleCnt="0"/>
      <dgm:spPr/>
    </dgm:pt>
    <dgm:pt modelId="{C225B0F8-A13D-48C1-99CB-2019CB53D0FB}" type="pres">
      <dgm:prSet presAssocID="{7746547F-6AFA-46A1-BD7D-FFD9CFB373CA}" presName="parentLeftMargin" presStyleLbl="node1" presStyleIdx="2" presStyleCnt="4"/>
      <dgm:spPr/>
    </dgm:pt>
    <dgm:pt modelId="{246C5FE7-DB19-4329-A10E-536A554E70BE}" type="pres">
      <dgm:prSet presAssocID="{7746547F-6AFA-46A1-BD7D-FFD9CFB373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5BBD209-19E2-442E-9D2F-8C329B5CCCC9}" type="pres">
      <dgm:prSet presAssocID="{7746547F-6AFA-46A1-BD7D-FFD9CFB373CA}" presName="negativeSpace" presStyleCnt="0"/>
      <dgm:spPr/>
    </dgm:pt>
    <dgm:pt modelId="{43A45FCA-9520-48EA-84E1-B2856A4E8BBC}" type="pres">
      <dgm:prSet presAssocID="{7746547F-6AFA-46A1-BD7D-FFD9CFB373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12AC08-0666-4DC1-B990-9D7E721E829B}" type="presOf" srcId="{643AF3E9-3EDA-451A-B3FC-9444E15D92BC}" destId="{92997F43-7101-4D23-957C-CE9436E63581}" srcOrd="1" destOrd="0" presId="urn:microsoft.com/office/officeart/2005/8/layout/list1"/>
    <dgm:cxn modelId="{97BD1624-8429-4CF6-B0BA-673CC39D0D37}" type="presOf" srcId="{7746547F-6AFA-46A1-BD7D-FFD9CFB373CA}" destId="{246C5FE7-DB19-4329-A10E-536A554E70BE}" srcOrd="1" destOrd="0" presId="urn:microsoft.com/office/officeart/2005/8/layout/list1"/>
    <dgm:cxn modelId="{F59D1937-E6BF-42F6-A911-BA58DDF974FC}" type="presOf" srcId="{E8FF7A80-C80C-4275-B6D9-DF72151941DB}" destId="{31C3684D-35D8-42B2-ACEE-1D7C6DF02985}" srcOrd="1" destOrd="0" presId="urn:microsoft.com/office/officeart/2005/8/layout/list1"/>
    <dgm:cxn modelId="{671FDC65-4065-4E04-8D88-015D5DE350E7}" type="presOf" srcId="{C1253E59-5826-4AC6-9960-F138E5AD5A64}" destId="{78D5914B-B1BC-480B-A464-B6880493209F}" srcOrd="0" destOrd="0" presId="urn:microsoft.com/office/officeart/2005/8/layout/list1"/>
    <dgm:cxn modelId="{BF151348-CE49-409F-8BA9-431865C1A927}" srcId="{C1253E59-5826-4AC6-9960-F138E5AD5A64}" destId="{C5F74725-AF5B-4935-919B-7606E896295A}" srcOrd="0" destOrd="0" parTransId="{43EF34BF-7B59-4EE8-9010-26DF981B612B}" sibTransId="{62A8D9D8-A8FD-414F-9B65-A28D7B25AC86}"/>
    <dgm:cxn modelId="{1DA15371-BC5C-4484-8317-30A8ADAB0B8F}" type="presOf" srcId="{7746547F-6AFA-46A1-BD7D-FFD9CFB373CA}" destId="{C225B0F8-A13D-48C1-99CB-2019CB53D0FB}" srcOrd="0" destOrd="0" presId="urn:microsoft.com/office/officeart/2005/8/layout/list1"/>
    <dgm:cxn modelId="{2D61F382-9812-488F-B222-78D27471F48B}" srcId="{C1253E59-5826-4AC6-9960-F138E5AD5A64}" destId="{7746547F-6AFA-46A1-BD7D-FFD9CFB373CA}" srcOrd="3" destOrd="0" parTransId="{8053360D-4057-4374-8AE4-C31208B5EBCF}" sibTransId="{463C0163-7A3A-4B92-BFDF-DBEBC3AB1919}"/>
    <dgm:cxn modelId="{CB1CF09A-4336-4555-B315-96EACE246339}" type="presOf" srcId="{C5F74725-AF5B-4935-919B-7606E896295A}" destId="{05EB6C92-8217-43A0-B2A5-1A3D193F5C3C}" srcOrd="1" destOrd="0" presId="urn:microsoft.com/office/officeart/2005/8/layout/list1"/>
    <dgm:cxn modelId="{2C51A6BE-1172-4001-A1F9-276740D50267}" srcId="{C1253E59-5826-4AC6-9960-F138E5AD5A64}" destId="{643AF3E9-3EDA-451A-B3FC-9444E15D92BC}" srcOrd="2" destOrd="0" parTransId="{8B8F4479-2A33-4E31-8492-850A0E4C762A}" sibTransId="{A1FDF618-9D2E-4142-B74F-AEE0B1D8F5E3}"/>
    <dgm:cxn modelId="{683365C3-1D40-4093-9961-F1B7370499B7}" srcId="{C1253E59-5826-4AC6-9960-F138E5AD5A64}" destId="{E8FF7A80-C80C-4275-B6D9-DF72151941DB}" srcOrd="1" destOrd="0" parTransId="{91B9ADB5-9D26-48EE-9CDA-12CB5EB78BF3}" sibTransId="{F40123F3-6DA1-4E3C-84D5-E7524349C924}"/>
    <dgm:cxn modelId="{04E335D3-17CD-4FDB-88D6-9CEA94330709}" type="presOf" srcId="{643AF3E9-3EDA-451A-B3FC-9444E15D92BC}" destId="{20A6CF07-BC68-4BFD-94FB-E87BD0946149}" srcOrd="0" destOrd="0" presId="urn:microsoft.com/office/officeart/2005/8/layout/list1"/>
    <dgm:cxn modelId="{25D1FBE0-5CA6-4D41-B3E0-FC359F0B14F5}" type="presOf" srcId="{E8FF7A80-C80C-4275-B6D9-DF72151941DB}" destId="{5BEDF01F-6FFB-460F-B06A-93871503D409}" srcOrd="0" destOrd="0" presId="urn:microsoft.com/office/officeart/2005/8/layout/list1"/>
    <dgm:cxn modelId="{786FF6FB-CB83-479F-B279-9490A2A692BD}" type="presOf" srcId="{C5F74725-AF5B-4935-919B-7606E896295A}" destId="{01644A04-BB28-4823-B806-E62F65A75933}" srcOrd="0" destOrd="0" presId="urn:microsoft.com/office/officeart/2005/8/layout/list1"/>
    <dgm:cxn modelId="{310CC73F-E7FD-4743-80A0-9AEFE16A3CF1}" type="presParOf" srcId="{78D5914B-B1BC-480B-A464-B6880493209F}" destId="{2A2DB274-5542-4A07-AAFB-0092CAAC321E}" srcOrd="0" destOrd="0" presId="urn:microsoft.com/office/officeart/2005/8/layout/list1"/>
    <dgm:cxn modelId="{F2D8AC0D-AE2C-4EBA-8AEB-710DA5FF8B82}" type="presParOf" srcId="{2A2DB274-5542-4A07-AAFB-0092CAAC321E}" destId="{01644A04-BB28-4823-B806-E62F65A75933}" srcOrd="0" destOrd="0" presId="urn:microsoft.com/office/officeart/2005/8/layout/list1"/>
    <dgm:cxn modelId="{375734F8-CF5B-4FC3-BD1A-79CF77DA3F9A}" type="presParOf" srcId="{2A2DB274-5542-4A07-AAFB-0092CAAC321E}" destId="{05EB6C92-8217-43A0-B2A5-1A3D193F5C3C}" srcOrd="1" destOrd="0" presId="urn:microsoft.com/office/officeart/2005/8/layout/list1"/>
    <dgm:cxn modelId="{9C810717-2E44-4B5A-8721-9ABAED62A837}" type="presParOf" srcId="{78D5914B-B1BC-480B-A464-B6880493209F}" destId="{6EB33FB9-4AD8-4A4B-B61E-A953C663D52E}" srcOrd="1" destOrd="0" presId="urn:microsoft.com/office/officeart/2005/8/layout/list1"/>
    <dgm:cxn modelId="{0781AA6F-CD42-4EB8-A3FB-EA69491CFC8A}" type="presParOf" srcId="{78D5914B-B1BC-480B-A464-B6880493209F}" destId="{7E970F02-5079-49B7-92E1-F1BA02E5B86A}" srcOrd="2" destOrd="0" presId="urn:microsoft.com/office/officeart/2005/8/layout/list1"/>
    <dgm:cxn modelId="{3532D748-31C9-4170-8E08-D70E522B8C74}" type="presParOf" srcId="{78D5914B-B1BC-480B-A464-B6880493209F}" destId="{6F36236C-3799-43A3-986D-A4FDAD6262EC}" srcOrd="3" destOrd="0" presId="urn:microsoft.com/office/officeart/2005/8/layout/list1"/>
    <dgm:cxn modelId="{D5F64F3B-0800-47EE-A766-D35840D43A19}" type="presParOf" srcId="{78D5914B-B1BC-480B-A464-B6880493209F}" destId="{809CB230-1325-4A6D-B080-F431F38317F3}" srcOrd="4" destOrd="0" presId="urn:microsoft.com/office/officeart/2005/8/layout/list1"/>
    <dgm:cxn modelId="{236A9A7E-0689-4A38-A096-5E1257B85CFC}" type="presParOf" srcId="{809CB230-1325-4A6D-B080-F431F38317F3}" destId="{5BEDF01F-6FFB-460F-B06A-93871503D409}" srcOrd="0" destOrd="0" presId="urn:microsoft.com/office/officeart/2005/8/layout/list1"/>
    <dgm:cxn modelId="{CBB95A49-A739-4640-8066-C0ED9A266CBE}" type="presParOf" srcId="{809CB230-1325-4A6D-B080-F431F38317F3}" destId="{31C3684D-35D8-42B2-ACEE-1D7C6DF02985}" srcOrd="1" destOrd="0" presId="urn:microsoft.com/office/officeart/2005/8/layout/list1"/>
    <dgm:cxn modelId="{75E02AB1-4302-4CD2-B150-461A46536382}" type="presParOf" srcId="{78D5914B-B1BC-480B-A464-B6880493209F}" destId="{0A0C5C73-C6D0-4A44-A4E9-E0A73CCEB06A}" srcOrd="5" destOrd="0" presId="urn:microsoft.com/office/officeart/2005/8/layout/list1"/>
    <dgm:cxn modelId="{F2CF5EAB-9804-4D1B-8629-B32A53BC20FB}" type="presParOf" srcId="{78D5914B-B1BC-480B-A464-B6880493209F}" destId="{E1CF3C2A-4CC2-4A80-AA28-E6923317A282}" srcOrd="6" destOrd="0" presId="urn:microsoft.com/office/officeart/2005/8/layout/list1"/>
    <dgm:cxn modelId="{9C7C6622-1872-4D9B-8568-F2AC07BD520E}" type="presParOf" srcId="{78D5914B-B1BC-480B-A464-B6880493209F}" destId="{0EDE17FA-E7E9-40D1-A44E-E88B8958C951}" srcOrd="7" destOrd="0" presId="urn:microsoft.com/office/officeart/2005/8/layout/list1"/>
    <dgm:cxn modelId="{C2E483E2-8E10-4D04-B88F-52F0535D1BC8}" type="presParOf" srcId="{78D5914B-B1BC-480B-A464-B6880493209F}" destId="{EEEB618E-07E3-472D-8F48-E830866D261E}" srcOrd="8" destOrd="0" presId="urn:microsoft.com/office/officeart/2005/8/layout/list1"/>
    <dgm:cxn modelId="{203C0A7E-8653-41C7-94A7-E1928E9BB9FA}" type="presParOf" srcId="{EEEB618E-07E3-472D-8F48-E830866D261E}" destId="{20A6CF07-BC68-4BFD-94FB-E87BD0946149}" srcOrd="0" destOrd="0" presId="urn:microsoft.com/office/officeart/2005/8/layout/list1"/>
    <dgm:cxn modelId="{2E4BB7FB-3587-4CC2-9EA1-44893AD799A8}" type="presParOf" srcId="{EEEB618E-07E3-472D-8F48-E830866D261E}" destId="{92997F43-7101-4D23-957C-CE9436E63581}" srcOrd="1" destOrd="0" presId="urn:microsoft.com/office/officeart/2005/8/layout/list1"/>
    <dgm:cxn modelId="{A0800977-6286-43B3-9F4A-149178EEEF9E}" type="presParOf" srcId="{78D5914B-B1BC-480B-A464-B6880493209F}" destId="{EFA67651-48FA-40F7-8C19-ACB6BBD77732}" srcOrd="9" destOrd="0" presId="urn:microsoft.com/office/officeart/2005/8/layout/list1"/>
    <dgm:cxn modelId="{A9D7C0A2-0911-4637-8D64-62F768615D09}" type="presParOf" srcId="{78D5914B-B1BC-480B-A464-B6880493209F}" destId="{14068A26-D548-43B1-B2F5-D5A6C2C7251B}" srcOrd="10" destOrd="0" presId="urn:microsoft.com/office/officeart/2005/8/layout/list1"/>
    <dgm:cxn modelId="{4CAC68D9-F28E-461C-9DB7-EAA8C1069D48}" type="presParOf" srcId="{78D5914B-B1BC-480B-A464-B6880493209F}" destId="{2622A4C2-5553-4609-BF7D-291E51C56C54}" srcOrd="11" destOrd="0" presId="urn:microsoft.com/office/officeart/2005/8/layout/list1"/>
    <dgm:cxn modelId="{99C1ACFB-F646-4529-9C47-2DEB2B5572EE}" type="presParOf" srcId="{78D5914B-B1BC-480B-A464-B6880493209F}" destId="{811C9C5D-CB26-478F-B967-EA96F31B1CB3}" srcOrd="12" destOrd="0" presId="urn:microsoft.com/office/officeart/2005/8/layout/list1"/>
    <dgm:cxn modelId="{8E405190-2D82-4830-9236-892B5381081D}" type="presParOf" srcId="{811C9C5D-CB26-478F-B967-EA96F31B1CB3}" destId="{C225B0F8-A13D-48C1-99CB-2019CB53D0FB}" srcOrd="0" destOrd="0" presId="urn:microsoft.com/office/officeart/2005/8/layout/list1"/>
    <dgm:cxn modelId="{37C17209-D505-4584-9285-72BC3703BBC5}" type="presParOf" srcId="{811C9C5D-CB26-478F-B967-EA96F31B1CB3}" destId="{246C5FE7-DB19-4329-A10E-536A554E70BE}" srcOrd="1" destOrd="0" presId="urn:microsoft.com/office/officeart/2005/8/layout/list1"/>
    <dgm:cxn modelId="{C7C8FFF9-3C1F-4ED9-9D1A-3212CE2B291A}" type="presParOf" srcId="{78D5914B-B1BC-480B-A464-B6880493209F}" destId="{95BBD209-19E2-442E-9D2F-8C329B5CCCC9}" srcOrd="13" destOrd="0" presId="urn:microsoft.com/office/officeart/2005/8/layout/list1"/>
    <dgm:cxn modelId="{3F47573B-8165-4FBF-8CEF-05D2A58C7FAF}" type="presParOf" srcId="{78D5914B-B1BC-480B-A464-B6880493209F}" destId="{43A45FCA-9520-48EA-84E1-B2856A4E8BB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485D91-BA79-4FB2-A3E9-719E32F8EE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52B926-2B95-43DE-80BE-900D81168776}">
      <dgm:prSet phldrT="[Text]" custT="1"/>
      <dgm:spPr>
        <a:solidFill>
          <a:srgbClr val="ABB9F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ADF49B7-B6EE-4B2A-A860-252F9603C2F7}" type="parTrans" cxnId="{5C54E723-E9D2-4A38-B448-0A1E9982FDC3}">
      <dgm:prSet/>
      <dgm:spPr/>
      <dgm:t>
        <a:bodyPr/>
        <a:lstStyle/>
        <a:p>
          <a:endParaRPr lang="en-US" b="0"/>
        </a:p>
      </dgm:t>
    </dgm:pt>
    <dgm:pt modelId="{2846D694-7B39-4D44-82C9-93016BB5424E}" type="sibTrans" cxnId="{5C54E723-E9D2-4A38-B448-0A1E9982FDC3}">
      <dgm:prSet/>
      <dgm:spPr/>
      <dgm:t>
        <a:bodyPr/>
        <a:lstStyle/>
        <a:p>
          <a:endParaRPr lang="en-US" b="0"/>
        </a:p>
      </dgm:t>
    </dgm:pt>
    <dgm:pt modelId="{62611EE3-368B-4277-9230-9448DB5A1825}">
      <dgm:prSet phldrT="[Text]" custT="1"/>
      <dgm:spPr>
        <a:solidFill>
          <a:srgbClr val="85FF8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D1DC9E2-2F7F-4BBE-A6BC-6674E34FDFAE}" type="parTrans" cxnId="{07BEB355-2E09-41FA-AF19-D95705B3B2F6}">
      <dgm:prSet/>
      <dgm:spPr/>
      <dgm:t>
        <a:bodyPr/>
        <a:lstStyle/>
        <a:p>
          <a:endParaRPr lang="en-US" b="0"/>
        </a:p>
      </dgm:t>
    </dgm:pt>
    <dgm:pt modelId="{C4DA0B84-9FAC-4023-9189-E2D1E1B4B4F5}" type="sibTrans" cxnId="{07BEB355-2E09-41FA-AF19-D95705B3B2F6}">
      <dgm:prSet/>
      <dgm:spPr/>
      <dgm:t>
        <a:bodyPr/>
        <a:lstStyle/>
        <a:p>
          <a:endParaRPr lang="en-US" b="0"/>
        </a:p>
      </dgm:t>
    </dgm:pt>
    <dgm:pt modelId="{61B85E83-D788-43B0-ABC9-0D462F01D955}">
      <dgm:prSet phldrT="[Text]" custT="1"/>
      <dgm:spPr>
        <a:solidFill>
          <a:srgbClr val="CFFF2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0EB9BA0E-EA9B-4B88-A675-156A148EBFD7}" type="sibTrans" cxnId="{36299638-910C-4CFE-A796-4470BEA5ABD7}">
      <dgm:prSet/>
      <dgm:spPr/>
      <dgm:t>
        <a:bodyPr/>
        <a:lstStyle/>
        <a:p>
          <a:endParaRPr lang="en-US" b="0"/>
        </a:p>
      </dgm:t>
    </dgm:pt>
    <dgm:pt modelId="{785703C1-6698-4AFF-BE74-BD6949E18CBE}" type="parTrans" cxnId="{36299638-910C-4CFE-A796-4470BEA5ABD7}">
      <dgm:prSet/>
      <dgm:spPr/>
      <dgm:t>
        <a:bodyPr/>
        <a:lstStyle/>
        <a:p>
          <a:endParaRPr lang="en-US" b="0"/>
        </a:p>
      </dgm:t>
    </dgm:pt>
    <dgm:pt modelId="{5468AF76-698B-49B7-ABBC-3B8AD9917C1C}" type="pres">
      <dgm:prSet presAssocID="{66485D91-BA79-4FB2-A3E9-719E32F8EED8}" presName="Name0" presStyleCnt="0">
        <dgm:presLayoutVars>
          <dgm:chMax val="7"/>
          <dgm:chPref val="7"/>
          <dgm:dir/>
        </dgm:presLayoutVars>
      </dgm:prSet>
      <dgm:spPr/>
    </dgm:pt>
    <dgm:pt modelId="{0410417F-6BBF-4692-A4B2-AF8756BC1755}" type="pres">
      <dgm:prSet presAssocID="{66485D91-BA79-4FB2-A3E9-719E32F8EED8}" presName="Name1" presStyleCnt="0"/>
      <dgm:spPr/>
    </dgm:pt>
    <dgm:pt modelId="{CAF45611-C50F-4854-9970-6F652C400E08}" type="pres">
      <dgm:prSet presAssocID="{66485D91-BA79-4FB2-A3E9-719E32F8EED8}" presName="cycle" presStyleCnt="0"/>
      <dgm:spPr/>
    </dgm:pt>
    <dgm:pt modelId="{B3D2B577-3AF9-4202-8179-8380B9A3067F}" type="pres">
      <dgm:prSet presAssocID="{66485D91-BA79-4FB2-A3E9-719E32F8EED8}" presName="srcNode" presStyleLbl="node1" presStyleIdx="0" presStyleCnt="3"/>
      <dgm:spPr/>
    </dgm:pt>
    <dgm:pt modelId="{2C2BB14B-0019-41CB-96F7-8930A8FBE0DA}" type="pres">
      <dgm:prSet presAssocID="{66485D91-BA79-4FB2-A3E9-719E32F8EED8}" presName="conn" presStyleLbl="parChTrans1D2" presStyleIdx="0" presStyleCnt="1"/>
      <dgm:spPr/>
    </dgm:pt>
    <dgm:pt modelId="{B1C40252-71F3-4ACD-9C09-462868EFBE50}" type="pres">
      <dgm:prSet presAssocID="{66485D91-BA79-4FB2-A3E9-719E32F8EED8}" presName="extraNode" presStyleLbl="node1" presStyleIdx="0" presStyleCnt="3"/>
      <dgm:spPr/>
    </dgm:pt>
    <dgm:pt modelId="{5C2DDFEB-2169-4888-A933-A66AEF8CD7AD}" type="pres">
      <dgm:prSet presAssocID="{66485D91-BA79-4FB2-A3E9-719E32F8EED8}" presName="dstNode" presStyleLbl="node1" presStyleIdx="0" presStyleCnt="3"/>
      <dgm:spPr/>
    </dgm:pt>
    <dgm:pt modelId="{4A4FB80C-953B-46DF-9BFF-AE8CABAD828A}" type="pres">
      <dgm:prSet presAssocID="{D252B926-2B95-43DE-80BE-900D81168776}" presName="text_1" presStyleLbl="node1" presStyleIdx="0" presStyleCnt="3">
        <dgm:presLayoutVars>
          <dgm:bulletEnabled val="1"/>
        </dgm:presLayoutVars>
      </dgm:prSet>
      <dgm:spPr/>
    </dgm:pt>
    <dgm:pt modelId="{2053DD7C-4354-4C50-925F-98DF056ABFB5}" type="pres">
      <dgm:prSet presAssocID="{D252B926-2B95-43DE-80BE-900D81168776}" presName="accent_1" presStyleCnt="0"/>
      <dgm:spPr/>
    </dgm:pt>
    <dgm:pt modelId="{EA551C03-89F9-4BA0-8B82-C9D736283410}" type="pres">
      <dgm:prSet presAssocID="{D252B926-2B95-43DE-80BE-900D81168776}" presName="accentRepeatNode" presStyleLbl="solidFgAcc1" presStyleIdx="0" presStyleCnt="3"/>
      <dgm:spPr/>
    </dgm:pt>
    <dgm:pt modelId="{DA90F4A7-7F67-4E06-8FBA-25182DF7BC53}" type="pres">
      <dgm:prSet presAssocID="{62611EE3-368B-4277-9230-9448DB5A1825}" presName="text_2" presStyleLbl="node1" presStyleIdx="1" presStyleCnt="3">
        <dgm:presLayoutVars>
          <dgm:bulletEnabled val="1"/>
        </dgm:presLayoutVars>
      </dgm:prSet>
      <dgm:spPr/>
    </dgm:pt>
    <dgm:pt modelId="{41845BA7-5F58-48AF-8473-EF83CB74B95D}" type="pres">
      <dgm:prSet presAssocID="{62611EE3-368B-4277-9230-9448DB5A1825}" presName="accent_2" presStyleCnt="0"/>
      <dgm:spPr/>
    </dgm:pt>
    <dgm:pt modelId="{CEADEFEF-30FD-4D13-AC0B-D55D2D0BC0C4}" type="pres">
      <dgm:prSet presAssocID="{62611EE3-368B-4277-9230-9448DB5A1825}" presName="accentRepeatNode" presStyleLbl="solidFgAcc1" presStyleIdx="1" presStyleCnt="3"/>
      <dgm:spPr/>
    </dgm:pt>
    <dgm:pt modelId="{9D87BFCF-5CCB-4EED-BDD4-AE85211179D2}" type="pres">
      <dgm:prSet presAssocID="{61B85E83-D788-43B0-ABC9-0D462F01D955}" presName="text_3" presStyleLbl="node1" presStyleIdx="2" presStyleCnt="3">
        <dgm:presLayoutVars>
          <dgm:bulletEnabled val="1"/>
        </dgm:presLayoutVars>
      </dgm:prSet>
      <dgm:spPr/>
    </dgm:pt>
    <dgm:pt modelId="{6FD8751A-9AE6-4595-AA1C-781C336BD6D3}" type="pres">
      <dgm:prSet presAssocID="{61B85E83-D788-43B0-ABC9-0D462F01D955}" presName="accent_3" presStyleCnt="0"/>
      <dgm:spPr/>
    </dgm:pt>
    <dgm:pt modelId="{0FCD0936-7F09-4A28-B470-060A9381EBA5}" type="pres">
      <dgm:prSet presAssocID="{61B85E83-D788-43B0-ABC9-0D462F01D955}" presName="accentRepeatNode" presStyleLbl="solidFgAcc1" presStyleIdx="2" presStyleCnt="3"/>
      <dgm:spPr/>
    </dgm:pt>
  </dgm:ptLst>
  <dgm:cxnLst>
    <dgm:cxn modelId="{86B00402-9970-4E52-B9E6-B7F7EDA0F510}" type="presOf" srcId="{2846D694-7B39-4D44-82C9-93016BB5424E}" destId="{2C2BB14B-0019-41CB-96F7-8930A8FBE0DA}" srcOrd="0" destOrd="0" presId="urn:microsoft.com/office/officeart/2008/layout/VerticalCurvedList"/>
    <dgm:cxn modelId="{5C54E723-E9D2-4A38-B448-0A1E9982FDC3}" srcId="{66485D91-BA79-4FB2-A3E9-719E32F8EED8}" destId="{D252B926-2B95-43DE-80BE-900D81168776}" srcOrd="0" destOrd="0" parTransId="{FADF49B7-B6EE-4B2A-A860-252F9603C2F7}" sibTransId="{2846D694-7B39-4D44-82C9-93016BB5424E}"/>
    <dgm:cxn modelId="{36299638-910C-4CFE-A796-4470BEA5ABD7}" srcId="{66485D91-BA79-4FB2-A3E9-719E32F8EED8}" destId="{61B85E83-D788-43B0-ABC9-0D462F01D955}" srcOrd="2" destOrd="0" parTransId="{785703C1-6698-4AFF-BE74-BD6949E18CBE}" sibTransId="{0EB9BA0E-EA9B-4B88-A675-156A148EBFD7}"/>
    <dgm:cxn modelId="{309F5B42-E49D-4F3F-BA84-B0E844ED083B}" type="presOf" srcId="{D252B926-2B95-43DE-80BE-900D81168776}" destId="{4A4FB80C-953B-46DF-9BFF-AE8CABAD828A}" srcOrd="0" destOrd="0" presId="urn:microsoft.com/office/officeart/2008/layout/VerticalCurvedList"/>
    <dgm:cxn modelId="{DAF93B48-B14F-4AD9-A8F0-93D71EFB9B2B}" type="presOf" srcId="{61B85E83-D788-43B0-ABC9-0D462F01D955}" destId="{9D87BFCF-5CCB-4EED-BDD4-AE85211179D2}" srcOrd="0" destOrd="0" presId="urn:microsoft.com/office/officeart/2008/layout/VerticalCurvedList"/>
    <dgm:cxn modelId="{07BEB355-2E09-41FA-AF19-D95705B3B2F6}" srcId="{66485D91-BA79-4FB2-A3E9-719E32F8EED8}" destId="{62611EE3-368B-4277-9230-9448DB5A1825}" srcOrd="1" destOrd="0" parTransId="{7D1DC9E2-2F7F-4BBE-A6BC-6674E34FDFAE}" sibTransId="{C4DA0B84-9FAC-4023-9189-E2D1E1B4B4F5}"/>
    <dgm:cxn modelId="{524C97CB-7393-4F94-81EF-522F8F14FAB5}" type="presOf" srcId="{62611EE3-368B-4277-9230-9448DB5A1825}" destId="{DA90F4A7-7F67-4E06-8FBA-25182DF7BC53}" srcOrd="0" destOrd="0" presId="urn:microsoft.com/office/officeart/2008/layout/VerticalCurvedList"/>
    <dgm:cxn modelId="{767399E2-CE29-44C4-BF2B-3C463692F38A}" type="presOf" srcId="{66485D91-BA79-4FB2-A3E9-719E32F8EED8}" destId="{5468AF76-698B-49B7-ABBC-3B8AD9917C1C}" srcOrd="0" destOrd="0" presId="urn:microsoft.com/office/officeart/2008/layout/VerticalCurvedList"/>
    <dgm:cxn modelId="{A91E240F-791F-4BB9-B612-01144F499E40}" type="presParOf" srcId="{5468AF76-698B-49B7-ABBC-3B8AD9917C1C}" destId="{0410417F-6BBF-4692-A4B2-AF8756BC1755}" srcOrd="0" destOrd="0" presId="urn:microsoft.com/office/officeart/2008/layout/VerticalCurvedList"/>
    <dgm:cxn modelId="{32ADF151-2AA7-4FF2-A0DC-D1D3CC702D23}" type="presParOf" srcId="{0410417F-6BBF-4692-A4B2-AF8756BC1755}" destId="{CAF45611-C50F-4854-9970-6F652C400E08}" srcOrd="0" destOrd="0" presId="urn:microsoft.com/office/officeart/2008/layout/VerticalCurvedList"/>
    <dgm:cxn modelId="{85331DAC-60D6-4FF2-9239-8D51A265F32D}" type="presParOf" srcId="{CAF45611-C50F-4854-9970-6F652C400E08}" destId="{B3D2B577-3AF9-4202-8179-8380B9A3067F}" srcOrd="0" destOrd="0" presId="urn:microsoft.com/office/officeart/2008/layout/VerticalCurvedList"/>
    <dgm:cxn modelId="{B8F71BC2-E376-4AFC-B4E7-7E1D532B4B54}" type="presParOf" srcId="{CAF45611-C50F-4854-9970-6F652C400E08}" destId="{2C2BB14B-0019-41CB-96F7-8930A8FBE0DA}" srcOrd="1" destOrd="0" presId="urn:microsoft.com/office/officeart/2008/layout/VerticalCurvedList"/>
    <dgm:cxn modelId="{600C6096-5850-4B0A-841F-46C1C3A48010}" type="presParOf" srcId="{CAF45611-C50F-4854-9970-6F652C400E08}" destId="{B1C40252-71F3-4ACD-9C09-462868EFBE50}" srcOrd="2" destOrd="0" presId="urn:microsoft.com/office/officeart/2008/layout/VerticalCurvedList"/>
    <dgm:cxn modelId="{522D0050-7E99-4690-AFF2-C69EE46E91B3}" type="presParOf" srcId="{CAF45611-C50F-4854-9970-6F652C400E08}" destId="{5C2DDFEB-2169-4888-A933-A66AEF8CD7AD}" srcOrd="3" destOrd="0" presId="urn:microsoft.com/office/officeart/2008/layout/VerticalCurvedList"/>
    <dgm:cxn modelId="{592A0A20-FF73-4AE9-8510-E0A2C5F55F58}" type="presParOf" srcId="{0410417F-6BBF-4692-A4B2-AF8756BC1755}" destId="{4A4FB80C-953B-46DF-9BFF-AE8CABAD828A}" srcOrd="1" destOrd="0" presId="urn:microsoft.com/office/officeart/2008/layout/VerticalCurvedList"/>
    <dgm:cxn modelId="{79532D8A-B3FC-4196-AAE3-0110417AB88F}" type="presParOf" srcId="{0410417F-6BBF-4692-A4B2-AF8756BC1755}" destId="{2053DD7C-4354-4C50-925F-98DF056ABFB5}" srcOrd="2" destOrd="0" presId="urn:microsoft.com/office/officeart/2008/layout/VerticalCurvedList"/>
    <dgm:cxn modelId="{36B12B45-62EE-407E-8D90-ED50A5243036}" type="presParOf" srcId="{2053DD7C-4354-4C50-925F-98DF056ABFB5}" destId="{EA551C03-89F9-4BA0-8B82-C9D736283410}" srcOrd="0" destOrd="0" presId="urn:microsoft.com/office/officeart/2008/layout/VerticalCurvedList"/>
    <dgm:cxn modelId="{AED7D7B9-B1DF-4EC3-AD09-6B578A2CF4DE}" type="presParOf" srcId="{0410417F-6BBF-4692-A4B2-AF8756BC1755}" destId="{DA90F4A7-7F67-4E06-8FBA-25182DF7BC53}" srcOrd="3" destOrd="0" presId="urn:microsoft.com/office/officeart/2008/layout/VerticalCurvedList"/>
    <dgm:cxn modelId="{457C09C0-CC4C-430A-A2D6-16C50E09F776}" type="presParOf" srcId="{0410417F-6BBF-4692-A4B2-AF8756BC1755}" destId="{41845BA7-5F58-48AF-8473-EF83CB74B95D}" srcOrd="4" destOrd="0" presId="urn:microsoft.com/office/officeart/2008/layout/VerticalCurvedList"/>
    <dgm:cxn modelId="{1FF03E4E-097A-4111-B5AD-451FBCDF74E6}" type="presParOf" srcId="{41845BA7-5F58-48AF-8473-EF83CB74B95D}" destId="{CEADEFEF-30FD-4D13-AC0B-D55D2D0BC0C4}" srcOrd="0" destOrd="0" presId="urn:microsoft.com/office/officeart/2008/layout/VerticalCurvedList"/>
    <dgm:cxn modelId="{F3B1397A-04D7-4031-8AB2-861C350CF74E}" type="presParOf" srcId="{0410417F-6BBF-4692-A4B2-AF8756BC1755}" destId="{9D87BFCF-5CCB-4EED-BDD4-AE85211179D2}" srcOrd="5" destOrd="0" presId="urn:microsoft.com/office/officeart/2008/layout/VerticalCurvedList"/>
    <dgm:cxn modelId="{F2EC261C-BD94-4C9B-B4C4-68A9212407B0}" type="presParOf" srcId="{0410417F-6BBF-4692-A4B2-AF8756BC1755}" destId="{6FD8751A-9AE6-4595-AA1C-781C336BD6D3}" srcOrd="6" destOrd="0" presId="urn:microsoft.com/office/officeart/2008/layout/VerticalCurvedList"/>
    <dgm:cxn modelId="{87E26967-75A8-416C-8708-AD584E4C7D8B}" type="presParOf" srcId="{6FD8751A-9AE6-4595-AA1C-781C336BD6D3}" destId="{0FCD0936-7F09-4A28-B470-060A9381EB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0012E-1B76-4F97-AB6E-E81B8E9CF10C}">
      <dsp:nvSpPr>
        <dsp:cNvPr id="0" name=""/>
        <dsp:cNvSpPr/>
      </dsp:nvSpPr>
      <dsp:spPr>
        <a:xfrm>
          <a:off x="-8171778" y="-1248602"/>
          <a:ext cx="9725125" cy="9725125"/>
        </a:xfrm>
        <a:prstGeom prst="blockArc">
          <a:avLst>
            <a:gd name="adj1" fmla="val 18900000"/>
            <a:gd name="adj2" fmla="val 2700000"/>
            <a:gd name="adj3" fmla="val 222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1A0D9-468E-46E2-82FD-1AFB03C6B097}">
      <dsp:nvSpPr>
        <dsp:cNvPr id="0" name=""/>
        <dsp:cNvSpPr/>
      </dsp:nvSpPr>
      <dsp:spPr>
        <a:xfrm>
          <a:off x="578595" y="380622"/>
          <a:ext cx="14341156" cy="760955"/>
        </a:xfrm>
        <a:prstGeom prst="rect">
          <a:avLst/>
        </a:prstGeom>
        <a:solidFill>
          <a:srgbClr val="56B4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Affiliation </a:t>
          </a:r>
          <a:r>
            <a:rPr lang="en-US" sz="20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- Verify the individual is an official representative</a:t>
          </a:r>
          <a:endParaRPr lang="en-US" sz="200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78595" y="380622"/>
        <a:ext cx="14341156" cy="760955"/>
      </dsp:txXfrm>
    </dsp:sp>
    <dsp:sp modelId="{7B9CC809-2E87-409A-B71B-819532C6985D}">
      <dsp:nvSpPr>
        <dsp:cNvPr id="0" name=""/>
        <dsp:cNvSpPr/>
      </dsp:nvSpPr>
      <dsp:spPr>
        <a:xfrm>
          <a:off x="102997" y="285502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D61F4-8380-4B8F-A6F8-9205F3A1C934}">
      <dsp:nvSpPr>
        <dsp:cNvPr id="0" name=""/>
        <dsp:cNvSpPr/>
      </dsp:nvSpPr>
      <dsp:spPr>
        <a:xfrm>
          <a:off x="1204533" y="1521911"/>
          <a:ext cx="13715218" cy="760955"/>
        </a:xfrm>
        <a:prstGeom prst="rect">
          <a:avLst/>
        </a:prstGeom>
        <a:solidFill>
          <a:srgbClr val="FF86A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which property - 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the correct property they are discussing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204533" y="1521911"/>
        <a:ext cx="13715218" cy="760955"/>
      </dsp:txXfrm>
    </dsp:sp>
    <dsp:sp modelId="{64D6030F-8163-497C-9795-4D704FA910C4}">
      <dsp:nvSpPr>
        <dsp:cNvPr id="0" name=""/>
        <dsp:cNvSpPr/>
      </dsp:nvSpPr>
      <dsp:spPr>
        <a:xfrm>
          <a:off x="728935" y="1426791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6656D-7ABB-4ABD-8790-6A98620DEE37}">
      <dsp:nvSpPr>
        <dsp:cNvPr id="0" name=""/>
        <dsp:cNvSpPr/>
      </dsp:nvSpPr>
      <dsp:spPr>
        <a:xfrm>
          <a:off x="1490758" y="2663199"/>
          <a:ext cx="13428992" cy="760955"/>
        </a:xfrm>
        <a:prstGeom prst="rect">
          <a:avLst/>
        </a:prstGeom>
        <a:solidFill>
          <a:srgbClr val="ABB9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Violation type -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 Understand the specific policy violation. (Eg: Boosting, Vandalism)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490758" y="2663199"/>
        <a:ext cx="13428992" cy="760955"/>
      </dsp:txXfrm>
    </dsp:sp>
    <dsp:sp modelId="{82FF9C71-BF75-4048-BE30-6BCBC6D906DE}">
      <dsp:nvSpPr>
        <dsp:cNvPr id="0" name=""/>
        <dsp:cNvSpPr/>
      </dsp:nvSpPr>
      <dsp:spPr>
        <a:xfrm>
          <a:off x="1015161" y="2568080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CF939-2BAC-4D47-AF03-F504FBD3D6A4}">
      <dsp:nvSpPr>
        <dsp:cNvPr id="0" name=""/>
        <dsp:cNvSpPr/>
      </dsp:nvSpPr>
      <dsp:spPr>
        <a:xfrm>
          <a:off x="1490758" y="3803765"/>
          <a:ext cx="13428992" cy="760955"/>
        </a:xfrm>
        <a:prstGeom prst="rect">
          <a:avLst/>
        </a:prstGeom>
        <a:solidFill>
          <a:srgbClr val="FF61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for previous mitigation - 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Review Zendesk history and Guidelines compliance form (GCF) status for prior actions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490758" y="3803765"/>
        <a:ext cx="13428992" cy="760955"/>
      </dsp:txXfrm>
    </dsp:sp>
    <dsp:sp modelId="{4473FFD8-BEE3-40A0-8FA3-DD71FAE6EEB0}">
      <dsp:nvSpPr>
        <dsp:cNvPr id="0" name=""/>
        <dsp:cNvSpPr/>
      </dsp:nvSpPr>
      <dsp:spPr>
        <a:xfrm>
          <a:off x="1015161" y="3708646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8032D-6174-49BC-ADDD-A4ADA94AC3E1}">
      <dsp:nvSpPr>
        <dsp:cNvPr id="0" name=""/>
        <dsp:cNvSpPr/>
      </dsp:nvSpPr>
      <dsp:spPr>
        <a:xfrm>
          <a:off x="1204533" y="4945054"/>
          <a:ext cx="13715218" cy="760955"/>
        </a:xfrm>
        <a:prstGeom prst="rect">
          <a:avLst/>
        </a:prstGeom>
        <a:solidFill>
          <a:srgbClr val="A2C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and merge duplicate tickets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204533" y="4945054"/>
        <a:ext cx="13715218" cy="760955"/>
      </dsp:txXfrm>
    </dsp:sp>
    <dsp:sp modelId="{3F7332BA-9758-4E6D-903D-96BC15F5BF7D}">
      <dsp:nvSpPr>
        <dsp:cNvPr id="0" name=""/>
        <dsp:cNvSpPr/>
      </dsp:nvSpPr>
      <dsp:spPr>
        <a:xfrm>
          <a:off x="728935" y="4849934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AB746-9CB5-4E3A-9904-13669CC6054F}">
      <dsp:nvSpPr>
        <dsp:cNvPr id="0" name=""/>
        <dsp:cNvSpPr/>
      </dsp:nvSpPr>
      <dsp:spPr>
        <a:xfrm>
          <a:off x="578595" y="6086343"/>
          <a:ext cx="14341156" cy="760955"/>
        </a:xfrm>
        <a:prstGeom prst="rect">
          <a:avLst/>
        </a:prstGeom>
        <a:solidFill>
          <a:srgbClr val="85FF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any required peripheral actions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578595" y="6086343"/>
        <a:ext cx="14341156" cy="760955"/>
      </dsp:txXfrm>
    </dsp:sp>
    <dsp:sp modelId="{D6EDD908-3D84-4D6F-B9DA-5AC23682BCD4}">
      <dsp:nvSpPr>
        <dsp:cNvPr id="0" name=""/>
        <dsp:cNvSpPr/>
      </dsp:nvSpPr>
      <dsp:spPr>
        <a:xfrm>
          <a:off x="102997" y="5991223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2FB35-1367-45AF-A74B-72EF63D0D9AE}">
      <dsp:nvSpPr>
        <dsp:cNvPr id="0" name=""/>
        <dsp:cNvSpPr/>
      </dsp:nvSpPr>
      <dsp:spPr>
        <a:xfrm>
          <a:off x="27619" y="0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17597" y="89978"/>
        <a:ext cx="4488886" cy="1753222"/>
      </dsp:txXfrm>
    </dsp:sp>
    <dsp:sp modelId="{94EDBD91-048F-43C5-9F6F-CC2CF58872AA}">
      <dsp:nvSpPr>
        <dsp:cNvPr id="0" name=""/>
        <dsp:cNvSpPr/>
      </dsp:nvSpPr>
      <dsp:spPr>
        <a:xfrm>
          <a:off x="4788" y="1864843"/>
          <a:ext cx="4668842" cy="4479840"/>
        </a:xfrm>
        <a:prstGeom prst="rect">
          <a:avLst/>
        </a:prstGeom>
        <a:solidFill>
          <a:srgbClr val="FFFFFF">
            <a:alpha val="89804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88" y="1864843"/>
        <a:ext cx="4668842" cy="4479840"/>
      </dsp:txXfrm>
    </dsp:sp>
    <dsp:sp modelId="{BF8E651B-78E8-4622-AB03-339454D5DB07}">
      <dsp:nvSpPr>
        <dsp:cNvPr id="0" name=""/>
        <dsp:cNvSpPr/>
      </dsp:nvSpPr>
      <dsp:spPr>
        <a:xfrm>
          <a:off x="5280346" y="11229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370324" y="101207"/>
        <a:ext cx="4488886" cy="1753222"/>
      </dsp:txXfrm>
    </dsp:sp>
    <dsp:sp modelId="{36435811-FBF2-4610-8F6B-8691DC584DA6}">
      <dsp:nvSpPr>
        <dsp:cNvPr id="0" name=""/>
        <dsp:cNvSpPr/>
      </dsp:nvSpPr>
      <dsp:spPr>
        <a:xfrm>
          <a:off x="5327268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Chain domains (e.g., @Viator.com) do not prove sub-brand affiliation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327268" y="1864843"/>
        <a:ext cx="4668842" cy="4479840"/>
      </dsp:txXfrm>
    </dsp:sp>
    <dsp:sp modelId="{731DEB88-0771-45A6-922C-8464BBEBD4E4}">
      <dsp:nvSpPr>
        <dsp:cNvPr id="0" name=""/>
        <dsp:cNvSpPr/>
      </dsp:nvSpPr>
      <dsp:spPr>
        <a:xfrm>
          <a:off x="10649749" y="21643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739727" y="111621"/>
        <a:ext cx="4488886" cy="1753222"/>
      </dsp:txXfrm>
    </dsp:sp>
    <dsp:sp modelId="{23DD090E-0AAC-4193-BF1E-B27653358EF2}">
      <dsp:nvSpPr>
        <dsp:cNvPr id="0" name=""/>
        <dsp:cNvSpPr/>
      </dsp:nvSpPr>
      <dsp:spPr>
        <a:xfrm>
          <a:off x="10649749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649749" y="1864843"/>
        <a:ext cx="4668842" cy="4479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70F02-5079-49B7-92E1-F1BA02E5B86A}">
      <dsp:nvSpPr>
        <dsp:cNvPr id="0" name=""/>
        <dsp:cNvSpPr/>
      </dsp:nvSpPr>
      <dsp:spPr>
        <a:xfrm>
          <a:off x="0" y="48868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B6C92-8217-43A0-B2A5-1A3D193F5C3C}">
      <dsp:nvSpPr>
        <dsp:cNvPr id="0" name=""/>
        <dsp:cNvSpPr/>
      </dsp:nvSpPr>
      <dsp:spPr>
        <a:xfrm>
          <a:off x="773429" y="1636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62481"/>
        <a:ext cx="10735785" cy="852412"/>
      </dsp:txXfrm>
    </dsp:sp>
    <dsp:sp modelId="{E1CF3C2A-4CC2-4A80-AA28-E6923317A282}">
      <dsp:nvSpPr>
        <dsp:cNvPr id="0" name=""/>
        <dsp:cNvSpPr/>
      </dsp:nvSpPr>
      <dsp:spPr>
        <a:xfrm>
          <a:off x="0" y="1874892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3684D-35D8-42B2-ACEE-1D7C6DF02985}">
      <dsp:nvSpPr>
        <dsp:cNvPr id="0" name=""/>
        <dsp:cNvSpPr/>
      </dsp:nvSpPr>
      <dsp:spPr>
        <a:xfrm>
          <a:off x="773429" y="146788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</a:p>
      </dsp:txBody>
      <dsp:txXfrm>
        <a:off x="819543" y="1514001"/>
        <a:ext cx="10735785" cy="852412"/>
      </dsp:txXfrm>
    </dsp:sp>
    <dsp:sp modelId="{14068A26-D548-43B1-B2F5-D5A6C2C7251B}">
      <dsp:nvSpPr>
        <dsp:cNvPr id="0" name=""/>
        <dsp:cNvSpPr/>
      </dsp:nvSpPr>
      <dsp:spPr>
        <a:xfrm>
          <a:off x="0" y="339172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97F43-7101-4D23-957C-CE9436E63581}">
      <dsp:nvSpPr>
        <dsp:cNvPr id="0" name=""/>
        <dsp:cNvSpPr/>
      </dsp:nvSpPr>
      <dsp:spPr>
        <a:xfrm>
          <a:off x="773429" y="291940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Agents must keep our anti-fraud efforts, privacy-protected </a:t>
          </a:r>
          <a:r>
            <a:rPr lang="en-US" sz="2200" b="0" i="0" kern="1200" dirty="0">
              <a:solidFill>
                <a:prstClr val="black">
                  <a:lumMod val="85000"/>
                  <a:lumOff val="15000"/>
                </a:prst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rPr>
            <a:t>information</a:t>
          </a: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, and undisclosed company details strictly confidential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2965521"/>
        <a:ext cx="10735785" cy="852412"/>
      </dsp:txXfrm>
    </dsp:sp>
    <dsp:sp modelId="{43A45FCA-9520-48EA-84E1-B2856A4E8BBC}">
      <dsp:nvSpPr>
        <dsp:cNvPr id="0" name=""/>
        <dsp:cNvSpPr/>
      </dsp:nvSpPr>
      <dsp:spPr>
        <a:xfrm>
          <a:off x="0" y="4843246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C5FE7-DB19-4329-A10E-536A554E70BE}">
      <dsp:nvSpPr>
        <dsp:cNvPr id="0" name=""/>
        <dsp:cNvSpPr/>
      </dsp:nvSpPr>
      <dsp:spPr>
        <a:xfrm>
          <a:off x="773429" y="437092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4417041"/>
        <a:ext cx="10735785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BB14B-0019-41CB-96F7-8930A8FBE0DA}">
      <dsp:nvSpPr>
        <dsp:cNvPr id="0" name=""/>
        <dsp:cNvSpPr/>
      </dsp:nvSpPr>
      <dsp:spPr>
        <a:xfrm>
          <a:off x="-3857435" y="-592379"/>
          <a:ext cx="4597431" cy="4597431"/>
        </a:xfrm>
        <a:prstGeom prst="blockArc">
          <a:avLst>
            <a:gd name="adj1" fmla="val 18900000"/>
            <a:gd name="adj2" fmla="val 2700000"/>
            <a:gd name="adj3" fmla="val 47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FB80C-953B-46DF-9BFF-AE8CABAD828A}">
      <dsp:nvSpPr>
        <dsp:cNvPr id="0" name=""/>
        <dsp:cNvSpPr/>
      </dsp:nvSpPr>
      <dsp:spPr>
        <a:xfrm>
          <a:off x="475874" y="341267"/>
          <a:ext cx="11915491" cy="682534"/>
        </a:xfrm>
        <a:prstGeom prst="rect">
          <a:avLst/>
        </a:prstGeom>
        <a:solidFill>
          <a:srgbClr val="ABB9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341267"/>
        <a:ext cx="11915491" cy="682534"/>
      </dsp:txXfrm>
    </dsp:sp>
    <dsp:sp modelId="{EA551C03-89F9-4BA0-8B82-C9D736283410}">
      <dsp:nvSpPr>
        <dsp:cNvPr id="0" name=""/>
        <dsp:cNvSpPr/>
      </dsp:nvSpPr>
      <dsp:spPr>
        <a:xfrm>
          <a:off x="49290" y="255950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0F4A7-7F67-4E06-8FBA-25182DF7BC53}">
      <dsp:nvSpPr>
        <dsp:cNvPr id="0" name=""/>
        <dsp:cNvSpPr/>
      </dsp:nvSpPr>
      <dsp:spPr>
        <a:xfrm>
          <a:off x="723975" y="1365068"/>
          <a:ext cx="11667389" cy="682534"/>
        </a:xfrm>
        <a:prstGeom prst="rect">
          <a:avLst/>
        </a:prstGeom>
        <a:solidFill>
          <a:srgbClr val="85FF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23975" y="1365068"/>
        <a:ext cx="11667389" cy="682534"/>
      </dsp:txXfrm>
    </dsp:sp>
    <dsp:sp modelId="{CEADEFEF-30FD-4D13-AC0B-D55D2D0BC0C4}">
      <dsp:nvSpPr>
        <dsp:cNvPr id="0" name=""/>
        <dsp:cNvSpPr/>
      </dsp:nvSpPr>
      <dsp:spPr>
        <a:xfrm>
          <a:off x="297391" y="1279752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7BFCF-5CCB-4EED-BDD4-AE85211179D2}">
      <dsp:nvSpPr>
        <dsp:cNvPr id="0" name=""/>
        <dsp:cNvSpPr/>
      </dsp:nvSpPr>
      <dsp:spPr>
        <a:xfrm>
          <a:off x="475874" y="2388870"/>
          <a:ext cx="11915491" cy="682534"/>
        </a:xfrm>
        <a:prstGeom prst="rect">
          <a:avLst/>
        </a:prstGeom>
        <a:solidFill>
          <a:srgbClr val="CFFF2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2388870"/>
        <a:ext cx="11915491" cy="682534"/>
      </dsp:txXfrm>
    </dsp:sp>
    <dsp:sp modelId="{0FCD0936-7F09-4A28-B470-060A9381EBA5}">
      <dsp:nvSpPr>
        <dsp:cNvPr id="0" name=""/>
        <dsp:cNvSpPr/>
      </dsp:nvSpPr>
      <dsp:spPr>
        <a:xfrm>
          <a:off x="49290" y="2303553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0D3F4-977C-4D73-A890-373ECA4F403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73485-57DC-4A37-AA47-B6255C6AA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4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 hotel owner contacts Tripadvisor to clarify why their account was restricted due to suspected fake reviews, triggering an FPS Conversation to investigate and explain the fraud action.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D9EE-DC96-4F1C-BCAC-A65D5AD1D4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3D24-C3AD-D0BF-BD5C-F03D2005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98534-017A-C8B3-DDE7-45E69AE14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7623-6B10-E860-F9C0-89F0AB40B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B3A52-D064-2BEB-7EE6-8E0613A64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84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4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notes:</a:t>
            </a:r>
            <a:br>
              <a:rPr lang="en-US" sz="1200" b="0" i="0" kern="1200" dirty="0">
                <a:effectLst/>
                <a:cs typeface="+mn-lt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section is used to document the research, decisions, evidence, and actions taken during the investigation. Internal notes are visible only to Tripadvisor employees.</a:t>
            </a:r>
            <a:r>
              <a:rPr lang="en-US" dirty="0"/>
              <a:t> In the next </a:t>
            </a:r>
            <a:r>
              <a:rPr lang="en-US" dirty="0" err="1"/>
              <a:t>silde</a:t>
            </a:r>
            <a:r>
              <a:rPr lang="en-US" dirty="0"/>
              <a:t> you will be able to see an example for the internal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2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7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5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4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2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0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19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8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6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12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19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9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61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46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8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0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312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15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09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87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23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13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870201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05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8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24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7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7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2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6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1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1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6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697BE7D3.xm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svg"/><Relationship Id="rId7" Type="http://schemas.openxmlformats.org/officeDocument/2006/relationships/hyperlink" Target="https://iconscout.com/illustrations/prevention-dincend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svg"/><Relationship Id="rId2" Type="http://schemas.microsoft.com/office/2018/10/relationships/comments" Target="../comments/modernComment_140_10593A2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conscout.com/illustrations/penalty-shootout" TargetMode="External"/><Relationship Id="rId13" Type="http://schemas.openxmlformats.org/officeDocument/2006/relationships/hyperlink" Target="https://www.anelakaiadventures.com/faqs/keauhou-bay-directions" TargetMode="External"/><Relationship Id="rId3" Type="http://schemas.microsoft.com/office/2018/10/relationships/comments" Target="../comments/modernComment_131_978D1306.xml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conscout.com/illustration/financial-fraud-9561369" TargetMode="External"/><Relationship Id="rId11" Type="http://schemas.openxmlformats.org/officeDocument/2006/relationships/hyperlink" Target="https://iconscout.com/illustrations/something-is-missing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556D1570.xml"/><Relationship Id="rId7" Type="http://schemas.openxmlformats.org/officeDocument/2006/relationships/hyperlink" Target="https://iconscout.com/illustrations/something-went-wro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microsoft.com/office/2018/10/relationships/comments" Target="../comments/modernComment_13E_6F142A31.xm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4.svg"/><Relationship Id="rId5" Type="http://schemas.openxmlformats.org/officeDocument/2006/relationships/image" Target="../media/image25.svg"/><Relationship Id="rId10" Type="http://schemas.openxmlformats.org/officeDocument/2006/relationships/image" Target="../media/image3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33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32.svg"/><Relationship Id="rId2" Type="http://schemas.microsoft.com/office/2018/10/relationships/comments" Target="../comments/modernComment_141_51D4F66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1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Relationship Id="rId1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6.svg"/><Relationship Id="rId7" Type="http://schemas.openxmlformats.org/officeDocument/2006/relationships/diagramColors" Target="../diagrams/colors2.xml"/><Relationship Id="rId2" Type="http://schemas.microsoft.com/office/2018/10/relationships/comments" Target="../comments/modernComment_134_6A46048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3.xml"/><Relationship Id="rId2" Type="http://schemas.microsoft.com/office/2018/10/relationships/comments" Target="../comments/modernComment_135_2DAB4F5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svg"/><Relationship Id="rId9" Type="http://schemas.microsoft.com/office/2007/relationships/diagramDrawing" Target="../diagrams/drawin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8/10/relationships/comments" Target="../comments/modernComment_138_B3792D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microsoft.com/office/2018/10/relationships/comments" Target="../comments/modernComment_137_4CCE2F1A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microsoft.com/office/2018/10/relationships/comments" Target="../comments/modernComment_139_EC65F729.xml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9.png"/><Relationship Id="rId9" Type="http://schemas.microsoft.com/office/2007/relationships/diagramDrawing" Target="../diagrams/drawing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3D1FEA-3B9F-301A-4BB1-715BCE511199}"/>
              </a:ext>
            </a:extLst>
          </p:cNvPr>
          <p:cNvSpPr txBox="1"/>
          <p:nvPr/>
        </p:nvSpPr>
        <p:spPr>
          <a:xfrm>
            <a:off x="819255" y="495300"/>
            <a:ext cx="10742225" cy="4977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“Module:</a:t>
            </a:r>
          </a:p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FPS Conversations and Owner Macros”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A52700-2381-DB45-6426-D4ED7DF552B4}"/>
              </a:ext>
            </a:extLst>
          </p:cNvPr>
          <p:cNvGrpSpPr/>
          <p:nvPr/>
        </p:nvGrpSpPr>
        <p:grpSpPr>
          <a:xfrm>
            <a:off x="806967" y="5449251"/>
            <a:ext cx="10089632" cy="3366936"/>
            <a:chOff x="-25091" y="-47625"/>
            <a:chExt cx="1457498" cy="8867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8F3FD4-8625-ECC2-1E28-DF6E1FB4A5AE}"/>
                </a:ext>
              </a:extLst>
            </p:cNvPr>
            <p:cNvSpPr/>
            <p:nvPr/>
          </p:nvSpPr>
          <p:spPr>
            <a:xfrm>
              <a:off x="-25091" y="0"/>
              <a:ext cx="1432407" cy="839140"/>
            </a:xfrm>
            <a:custGeom>
              <a:avLst/>
              <a:gdLst/>
              <a:ahLst/>
              <a:cxnLst/>
              <a:rect l="l" t="t" r="r" b="b"/>
              <a:pathLst>
                <a:path w="1432407" h="839140">
                  <a:moveTo>
                    <a:pt x="72598" y="0"/>
                  </a:moveTo>
                  <a:lnTo>
                    <a:pt x="1359808" y="0"/>
                  </a:lnTo>
                  <a:cubicBezTo>
                    <a:pt x="1379063" y="0"/>
                    <a:pt x="1397528" y="7649"/>
                    <a:pt x="1411143" y="21264"/>
                  </a:cubicBezTo>
                  <a:cubicBezTo>
                    <a:pt x="1424758" y="34878"/>
                    <a:pt x="1432407" y="53344"/>
                    <a:pt x="1432407" y="72598"/>
                  </a:cubicBezTo>
                  <a:lnTo>
                    <a:pt x="1432407" y="766542"/>
                  </a:lnTo>
                  <a:cubicBezTo>
                    <a:pt x="1432407" y="785796"/>
                    <a:pt x="1424758" y="804262"/>
                    <a:pt x="1411143" y="817877"/>
                  </a:cubicBezTo>
                  <a:cubicBezTo>
                    <a:pt x="1397528" y="831491"/>
                    <a:pt x="1379063" y="839140"/>
                    <a:pt x="1359808" y="839140"/>
                  </a:cubicBezTo>
                  <a:lnTo>
                    <a:pt x="72598" y="839140"/>
                  </a:lnTo>
                  <a:cubicBezTo>
                    <a:pt x="53344" y="839140"/>
                    <a:pt x="34878" y="831491"/>
                    <a:pt x="21264" y="817877"/>
                  </a:cubicBezTo>
                  <a:cubicBezTo>
                    <a:pt x="7649" y="804262"/>
                    <a:pt x="0" y="785796"/>
                    <a:pt x="0" y="766542"/>
                  </a:cubicBezTo>
                  <a:lnTo>
                    <a:pt x="0" y="72598"/>
                  </a:lnTo>
                  <a:cubicBezTo>
                    <a:pt x="0" y="53344"/>
                    <a:pt x="7649" y="34878"/>
                    <a:pt x="21264" y="21264"/>
                  </a:cubicBezTo>
                  <a:cubicBezTo>
                    <a:pt x="34878" y="7649"/>
                    <a:pt x="53344" y="0"/>
                    <a:pt x="725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“Behind every suspicious review lies an investigation that protects millions of travelers.”</a:t>
              </a:r>
              <a:b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064B27-3D32-708D-1263-6781C2EF1BFA}"/>
                </a:ext>
              </a:extLst>
            </p:cNvPr>
            <p:cNvSpPr txBox="1"/>
            <p:nvPr/>
          </p:nvSpPr>
          <p:spPr>
            <a:xfrm>
              <a:off x="0" y="-47625"/>
              <a:ext cx="1432407" cy="886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5C40C8-59B1-0732-5FF2-72A618485B37}"/>
              </a:ext>
            </a:extLst>
          </p:cNvPr>
          <p:cNvSpPr txBox="1"/>
          <p:nvPr/>
        </p:nvSpPr>
        <p:spPr>
          <a:xfrm>
            <a:off x="990600" y="591874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@ Module 1</a:t>
            </a:r>
          </a:p>
        </p:txBody>
      </p: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16C5D-4083-C4B2-8711-558479B55079}"/>
              </a:ext>
            </a:extLst>
          </p:cNvPr>
          <p:cNvSpPr txBox="1"/>
          <p:nvPr/>
        </p:nvSpPr>
        <p:spPr>
          <a:xfrm>
            <a:off x="845576" y="943523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Welcome to Fraud Support Fundamentals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7DCCA36-FF0F-E192-2407-27DDB4E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01. </a:t>
            </a:r>
            <a:r>
              <a:rPr lang="en-US" sz="7500" b="1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Fraud Policy Support 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77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8">
            <a:extLst>
              <a:ext uri="{FF2B5EF4-FFF2-40B4-BE49-F238E27FC236}">
                <a16:creationId xmlns:a16="http://schemas.microsoft.com/office/drawing/2014/main" id="{2AED13B4-B11D-7CFC-9B96-5C49EBDE6269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39">
            <a:extLst>
              <a:ext uri="{FF2B5EF4-FFF2-40B4-BE49-F238E27FC236}">
                <a16:creationId xmlns:a16="http://schemas.microsoft.com/office/drawing/2014/main" id="{4E142C5D-6001-71B2-CD9E-8AF288A816D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BBBE4-3DB4-37DB-E97B-F1747377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534" y="2226411"/>
            <a:ext cx="15773400" cy="819199"/>
          </a:xfrm>
          <a:noFill/>
        </p:spPr>
        <p:txBody>
          <a:bodyPr wrap="square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Conversation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28DD-8A00-E790-CFB5-7CD83B67A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790" y="4798325"/>
            <a:ext cx="10000001" cy="2094664"/>
          </a:xfr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defTabSz="1371669">
              <a:lnSpc>
                <a:spcPct val="200000"/>
              </a:lnSpc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An FPS Conversation is a specialized ticket or interaction type triggered when a property owner queries, disputes, or seeks clarification regarding fraud-related actions taken on their account or listing.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863E1-B690-0F29-099B-DBE20E4C448F}"/>
              </a:ext>
            </a:extLst>
          </p:cNvPr>
          <p:cNvSpPr txBox="1"/>
          <p:nvPr/>
        </p:nvSpPr>
        <p:spPr>
          <a:xfrm>
            <a:off x="600001" y="9661690"/>
            <a:ext cx="1000000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E0C4B-D735-035A-970C-2ADD7691668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1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6A45CD-B5A4-5D3E-1F02-6ABDD9517575}"/>
              </a:ext>
            </a:extLst>
          </p:cNvPr>
          <p:cNvSpPr txBox="1">
            <a:spLocks/>
          </p:cNvSpPr>
          <p:nvPr/>
        </p:nvSpPr>
        <p:spPr>
          <a:xfrm>
            <a:off x="1289790" y="3784231"/>
            <a:ext cx="10000001" cy="8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71669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- Fraud Prevention &amp; Safety / Fraud Policy Support</a:t>
            </a:r>
          </a:p>
        </p:txBody>
      </p:sp>
      <p:grpSp>
        <p:nvGrpSpPr>
          <p:cNvPr id="6" name="Group 2"/>
          <p:cNvGrpSpPr>
            <a:grpSpLocks noChangeAspect="1"/>
          </p:cNvGrpSpPr>
          <p:nvPr/>
        </p:nvGrpSpPr>
        <p:grpSpPr>
          <a:xfrm>
            <a:off x="12343165" y="2836071"/>
            <a:ext cx="5498071" cy="4618379"/>
            <a:chOff x="0" y="0"/>
            <a:chExt cx="2980807" cy="2503878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980807" cy="2503878"/>
            </a:xfrm>
            <a:custGeom>
              <a:avLst/>
              <a:gdLst/>
              <a:ahLst/>
              <a:cxnLst/>
              <a:rect l="l" t="t" r="r" b="b"/>
              <a:pathLst>
                <a:path w="2980807" h="2503878">
                  <a:moveTo>
                    <a:pt x="0" y="0"/>
                  </a:moveTo>
                  <a:lnTo>
                    <a:pt x="2980807" y="0"/>
                  </a:lnTo>
                  <a:lnTo>
                    <a:pt x="2980807" y="2503878"/>
                  </a:lnTo>
                  <a:lnTo>
                    <a:pt x="0" y="250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"/>
            <p:cNvSpPr/>
            <p:nvPr/>
          </p:nvSpPr>
          <p:spPr>
            <a:xfrm>
              <a:off x="1268305" y="878552"/>
              <a:ext cx="551220" cy="656214"/>
            </a:xfrm>
            <a:custGeom>
              <a:avLst/>
              <a:gdLst/>
              <a:ahLst/>
              <a:cxnLst/>
              <a:rect l="l" t="t" r="r" b="b"/>
              <a:pathLst>
                <a:path w="551220" h="656214">
                  <a:moveTo>
                    <a:pt x="0" y="0"/>
                  </a:moveTo>
                  <a:lnTo>
                    <a:pt x="551220" y="0"/>
                  </a:lnTo>
                  <a:lnTo>
                    <a:pt x="551220" y="656215"/>
                  </a:lnTo>
                  <a:lnTo>
                    <a:pt x="0" y="65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38">
            <a:extLst>
              <a:ext uri="{FF2B5EF4-FFF2-40B4-BE49-F238E27FC236}">
                <a16:creationId xmlns:a16="http://schemas.microsoft.com/office/drawing/2014/main" id="{A6A1AF4F-5395-366A-86DC-974BDDD9454C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7279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F886-FD37-B831-AC6D-D13D57ED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F98A289-CA30-DF5E-CD6F-D043F157B3CB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DC161D-38C2-6A52-4972-84CB56C6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664" y="1010944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     al of FPS Conversations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7E937-B36E-80AE-5819-D9A7013CFE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3AB4F-E850-EDA9-C05A-95E11467D00D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2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521C6D64-57EB-6C1A-F9E9-7992B91F0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5493" y="1026464"/>
            <a:ext cx="718457" cy="7184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3B14A22-D0B0-02DE-93D2-669DBE25B639}"/>
              </a:ext>
            </a:extLst>
          </p:cNvPr>
          <p:cNvGrpSpPr/>
          <p:nvPr/>
        </p:nvGrpSpPr>
        <p:grpSpPr>
          <a:xfrm>
            <a:off x="1127664" y="2382572"/>
            <a:ext cx="15773400" cy="6471495"/>
            <a:chOff x="1127664" y="2494085"/>
            <a:chExt cx="16830222" cy="7112698"/>
          </a:xfrm>
        </p:grpSpPr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0F4BB50E-67D1-7013-94DC-D71D024A6CE3}"/>
                </a:ext>
              </a:extLst>
            </p:cNvPr>
            <p:cNvSpPr/>
            <p:nvPr/>
          </p:nvSpPr>
          <p:spPr>
            <a:xfrm>
              <a:off x="1656076" y="2539742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FB5184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DD89F36-D743-E796-848B-1EC449EB9944}"/>
                </a:ext>
              </a:extLst>
            </p:cNvPr>
            <p:cNvGrpSpPr/>
            <p:nvPr/>
          </p:nvGrpSpPr>
          <p:grpSpPr>
            <a:xfrm>
              <a:off x="1522754" y="2570021"/>
              <a:ext cx="8272796" cy="3444765"/>
              <a:chOff x="0" y="-175755"/>
              <a:chExt cx="7792023" cy="8776294"/>
            </a:xfrm>
          </p:grpSpPr>
          <p:sp>
            <p:nvSpPr>
              <p:cNvPr id="50" name="TextBox 5">
                <a:extLst>
                  <a:ext uri="{FF2B5EF4-FFF2-40B4-BE49-F238E27FC236}">
                    <a16:creationId xmlns:a16="http://schemas.microsoft.com/office/drawing/2014/main" id="{1A5BCFA6-9ACA-E538-F565-9B658A37D855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134FCC-6FE8-873C-4925-7F7BC318ABBF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52" name="Freeform 7">
                  <a:extLst>
                    <a:ext uri="{FF2B5EF4-FFF2-40B4-BE49-F238E27FC236}">
                      <a16:creationId xmlns:a16="http://schemas.microsoft.com/office/drawing/2014/main" id="{85406DFB-C1CB-F15A-BCF7-8056BD57BDA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" name="TextBox 8">
                  <a:extLst>
                    <a:ext uri="{FF2B5EF4-FFF2-40B4-BE49-F238E27FC236}">
                      <a16:creationId xmlns:a16="http://schemas.microsoft.com/office/drawing/2014/main" id="{1840D212-74B6-42E1-40EF-FE9D7387275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54" name="TextBox 21">
              <a:extLst>
                <a:ext uri="{FF2B5EF4-FFF2-40B4-BE49-F238E27FC236}">
                  <a16:creationId xmlns:a16="http://schemas.microsoft.com/office/drawing/2014/main" id="{BEC57FCF-A90E-77B1-41A2-8AE1676677EE}"/>
                </a:ext>
              </a:extLst>
            </p:cNvPr>
            <p:cNvSpPr txBox="1"/>
            <p:nvPr/>
          </p:nvSpPr>
          <p:spPr>
            <a:xfrm>
              <a:off x="4686839" y="3927944"/>
              <a:ext cx="4621270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Educate the owner about our fraud policies and guidelines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F2345C4-6532-617E-432E-DF063326D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27664" y="2712868"/>
              <a:ext cx="4218924" cy="2812616"/>
            </a:xfrm>
            <a:prstGeom prst="rect">
              <a:avLst/>
            </a:prstGeom>
          </p:spPr>
        </p:pic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5B15D0C2-6AEB-D86C-CD2C-F68B88B79947}"/>
                </a:ext>
              </a:extLst>
            </p:cNvPr>
            <p:cNvSpPr/>
            <p:nvPr/>
          </p:nvSpPr>
          <p:spPr>
            <a:xfrm>
              <a:off x="9818412" y="2494085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2CF00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5BE221E-1338-CDC9-66D9-EBAAA794526C}"/>
                </a:ext>
              </a:extLst>
            </p:cNvPr>
            <p:cNvGrpSpPr/>
            <p:nvPr/>
          </p:nvGrpSpPr>
          <p:grpSpPr>
            <a:xfrm>
              <a:off x="9685090" y="2524364"/>
              <a:ext cx="8272796" cy="3444765"/>
              <a:chOff x="0" y="-175755"/>
              <a:chExt cx="7792023" cy="8776294"/>
            </a:xfrm>
          </p:grpSpPr>
          <p:sp>
            <p:nvSpPr>
              <p:cNvPr id="60" name="TextBox 5">
                <a:extLst>
                  <a:ext uri="{FF2B5EF4-FFF2-40B4-BE49-F238E27FC236}">
                    <a16:creationId xmlns:a16="http://schemas.microsoft.com/office/drawing/2014/main" id="{8BBA446E-1D9F-8054-172D-92E3BECE6A72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7C0D56C-EE92-3B85-D621-5B3E46D1808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B2327063-BABE-FC08-0B45-8E29458B4052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3" name="TextBox 8">
                  <a:extLst>
                    <a:ext uri="{FF2B5EF4-FFF2-40B4-BE49-F238E27FC236}">
                      <a16:creationId xmlns:a16="http://schemas.microsoft.com/office/drawing/2014/main" id="{774C02A2-8F6D-3D39-7B34-6DCF66B81DE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AF18D6F2-D1BF-D19C-C4CB-CC4471D460AE}"/>
                </a:ext>
              </a:extLst>
            </p:cNvPr>
            <p:cNvSpPr txBox="1"/>
            <p:nvPr/>
          </p:nvSpPr>
          <p:spPr>
            <a:xfrm>
              <a:off x="13192075" y="3882287"/>
              <a:ext cx="4325072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Address all concerns from the user (Owner)</a:t>
              </a:r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290C3DE4-1F6C-48D2-513C-36042C90BF5E}"/>
                </a:ext>
              </a:extLst>
            </p:cNvPr>
            <p:cNvSpPr/>
            <p:nvPr/>
          </p:nvSpPr>
          <p:spPr>
            <a:xfrm>
              <a:off x="5369450" y="6131739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BB9FF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5C05BD3-1738-0A3A-2A00-636C835DC602}"/>
                </a:ext>
              </a:extLst>
            </p:cNvPr>
            <p:cNvGrpSpPr/>
            <p:nvPr/>
          </p:nvGrpSpPr>
          <p:grpSpPr>
            <a:xfrm>
              <a:off x="5236128" y="6162018"/>
              <a:ext cx="8272796" cy="3444765"/>
              <a:chOff x="0" y="-175755"/>
              <a:chExt cx="7792023" cy="8776294"/>
            </a:xfrm>
          </p:grpSpPr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62199004-B9EF-EDC6-DC03-6A1FD1E08E84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DC3A3CF-3872-2120-88CD-6EA4C34B76E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70" name="Freeform 7">
                  <a:extLst>
                    <a:ext uri="{FF2B5EF4-FFF2-40B4-BE49-F238E27FC236}">
                      <a16:creationId xmlns:a16="http://schemas.microsoft.com/office/drawing/2014/main" id="{4FC3F2E5-A8C2-40E8-A73D-0F160A2CF03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" name="TextBox 8">
                  <a:extLst>
                    <a:ext uri="{FF2B5EF4-FFF2-40B4-BE49-F238E27FC236}">
                      <a16:creationId xmlns:a16="http://schemas.microsoft.com/office/drawing/2014/main" id="{CD421578-4DFE-7A35-6204-4176F4982A11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72" name="TextBox 21">
              <a:extLst>
                <a:ext uri="{FF2B5EF4-FFF2-40B4-BE49-F238E27FC236}">
                  <a16:creationId xmlns:a16="http://schemas.microsoft.com/office/drawing/2014/main" id="{A05D803A-92B6-51EA-49BB-49403CB70F64}"/>
                </a:ext>
              </a:extLst>
            </p:cNvPr>
            <p:cNvSpPr txBox="1"/>
            <p:nvPr/>
          </p:nvSpPr>
          <p:spPr>
            <a:xfrm>
              <a:off x="8400213" y="7131321"/>
              <a:ext cx="4621270" cy="11721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Encourage compliance with our guidelines to prevent future fraudulent activity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A385C64-C769-B4D6-EA85-0C48544F4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939"/>
            <a:stretch>
              <a:fillRect/>
            </a:stretch>
          </p:blipFill>
          <p:spPr>
            <a:xfrm>
              <a:off x="10122297" y="2755323"/>
              <a:ext cx="2965152" cy="2551863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96B4B1C-0FE7-D069-B483-F6B8C6249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5600001" y="6375108"/>
              <a:ext cx="2831473" cy="2831473"/>
            </a:xfrm>
            <a:prstGeom prst="rect">
              <a:avLst/>
            </a:prstGeom>
          </p:spPr>
        </p:pic>
      </p:grpSp>
      <p:sp>
        <p:nvSpPr>
          <p:cNvPr id="6" name="Freeform 38">
            <a:extLst>
              <a:ext uri="{FF2B5EF4-FFF2-40B4-BE49-F238E27FC236}">
                <a16:creationId xmlns:a16="http://schemas.microsoft.com/office/drawing/2014/main" id="{FFBBAEF5-A396-EDE9-7777-81830DAED9B3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DF446224-5508-D6F2-F3C9-DA2CDAABCC9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73C7-C341-2DD4-1F4D-C7C26211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A86E86-45A8-392C-907C-BE9B6635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6" y="1448919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Who handles FPS Conversations?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AC2C4-BB58-81DA-C145-46FD0D82D1B9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71D90-5FCF-57BC-6037-195BDDFB0EA6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3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119" name="Group 2">
            <a:extLst>
              <a:ext uri="{FF2B5EF4-FFF2-40B4-BE49-F238E27FC236}">
                <a16:creationId xmlns:a16="http://schemas.microsoft.com/office/drawing/2014/main" id="{FC93734D-52F9-593A-4437-3122CF3F648F}"/>
              </a:ext>
            </a:extLst>
          </p:cNvPr>
          <p:cNvGrpSpPr>
            <a:grpSpLocks noChangeAspect="1"/>
          </p:cNvGrpSpPr>
          <p:nvPr/>
        </p:nvGrpSpPr>
        <p:grpSpPr>
          <a:xfrm>
            <a:off x="421359" y="3326884"/>
            <a:ext cx="5695753" cy="3633231"/>
            <a:chOff x="0" y="-208031"/>
            <a:chExt cx="7594337" cy="59860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0" name="Group 3">
              <a:extLst>
                <a:ext uri="{FF2B5EF4-FFF2-40B4-BE49-F238E27FC236}">
                  <a16:creationId xmlns:a16="http://schemas.microsoft.com/office/drawing/2014/main" id="{B84C754B-376E-BA82-E52F-F6482FB3F831}"/>
                </a:ext>
              </a:extLst>
            </p:cNvPr>
            <p:cNvGrpSpPr/>
            <p:nvPr/>
          </p:nvGrpSpPr>
          <p:grpSpPr>
            <a:xfrm>
              <a:off x="0" y="0"/>
              <a:ext cx="7594337" cy="5778053"/>
              <a:chOff x="0" y="0"/>
              <a:chExt cx="1738594" cy="1322787"/>
            </a:xfrm>
          </p:grpSpPr>
          <p:sp>
            <p:nvSpPr>
              <p:cNvPr id="124" name="Freeform 4">
                <a:extLst>
                  <a:ext uri="{FF2B5EF4-FFF2-40B4-BE49-F238E27FC236}">
                    <a16:creationId xmlns:a16="http://schemas.microsoft.com/office/drawing/2014/main" id="{7F228E2E-FFC6-ADFC-9C7B-47363E4EE32E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22787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22787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62975"/>
                    </a:lnTo>
                    <a:cubicBezTo>
                      <a:pt x="1738594" y="1296008"/>
                      <a:pt x="1711815" y="1322787"/>
                      <a:pt x="1678782" y="1322787"/>
                    </a:cubicBezTo>
                    <a:lnTo>
                      <a:pt x="59813" y="1322787"/>
                    </a:lnTo>
                    <a:cubicBezTo>
                      <a:pt x="26779" y="1322787"/>
                      <a:pt x="0" y="1296008"/>
                      <a:pt x="0" y="1262975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5">
                <a:extLst>
                  <a:ext uri="{FF2B5EF4-FFF2-40B4-BE49-F238E27FC236}">
                    <a16:creationId xmlns:a16="http://schemas.microsoft.com/office/drawing/2014/main" id="{B9257254-07A4-0405-B6F1-0B12BAFF249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70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23" name="TextBox 8">
              <a:extLst>
                <a:ext uri="{FF2B5EF4-FFF2-40B4-BE49-F238E27FC236}">
                  <a16:creationId xmlns:a16="http://schemas.microsoft.com/office/drawing/2014/main" id="{410C1CDF-496E-482B-5328-41A777A6A090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26" name="Group 9">
            <a:extLst>
              <a:ext uri="{FF2B5EF4-FFF2-40B4-BE49-F238E27FC236}">
                <a16:creationId xmlns:a16="http://schemas.microsoft.com/office/drawing/2014/main" id="{DE01BE00-D379-B586-05B3-E772F8A811E5}"/>
              </a:ext>
            </a:extLst>
          </p:cNvPr>
          <p:cNvGrpSpPr>
            <a:grpSpLocks noChangeAspect="1"/>
          </p:cNvGrpSpPr>
          <p:nvPr/>
        </p:nvGrpSpPr>
        <p:grpSpPr>
          <a:xfrm>
            <a:off x="6301095" y="3325926"/>
            <a:ext cx="5695753" cy="3634190"/>
            <a:chOff x="0" y="-208031"/>
            <a:chExt cx="7594337" cy="59425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7" name="Group 10">
              <a:extLst>
                <a:ext uri="{FF2B5EF4-FFF2-40B4-BE49-F238E27FC236}">
                  <a16:creationId xmlns:a16="http://schemas.microsoft.com/office/drawing/2014/main" id="{6C7F9DC7-7DBE-1E9A-70D8-730880D538B8}"/>
                </a:ext>
              </a:extLst>
            </p:cNvPr>
            <p:cNvGrpSpPr/>
            <p:nvPr/>
          </p:nvGrpSpPr>
          <p:grpSpPr>
            <a:xfrm>
              <a:off x="0" y="0"/>
              <a:ext cx="7594337" cy="5734512"/>
              <a:chOff x="0" y="0"/>
              <a:chExt cx="1738594" cy="1312819"/>
            </a:xfrm>
          </p:grpSpPr>
          <p:sp>
            <p:nvSpPr>
              <p:cNvPr id="131" name="Freeform 11">
                <a:extLst>
                  <a:ext uri="{FF2B5EF4-FFF2-40B4-BE49-F238E27FC236}">
                    <a16:creationId xmlns:a16="http://schemas.microsoft.com/office/drawing/2014/main" id="{459CF26B-0F6F-4BBB-32BD-6BD4CDCEC318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12819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12819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53006"/>
                    </a:lnTo>
                    <a:cubicBezTo>
                      <a:pt x="1738594" y="1286040"/>
                      <a:pt x="1711815" y="1312819"/>
                      <a:pt x="1678782" y="1312819"/>
                    </a:cubicBezTo>
                    <a:lnTo>
                      <a:pt x="59813" y="1312819"/>
                    </a:lnTo>
                    <a:cubicBezTo>
                      <a:pt x="26779" y="1312819"/>
                      <a:pt x="0" y="1286040"/>
                      <a:pt x="0" y="1253006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TextBox 12">
                <a:extLst>
                  <a:ext uri="{FF2B5EF4-FFF2-40B4-BE49-F238E27FC236}">
                    <a16:creationId xmlns:a16="http://schemas.microsoft.com/office/drawing/2014/main" id="{33762F8E-7B6E-FD4F-9938-E597C1FF43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60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30" name="TextBox 15">
              <a:extLst>
                <a:ext uri="{FF2B5EF4-FFF2-40B4-BE49-F238E27FC236}">
                  <a16:creationId xmlns:a16="http://schemas.microsoft.com/office/drawing/2014/main" id="{0BF8BFC1-E29A-3A82-26EE-4E171FC7142D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33" name="Group 16">
            <a:extLst>
              <a:ext uri="{FF2B5EF4-FFF2-40B4-BE49-F238E27FC236}">
                <a16:creationId xmlns:a16="http://schemas.microsoft.com/office/drawing/2014/main" id="{A8B392D8-C4F8-A4C3-A9DA-01BAF316C9A8}"/>
              </a:ext>
            </a:extLst>
          </p:cNvPr>
          <p:cNvGrpSpPr>
            <a:grpSpLocks noChangeAspect="1"/>
          </p:cNvGrpSpPr>
          <p:nvPr/>
        </p:nvGrpSpPr>
        <p:grpSpPr>
          <a:xfrm>
            <a:off x="12180830" y="3325253"/>
            <a:ext cx="5695753" cy="3634863"/>
            <a:chOff x="0" y="-208031"/>
            <a:chExt cx="7594337" cy="5912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34" name="Group 17">
              <a:extLst>
                <a:ext uri="{FF2B5EF4-FFF2-40B4-BE49-F238E27FC236}">
                  <a16:creationId xmlns:a16="http://schemas.microsoft.com/office/drawing/2014/main" id="{576B3101-E03F-1416-CA16-070419B05573}"/>
                </a:ext>
              </a:extLst>
            </p:cNvPr>
            <p:cNvGrpSpPr/>
            <p:nvPr/>
          </p:nvGrpSpPr>
          <p:grpSpPr>
            <a:xfrm>
              <a:off x="0" y="0"/>
              <a:ext cx="7594337" cy="5704303"/>
              <a:chOff x="0" y="0"/>
              <a:chExt cx="1738594" cy="1305903"/>
            </a:xfrm>
          </p:grpSpPr>
          <p:sp>
            <p:nvSpPr>
              <p:cNvPr id="138" name="Freeform 18">
                <a:extLst>
                  <a:ext uri="{FF2B5EF4-FFF2-40B4-BE49-F238E27FC236}">
                    <a16:creationId xmlns:a16="http://schemas.microsoft.com/office/drawing/2014/main" id="{B3A87152-A998-E152-4AA7-C455F9615AA2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05903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05903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46090"/>
                    </a:lnTo>
                    <a:cubicBezTo>
                      <a:pt x="1738594" y="1279124"/>
                      <a:pt x="1711815" y="1305903"/>
                      <a:pt x="1678782" y="1305903"/>
                    </a:cubicBezTo>
                    <a:lnTo>
                      <a:pt x="59813" y="1305903"/>
                    </a:lnTo>
                    <a:cubicBezTo>
                      <a:pt x="26779" y="1305903"/>
                      <a:pt x="0" y="1279124"/>
                      <a:pt x="0" y="1246090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9">
                <a:extLst>
                  <a:ext uri="{FF2B5EF4-FFF2-40B4-BE49-F238E27FC236}">
                    <a16:creationId xmlns:a16="http://schemas.microsoft.com/office/drawing/2014/main" id="{0253C417-4AFC-1B64-A494-5E98B84D77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535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37" name="TextBox 22">
              <a:extLst>
                <a:ext uri="{FF2B5EF4-FFF2-40B4-BE49-F238E27FC236}">
                  <a16:creationId xmlns:a16="http://schemas.microsoft.com/office/drawing/2014/main" id="{F3FDEF0F-C47F-ACF5-C43F-C33C9E654BF3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40" name="Group 23">
            <a:extLst>
              <a:ext uri="{FF2B5EF4-FFF2-40B4-BE49-F238E27FC236}">
                <a16:creationId xmlns:a16="http://schemas.microsoft.com/office/drawing/2014/main" id="{A0827B69-6DB6-FFD4-209D-1719FA03A7ED}"/>
              </a:ext>
            </a:extLst>
          </p:cNvPr>
          <p:cNvGrpSpPr>
            <a:grpSpLocks noChangeAspect="1"/>
          </p:cNvGrpSpPr>
          <p:nvPr/>
        </p:nvGrpSpPr>
        <p:grpSpPr>
          <a:xfrm>
            <a:off x="12483710" y="4174337"/>
            <a:ext cx="1886428" cy="1886428"/>
            <a:chOff x="0" y="0"/>
            <a:chExt cx="2515237" cy="2515237"/>
          </a:xfrm>
        </p:grpSpPr>
        <p:grpSp>
          <p:nvGrpSpPr>
            <p:cNvPr id="141" name="Group 24">
              <a:extLst>
                <a:ext uri="{FF2B5EF4-FFF2-40B4-BE49-F238E27FC236}">
                  <a16:creationId xmlns:a16="http://schemas.microsoft.com/office/drawing/2014/main" id="{8830B201-B4BC-83B2-A610-4BE7EB6613C4}"/>
                </a:ext>
              </a:extLst>
            </p:cNvPr>
            <p:cNvGrpSpPr/>
            <p:nvPr/>
          </p:nvGrpSpPr>
          <p:grpSpPr>
            <a:xfrm>
              <a:off x="0" y="0"/>
              <a:ext cx="2515237" cy="2515237"/>
              <a:chOff x="0" y="0"/>
              <a:chExt cx="812800" cy="812800"/>
            </a:xfrm>
          </p:grpSpPr>
          <p:sp>
            <p:nvSpPr>
              <p:cNvPr id="143" name="Freeform 25">
                <a:extLst>
                  <a:ext uri="{FF2B5EF4-FFF2-40B4-BE49-F238E27FC236}">
                    <a16:creationId xmlns:a16="http://schemas.microsoft.com/office/drawing/2014/main" id="{049F2EAB-94F8-37D3-FFBF-AB984A3C723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2B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26">
                <a:extLst>
                  <a:ext uri="{FF2B5EF4-FFF2-40B4-BE49-F238E27FC236}">
                    <a16:creationId xmlns:a16="http://schemas.microsoft.com/office/drawing/2014/main" id="{791E2AA4-92A9-91C7-C6D1-83F96B0551C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42" name="Freeform 27">
              <a:extLst>
                <a:ext uri="{FF2B5EF4-FFF2-40B4-BE49-F238E27FC236}">
                  <a16:creationId xmlns:a16="http://schemas.microsoft.com/office/drawing/2014/main" id="{828DD478-42AB-0012-25A1-1FCA56EE998B}"/>
                </a:ext>
              </a:extLst>
            </p:cNvPr>
            <p:cNvSpPr/>
            <p:nvPr/>
          </p:nvSpPr>
          <p:spPr>
            <a:xfrm>
              <a:off x="512797" y="241953"/>
              <a:ext cx="1489643" cy="2031331"/>
            </a:xfrm>
            <a:custGeom>
              <a:avLst/>
              <a:gdLst/>
              <a:ahLst/>
              <a:cxnLst/>
              <a:rect l="l" t="t" r="r" b="b"/>
              <a:pathLst>
                <a:path w="1489643" h="2031331">
                  <a:moveTo>
                    <a:pt x="0" y="0"/>
                  </a:moveTo>
                  <a:lnTo>
                    <a:pt x="1489643" y="0"/>
                  </a:lnTo>
                  <a:lnTo>
                    <a:pt x="1489643" y="2031331"/>
                  </a:lnTo>
                  <a:lnTo>
                    <a:pt x="0" y="203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46" name="Group 29">
            <a:extLst>
              <a:ext uri="{FF2B5EF4-FFF2-40B4-BE49-F238E27FC236}">
                <a16:creationId xmlns:a16="http://schemas.microsoft.com/office/drawing/2014/main" id="{DCE0FFFB-BB9B-F6C5-39A8-3A7F9753BC58}"/>
              </a:ext>
            </a:extLst>
          </p:cNvPr>
          <p:cNvGrpSpPr/>
          <p:nvPr/>
        </p:nvGrpSpPr>
        <p:grpSpPr>
          <a:xfrm>
            <a:off x="6565675" y="4174337"/>
            <a:ext cx="1886428" cy="1886428"/>
            <a:chOff x="0" y="0"/>
            <a:chExt cx="812800" cy="812800"/>
          </a:xfrm>
        </p:grpSpPr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648456DA-A716-9B3B-847D-D6C9322934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Box 31">
              <a:extLst>
                <a:ext uri="{FF2B5EF4-FFF2-40B4-BE49-F238E27FC236}">
                  <a16:creationId xmlns:a16="http://schemas.microsoft.com/office/drawing/2014/main" id="{81A0A0CF-E2EC-0FA2-32D0-B830E99FBB5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0" name="Group 33">
            <a:extLst>
              <a:ext uri="{FF2B5EF4-FFF2-40B4-BE49-F238E27FC236}">
                <a16:creationId xmlns:a16="http://schemas.microsoft.com/office/drawing/2014/main" id="{A1015EC3-9EB4-EAC7-783D-243C0E40EC92}"/>
              </a:ext>
            </a:extLst>
          </p:cNvPr>
          <p:cNvGrpSpPr>
            <a:grpSpLocks noChangeAspect="1"/>
          </p:cNvGrpSpPr>
          <p:nvPr/>
        </p:nvGrpSpPr>
        <p:grpSpPr>
          <a:xfrm>
            <a:off x="690392" y="4174337"/>
            <a:ext cx="1886428" cy="1886428"/>
            <a:chOff x="0" y="0"/>
            <a:chExt cx="812800" cy="812800"/>
          </a:xfrm>
        </p:grpSpPr>
        <p:sp>
          <p:nvSpPr>
            <p:cNvPr id="151" name="Freeform 34">
              <a:extLst>
                <a:ext uri="{FF2B5EF4-FFF2-40B4-BE49-F238E27FC236}">
                  <a16:creationId xmlns:a16="http://schemas.microsoft.com/office/drawing/2014/main" id="{9D5A941B-7D25-E6CE-8840-5CEF38143A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Box 35">
              <a:extLst>
                <a:ext uri="{FF2B5EF4-FFF2-40B4-BE49-F238E27FC236}">
                  <a16:creationId xmlns:a16="http://schemas.microsoft.com/office/drawing/2014/main" id="{4889C86E-0D5B-B93E-F813-11EFF8F1C2D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96CB316-4791-D701-F959-F4C4AA9C4920}"/>
              </a:ext>
            </a:extLst>
          </p:cNvPr>
          <p:cNvGrpSpPr/>
          <p:nvPr/>
        </p:nvGrpSpPr>
        <p:grpSpPr>
          <a:xfrm>
            <a:off x="4260801" y="6515605"/>
            <a:ext cx="1415938" cy="225329"/>
            <a:chOff x="4168888" y="7559771"/>
            <a:chExt cx="1415938" cy="225329"/>
          </a:xfrm>
        </p:grpSpPr>
        <p:grpSp>
          <p:nvGrpSpPr>
            <p:cNvPr id="155" name="Group 29">
              <a:extLst>
                <a:ext uri="{FF2B5EF4-FFF2-40B4-BE49-F238E27FC236}">
                  <a16:creationId xmlns:a16="http://schemas.microsoft.com/office/drawing/2014/main" id="{6C8809DE-847E-AD36-81C7-2E208EECE2F7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68" name="Freeform 30">
                <a:extLst>
                  <a:ext uri="{FF2B5EF4-FFF2-40B4-BE49-F238E27FC236}">
                    <a16:creationId xmlns:a16="http://schemas.microsoft.com/office/drawing/2014/main" id="{0917C746-6CED-6BDD-486E-B46B703D6AC4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TextBox 31">
                <a:extLst>
                  <a:ext uri="{FF2B5EF4-FFF2-40B4-BE49-F238E27FC236}">
                    <a16:creationId xmlns:a16="http://schemas.microsoft.com/office/drawing/2014/main" id="{662C7321-FC57-B532-EB33-E6121379E49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29">
              <a:extLst>
                <a:ext uri="{FF2B5EF4-FFF2-40B4-BE49-F238E27FC236}">
                  <a16:creationId xmlns:a16="http://schemas.microsoft.com/office/drawing/2014/main" id="{255A3CE3-B6D9-9256-BA65-16386456A04E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66" name="Freeform 30">
                <a:extLst>
                  <a:ext uri="{FF2B5EF4-FFF2-40B4-BE49-F238E27FC236}">
                    <a16:creationId xmlns:a16="http://schemas.microsoft.com/office/drawing/2014/main" id="{E5155633-3381-F367-85EE-62EEF3E54B23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TextBox 31">
                <a:extLst>
                  <a:ext uri="{FF2B5EF4-FFF2-40B4-BE49-F238E27FC236}">
                    <a16:creationId xmlns:a16="http://schemas.microsoft.com/office/drawing/2014/main" id="{91148B3E-AB08-6D0A-0788-C6D4DA828FA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29">
              <a:extLst>
                <a:ext uri="{FF2B5EF4-FFF2-40B4-BE49-F238E27FC236}">
                  <a16:creationId xmlns:a16="http://schemas.microsoft.com/office/drawing/2014/main" id="{11373A8C-66F1-93C4-15FF-B03AB903B396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64" name="Freeform 30">
                <a:extLst>
                  <a:ext uri="{FF2B5EF4-FFF2-40B4-BE49-F238E27FC236}">
                    <a16:creationId xmlns:a16="http://schemas.microsoft.com/office/drawing/2014/main" id="{51923262-D4BE-BBE0-996D-EE59069C2D2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TextBox 31">
                <a:extLst>
                  <a:ext uri="{FF2B5EF4-FFF2-40B4-BE49-F238E27FC236}">
                    <a16:creationId xmlns:a16="http://schemas.microsoft.com/office/drawing/2014/main" id="{3984747F-100C-E841-71EF-BE9E910FF0B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29">
              <a:extLst>
                <a:ext uri="{FF2B5EF4-FFF2-40B4-BE49-F238E27FC236}">
                  <a16:creationId xmlns:a16="http://schemas.microsoft.com/office/drawing/2014/main" id="{01373772-C136-4636-F2D3-8448B5A9DF57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62" name="Freeform 30">
                <a:extLst>
                  <a:ext uri="{FF2B5EF4-FFF2-40B4-BE49-F238E27FC236}">
                    <a16:creationId xmlns:a16="http://schemas.microsoft.com/office/drawing/2014/main" id="{D8FBF393-0956-47B5-4383-2B9A5241852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TextBox 31">
                <a:extLst>
                  <a:ext uri="{FF2B5EF4-FFF2-40B4-BE49-F238E27FC236}">
                    <a16:creationId xmlns:a16="http://schemas.microsoft.com/office/drawing/2014/main" id="{844DE9B0-EE1C-1015-5A76-DF1C7ED1EDF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9" name="Group 29">
              <a:extLst>
                <a:ext uri="{FF2B5EF4-FFF2-40B4-BE49-F238E27FC236}">
                  <a16:creationId xmlns:a16="http://schemas.microsoft.com/office/drawing/2014/main" id="{090EDC8C-3ABA-353E-0CBE-2014EA01A1BD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60" name="Freeform 30">
                <a:extLst>
                  <a:ext uri="{FF2B5EF4-FFF2-40B4-BE49-F238E27FC236}">
                    <a16:creationId xmlns:a16="http://schemas.microsoft.com/office/drawing/2014/main" id="{3910D335-20B0-53FE-FA66-CF747A22126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extBox 31">
                <a:extLst>
                  <a:ext uri="{FF2B5EF4-FFF2-40B4-BE49-F238E27FC236}">
                    <a16:creationId xmlns:a16="http://schemas.microsoft.com/office/drawing/2014/main" id="{2A554687-5B3F-CCC5-14D4-967C5862A5B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FEE43015-0844-8D80-864B-0443ED7DE670}"/>
              </a:ext>
            </a:extLst>
          </p:cNvPr>
          <p:cNvSpPr txBox="1"/>
          <p:nvPr/>
        </p:nvSpPr>
        <p:spPr>
          <a:xfrm>
            <a:off x="2929316" y="4400309"/>
            <a:ext cx="3379018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1 agents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EFE1BE4-EB6D-5D6B-28C0-F88633266CA7}"/>
              </a:ext>
            </a:extLst>
          </p:cNvPr>
          <p:cNvSpPr txBox="1"/>
          <p:nvPr/>
        </p:nvSpPr>
        <p:spPr>
          <a:xfrm>
            <a:off x="8905614" y="4427000"/>
            <a:ext cx="2956487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2 agents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C0722A9-1FEA-AD4D-8B83-C63574ABEC8F}"/>
              </a:ext>
            </a:extLst>
          </p:cNvPr>
          <p:cNvSpPr txBox="1"/>
          <p:nvPr/>
        </p:nvSpPr>
        <p:spPr>
          <a:xfrm>
            <a:off x="14898372" y="4077143"/>
            <a:ext cx="3389628" cy="19702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The Investigations Team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8C20569-E96B-8416-F1F9-B261C1D5C829}"/>
              </a:ext>
            </a:extLst>
          </p:cNvPr>
          <p:cNvGrpSpPr/>
          <p:nvPr/>
        </p:nvGrpSpPr>
        <p:grpSpPr>
          <a:xfrm>
            <a:off x="10187996" y="6512061"/>
            <a:ext cx="1415938" cy="225329"/>
            <a:chOff x="4168888" y="7559771"/>
            <a:chExt cx="1415938" cy="225329"/>
          </a:xfrm>
        </p:grpSpPr>
        <p:grpSp>
          <p:nvGrpSpPr>
            <p:cNvPr id="177" name="Group 29">
              <a:extLst>
                <a:ext uri="{FF2B5EF4-FFF2-40B4-BE49-F238E27FC236}">
                  <a16:creationId xmlns:a16="http://schemas.microsoft.com/office/drawing/2014/main" id="{8CBE0CD7-36ED-92C3-C4FC-52053D060EFE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90" name="Freeform 30">
                <a:extLst>
                  <a:ext uri="{FF2B5EF4-FFF2-40B4-BE49-F238E27FC236}">
                    <a16:creationId xmlns:a16="http://schemas.microsoft.com/office/drawing/2014/main" id="{50D40E24-9999-F5DD-85DC-1E924CB2D7C6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1" name="TextBox 31">
                <a:extLst>
                  <a:ext uri="{FF2B5EF4-FFF2-40B4-BE49-F238E27FC236}">
                    <a16:creationId xmlns:a16="http://schemas.microsoft.com/office/drawing/2014/main" id="{07D59B54-E9FC-CD52-FA31-1B746A12A27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8" name="Group 29">
              <a:extLst>
                <a:ext uri="{FF2B5EF4-FFF2-40B4-BE49-F238E27FC236}">
                  <a16:creationId xmlns:a16="http://schemas.microsoft.com/office/drawing/2014/main" id="{5FB98ADB-7B01-74F2-8A8D-65DF1A7AADE8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88" name="Freeform 30">
                <a:extLst>
                  <a:ext uri="{FF2B5EF4-FFF2-40B4-BE49-F238E27FC236}">
                    <a16:creationId xmlns:a16="http://schemas.microsoft.com/office/drawing/2014/main" id="{E13C2A5B-4FF6-29C6-EB14-B21D3E8E6D3F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9" name="TextBox 31">
                <a:extLst>
                  <a:ext uri="{FF2B5EF4-FFF2-40B4-BE49-F238E27FC236}">
                    <a16:creationId xmlns:a16="http://schemas.microsoft.com/office/drawing/2014/main" id="{97F2DECA-4412-5724-8FF9-EF09D2D3662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9" name="Group 29">
              <a:extLst>
                <a:ext uri="{FF2B5EF4-FFF2-40B4-BE49-F238E27FC236}">
                  <a16:creationId xmlns:a16="http://schemas.microsoft.com/office/drawing/2014/main" id="{028F5E05-7332-E44A-3EFD-D904F65E192B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86" name="Freeform 30">
                <a:extLst>
                  <a:ext uri="{FF2B5EF4-FFF2-40B4-BE49-F238E27FC236}">
                    <a16:creationId xmlns:a16="http://schemas.microsoft.com/office/drawing/2014/main" id="{40DDED48-6EDF-39A0-C9EA-C50BA013E4C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7" name="TextBox 31">
                <a:extLst>
                  <a:ext uri="{FF2B5EF4-FFF2-40B4-BE49-F238E27FC236}">
                    <a16:creationId xmlns:a16="http://schemas.microsoft.com/office/drawing/2014/main" id="{ACAA7CE8-39DE-E59A-3F09-474BD315978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0" name="Group 29">
              <a:extLst>
                <a:ext uri="{FF2B5EF4-FFF2-40B4-BE49-F238E27FC236}">
                  <a16:creationId xmlns:a16="http://schemas.microsoft.com/office/drawing/2014/main" id="{17A535F8-4FCD-0B71-0D65-7A00F4AFECCD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84" name="Freeform 30">
                <a:extLst>
                  <a:ext uri="{FF2B5EF4-FFF2-40B4-BE49-F238E27FC236}">
                    <a16:creationId xmlns:a16="http://schemas.microsoft.com/office/drawing/2014/main" id="{D0AA3B63-4198-F407-64CF-62E520F027D1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5" name="TextBox 31">
                <a:extLst>
                  <a:ext uri="{FF2B5EF4-FFF2-40B4-BE49-F238E27FC236}">
                    <a16:creationId xmlns:a16="http://schemas.microsoft.com/office/drawing/2014/main" id="{D971C342-0194-7AC7-428C-3E4A3C723BE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1" name="Group 29">
              <a:extLst>
                <a:ext uri="{FF2B5EF4-FFF2-40B4-BE49-F238E27FC236}">
                  <a16:creationId xmlns:a16="http://schemas.microsoft.com/office/drawing/2014/main" id="{1361A5C0-EE86-5E6B-E9A4-740CBAC96FAC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82" name="Freeform 30">
                <a:extLst>
                  <a:ext uri="{FF2B5EF4-FFF2-40B4-BE49-F238E27FC236}">
                    <a16:creationId xmlns:a16="http://schemas.microsoft.com/office/drawing/2014/main" id="{BFCFC8AD-F292-A449-AD46-11BDB8397F0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3" name="TextBox 31">
                <a:extLst>
                  <a:ext uri="{FF2B5EF4-FFF2-40B4-BE49-F238E27FC236}">
                    <a16:creationId xmlns:a16="http://schemas.microsoft.com/office/drawing/2014/main" id="{26781600-ABA4-46C1-3B04-F08E2F1319E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42A8D2B-E985-2F51-50FB-2AAEB3B5CFC7}"/>
              </a:ext>
            </a:extLst>
          </p:cNvPr>
          <p:cNvGrpSpPr/>
          <p:nvPr/>
        </p:nvGrpSpPr>
        <p:grpSpPr>
          <a:xfrm>
            <a:off x="16115191" y="6508517"/>
            <a:ext cx="1415938" cy="225329"/>
            <a:chOff x="4168888" y="7559771"/>
            <a:chExt cx="1415938" cy="225329"/>
          </a:xfrm>
        </p:grpSpPr>
        <p:grpSp>
          <p:nvGrpSpPr>
            <p:cNvPr id="193" name="Group 29">
              <a:extLst>
                <a:ext uri="{FF2B5EF4-FFF2-40B4-BE49-F238E27FC236}">
                  <a16:creationId xmlns:a16="http://schemas.microsoft.com/office/drawing/2014/main" id="{0234A2D9-F27D-0039-1A54-9375D55C7701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206" name="Freeform 30">
                <a:extLst>
                  <a:ext uri="{FF2B5EF4-FFF2-40B4-BE49-F238E27FC236}">
                    <a16:creationId xmlns:a16="http://schemas.microsoft.com/office/drawing/2014/main" id="{DB3F1AF8-3D4B-7946-6B01-D7625205FC74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7" name="TextBox 31">
                <a:extLst>
                  <a:ext uri="{FF2B5EF4-FFF2-40B4-BE49-F238E27FC236}">
                    <a16:creationId xmlns:a16="http://schemas.microsoft.com/office/drawing/2014/main" id="{EF6F417E-598D-29B6-0DDB-0FFFBB5DCA0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4" name="Group 29">
              <a:extLst>
                <a:ext uri="{FF2B5EF4-FFF2-40B4-BE49-F238E27FC236}">
                  <a16:creationId xmlns:a16="http://schemas.microsoft.com/office/drawing/2014/main" id="{307346ED-F583-80D9-D33B-350657BE6FAA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204" name="Freeform 30">
                <a:extLst>
                  <a:ext uri="{FF2B5EF4-FFF2-40B4-BE49-F238E27FC236}">
                    <a16:creationId xmlns:a16="http://schemas.microsoft.com/office/drawing/2014/main" id="{57BC54D1-0CF1-2C89-C216-F297F7E45193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5" name="TextBox 31">
                <a:extLst>
                  <a:ext uri="{FF2B5EF4-FFF2-40B4-BE49-F238E27FC236}">
                    <a16:creationId xmlns:a16="http://schemas.microsoft.com/office/drawing/2014/main" id="{CEAC6EB4-A53F-A106-A2C5-6FC3FE053E0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5" name="Group 29">
              <a:extLst>
                <a:ext uri="{FF2B5EF4-FFF2-40B4-BE49-F238E27FC236}">
                  <a16:creationId xmlns:a16="http://schemas.microsoft.com/office/drawing/2014/main" id="{99AD89F8-C49F-FAB3-5E60-314BEED77DC3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202" name="Freeform 30">
                <a:extLst>
                  <a:ext uri="{FF2B5EF4-FFF2-40B4-BE49-F238E27FC236}">
                    <a16:creationId xmlns:a16="http://schemas.microsoft.com/office/drawing/2014/main" id="{28D5A3DA-116F-EB2B-4FBF-D69A7D7E12B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3" name="TextBox 31">
                <a:extLst>
                  <a:ext uri="{FF2B5EF4-FFF2-40B4-BE49-F238E27FC236}">
                    <a16:creationId xmlns:a16="http://schemas.microsoft.com/office/drawing/2014/main" id="{F0BFB750-7082-3C08-02E2-436ED49C141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29">
              <a:extLst>
                <a:ext uri="{FF2B5EF4-FFF2-40B4-BE49-F238E27FC236}">
                  <a16:creationId xmlns:a16="http://schemas.microsoft.com/office/drawing/2014/main" id="{A8B9176D-EC00-109E-0AD7-BE29BEA2E54A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200" name="Freeform 30">
                <a:extLst>
                  <a:ext uri="{FF2B5EF4-FFF2-40B4-BE49-F238E27FC236}">
                    <a16:creationId xmlns:a16="http://schemas.microsoft.com/office/drawing/2014/main" id="{A5695CCC-EF21-6493-5E65-501B8535F75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1" name="TextBox 31">
                <a:extLst>
                  <a:ext uri="{FF2B5EF4-FFF2-40B4-BE49-F238E27FC236}">
                    <a16:creationId xmlns:a16="http://schemas.microsoft.com/office/drawing/2014/main" id="{0A7C3EFE-D395-918F-EDDF-353242EE9C9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7" name="Group 29">
              <a:extLst>
                <a:ext uri="{FF2B5EF4-FFF2-40B4-BE49-F238E27FC236}">
                  <a16:creationId xmlns:a16="http://schemas.microsoft.com/office/drawing/2014/main" id="{B58E3AAE-1CD1-6820-E7FD-C92CCDBF6147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98" name="Freeform 30">
                <a:extLst>
                  <a:ext uri="{FF2B5EF4-FFF2-40B4-BE49-F238E27FC236}">
                    <a16:creationId xmlns:a16="http://schemas.microsoft.com/office/drawing/2014/main" id="{34E654D8-C661-FFA3-3DEF-0A8B010C970A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TextBox 31">
                <a:extLst>
                  <a:ext uri="{FF2B5EF4-FFF2-40B4-BE49-F238E27FC236}">
                    <a16:creationId xmlns:a16="http://schemas.microsoft.com/office/drawing/2014/main" id="{FF35343E-1215-CF6F-6B09-8451E4633D8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9" name="Freeform 36">
            <a:extLst>
              <a:ext uri="{FF2B5EF4-FFF2-40B4-BE49-F238E27FC236}">
                <a16:creationId xmlns:a16="http://schemas.microsoft.com/office/drawing/2014/main" id="{029A4FBD-E59C-7C43-B6BA-9D532E938F71}"/>
              </a:ext>
            </a:extLst>
          </p:cNvPr>
          <p:cNvSpPr>
            <a:spLocks noChangeAspect="1"/>
          </p:cNvSpPr>
          <p:nvPr/>
        </p:nvSpPr>
        <p:spPr>
          <a:xfrm>
            <a:off x="6928789" y="4438197"/>
            <a:ext cx="1376662" cy="1248174"/>
          </a:xfrm>
          <a:custGeom>
            <a:avLst/>
            <a:gdLst/>
            <a:ahLst/>
            <a:cxnLst/>
            <a:rect l="l" t="t" r="r" b="b"/>
            <a:pathLst>
              <a:path w="1376662" h="1248174">
                <a:moveTo>
                  <a:pt x="0" y="0"/>
                </a:moveTo>
                <a:lnTo>
                  <a:pt x="1376662" y="0"/>
                </a:lnTo>
                <a:lnTo>
                  <a:pt x="1376662" y="1248174"/>
                </a:lnTo>
                <a:lnTo>
                  <a:pt x="0" y="124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1" name="Freeform 32">
            <a:extLst>
              <a:ext uri="{FF2B5EF4-FFF2-40B4-BE49-F238E27FC236}">
                <a16:creationId xmlns:a16="http://schemas.microsoft.com/office/drawing/2014/main" id="{10829ACD-7E40-A571-64FB-5677F61F9637}"/>
              </a:ext>
            </a:extLst>
          </p:cNvPr>
          <p:cNvSpPr/>
          <p:nvPr/>
        </p:nvSpPr>
        <p:spPr>
          <a:xfrm>
            <a:off x="936839" y="4423732"/>
            <a:ext cx="1401993" cy="1327220"/>
          </a:xfrm>
          <a:custGeom>
            <a:avLst/>
            <a:gdLst/>
            <a:ahLst/>
            <a:cxnLst/>
            <a:rect l="l" t="t" r="r" b="b"/>
            <a:pathLst>
              <a:path w="1869324" h="1769627">
                <a:moveTo>
                  <a:pt x="0" y="0"/>
                </a:moveTo>
                <a:lnTo>
                  <a:pt x="1869325" y="0"/>
                </a:lnTo>
                <a:lnTo>
                  <a:pt x="1869325" y="1769627"/>
                </a:lnTo>
                <a:lnTo>
                  <a:pt x="0" y="1769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97E4C89A-B953-852F-D083-2F07893AB75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9CAA8AEF-343A-5E87-D55F-2146041472C9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30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96EC-3EC2-A4ED-2778-B9EC45C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>
            <a:extLst>
              <a:ext uri="{FF2B5EF4-FFF2-40B4-BE49-F238E27FC236}">
                <a16:creationId xmlns:a16="http://schemas.microsoft.com/office/drawing/2014/main" id="{E068DC02-1951-A4B6-E0CE-1577612B36FF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E8623-BC0A-B6D6-E866-6CA7E063AC25}"/>
              </a:ext>
            </a:extLst>
          </p:cNvPr>
          <p:cNvSpPr txBox="1"/>
          <p:nvPr/>
        </p:nvSpPr>
        <p:spPr>
          <a:xfrm>
            <a:off x="888000" y="52288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CBD72-72D2-29A3-1DBF-EBAB086A89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41BA35-4D1B-7B31-0975-DA1D3E2DD7F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4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0D05F-07DE-2AAE-F2BC-8352C6315836}"/>
              </a:ext>
            </a:extLst>
          </p:cNvPr>
          <p:cNvGrpSpPr/>
          <p:nvPr/>
        </p:nvGrpSpPr>
        <p:grpSpPr>
          <a:xfrm>
            <a:off x="1045864" y="5404721"/>
            <a:ext cx="5250763" cy="362682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64E8CBA-078E-F3C7-475F-02D6AE44555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1" name="Freeform 4">
                <a:extLst>
                  <a:ext uri="{FF2B5EF4-FFF2-40B4-BE49-F238E27FC236}">
                    <a16:creationId xmlns:a16="http://schemas.microsoft.com/office/drawing/2014/main" id="{95B86DA4-82C8-5335-533F-0EA386DE119A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5">
                <a:extLst>
                  <a:ext uri="{FF2B5EF4-FFF2-40B4-BE49-F238E27FC236}">
                    <a16:creationId xmlns:a16="http://schemas.microsoft.com/office/drawing/2014/main" id="{D943B03B-FB62-950F-F61A-05D624BFC0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4A425CCF-FB22-2D6B-EEE0-572FD544888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5B7746BF-0C48-1967-66E5-CF91EEBD7D9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TextBox 8">
                <a:extLst>
                  <a:ext uri="{FF2B5EF4-FFF2-40B4-BE49-F238E27FC236}">
                    <a16:creationId xmlns:a16="http://schemas.microsoft.com/office/drawing/2014/main" id="{67F798C3-3A39-C5A2-D980-22ECB5485F6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FE628C-9A1A-D684-5180-98E14952B3DC}"/>
              </a:ext>
            </a:extLst>
          </p:cNvPr>
          <p:cNvGrpSpPr/>
          <p:nvPr/>
        </p:nvGrpSpPr>
        <p:grpSpPr>
          <a:xfrm>
            <a:off x="1011857" y="1731178"/>
            <a:ext cx="5250764" cy="349859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A914720-6AF1-8497-A7C1-0B1B24A2A62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D396D97C-0B59-0F2D-61BB-5298C294EB8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3D338BE6-042F-EB7C-456A-8F6F7F84048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7D2B3FDC-650B-12CA-76ED-28089051BD86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9232A350-64D9-672E-5D61-4B6C6C983466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A6141CA8-DB74-051C-21EA-6239D5E564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5F779-475A-A28A-DFCD-14CEC43193ED}"/>
              </a:ext>
            </a:extLst>
          </p:cNvPr>
          <p:cNvGrpSpPr/>
          <p:nvPr/>
        </p:nvGrpSpPr>
        <p:grpSpPr>
          <a:xfrm>
            <a:off x="6426572" y="1731178"/>
            <a:ext cx="5250764" cy="3500629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0EFE2068-87FE-016E-D91A-05779FD1668A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850FB930-08CA-B6FB-D460-59AD4EF9C99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87F7DAB6-4839-2DEF-1720-58A3D69F18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C79CCE32-44AB-4A85-B013-CE4DDFEAA6B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AF7AFB65-3552-9DD9-F60B-B93E9B3D71B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8">
                <a:extLst>
                  <a:ext uri="{FF2B5EF4-FFF2-40B4-BE49-F238E27FC236}">
                    <a16:creationId xmlns:a16="http://schemas.microsoft.com/office/drawing/2014/main" id="{70CB24F6-E3D0-5215-4F58-D42587827A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766C60-F65F-503F-D7B0-8EFAED755058}"/>
              </a:ext>
            </a:extLst>
          </p:cNvPr>
          <p:cNvGrpSpPr/>
          <p:nvPr/>
        </p:nvGrpSpPr>
        <p:grpSpPr>
          <a:xfrm>
            <a:off x="11837236" y="1740426"/>
            <a:ext cx="5250764" cy="351363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42A1EBFC-0317-F12A-B395-9F2927D9C381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26" name="Freeform 4">
                <a:extLst>
                  <a:ext uri="{FF2B5EF4-FFF2-40B4-BE49-F238E27FC236}">
                    <a16:creationId xmlns:a16="http://schemas.microsoft.com/office/drawing/2014/main" id="{71644966-610F-03BC-EE8F-9A43A230E84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BB6EFF5A-190A-588B-0FB0-87419536E2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6">
              <a:extLst>
                <a:ext uri="{FF2B5EF4-FFF2-40B4-BE49-F238E27FC236}">
                  <a16:creationId xmlns:a16="http://schemas.microsoft.com/office/drawing/2014/main" id="{86759740-478C-1278-96BF-48F46D6A3A2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7CFCD0A6-B88A-54AA-901E-17401745F8FB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10FA0015-FE22-BB99-887D-D4E2DA4F11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AA74F69-D8B6-AF8E-8E43-AD82199FAC97}"/>
              </a:ext>
            </a:extLst>
          </p:cNvPr>
          <p:cNvGrpSpPr/>
          <p:nvPr/>
        </p:nvGrpSpPr>
        <p:grpSpPr>
          <a:xfrm>
            <a:off x="6429592" y="5404721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91D983A6-2132-F060-5B76-0E3EDF1DCD83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2" name="Freeform 4">
                <a:extLst>
                  <a:ext uri="{FF2B5EF4-FFF2-40B4-BE49-F238E27FC236}">
                    <a16:creationId xmlns:a16="http://schemas.microsoft.com/office/drawing/2014/main" id="{5450B737-408B-44C3-C8D8-E88D1CB4326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339B3986-C1F3-C618-814E-42ADFF5EFA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6">
              <a:extLst>
                <a:ext uri="{FF2B5EF4-FFF2-40B4-BE49-F238E27FC236}">
                  <a16:creationId xmlns:a16="http://schemas.microsoft.com/office/drawing/2014/main" id="{CF93F966-7342-921E-0967-61BF23FBE28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23FE8D04-8C1D-2BE2-FF64-867113F6685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TextBox 8">
                <a:extLst>
                  <a:ext uri="{FF2B5EF4-FFF2-40B4-BE49-F238E27FC236}">
                    <a16:creationId xmlns:a16="http://schemas.microsoft.com/office/drawing/2014/main" id="{F20BF11A-1EF1-087C-FCDC-E83262BCD5F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CDE6975-56FA-78B6-840C-8983F38080BF}"/>
              </a:ext>
            </a:extLst>
          </p:cNvPr>
          <p:cNvSpPr txBox="1"/>
          <p:nvPr/>
        </p:nvSpPr>
        <p:spPr>
          <a:xfrm>
            <a:off x="1363951" y="3637451"/>
            <a:ext cx="462310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Responding to a Fraud Letter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E514FC-CD3B-5EC2-D03C-E2E5B7CEEA25}"/>
              </a:ext>
            </a:extLst>
          </p:cNvPr>
          <p:cNvSpPr txBox="1"/>
          <p:nvPr/>
        </p:nvSpPr>
        <p:spPr>
          <a:xfrm>
            <a:off x="1411080" y="4322150"/>
            <a:ext cx="4493100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Verify violation, educate on policies, suggest GCF for mitigation.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86CA49-3882-FB17-A417-D4A0E000E20F}"/>
              </a:ext>
            </a:extLst>
          </p:cNvPr>
          <p:cNvSpPr txBox="1"/>
          <p:nvPr/>
        </p:nvSpPr>
        <p:spPr>
          <a:xfrm>
            <a:off x="6673827" y="3476807"/>
            <a:ext cx="467317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Support Misdirected &amp; Owner Response Misdirected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FF58C3-B986-D8A8-941E-53D57333FCD2}"/>
              </a:ext>
            </a:extLst>
          </p:cNvPr>
          <p:cNvSpPr txBox="1"/>
          <p:nvPr/>
        </p:nvSpPr>
        <p:spPr>
          <a:xfrm>
            <a:off x="6644113" y="4175557"/>
            <a:ext cx="4859583" cy="870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Identify owner-written reviews not fraudulent, remove penalty, notify owner. 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80E43F-9B9F-40D1-B53C-8B8A1F62EEC0}"/>
              </a:ext>
            </a:extLst>
          </p:cNvPr>
          <p:cNvSpPr txBox="1"/>
          <p:nvPr/>
        </p:nvSpPr>
        <p:spPr>
          <a:xfrm>
            <a:off x="12963072" y="3695013"/>
            <a:ext cx="3114372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Ranking Drop Queries</a:t>
            </a:r>
            <a:endParaRPr lang="en-US" dirty="0">
              <a:sym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EB2F0D-7161-8227-E90B-6201EBCD4212}"/>
              </a:ext>
            </a:extLst>
          </p:cNvPr>
          <p:cNvSpPr txBox="1"/>
          <p:nvPr/>
        </p:nvSpPr>
        <p:spPr>
          <a:xfrm>
            <a:off x="12087324" y="4109066"/>
            <a:ext cx="4815681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Check for fraud penalties in the </a:t>
            </a:r>
            <a:r>
              <a:rPr lang="en-US" b="1" dirty="0"/>
              <a:t>last 12 months</a:t>
            </a:r>
            <a:r>
              <a:rPr lang="en-US" dirty="0"/>
              <a:t>; use appropriate macros based on the findings</a:t>
            </a:r>
            <a:endParaRPr lang="en-US" dirty="0"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3094E5-B745-EBDA-E5E6-80F66C9BC635}"/>
              </a:ext>
            </a:extLst>
          </p:cNvPr>
          <p:cNvSpPr txBox="1"/>
          <p:nvPr/>
        </p:nvSpPr>
        <p:spPr>
          <a:xfrm>
            <a:off x="2240512" y="7406716"/>
            <a:ext cx="337186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Missing Guest Reviews</a:t>
            </a:r>
            <a:endParaRPr lang="en-US" dirty="0">
              <a:sym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C52F6-FF09-FD0B-46B4-87F41B530259}"/>
              </a:ext>
            </a:extLst>
          </p:cNvPr>
          <p:cNvSpPr txBox="1"/>
          <p:nvPr/>
        </p:nvSpPr>
        <p:spPr>
          <a:xfrm>
            <a:off x="1398741" y="7812246"/>
            <a:ext cx="447699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Respond by educating the owner on guidelines, flagging suspicious patterns, or noting missing guest reviews based on fraud activity - active penalty, suspicious pattern, or minimal activity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F11FC8-A9CD-5EE0-4BE3-7D45ABBCD531}"/>
              </a:ext>
            </a:extLst>
          </p:cNvPr>
          <p:cNvSpPr txBox="1"/>
          <p:nvPr/>
        </p:nvSpPr>
        <p:spPr>
          <a:xfrm>
            <a:off x="6791138" y="7579855"/>
            <a:ext cx="4815681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Removed Traveler’s Choice Award</a:t>
            </a:r>
            <a:endParaRPr lang="en-US" dirty="0"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BC9388-3396-F64E-5E08-7E4E45EDF828}"/>
              </a:ext>
            </a:extLst>
          </p:cNvPr>
          <p:cNvSpPr txBox="1"/>
          <p:nvPr/>
        </p:nvSpPr>
        <p:spPr>
          <a:xfrm>
            <a:off x="6647134" y="7996988"/>
            <a:ext cx="4959685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Handle fraud-related removals as FPS; escalate non-fraud issues</a:t>
            </a:r>
            <a:endParaRPr lang="en-US" dirty="0"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12C3D-B8CA-976F-1AF7-2932510706CB}"/>
              </a:ext>
            </a:extLst>
          </p:cNvPr>
          <p:cNvGrpSpPr/>
          <p:nvPr/>
        </p:nvGrpSpPr>
        <p:grpSpPr>
          <a:xfrm>
            <a:off x="11813321" y="5448656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0EC88B08-8032-5424-B092-04EAFC16FEF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31" name="Freeform 4">
                <a:extLst>
                  <a:ext uri="{FF2B5EF4-FFF2-40B4-BE49-F238E27FC236}">
                    <a16:creationId xmlns:a16="http://schemas.microsoft.com/office/drawing/2014/main" id="{9C7412EE-19F7-CF5D-21F2-7243B018BF19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TextBox 5">
                <a:extLst>
                  <a:ext uri="{FF2B5EF4-FFF2-40B4-BE49-F238E27FC236}">
                    <a16:creationId xmlns:a16="http://schemas.microsoft.com/office/drawing/2014/main" id="{D38ED75E-2200-BA74-2174-95BE5FB0C97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28142E9F-6A5C-BA19-BD04-29C2970DA5F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B8B8C5BA-54FA-7734-3E30-A6C8B678C1CA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362E6094-E6C1-2942-56BE-0E73BFEE5BE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8E197F9-7C67-0BF2-9176-CC16B559F72C}"/>
              </a:ext>
            </a:extLst>
          </p:cNvPr>
          <p:cNvSpPr txBox="1"/>
          <p:nvPr/>
        </p:nvSpPr>
        <p:spPr>
          <a:xfrm>
            <a:off x="12165416" y="7354929"/>
            <a:ext cx="462310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Test Reviews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4C3C9C-E4AA-E929-343D-927656E8EED4}"/>
              </a:ext>
            </a:extLst>
          </p:cNvPr>
          <p:cNvSpPr txBox="1"/>
          <p:nvPr/>
        </p:nvSpPr>
        <p:spPr>
          <a:xfrm>
            <a:off x="12256238" y="7703724"/>
            <a:ext cx="4493099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Treat explicitly marked test reviews as non-fraud and remove them without penalty. When doing so, set the removal type to "Regular Removal - other.”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3DA95D6-3260-06EF-E0C3-EC5EEA434B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794319" y="2143060"/>
            <a:ext cx="1685840" cy="136936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CD268E9-C663-AFA3-4E3B-323B5ED730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827541" y="1855062"/>
            <a:ext cx="2265851" cy="158082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6EBE47-2D4C-25F1-6AB6-CD72830D78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3028889" y="1889637"/>
            <a:ext cx="2819625" cy="187975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A723450-F4D1-3768-071F-D9CDE92503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665750" y="5490848"/>
            <a:ext cx="1983760" cy="198376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96BDA64-FE94-70BE-4CEB-795911432F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113668" y="5760136"/>
            <a:ext cx="1748436" cy="173787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650545B-B3FC-E085-581F-07670C3B6F3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3463673" y="5490848"/>
            <a:ext cx="2026592" cy="20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05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E547-CCF7-393A-3B90-1E3B1BC1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17D40A-B3CA-92BC-F1E1-F08701D416F3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9B085B-C624-746E-1830-34EE74DBBCB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5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DB76E-290E-E812-59AE-8F3ABF299B01}"/>
              </a:ext>
            </a:extLst>
          </p:cNvPr>
          <p:cNvGrpSpPr/>
          <p:nvPr/>
        </p:nvGrpSpPr>
        <p:grpSpPr>
          <a:xfrm>
            <a:off x="963192" y="2809537"/>
            <a:ext cx="5265331" cy="3848588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8664842-AA7C-B329-9E85-0511DDDA744D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19DC567F-53C2-58BA-531B-433B6EFDD12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83014695-580A-E125-DDB4-15E17EBC6B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387C32EA-929B-FCE9-932B-2A08F3298A9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70635361-7F4B-8331-3FDE-C8E066B389D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36107951-2089-0459-9280-2FBBC40725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2C114B-3C0C-D1E6-5CDA-C0B61D2C589B}"/>
              </a:ext>
            </a:extLst>
          </p:cNvPr>
          <p:cNvGrpSpPr/>
          <p:nvPr/>
        </p:nvGrpSpPr>
        <p:grpSpPr>
          <a:xfrm>
            <a:off x="11822668" y="2792126"/>
            <a:ext cx="5265332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8" name="Group 3">
              <a:extLst>
                <a:ext uri="{FF2B5EF4-FFF2-40B4-BE49-F238E27FC236}">
                  <a16:creationId xmlns:a16="http://schemas.microsoft.com/office/drawing/2014/main" id="{7E521D7E-48BB-2948-AC25-FBFC09D2311E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66EC370E-A8D8-74C8-72CB-8E9338A506E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TextBox 5">
                <a:extLst>
                  <a:ext uri="{FF2B5EF4-FFF2-40B4-BE49-F238E27FC236}">
                    <a16:creationId xmlns:a16="http://schemas.microsoft.com/office/drawing/2014/main" id="{C24AED92-5998-A6EC-2BDC-90F4528536E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BC987E12-8F65-DD61-AE57-91F6FABF34D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41257452-A19C-ECC6-50EA-8A0DB7D05E9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02CCFC90-DA45-9662-C1A0-4C5387A509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413EC1-0C69-F006-6132-5B27B60F8FE6}"/>
              </a:ext>
            </a:extLst>
          </p:cNvPr>
          <p:cNvGrpSpPr/>
          <p:nvPr/>
        </p:nvGrpSpPr>
        <p:grpSpPr>
          <a:xfrm>
            <a:off x="6392930" y="2792126"/>
            <a:ext cx="5265331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8" name="Group 3">
              <a:extLst>
                <a:ext uri="{FF2B5EF4-FFF2-40B4-BE49-F238E27FC236}">
                  <a16:creationId xmlns:a16="http://schemas.microsoft.com/office/drawing/2014/main" id="{A38AC7FB-62A3-F76D-F557-57E9D1ECB12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4" name="Freeform 4">
                <a:extLst>
                  <a:ext uri="{FF2B5EF4-FFF2-40B4-BE49-F238E27FC236}">
                    <a16:creationId xmlns:a16="http://schemas.microsoft.com/office/drawing/2014/main" id="{ABAFAAEA-146F-216A-E195-B7412BCE53C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4C4A84E6-71B3-D110-1839-95E2169955F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57A6B812-C102-6105-6DC8-07EC060727A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61" name="Freeform 7">
                <a:extLst>
                  <a:ext uri="{FF2B5EF4-FFF2-40B4-BE49-F238E27FC236}">
                    <a16:creationId xmlns:a16="http://schemas.microsoft.com/office/drawing/2014/main" id="{454F5C34-9874-C69E-B8DC-FC1146815C3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TextBox 8">
                <a:extLst>
                  <a:ext uri="{FF2B5EF4-FFF2-40B4-BE49-F238E27FC236}">
                    <a16:creationId xmlns:a16="http://schemas.microsoft.com/office/drawing/2014/main" id="{7366E112-F151-2A20-FABE-790C338281E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37BA9B7-38B6-4C85-5ADC-33A6450145E7}"/>
              </a:ext>
            </a:extLst>
          </p:cNvPr>
          <p:cNvSpPr txBox="1"/>
          <p:nvPr/>
        </p:nvSpPr>
        <p:spPr>
          <a:xfrm>
            <a:off x="12227743" y="4812631"/>
            <a:ext cx="46861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Incorrect Penalties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E4D8C3-22D5-8656-DF58-D44EA9F9CFF5}"/>
              </a:ext>
            </a:extLst>
          </p:cNvPr>
          <p:cNvSpPr txBox="1"/>
          <p:nvPr/>
        </p:nvSpPr>
        <p:spPr>
          <a:xfrm>
            <a:off x="12040813" y="5385967"/>
            <a:ext cx="48730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Overturn only if 100%</a:t>
            </a:r>
          </a:p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certain of error and no INV involvement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8CEF20-E00D-A01B-05C2-53695B3F1867}"/>
              </a:ext>
            </a:extLst>
          </p:cNvPr>
          <p:cNvSpPr txBox="1"/>
          <p:nvPr/>
        </p:nvSpPr>
        <p:spPr>
          <a:xfrm>
            <a:off x="1943618" y="4938993"/>
            <a:ext cx="338122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General Advice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3B777E-DB69-5FF1-1B99-95FEEB362211}"/>
              </a:ext>
            </a:extLst>
          </p:cNvPr>
          <p:cNvSpPr txBox="1"/>
          <p:nvPr/>
        </p:nvSpPr>
        <p:spPr>
          <a:xfrm>
            <a:off x="1218208" y="5342699"/>
            <a:ext cx="4829041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/>
              <a:t>Educate on fraud admissions and SEO patterns in reviews, noting that if only one fraudulent review contains SEO phrases, it should not be labeled as an SEO effort.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B463B6-5988-E9A5-4629-AC3EBB99FEA3}"/>
              </a:ext>
            </a:extLst>
          </p:cNvPr>
          <p:cNvSpPr txBox="1"/>
          <p:nvPr/>
        </p:nvSpPr>
        <p:spPr>
          <a:xfrm>
            <a:off x="6643969" y="4854937"/>
            <a:ext cx="482904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Default Owner Settings &amp; Staff Contact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3302B7-4947-E4ED-F3BD-019967896441}"/>
              </a:ext>
            </a:extLst>
          </p:cNvPr>
          <p:cNvSpPr txBox="1"/>
          <p:nvPr/>
        </p:nvSpPr>
        <p:spPr>
          <a:xfrm>
            <a:off x="6611075" y="5542897"/>
            <a:ext cx="497344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Manage email updates securely; handle staff disclosures confidentially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DAF1-E2BE-0E5F-9ACC-AF523BCF3DD5}"/>
              </a:ext>
            </a:extLst>
          </p:cNvPr>
          <p:cNvSpPr txBox="1"/>
          <p:nvPr/>
        </p:nvSpPr>
        <p:spPr>
          <a:xfrm>
            <a:off x="888000" y="1145031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 (Conti…)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5CD192-A1FB-22DD-8284-58586BE6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51794" y="3047835"/>
            <a:ext cx="1942086" cy="19420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9BD90D-DBC1-DA5F-3F83-38948BDB34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2310" y="3166509"/>
            <a:ext cx="1586569" cy="15865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FD8334-9686-5F3A-9493-1642259CDB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751694" y="2831912"/>
            <a:ext cx="3451303" cy="230086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2EFCE6E-EEA2-4F44-E682-C8231DB7DDE6}"/>
              </a:ext>
            </a:extLst>
          </p:cNvPr>
          <p:cNvGrpSpPr/>
          <p:nvPr/>
        </p:nvGrpSpPr>
        <p:grpSpPr>
          <a:xfrm>
            <a:off x="1181336" y="7560527"/>
            <a:ext cx="14261761" cy="1157955"/>
            <a:chOff x="1181337" y="7560527"/>
            <a:chExt cx="12843182" cy="115795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0D6F994-1B53-4F1D-C079-41D6FE1B2DFF}"/>
                </a:ext>
              </a:extLst>
            </p:cNvPr>
            <p:cNvSpPr/>
            <p:nvPr/>
          </p:nvSpPr>
          <p:spPr>
            <a:xfrm>
              <a:off x="1181337" y="7560527"/>
              <a:ext cx="12779990" cy="1094763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FFC9666-307B-F7CF-EB99-644FF0F64E34}"/>
                </a:ext>
              </a:extLst>
            </p:cNvPr>
            <p:cNvSpPr/>
            <p:nvPr/>
          </p:nvSpPr>
          <p:spPr>
            <a:xfrm>
              <a:off x="1244529" y="7623719"/>
              <a:ext cx="12779990" cy="1094763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9D2B749-06A1-FAB7-64E3-AA6033C37ACB}"/>
              </a:ext>
            </a:extLst>
          </p:cNvPr>
          <p:cNvSpPr txBox="1"/>
          <p:nvPr/>
        </p:nvSpPr>
        <p:spPr>
          <a:xfrm>
            <a:off x="1562375" y="7987643"/>
            <a:ext cx="138807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 Always prioritize policy enforcement and education over customer satisfaction in FPS cases</a:t>
            </a:r>
          </a:p>
        </p:txBody>
      </p:sp>
    </p:spTree>
    <p:extLst>
      <p:ext uri="{BB962C8B-B14F-4D97-AF65-F5344CB8AC3E}">
        <p14:creationId xmlns:p14="http://schemas.microsoft.com/office/powerpoint/2010/main" val="14332122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8E6A8-5BF6-B940-8BC3-3A354D1F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07C3F0B-ACA8-8590-2396-D35906619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9B993652-13AD-F046-B3DA-8A14B79A6E38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1276CD6-69A3-F976-AA76-1FCC878CC792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FC82F6-38C7-B73C-42A6-D94BD97BABEC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5BE7B2-0258-1F26-09F7-AE385ECD872F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25F9573-AB5A-C430-38FE-F1211F10B879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C44295-EB75-2807-D8A1-9A19AC667F70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57BB518-286D-ECF0-0919-41087584D00C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854358A-6FB1-F86A-A19C-AD964A6FF917}"/>
              </a:ext>
            </a:extLst>
          </p:cNvPr>
          <p:cNvSpPr txBox="1"/>
          <p:nvPr/>
        </p:nvSpPr>
        <p:spPr>
          <a:xfrm>
            <a:off x="319635" y="8625199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lang="en-US" sz="7500" b="1" dirty="0">
                <a:solidFill>
                  <a:srgbClr val="002B11"/>
                </a:solidFill>
                <a:latin typeface="Poppins Black"/>
                <a:ea typeface="Poppins Bold"/>
                <a:cs typeface="Poppins Black"/>
                <a:sym typeface="Poppins Bold"/>
              </a:rPr>
              <a:t>02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. </a:t>
            </a:r>
            <a:r>
              <a:rPr lang="en-US" sz="7500" b="1" dirty="0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Agent Responsibilities &amp; Actions  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F8AE22-A045-334C-A06F-6CEB17E2DF54}"/>
              </a:ext>
            </a:extLst>
          </p:cNvPr>
          <p:cNvSpPr txBox="1"/>
          <p:nvPr/>
        </p:nvSpPr>
        <p:spPr>
          <a:xfrm>
            <a:off x="1440267" y="884181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7A55F81-2235-A582-386D-9C91642CFB61}"/>
              </a:ext>
            </a:extLst>
          </p:cNvPr>
          <p:cNvGrpSpPr/>
          <p:nvPr/>
        </p:nvGrpSpPr>
        <p:grpSpPr>
          <a:xfrm>
            <a:off x="14869769" y="739832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1A00B4C-6F9A-F162-883A-DA31061C36A4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3FA278B-A936-F6ED-A2BC-09D9C8CFA5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B97E76D-A54D-191C-9840-50F9063C5D6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6813421C-5E83-28A8-7502-5B0EA74EB3DF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0433EF2-6275-1A1F-72E3-9683105418D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0354EE9-D46B-AA50-E939-EA7151278DC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F0B11776-C94E-31D4-E410-70AA0B5F68A9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A24053C-66BF-A38E-656F-E1F68E5F25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39CDBBE-5E56-D923-4874-B7233AD2C71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8F642A0-1CA6-E3E9-5AD3-77D87D792346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28B4B105-7838-8F5F-1585-9E7AFDD5D8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D3E17075-E78A-87BF-9F0B-51139589E43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03B82D0-4B9B-46F2-D862-F36976BB8062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401C911D-D51A-C4DA-B56D-148E4F08BD4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F0196BD-558F-5141-AB67-999A4B03FA3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8326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85A0-12F6-5BA1-D0F3-02D43FAF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F4FCD-6D87-378B-D0BD-EC52421CB5AC}"/>
              </a:ext>
            </a:extLst>
          </p:cNvPr>
          <p:cNvSpPr txBox="1"/>
          <p:nvPr/>
        </p:nvSpPr>
        <p:spPr>
          <a:xfrm>
            <a:off x="600001" y="115826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Pre-conversation Checklist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2FFED-710D-03D0-016D-0057715827BC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0CD5D-FC43-C59C-3C6E-F53725049D3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0F9EDF-79CB-257D-205A-16850D5C5B2D}"/>
              </a:ext>
            </a:extLst>
          </p:cNvPr>
          <p:cNvSpPr/>
          <p:nvPr/>
        </p:nvSpPr>
        <p:spPr>
          <a:xfrm>
            <a:off x="42579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7AC1F9-C5F8-22F2-FE6A-8570F0D871E3}"/>
              </a:ext>
            </a:extLst>
          </p:cNvPr>
          <p:cNvSpPr/>
          <p:nvPr/>
        </p:nvSpPr>
        <p:spPr>
          <a:xfrm>
            <a:off x="629037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C5E6B3-58F7-5867-90A8-659044F26FD4}"/>
              </a:ext>
            </a:extLst>
          </p:cNvPr>
          <p:cNvSpPr/>
          <p:nvPr/>
        </p:nvSpPr>
        <p:spPr>
          <a:xfrm>
            <a:off x="1215495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21432D-CCFF-5D55-10AA-CC3393B7EC01}"/>
              </a:ext>
            </a:extLst>
          </p:cNvPr>
          <p:cNvSpPr/>
          <p:nvPr/>
        </p:nvSpPr>
        <p:spPr>
          <a:xfrm>
            <a:off x="55391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79B3D1-2C28-FB57-FC39-876E8C99A37A}"/>
              </a:ext>
            </a:extLst>
          </p:cNvPr>
          <p:cNvSpPr/>
          <p:nvPr/>
        </p:nvSpPr>
        <p:spPr>
          <a:xfrm>
            <a:off x="641849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9AD3C9-38E0-BBFB-D020-3D948AD25D65}"/>
              </a:ext>
            </a:extLst>
          </p:cNvPr>
          <p:cNvSpPr/>
          <p:nvPr/>
        </p:nvSpPr>
        <p:spPr>
          <a:xfrm>
            <a:off x="1228307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28D74E-A374-7CC8-96A8-274FE3926876}"/>
              </a:ext>
            </a:extLst>
          </p:cNvPr>
          <p:cNvSpPr/>
          <p:nvPr/>
        </p:nvSpPr>
        <p:spPr>
          <a:xfrm>
            <a:off x="42579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51FB6A-D53A-7B25-B44C-3ACF22DB1A03}"/>
              </a:ext>
            </a:extLst>
          </p:cNvPr>
          <p:cNvSpPr/>
          <p:nvPr/>
        </p:nvSpPr>
        <p:spPr>
          <a:xfrm>
            <a:off x="629037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23B465-3F05-1CDB-0A30-113773005D5C}"/>
              </a:ext>
            </a:extLst>
          </p:cNvPr>
          <p:cNvSpPr/>
          <p:nvPr/>
        </p:nvSpPr>
        <p:spPr>
          <a:xfrm>
            <a:off x="1215495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826547-DB36-A479-8AA0-7C3B43C5786B}"/>
              </a:ext>
            </a:extLst>
          </p:cNvPr>
          <p:cNvSpPr/>
          <p:nvPr/>
        </p:nvSpPr>
        <p:spPr>
          <a:xfrm>
            <a:off x="55391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F32313-B7ED-A49D-C746-FC0291DEB3F2}"/>
              </a:ext>
            </a:extLst>
          </p:cNvPr>
          <p:cNvSpPr/>
          <p:nvPr/>
        </p:nvSpPr>
        <p:spPr>
          <a:xfrm>
            <a:off x="641849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F6CF47-CEBA-40A6-76E9-84132011695C}"/>
              </a:ext>
            </a:extLst>
          </p:cNvPr>
          <p:cNvSpPr/>
          <p:nvPr/>
        </p:nvSpPr>
        <p:spPr>
          <a:xfrm>
            <a:off x="1228307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8D99C550-1554-EB16-47A1-1BF0BD42E227}"/>
              </a:ext>
            </a:extLst>
          </p:cNvPr>
          <p:cNvSpPr>
            <a:spLocks noChangeAspect="1"/>
          </p:cNvSpPr>
          <p:nvPr/>
        </p:nvSpPr>
        <p:spPr>
          <a:xfrm>
            <a:off x="396596" y="2496422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08B85F71-118E-3DF1-052D-4F77A5F822ED}"/>
              </a:ext>
            </a:extLst>
          </p:cNvPr>
          <p:cNvSpPr>
            <a:spLocks noChangeAspect="1"/>
          </p:cNvSpPr>
          <p:nvPr/>
        </p:nvSpPr>
        <p:spPr>
          <a:xfrm>
            <a:off x="6261177" y="2636871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346DC162-A7E9-68A2-8227-0E9B478ABB96}"/>
              </a:ext>
            </a:extLst>
          </p:cNvPr>
          <p:cNvSpPr>
            <a:spLocks noChangeAspect="1"/>
          </p:cNvSpPr>
          <p:nvPr/>
        </p:nvSpPr>
        <p:spPr>
          <a:xfrm>
            <a:off x="12125757" y="2578536"/>
            <a:ext cx="732054" cy="7590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8047C7AE-C039-F607-C398-53ADDAFA92C7}"/>
              </a:ext>
            </a:extLst>
          </p:cNvPr>
          <p:cNvSpPr>
            <a:spLocks noChangeAspect="1"/>
          </p:cNvSpPr>
          <p:nvPr/>
        </p:nvSpPr>
        <p:spPr>
          <a:xfrm>
            <a:off x="12154950" y="5364291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7F7B514C-660D-68A4-C2FA-FBC5F635FCE7}"/>
              </a:ext>
            </a:extLst>
          </p:cNvPr>
          <p:cNvSpPr>
            <a:spLocks noChangeAspect="1"/>
          </p:cNvSpPr>
          <p:nvPr/>
        </p:nvSpPr>
        <p:spPr>
          <a:xfrm>
            <a:off x="6261179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20">
            <a:extLst>
              <a:ext uri="{FF2B5EF4-FFF2-40B4-BE49-F238E27FC236}">
                <a16:creationId xmlns:a16="http://schemas.microsoft.com/office/drawing/2014/main" id="{C7EC35D1-FEC4-2707-8428-331C4010819D}"/>
              </a:ext>
            </a:extLst>
          </p:cNvPr>
          <p:cNvSpPr>
            <a:spLocks noChangeAspect="1"/>
          </p:cNvSpPr>
          <p:nvPr/>
        </p:nvSpPr>
        <p:spPr>
          <a:xfrm>
            <a:off x="425790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C34B08-B38A-CFD0-5936-8DFB37C503FA}"/>
              </a:ext>
            </a:extLst>
          </p:cNvPr>
          <p:cNvSpPr txBox="1"/>
          <p:nvPr/>
        </p:nvSpPr>
        <p:spPr>
          <a:xfrm>
            <a:off x="762622" y="3268226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Affiliation </a:t>
            </a:r>
            <a:r>
              <a:rPr lang="en-US" sz="2000" b="0" i="0" dirty="0">
                <a:latin typeface="Poppins" panose="00000500000000000000" pitchFamily="2" charset="0"/>
                <a:cs typeface="Poppins" panose="00000500000000000000" pitchFamily="2" charset="0"/>
              </a:rPr>
              <a:t>- Verify the individual is an official representative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146F3B-0912-8CB7-8427-A0CAD0F27C03}"/>
              </a:ext>
            </a:extLst>
          </p:cNvPr>
          <p:cNvSpPr txBox="1"/>
          <p:nvPr/>
        </p:nvSpPr>
        <p:spPr>
          <a:xfrm>
            <a:off x="6892539" y="3201887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which property - 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the correct property they are discussing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E81C4-9498-18A3-9133-2D3FE0423663}"/>
              </a:ext>
            </a:extLst>
          </p:cNvPr>
          <p:cNvSpPr txBox="1"/>
          <p:nvPr/>
        </p:nvSpPr>
        <p:spPr>
          <a:xfrm>
            <a:off x="12857812" y="3221112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Violation type -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 Understand the specific policy violation. (Eg: Boosting, Vandalism)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92C8C3-4768-EBEA-5827-9102FAF9EFDF}"/>
              </a:ext>
            </a:extLst>
          </p:cNvPr>
          <p:cNvSpPr txBox="1"/>
          <p:nvPr/>
        </p:nvSpPr>
        <p:spPr>
          <a:xfrm>
            <a:off x="1028838" y="6225926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any required peripheral actions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F190D6-7AA5-A1F2-EF9F-2F697DB73135}"/>
              </a:ext>
            </a:extLst>
          </p:cNvPr>
          <p:cNvSpPr txBox="1"/>
          <p:nvPr/>
        </p:nvSpPr>
        <p:spPr>
          <a:xfrm>
            <a:off x="6892539" y="6225927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Check and merge duplicate tickets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488900-245C-C9E3-46BC-3DD3B8584000}"/>
              </a:ext>
            </a:extLst>
          </p:cNvPr>
          <p:cNvSpPr txBox="1"/>
          <p:nvPr/>
        </p:nvSpPr>
        <p:spPr>
          <a:xfrm>
            <a:off x="12687375" y="5854991"/>
            <a:ext cx="5204029" cy="1935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Check for previous mitigation - 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Review Zendesk history and Guidelines compliance form (GCF) status for prior actions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0DC3751-2440-75F6-F925-115AD7A2DDAF}"/>
              </a:ext>
            </a:extLst>
          </p:cNvPr>
          <p:cNvSpPr/>
          <p:nvPr/>
        </p:nvSpPr>
        <p:spPr>
          <a:xfrm>
            <a:off x="5886212" y="37613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EA2AAE5-011A-124B-F96E-4F592A5869CA}"/>
              </a:ext>
            </a:extLst>
          </p:cNvPr>
          <p:cNvSpPr/>
          <p:nvPr/>
        </p:nvSpPr>
        <p:spPr>
          <a:xfrm>
            <a:off x="11699877" y="37710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E260359-6509-2517-8D50-61A3EE590F0F}"/>
              </a:ext>
            </a:extLst>
          </p:cNvPr>
          <p:cNvSpPr/>
          <p:nvPr/>
        </p:nvSpPr>
        <p:spPr>
          <a:xfrm rot="5400000">
            <a:off x="16867995" y="4963382"/>
            <a:ext cx="765550" cy="439090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9171381-920E-64A2-F4DD-949F83ECFE8E}"/>
              </a:ext>
            </a:extLst>
          </p:cNvPr>
          <p:cNvSpPr/>
          <p:nvPr/>
        </p:nvSpPr>
        <p:spPr>
          <a:xfrm rot="10800000">
            <a:off x="11692363" y="646060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ACC4EA4D-7073-6CF0-9C7E-F8CF9ED4DB57}"/>
              </a:ext>
            </a:extLst>
          </p:cNvPr>
          <p:cNvSpPr/>
          <p:nvPr/>
        </p:nvSpPr>
        <p:spPr>
          <a:xfrm rot="10800000">
            <a:off x="5833397" y="649361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1C1DAAAD-2848-98B6-EB08-89449D8EE8FE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224D53C4-698D-797E-22D8-CB0DE138FD1D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38">
            <a:extLst>
              <a:ext uri="{FF2B5EF4-FFF2-40B4-BE49-F238E27FC236}">
                <a16:creationId xmlns:a16="http://schemas.microsoft.com/office/drawing/2014/main" id="{30B0B03F-C6B6-1CC5-F5CB-4B5B72D8482A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924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B27D3C4-A865-3FE7-C7ED-65683399F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803730"/>
              </p:ext>
            </p:extLst>
          </p:nvPr>
        </p:nvGraphicFramePr>
        <p:xfrm>
          <a:off x="1888787" y="1870913"/>
          <a:ext cx="15022749" cy="7227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1EC860-8789-AC72-891C-E971A37A3DD4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F8551-79AD-4B2F-5846-031E78B386E8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" name="Freeform 38">
            <a:extLst>
              <a:ext uri="{FF2B5EF4-FFF2-40B4-BE49-F238E27FC236}">
                <a16:creationId xmlns:a16="http://schemas.microsoft.com/office/drawing/2014/main" id="{7E30BF33-750E-0384-2206-43CFBD1E27F4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9">
            <a:extLst>
              <a:ext uri="{FF2B5EF4-FFF2-40B4-BE49-F238E27FC236}">
                <a16:creationId xmlns:a16="http://schemas.microsoft.com/office/drawing/2014/main" id="{8AAB6590-EA99-07FF-7124-7C979888A0FA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38">
            <a:extLst>
              <a:ext uri="{FF2B5EF4-FFF2-40B4-BE49-F238E27FC236}">
                <a16:creationId xmlns:a16="http://schemas.microsoft.com/office/drawing/2014/main" id="{FFF4B43C-8EB7-769F-5202-821BF834C551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AFDB3-56A0-F5C8-EAEC-7840257C2F9A}"/>
              </a:ext>
            </a:extLst>
          </p:cNvPr>
          <p:cNvSpPr txBox="1"/>
          <p:nvPr/>
        </p:nvSpPr>
        <p:spPr>
          <a:xfrm>
            <a:off x="600001" y="115826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Pre-conversation Checklist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FB505E66-E3AE-142F-3851-32BF5ED23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5462" y="2076215"/>
            <a:ext cx="1117138" cy="1117138"/>
          </a:xfrm>
          <a:prstGeom prst="rect">
            <a:avLst/>
          </a:prstGeom>
        </p:spPr>
      </p:pic>
      <p:pic>
        <p:nvPicPr>
          <p:cNvPr id="20" name="Graphic 19" descr="Badge with solid fill">
            <a:extLst>
              <a:ext uri="{FF2B5EF4-FFF2-40B4-BE49-F238E27FC236}">
                <a16:creationId xmlns:a16="http://schemas.microsoft.com/office/drawing/2014/main" id="{A00771B3-5140-EF63-B8AE-843EA1D46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2028" y="3218256"/>
            <a:ext cx="1117138" cy="1117138"/>
          </a:xfrm>
          <a:prstGeom prst="rect">
            <a:avLst/>
          </a:prstGeom>
        </p:spPr>
      </p:pic>
      <p:pic>
        <p:nvPicPr>
          <p:cNvPr id="22" name="Graphic 21" descr="Badge 3 with solid fill">
            <a:extLst>
              <a:ext uri="{FF2B5EF4-FFF2-40B4-BE49-F238E27FC236}">
                <a16:creationId xmlns:a16="http://schemas.microsoft.com/office/drawing/2014/main" id="{3BA599D8-B912-0344-407F-848821FA24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24922" y="4360296"/>
            <a:ext cx="1117137" cy="1117137"/>
          </a:xfrm>
          <a:prstGeom prst="rect">
            <a:avLst/>
          </a:prstGeom>
        </p:spPr>
      </p:pic>
      <p:pic>
        <p:nvPicPr>
          <p:cNvPr id="24" name="Graphic 23" descr="Badge 4 with solid fill">
            <a:extLst>
              <a:ext uri="{FF2B5EF4-FFF2-40B4-BE49-F238E27FC236}">
                <a16:creationId xmlns:a16="http://schemas.microsoft.com/office/drawing/2014/main" id="{0A19986C-66DF-5FD5-45F0-629B26CEB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4921" y="5504744"/>
            <a:ext cx="1117137" cy="1117137"/>
          </a:xfrm>
          <a:prstGeom prst="rect">
            <a:avLst/>
          </a:prstGeom>
        </p:spPr>
      </p:pic>
      <p:pic>
        <p:nvPicPr>
          <p:cNvPr id="26" name="Graphic 25" descr="Badge 5 with solid fill">
            <a:extLst>
              <a:ext uri="{FF2B5EF4-FFF2-40B4-BE49-F238E27FC236}">
                <a16:creationId xmlns:a16="http://schemas.microsoft.com/office/drawing/2014/main" id="{35E5644C-BBCF-3EE8-CF1B-09CA2A197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2028" y="6646783"/>
            <a:ext cx="1117139" cy="1117139"/>
          </a:xfrm>
          <a:prstGeom prst="rect">
            <a:avLst/>
          </a:prstGeom>
        </p:spPr>
      </p:pic>
      <p:pic>
        <p:nvPicPr>
          <p:cNvPr id="28" name="Graphic 27" descr="Badge 6 with solid fill">
            <a:extLst>
              <a:ext uri="{FF2B5EF4-FFF2-40B4-BE49-F238E27FC236}">
                <a16:creationId xmlns:a16="http://schemas.microsoft.com/office/drawing/2014/main" id="{F7F369C1-B020-715C-ABDA-FCC476796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10520" y="7786913"/>
            <a:ext cx="1112079" cy="111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112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E13A0E38-0AE1-7379-6972-E8CA54402050}"/>
              </a:ext>
            </a:extLst>
          </p:cNvPr>
          <p:cNvSpPr/>
          <p:nvPr/>
        </p:nvSpPr>
        <p:spPr>
          <a:xfrm>
            <a:off x="8598397" y="-2058138"/>
            <a:ext cx="17789434" cy="15765053"/>
          </a:xfrm>
          <a:custGeom>
            <a:avLst/>
            <a:gdLst/>
            <a:ahLst/>
            <a:cxnLst/>
            <a:rect l="l" t="t" r="r" b="b"/>
            <a:pathLst>
              <a:path w="12070084" h="12130738">
                <a:moveTo>
                  <a:pt x="0" y="0"/>
                </a:moveTo>
                <a:lnTo>
                  <a:pt x="12070084" y="0"/>
                </a:lnTo>
                <a:lnTo>
                  <a:pt x="12070084" y="12130738"/>
                </a:lnTo>
                <a:lnTo>
                  <a:pt x="0" y="1213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D59AD-C35E-6D32-5F81-282DC0F8BCF2}"/>
              </a:ext>
            </a:extLst>
          </p:cNvPr>
          <p:cNvSpPr txBox="1"/>
          <p:nvPr/>
        </p:nvSpPr>
        <p:spPr>
          <a:xfrm>
            <a:off x="794886" y="1056784"/>
            <a:ext cx="16200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Agent responsibilities</a:t>
            </a:r>
            <a:endParaRPr dirty="0"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110F1-2647-BC57-9A61-4ACF1BCA5A37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F55DB-A93A-1440-79B7-DD80EC127893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7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55E2AD9-72A8-288E-F367-5AE1FDBCA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5772651"/>
              </p:ext>
            </p:extLst>
          </p:nvPr>
        </p:nvGraphicFramePr>
        <p:xfrm>
          <a:off x="1349829" y="2385787"/>
          <a:ext cx="15323380" cy="6366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829735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8">
            <a:extLst>
              <a:ext uri="{FF2B5EF4-FFF2-40B4-BE49-F238E27FC236}">
                <a16:creationId xmlns:a16="http://schemas.microsoft.com/office/drawing/2014/main" id="{F8EF6A34-6B47-05CE-6DF9-7DC022357D9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9">
            <a:extLst>
              <a:ext uri="{FF2B5EF4-FFF2-40B4-BE49-F238E27FC236}">
                <a16:creationId xmlns:a16="http://schemas.microsoft.com/office/drawing/2014/main" id="{CA14880F-CEEA-F5F7-4285-678931B24188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2275A-642D-569E-DE3A-D03C6AFABA65}"/>
              </a:ext>
            </a:extLst>
          </p:cNvPr>
          <p:cNvSpPr txBox="1"/>
          <p:nvPr/>
        </p:nvSpPr>
        <p:spPr>
          <a:xfrm>
            <a:off x="600001" y="925108"/>
            <a:ext cx="17345151" cy="1692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Key Communication Standards for FPS Interactions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55C8C-392D-DF77-6995-9F62BE45EC02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5CBF4-380C-D50C-F32E-43F1DAADB1B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8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9CA7FC0-6EAA-81A8-B78F-14F5348475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526266"/>
              </p:ext>
            </p:extLst>
          </p:nvPr>
        </p:nvGraphicFramePr>
        <p:xfrm>
          <a:off x="1019410" y="3051439"/>
          <a:ext cx="15468590" cy="566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D5DE7D3-7CF9-A16A-722D-A77B210BAE7F}"/>
              </a:ext>
            </a:extLst>
          </p:cNvPr>
          <p:cNvSpPr txBox="1"/>
          <p:nvPr/>
        </p:nvSpPr>
        <p:spPr>
          <a:xfrm>
            <a:off x="2220685" y="7674429"/>
            <a:ext cx="89322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 sufficient information to help identify violation sources</a:t>
            </a:r>
          </a:p>
        </p:txBody>
      </p:sp>
    </p:spTree>
    <p:extLst>
      <p:ext uri="{BB962C8B-B14F-4D97-AF65-F5344CB8AC3E}">
        <p14:creationId xmlns:p14="http://schemas.microsoft.com/office/powerpoint/2010/main" val="766201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31564-CFE7-0A92-2B12-A6E96731E497}"/>
              </a:ext>
            </a:extLst>
          </p:cNvPr>
          <p:cNvSpPr txBox="1"/>
          <p:nvPr/>
        </p:nvSpPr>
        <p:spPr>
          <a:xfrm>
            <a:off x="1191986" y="9673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Information Sharing - Do's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99347-EA78-8DF6-84B8-1F2091BC6F3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4FA84-20C6-C48B-F318-353AA97661CC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9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75A84-0145-2478-57D1-2643B506D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8" r="46614" b="958"/>
          <a:stretch>
            <a:fillRect/>
          </a:stretch>
        </p:blipFill>
        <p:spPr>
          <a:xfrm>
            <a:off x="7077999" y="3151784"/>
            <a:ext cx="4173311" cy="453937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AE5116E-4E5A-49A8-3395-8A11EBA7B2EE}"/>
              </a:ext>
            </a:extLst>
          </p:cNvPr>
          <p:cNvGrpSpPr/>
          <p:nvPr/>
        </p:nvGrpSpPr>
        <p:grpSpPr>
          <a:xfrm>
            <a:off x="1418692" y="2624129"/>
            <a:ext cx="5667144" cy="939946"/>
            <a:chOff x="1191986" y="2913385"/>
            <a:chExt cx="5667144" cy="9399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1736E53-D2BA-4652-7F2B-07F404D354EE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19FFA1-5013-4003-3272-1EA7769A66B2}"/>
                </a:ext>
              </a:extLst>
            </p:cNvPr>
            <p:cNvSpPr/>
            <p:nvPr/>
          </p:nvSpPr>
          <p:spPr>
            <a:xfrm>
              <a:off x="1258430" y="2960779"/>
              <a:ext cx="5600700" cy="892552"/>
            </a:xfrm>
            <a:prstGeom prst="roundRect">
              <a:avLst/>
            </a:prstGeom>
            <a:ln>
              <a:solidFill>
                <a:srgbClr val="FFED0E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892927-8F94-24F5-BDA3-39AC5CD586D6}"/>
                </a:ext>
              </a:extLst>
            </p:cNvPr>
            <p:cNvSpPr txBox="1"/>
            <p:nvPr/>
          </p:nvSpPr>
          <p:spPr>
            <a:xfrm>
              <a:off x="1452845" y="3211882"/>
              <a:ext cx="52118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Type of violation (avoid internal terms)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41D742-9051-3767-BBAC-AC6AD24A24A9}"/>
              </a:ext>
            </a:extLst>
          </p:cNvPr>
          <p:cNvGrpSpPr/>
          <p:nvPr/>
        </p:nvGrpSpPr>
        <p:grpSpPr>
          <a:xfrm>
            <a:off x="474750" y="3926782"/>
            <a:ext cx="5657850" cy="949702"/>
            <a:chOff x="1191986" y="4293138"/>
            <a:chExt cx="5657850" cy="94970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C19A75-5B22-D4E8-3BC1-0A219C9AC667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2984BDF-C470-4BC2-6E19-A0DF2F418A59}"/>
                </a:ext>
              </a:extLst>
            </p:cNvPr>
            <p:cNvSpPr/>
            <p:nvPr/>
          </p:nvSpPr>
          <p:spPr>
            <a:xfrm>
              <a:off x="1249136" y="43502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07B2FE-F9AF-599F-C42B-3A0FF24F89BE}"/>
                </a:ext>
              </a:extLst>
            </p:cNvPr>
            <p:cNvSpPr txBox="1"/>
            <p:nvPr/>
          </p:nvSpPr>
          <p:spPr>
            <a:xfrm>
              <a:off x="1421375" y="4515907"/>
              <a:ext cx="52748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Rough timing/velocity patterns (no specific dates) 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9A3373-EDE7-246A-8021-B613E57E33B4}"/>
              </a:ext>
            </a:extLst>
          </p:cNvPr>
          <p:cNvGrpSpPr/>
          <p:nvPr/>
        </p:nvGrpSpPr>
        <p:grpSpPr>
          <a:xfrm>
            <a:off x="-1296900" y="5291262"/>
            <a:ext cx="9144000" cy="933442"/>
            <a:chOff x="-535522" y="5653598"/>
            <a:chExt cx="9144000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C6B365-F1EC-1652-F264-FA4D265B72F5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64D2BB-AB25-C7DC-CE9F-6DD475A2894C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1C21D7-66DD-089D-4384-84C4253B06C1}"/>
                </a:ext>
              </a:extLst>
            </p:cNvPr>
            <p:cNvSpPr txBox="1"/>
            <p:nvPr/>
          </p:nvSpPr>
          <p:spPr>
            <a:xfrm>
              <a:off x="-535522" y="5986581"/>
              <a:ext cx="914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activity has stopped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E39287-69CE-420F-6380-2B60416F24E9}"/>
              </a:ext>
            </a:extLst>
          </p:cNvPr>
          <p:cNvGrpSpPr/>
          <p:nvPr/>
        </p:nvGrpSpPr>
        <p:grpSpPr>
          <a:xfrm>
            <a:off x="1248093" y="6685910"/>
            <a:ext cx="5801998" cy="955744"/>
            <a:chOff x="1135479" y="7113241"/>
            <a:chExt cx="5801998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8A64BF-EDDB-4178-84C0-998E64F470EE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30CFA17-BBBD-F60F-297E-4A56D1240C07}"/>
                </a:ext>
              </a:extLst>
            </p:cNvPr>
            <p:cNvSpPr/>
            <p:nvPr/>
          </p:nvSpPr>
          <p:spPr>
            <a:xfrm>
              <a:off x="1277480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51B3BE-D1FE-107B-32DA-9EBCA88AB5DE}"/>
                </a:ext>
              </a:extLst>
            </p:cNvPr>
            <p:cNvSpPr txBox="1"/>
            <p:nvPr/>
          </p:nvSpPr>
          <p:spPr>
            <a:xfrm>
              <a:off x="1135479" y="7290576"/>
              <a:ext cx="58019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incentive surveys confirm the practice (without identifying specific reviewers)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F1F4EE-2005-14AF-3DA5-E473B6CB8200}"/>
              </a:ext>
            </a:extLst>
          </p:cNvPr>
          <p:cNvGrpSpPr/>
          <p:nvPr/>
        </p:nvGrpSpPr>
        <p:grpSpPr>
          <a:xfrm>
            <a:off x="4438186" y="7974646"/>
            <a:ext cx="9411628" cy="911140"/>
            <a:chOff x="4252264" y="8515059"/>
            <a:chExt cx="9411628" cy="91114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A200E4D-2DF8-148D-959A-C0B49B89B648}"/>
                </a:ext>
              </a:extLst>
            </p:cNvPr>
            <p:cNvGrpSpPr/>
            <p:nvPr/>
          </p:nvGrpSpPr>
          <p:grpSpPr>
            <a:xfrm>
              <a:off x="6094536" y="8515059"/>
              <a:ext cx="5663892" cy="911140"/>
              <a:chOff x="6094536" y="8515059"/>
              <a:chExt cx="5663892" cy="911140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08731C7-FF47-43A0-0C84-DD0C8B55D78F}"/>
                  </a:ext>
                </a:extLst>
              </p:cNvPr>
              <p:cNvSpPr/>
              <p:nvPr/>
            </p:nvSpPr>
            <p:spPr>
              <a:xfrm>
                <a:off x="6094536" y="8515059"/>
                <a:ext cx="5600700" cy="892552"/>
              </a:xfrm>
              <a:prstGeom prst="roundRect">
                <a:avLst/>
              </a:prstGeom>
              <a:solidFill>
                <a:srgbClr val="FF86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289FF54-EFB8-9846-0468-3FF37F11A413}"/>
                  </a:ext>
                </a:extLst>
              </p:cNvPr>
              <p:cNvSpPr/>
              <p:nvPr/>
            </p:nvSpPr>
            <p:spPr>
              <a:xfrm>
                <a:off x="6157728" y="8533647"/>
                <a:ext cx="5600700" cy="89255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FF86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0BA6E3-BDD9-718A-FBFC-1989C6ED9D4C}"/>
                </a:ext>
              </a:extLst>
            </p:cNvPr>
            <p:cNvSpPr txBox="1"/>
            <p:nvPr/>
          </p:nvSpPr>
          <p:spPr>
            <a:xfrm>
              <a:off x="4252264" y="8829454"/>
              <a:ext cx="94116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 (except Red Badge cases)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97981F-4288-7F0A-38BF-3172CAA45D20}"/>
              </a:ext>
            </a:extLst>
          </p:cNvPr>
          <p:cNvGrpSpPr/>
          <p:nvPr/>
        </p:nvGrpSpPr>
        <p:grpSpPr>
          <a:xfrm>
            <a:off x="11116670" y="2592533"/>
            <a:ext cx="5686194" cy="955744"/>
            <a:chOff x="11325226" y="2913385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750A62-2B88-B4A9-AD09-570755B64E3C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C835D97-B077-4A25-4442-579C2079BEC4}"/>
                </a:ext>
              </a:extLst>
            </p:cNvPr>
            <p:cNvSpPr/>
            <p:nvPr/>
          </p:nvSpPr>
          <p:spPr>
            <a:xfrm>
              <a:off x="11410720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violations come from registered property owners or staff members close to guests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E26686-E09A-F31E-1919-134FCFE4AD0C}"/>
              </a:ext>
            </a:extLst>
          </p:cNvPr>
          <p:cNvGrpSpPr/>
          <p:nvPr/>
        </p:nvGrpSpPr>
        <p:grpSpPr>
          <a:xfrm>
            <a:off x="11955147" y="3923349"/>
            <a:ext cx="5732853" cy="953147"/>
            <a:chOff x="11325225" y="4395377"/>
            <a:chExt cx="5732853" cy="9531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68D923-2F1F-7B5F-9D74-02369C6B2794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A0FF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63A05D5-1892-598F-A1DE-680EB6DE7302}"/>
                </a:ext>
              </a:extLst>
            </p:cNvPr>
            <p:cNvSpPr/>
            <p:nvPr/>
          </p:nvSpPr>
          <p:spPr>
            <a:xfrm>
              <a:off x="11388417" y="4436267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0FFE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Violation came from the current corresponding email or the property's official domain email 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29BA10-F73D-958B-57FB-CBB3BE6785A2}"/>
              </a:ext>
            </a:extLst>
          </p:cNvPr>
          <p:cNvGrpSpPr/>
          <p:nvPr/>
        </p:nvGrpSpPr>
        <p:grpSpPr>
          <a:xfrm>
            <a:off x="12171198" y="5252972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4D3ACB0-799F-B034-88A3-D2DE8FCDE4A9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023691C-159E-9CEB-EF59-12152DED8C95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fraud/warning letters were issued previously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69674A-F639-AF6E-BF66-A9CFABCA5CC3}"/>
              </a:ext>
            </a:extLst>
          </p:cNvPr>
          <p:cNvGrpSpPr/>
          <p:nvPr/>
        </p:nvGrpSpPr>
        <p:grpSpPr>
          <a:xfrm>
            <a:off x="11230597" y="6685910"/>
            <a:ext cx="5686194" cy="955744"/>
            <a:chOff x="11325225" y="7113241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74926AF-63E0-1E12-9E90-47A7AC783372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47F4BC1-74B6-02AE-A6CB-EB11A21051B3}"/>
                </a:ext>
              </a:extLst>
            </p:cNvPr>
            <p:cNvSpPr/>
            <p:nvPr/>
          </p:nvSpPr>
          <p:spPr>
            <a:xfrm>
              <a:off x="11410719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1FF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 if written by the same email address and acknowledged by the sender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0" name="Freeform 38">
            <a:extLst>
              <a:ext uri="{FF2B5EF4-FFF2-40B4-BE49-F238E27FC236}">
                <a16:creationId xmlns:a16="http://schemas.microsoft.com/office/drawing/2014/main" id="{AEC426A2-09DA-E925-937D-F8DD754FD1F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39">
            <a:extLst>
              <a:ext uri="{FF2B5EF4-FFF2-40B4-BE49-F238E27FC236}">
                <a16:creationId xmlns:a16="http://schemas.microsoft.com/office/drawing/2014/main" id="{46A71240-5797-BE33-D130-25F1C73F238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1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2453-8DBF-C6DF-7621-93FCC072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05E98-B709-D698-2252-03C670BBA636}"/>
              </a:ext>
            </a:extLst>
          </p:cNvPr>
          <p:cNvSpPr txBox="1"/>
          <p:nvPr/>
        </p:nvSpPr>
        <p:spPr>
          <a:xfrm>
            <a:off x="1044000" y="92625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Information Sharing - Don’ts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69EF1-2D17-BAD4-F5EA-BE95CFDF5788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77A56-839D-2A65-B582-A7681F91C315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10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CCCD5-C489-CF70-2C18-33A95B7961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99" r="7544"/>
          <a:stretch>
            <a:fillRect/>
          </a:stretch>
        </p:blipFill>
        <p:spPr>
          <a:xfrm>
            <a:off x="7500796" y="3212408"/>
            <a:ext cx="3642299" cy="4859479"/>
          </a:xfrm>
          <a:prstGeom prst="rect">
            <a:avLst/>
          </a:prstGeom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1F72CA-0C46-50B5-9F46-4FC289DAE2F5}"/>
              </a:ext>
            </a:extLst>
          </p:cNvPr>
          <p:cNvGrpSpPr/>
          <p:nvPr/>
        </p:nvGrpSpPr>
        <p:grpSpPr>
          <a:xfrm>
            <a:off x="1848055" y="2793172"/>
            <a:ext cx="5642519" cy="943626"/>
            <a:chOff x="1191986" y="2862311"/>
            <a:chExt cx="5642519" cy="94362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B0298DF-8BAF-0B2A-C13B-072EEC4589BF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3D6D337-EF8F-3A3F-0010-EEE5557B7C01}"/>
                </a:ext>
              </a:extLst>
            </p:cNvPr>
            <p:cNvSpPr/>
            <p:nvPr/>
          </p:nvSpPr>
          <p:spPr>
            <a:xfrm>
              <a:off x="1233805" y="286231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ED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Geographic location (domestic/international only)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350959-6C75-7C22-7145-BD43B84B4B1F}"/>
              </a:ext>
            </a:extLst>
          </p:cNvPr>
          <p:cNvGrpSpPr/>
          <p:nvPr/>
        </p:nvGrpSpPr>
        <p:grpSpPr>
          <a:xfrm>
            <a:off x="1146158" y="3978747"/>
            <a:ext cx="5686194" cy="933442"/>
            <a:chOff x="1191986" y="429313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B86AAD0-BE6E-118A-B3B8-7730C3A2A65A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074EDA5-FC3F-EAF9-AFF8-CB836610612C}"/>
                </a:ext>
              </a:extLst>
            </p:cNvPr>
            <p:cNvSpPr/>
            <p:nvPr/>
          </p:nvSpPr>
          <p:spPr>
            <a:xfrm>
              <a:off x="1277480" y="433402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Pattern details such as IPs, proxies, passwords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6964D4-78FA-8FDF-5D9B-273B585617F9}"/>
              </a:ext>
            </a:extLst>
          </p:cNvPr>
          <p:cNvGrpSpPr/>
          <p:nvPr/>
        </p:nvGrpSpPr>
        <p:grpSpPr>
          <a:xfrm>
            <a:off x="1231652" y="5232526"/>
            <a:ext cx="5686194" cy="933442"/>
            <a:chOff x="1191986" y="565359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0CBD19-058A-2B4C-177B-4BE3D05BC797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0429B94-4DC7-CA5B-B8E6-40B84B928914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identity of violator (suggest general departments)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9AC0D-E2D1-6A03-4DB4-99FF20492A8F}"/>
              </a:ext>
            </a:extLst>
          </p:cNvPr>
          <p:cNvGrpSpPr/>
          <p:nvPr/>
        </p:nvGrpSpPr>
        <p:grpSpPr>
          <a:xfrm>
            <a:off x="1794157" y="6568086"/>
            <a:ext cx="5686194" cy="933442"/>
            <a:chOff x="1191986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6F842D-1141-C771-A458-2AF65F3F8569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705DCE6-9939-91EB-71FF-3BDE7A163AFE}"/>
                </a:ext>
              </a:extLst>
            </p:cNvPr>
            <p:cNvSpPr/>
            <p:nvPr/>
          </p:nvSpPr>
          <p:spPr>
            <a:xfrm>
              <a:off x="1277480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dates of submission or removal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877808-5124-E54E-90FB-211241790EED}"/>
              </a:ext>
            </a:extLst>
          </p:cNvPr>
          <p:cNvGrpSpPr/>
          <p:nvPr/>
        </p:nvGrpSpPr>
        <p:grpSpPr>
          <a:xfrm>
            <a:off x="10863774" y="2714921"/>
            <a:ext cx="5663892" cy="955744"/>
            <a:chOff x="11325226" y="2913385"/>
            <a:chExt cx="5663892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4F5BEF7-2C9F-6FB7-01F6-60043F1F6B69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434DB3A-3C20-BA9C-C0E2-28B4E149D828}"/>
                </a:ext>
              </a:extLst>
            </p:cNvPr>
            <p:cNvSpPr/>
            <p:nvPr/>
          </p:nvSpPr>
          <p:spPr>
            <a:xfrm>
              <a:off x="11388418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 unless the sender confirms and admits they authored it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D06FCD-C799-6CDB-4822-F6A73D7A7B4B}"/>
              </a:ext>
            </a:extLst>
          </p:cNvPr>
          <p:cNvGrpSpPr/>
          <p:nvPr/>
        </p:nvGrpSpPr>
        <p:grpSpPr>
          <a:xfrm>
            <a:off x="11275171" y="3921507"/>
            <a:ext cx="5732853" cy="930845"/>
            <a:chOff x="11325225" y="4395377"/>
            <a:chExt cx="5732853" cy="9308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5EE92C-21E8-82CF-070E-AA6D57C7A243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6080ACF-1A6D-3398-235B-FD9CD7A1D864}"/>
                </a:ext>
              </a:extLst>
            </p:cNvPr>
            <p:cNvSpPr/>
            <p:nvPr/>
          </p:nvSpPr>
          <p:spPr>
            <a:xfrm>
              <a:off x="11388417" y="4413965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 account details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12E08-79A4-B3BC-10B0-EA67A3483337}"/>
              </a:ext>
            </a:extLst>
          </p:cNvPr>
          <p:cNvGrpSpPr/>
          <p:nvPr/>
        </p:nvGrpSpPr>
        <p:grpSpPr>
          <a:xfrm>
            <a:off x="11275171" y="5175320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83AC612-9DB0-9167-E2AE-6C45A2E1D5D5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892D323-98E3-648F-7CD2-ECA8FC67AA04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fraud letter emails unless using a corporate domain or matching address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F8006-E624-8EF0-8AD9-7973C500342C}"/>
              </a:ext>
            </a:extLst>
          </p:cNvPr>
          <p:cNvGrpSpPr/>
          <p:nvPr/>
        </p:nvGrpSpPr>
        <p:grpSpPr>
          <a:xfrm>
            <a:off x="10801487" y="6509876"/>
            <a:ext cx="5686194" cy="933442"/>
            <a:chOff x="11325225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DB964E1-89F1-FD3C-0BBE-97B83EB3E8A4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FF86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5291E5D-B67E-6BC8-B86C-AFA8C9D98677}"/>
                </a:ext>
              </a:extLst>
            </p:cNvPr>
            <p:cNvSpPr/>
            <p:nvPr/>
          </p:nvSpPr>
          <p:spPr>
            <a:xfrm>
              <a:off x="11410719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86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durations in Red Badge cases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1" name="Freeform 38">
            <a:extLst>
              <a:ext uri="{FF2B5EF4-FFF2-40B4-BE49-F238E27FC236}">
                <a16:creationId xmlns:a16="http://schemas.microsoft.com/office/drawing/2014/main" id="{5E36E988-7B9B-9094-D5E7-986F24B42500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CE79D029-D035-10CF-6CD0-C4EB81EFFB00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8">
            <a:extLst>
              <a:ext uri="{FF2B5EF4-FFF2-40B4-BE49-F238E27FC236}">
                <a16:creationId xmlns:a16="http://schemas.microsoft.com/office/drawing/2014/main" id="{6DD7AB68-FDB5-7CB7-92AD-5C1732D73FD5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630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4C69C-AA63-F50C-B44D-67E167C8E4E0}"/>
              </a:ext>
            </a:extLst>
          </p:cNvPr>
          <p:cNvSpPr txBox="1"/>
          <p:nvPr/>
        </p:nvSpPr>
        <p:spPr>
          <a:xfrm>
            <a:off x="1044000" y="10557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Information Sharing | Relevant macros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8F715-0830-6CAE-CE0A-F4636169198B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5156A-B119-7F02-56BA-56BAACD6647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D1CED4-B67A-6D93-0EBA-597452C65D1E}"/>
              </a:ext>
            </a:extLst>
          </p:cNvPr>
          <p:cNvSpPr/>
          <p:nvPr/>
        </p:nvSpPr>
        <p:spPr>
          <a:xfrm>
            <a:off x="1017413" y="5189381"/>
            <a:ext cx="13895614" cy="4041823"/>
          </a:xfrm>
          <a:prstGeom prst="roundRect">
            <a:avLst/>
          </a:prstGeom>
          <a:solidFill>
            <a:srgbClr val="D1FF7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BFA6BE-781B-C958-5695-52C310F05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01" r="14437"/>
          <a:stretch>
            <a:fillRect/>
          </a:stretch>
        </p:blipFill>
        <p:spPr>
          <a:xfrm flipH="1">
            <a:off x="14563092" y="6088566"/>
            <a:ext cx="3570116" cy="2896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EB7B9-8900-2876-0250-3B125F7A29FB}"/>
              </a:ext>
            </a:extLst>
          </p:cNvPr>
          <p:cNvSpPr txBox="1"/>
          <p:nvPr/>
        </p:nvSpPr>
        <p:spPr>
          <a:xfrm>
            <a:off x="1423072" y="2758086"/>
            <a:ext cx="4176929" cy="1148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Fraud Letter Basic Info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Fraud Letter More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19C9B-8980-76F7-BB3F-586AC8BF7650}"/>
              </a:ext>
            </a:extLst>
          </p:cNvPr>
          <p:cNvSpPr txBox="1"/>
          <p:nvPr/>
        </p:nvSpPr>
        <p:spPr>
          <a:xfrm>
            <a:off x="1044000" y="4316905"/>
            <a:ext cx="11562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‘Initial Contact with Owner’ macro contains editable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sections:</a:t>
            </a: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3ECE6B97-182B-C7E5-4C2B-FECC5D059E64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39">
            <a:extLst>
              <a:ext uri="{FF2B5EF4-FFF2-40B4-BE49-F238E27FC236}">
                <a16:creationId xmlns:a16="http://schemas.microsoft.com/office/drawing/2014/main" id="{058C9DB2-2EAD-391A-7704-5B287ADC389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4AC76-9EF4-B7D4-85BD-2C2DD43789EF}"/>
              </a:ext>
            </a:extLst>
          </p:cNvPr>
          <p:cNvSpPr txBox="1"/>
          <p:nvPr/>
        </p:nvSpPr>
        <p:spPr>
          <a:xfrm>
            <a:off x="1044000" y="2187659"/>
            <a:ext cx="6300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most relevant macros are in: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15AD6-5CAA-F438-1462-B85E564760C6}"/>
              </a:ext>
            </a:extLst>
          </p:cNvPr>
          <p:cNvSpPr txBox="1"/>
          <p:nvPr/>
        </p:nvSpPr>
        <p:spPr>
          <a:xfrm>
            <a:off x="1812444" y="7523237"/>
            <a:ext cx="15431556" cy="15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...within your property and it's originated by members of your staff.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...a third-party vendor (webmasters, SEO agents, etc.).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...sophisticated technology that is not commonly associated with average users.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06EB0-9BA1-26DB-BF1C-9B653F673851}"/>
              </a:ext>
            </a:extLst>
          </p:cNvPr>
          <p:cNvSpPr txBox="1"/>
          <p:nvPr/>
        </p:nvSpPr>
        <p:spPr>
          <a:xfrm>
            <a:off x="1297201" y="5375610"/>
            <a:ext cx="13336037" cy="207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Unfortunately, because of our privacy agreement with all Tripadvisor members, I am unable to share details on what triggered our filters. However, I can tell you that we believe this activity comes from...</a:t>
            </a: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85808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C1B4418F-8696-073C-3A43-41AFCBF729B7}"/>
              </a:ext>
            </a:extLst>
          </p:cNvPr>
          <p:cNvSpPr>
            <a:spLocks noChangeAspect="1"/>
          </p:cNvSpPr>
          <p:nvPr/>
        </p:nvSpPr>
        <p:spPr>
          <a:xfrm>
            <a:off x="15183544" y="-1018006"/>
            <a:ext cx="3950208" cy="4114800"/>
          </a:xfrm>
          <a:custGeom>
            <a:avLst/>
            <a:gdLst/>
            <a:ahLst/>
            <a:cxnLst/>
            <a:rect l="l" t="t" r="r" b="b"/>
            <a:pathLst>
              <a:path w="7900416" h="8229600">
                <a:moveTo>
                  <a:pt x="0" y="0"/>
                </a:moveTo>
                <a:lnTo>
                  <a:pt x="7900416" y="0"/>
                </a:lnTo>
                <a:lnTo>
                  <a:pt x="79004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DC71D-EE3E-C6F5-EC0E-2893D08891E2}"/>
              </a:ext>
            </a:extLst>
          </p:cNvPr>
          <p:cNvSpPr txBox="1"/>
          <p:nvPr/>
        </p:nvSpPr>
        <p:spPr>
          <a:xfrm>
            <a:off x="865412" y="593118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>
                <a:solidFill>
                  <a:srgbClr val="002B11"/>
                </a:solidFill>
              </a:rPr>
              <a:t>Peripheral actions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0B59A-F3DE-062D-4A2B-0722FE71AB94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23BA8-6284-94DF-0FA2-9E6C4B0B724A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FBF4EC-E7FA-E691-0158-195E3F54B0FF}"/>
              </a:ext>
            </a:extLst>
          </p:cNvPr>
          <p:cNvGrpSpPr/>
          <p:nvPr/>
        </p:nvGrpSpPr>
        <p:grpSpPr>
          <a:xfrm>
            <a:off x="2747279" y="1730828"/>
            <a:ext cx="12436265" cy="3412672"/>
            <a:chOff x="2925867" y="2238151"/>
            <a:chExt cx="12436265" cy="3412672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0B3F7B24-E400-EE5F-A235-5953A2E7BE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3726139"/>
                </p:ext>
              </p:extLst>
            </p:nvPr>
          </p:nvGraphicFramePr>
          <p:xfrm>
            <a:off x="2925867" y="2238151"/>
            <a:ext cx="12436265" cy="34126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9631FA-0412-11A6-412C-AA0403AF52CC}"/>
                </a:ext>
              </a:extLst>
            </p:cNvPr>
            <p:cNvSpPr txBox="1"/>
            <p:nvPr/>
          </p:nvSpPr>
          <p:spPr>
            <a:xfrm>
              <a:off x="3108838" y="2686204"/>
              <a:ext cx="648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B4A9DC-267E-C621-23E4-126FAB545447}"/>
                </a:ext>
              </a:extLst>
            </p:cNvPr>
            <p:cNvSpPr txBox="1"/>
            <p:nvPr/>
          </p:nvSpPr>
          <p:spPr>
            <a:xfrm>
              <a:off x="3324056" y="3708277"/>
              <a:ext cx="7306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74B307-3B02-A8AD-9205-37CF93ADA717}"/>
                </a:ext>
              </a:extLst>
            </p:cNvPr>
            <p:cNvSpPr txBox="1"/>
            <p:nvPr/>
          </p:nvSpPr>
          <p:spPr>
            <a:xfrm>
              <a:off x="3082471" y="4743050"/>
              <a:ext cx="745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03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D3496F-3DDC-EC52-E6ED-34F4130ED7E9}"/>
              </a:ext>
            </a:extLst>
          </p:cNvPr>
          <p:cNvSpPr/>
          <p:nvPr/>
        </p:nvSpPr>
        <p:spPr>
          <a:xfrm>
            <a:off x="865412" y="7755896"/>
            <a:ext cx="16039836" cy="71996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Important: </a:t>
            </a:r>
            <a:r>
              <a:rPr lang="en-US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Peripheral actions are not predefined and will vary depending on the circumstances of each case.</a:t>
            </a:r>
            <a:endParaRPr 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3399F-B1C6-06B1-7272-37DF5E1113A2}"/>
              </a:ext>
            </a:extLst>
          </p:cNvPr>
          <p:cNvSpPr txBox="1"/>
          <p:nvPr/>
        </p:nvSpPr>
        <p:spPr>
          <a:xfrm>
            <a:off x="865412" y="5614031"/>
            <a:ext cx="16200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Investigate and remove suspicious or fraudulent reviews.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Check and remove duplicate reviews.</a:t>
            </a:r>
          </a:p>
          <a:p>
            <a:pPr fontAlgn="base"/>
            <a:b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b="1" i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  <a:t> Add a comment in the internal note: pf of review 123456789 - Review ID (No other words need to be added)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05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D9FE1-E02A-F9EC-F973-29FA6FD36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75" y="2226880"/>
            <a:ext cx="17293049" cy="652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3D234-16FD-2ED2-03A9-EB6385B8FE78}"/>
              </a:ext>
            </a:extLst>
          </p:cNvPr>
          <p:cNvSpPr txBox="1"/>
          <p:nvPr/>
        </p:nvSpPr>
        <p:spPr>
          <a:xfrm>
            <a:off x="865412" y="593118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>
                <a:solidFill>
                  <a:srgbClr val="002B11"/>
                </a:solidFill>
              </a:rPr>
              <a:t>Internal Notes: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6049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107A2E-AF25-9884-A0D9-2AE769561095}"/>
              </a:ext>
            </a:extLst>
          </p:cNvPr>
          <p:cNvSpPr txBox="1"/>
          <p:nvPr/>
        </p:nvSpPr>
        <p:spPr>
          <a:xfrm>
            <a:off x="888000" y="114277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Things to avoid during an FPS Conversation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70438-C357-28F0-D2D7-D0DB28494D6F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1CEA9-8FCC-F20E-92F5-21C459AF3627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9E9C7-F26E-94B6-2099-24E53F4E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526436" y="3084918"/>
            <a:ext cx="5064471" cy="50644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CC3D21-9F82-3418-160D-D5102E67F7AE}"/>
              </a:ext>
            </a:extLst>
          </p:cNvPr>
          <p:cNvSpPr/>
          <p:nvPr/>
        </p:nvSpPr>
        <p:spPr>
          <a:xfrm>
            <a:off x="1115121" y="2546500"/>
            <a:ext cx="11203359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4EDB0A-6304-A357-BF20-89FA8F88C88A}"/>
              </a:ext>
            </a:extLst>
          </p:cNvPr>
          <p:cNvSpPr/>
          <p:nvPr/>
        </p:nvSpPr>
        <p:spPr>
          <a:xfrm>
            <a:off x="1219099" y="2633605"/>
            <a:ext cx="11203359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B9D62-86EB-7118-EC30-E83716C260FF}"/>
              </a:ext>
            </a:extLst>
          </p:cNvPr>
          <p:cNvSpPr/>
          <p:nvPr/>
        </p:nvSpPr>
        <p:spPr>
          <a:xfrm>
            <a:off x="1115122" y="4177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563E6D-EF2F-7732-F00A-BC0162D039AF}"/>
              </a:ext>
            </a:extLst>
          </p:cNvPr>
          <p:cNvSpPr/>
          <p:nvPr/>
        </p:nvSpPr>
        <p:spPr>
          <a:xfrm>
            <a:off x="1196468" y="4264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B0CE42-2759-239C-E172-3A6FDDA68005}"/>
              </a:ext>
            </a:extLst>
          </p:cNvPr>
          <p:cNvSpPr/>
          <p:nvPr/>
        </p:nvSpPr>
        <p:spPr>
          <a:xfrm>
            <a:off x="1115122" y="5761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F9A785-7390-4D10-7E33-E5431899D913}"/>
              </a:ext>
            </a:extLst>
          </p:cNvPr>
          <p:cNvSpPr/>
          <p:nvPr/>
        </p:nvSpPr>
        <p:spPr>
          <a:xfrm>
            <a:off x="1196468" y="5848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A345D-8CA8-09F3-7994-B66D811D14CF}"/>
              </a:ext>
            </a:extLst>
          </p:cNvPr>
          <p:cNvSpPr txBox="1"/>
          <p:nvPr/>
        </p:nvSpPr>
        <p:spPr>
          <a:xfrm>
            <a:off x="3127092" y="6265072"/>
            <a:ext cx="55850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Advising repeated steps to the owners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0991E4-C247-C286-9B78-BBF654A5E173}"/>
              </a:ext>
            </a:extLst>
          </p:cNvPr>
          <p:cNvGrpSpPr/>
          <p:nvPr/>
        </p:nvGrpSpPr>
        <p:grpSpPr>
          <a:xfrm>
            <a:off x="1196468" y="7529306"/>
            <a:ext cx="11411315" cy="1351339"/>
            <a:chOff x="1115121" y="7392502"/>
            <a:chExt cx="11307337" cy="143844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AD93CD-8609-5CB9-2A42-AF9287450C8D}"/>
                </a:ext>
              </a:extLst>
            </p:cNvPr>
            <p:cNvSpPr/>
            <p:nvPr/>
          </p:nvSpPr>
          <p:spPr>
            <a:xfrm>
              <a:off x="1115121" y="7392502"/>
              <a:ext cx="11225991" cy="1351339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F5EC37C-6912-DCE2-3F59-FC58B959432F}"/>
                </a:ext>
              </a:extLst>
            </p:cNvPr>
            <p:cNvSpPr/>
            <p:nvPr/>
          </p:nvSpPr>
          <p:spPr>
            <a:xfrm>
              <a:off x="1196467" y="7479607"/>
              <a:ext cx="11225991" cy="1351339"/>
            </a:xfrm>
            <a:prstGeom prst="roundRect">
              <a:avLst/>
            </a:prstGeom>
            <a:ln>
              <a:solidFill>
                <a:srgbClr val="A2CF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6B84497-5762-46EF-2085-D1FE7DFAEC5E}"/>
              </a:ext>
            </a:extLst>
          </p:cNvPr>
          <p:cNvSpPr txBox="1"/>
          <p:nvPr/>
        </p:nvSpPr>
        <p:spPr>
          <a:xfrm>
            <a:off x="1575610" y="7872464"/>
            <a:ext cx="109953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Note: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Reply to owners professionally and neutrally. Acknowledge the inquiry without disclosing internal investigation methods or decision criteria</a:t>
            </a:r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D286608C-8395-5FCE-328F-425DF8FF67E2}"/>
              </a:ext>
            </a:extLst>
          </p:cNvPr>
          <p:cNvSpPr>
            <a:spLocks noChangeAspect="1"/>
          </p:cNvSpPr>
          <p:nvPr/>
        </p:nvSpPr>
        <p:spPr>
          <a:xfrm>
            <a:off x="1635262" y="5984170"/>
            <a:ext cx="1066990" cy="1066990"/>
          </a:xfrm>
          <a:custGeom>
            <a:avLst/>
            <a:gdLst/>
            <a:ahLst/>
            <a:cxnLst/>
            <a:rect l="l" t="t" r="r" b="b"/>
            <a:pathLst>
              <a:path w="2402310" h="2402310">
                <a:moveTo>
                  <a:pt x="0" y="0"/>
                </a:moveTo>
                <a:lnTo>
                  <a:pt x="2402310" y="0"/>
                </a:lnTo>
                <a:lnTo>
                  <a:pt x="2402310" y="2402309"/>
                </a:lnTo>
                <a:lnTo>
                  <a:pt x="0" y="2402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AF635-D5B0-0FDC-DD91-0AA02BA5027F}"/>
              </a:ext>
            </a:extLst>
          </p:cNvPr>
          <p:cNvSpPr txBox="1"/>
          <p:nvPr/>
        </p:nvSpPr>
        <p:spPr>
          <a:xfrm>
            <a:off x="3076230" y="3132996"/>
            <a:ext cx="97106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Sharing sensitive information with unauthorized individuals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8A552C65-9C63-2E3C-F593-F9EFF7CEFDBA}"/>
              </a:ext>
            </a:extLst>
          </p:cNvPr>
          <p:cNvSpPr>
            <a:spLocks noChangeAspect="1"/>
          </p:cNvSpPr>
          <p:nvPr/>
        </p:nvSpPr>
        <p:spPr>
          <a:xfrm>
            <a:off x="1635262" y="2824627"/>
            <a:ext cx="973941" cy="1014522"/>
          </a:xfrm>
          <a:custGeom>
            <a:avLst/>
            <a:gdLst/>
            <a:ahLst/>
            <a:cxnLst/>
            <a:rect l="l" t="t" r="r" b="b"/>
            <a:pathLst>
              <a:path w="2686228" h="2798154">
                <a:moveTo>
                  <a:pt x="0" y="0"/>
                </a:moveTo>
                <a:lnTo>
                  <a:pt x="2686228" y="0"/>
                </a:lnTo>
                <a:lnTo>
                  <a:pt x="2686228" y="2798154"/>
                </a:lnTo>
                <a:lnTo>
                  <a:pt x="0" y="27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94B258-B93B-3FE0-F983-BA37881A219C}"/>
              </a:ext>
            </a:extLst>
          </p:cNvPr>
          <p:cNvSpPr txBox="1"/>
          <p:nvPr/>
        </p:nvSpPr>
        <p:spPr>
          <a:xfrm>
            <a:off x="3127092" y="4607828"/>
            <a:ext cx="7138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Using Jargons during conversations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2DCF477E-E229-234E-99F3-DCD78A15153B}"/>
              </a:ext>
            </a:extLst>
          </p:cNvPr>
          <p:cNvSpPr>
            <a:spLocks noChangeAspect="1"/>
          </p:cNvSpPr>
          <p:nvPr/>
        </p:nvSpPr>
        <p:spPr>
          <a:xfrm>
            <a:off x="1635262" y="4404348"/>
            <a:ext cx="1075667" cy="1003956"/>
          </a:xfrm>
          <a:custGeom>
            <a:avLst/>
            <a:gdLst/>
            <a:ahLst/>
            <a:cxnLst/>
            <a:rect l="l" t="t" r="r" b="b"/>
            <a:pathLst>
              <a:path w="4408714" h="4114800">
                <a:moveTo>
                  <a:pt x="0" y="0"/>
                </a:moveTo>
                <a:lnTo>
                  <a:pt x="4408715" y="0"/>
                </a:lnTo>
                <a:lnTo>
                  <a:pt x="44087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02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410104" y="35170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Agents can share IP addresses or passwords with owners to show how fraud was detected.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3" y="3699011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97357" y="6685284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33373" y="6330812"/>
            <a:ext cx="5367559" cy="25608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115800" y="6510639"/>
            <a:ext cx="556259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Pattern details like IP addresses, proxies, and passwords are confidential and must never be shared with owners.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1988054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starts an FPS Conversation?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traveler asking for a booking refund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2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 owner asking about a fraud penalty on their account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guest writing a bad review about poor service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 owner changing their profile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4880" y="1884118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9963-23C2-7BAD-7ABE-03F77103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F0B52-C777-7EC6-D345-8FC4D32E891B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675CE2-E771-762F-8A81-75093AE7ECC6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CA003-FF69-F4DA-5201-971036BDA862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How far back should an agent check for past penalties during a ranking drop query?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B2669-9F8D-1AAF-ECC7-8CF65BFD944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F807688-A3D0-83C2-650C-88C18B19E230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73BA-4A3F-7407-B18E-BAD9D0C0ADF9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Last 30 days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7896AF48-4EB4-BCA6-87D2-96365FBD6643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48DA1-46A9-15B9-4537-DB23E44BFDCA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Last 6 months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2CAEA74-0BF9-436F-3BA1-49FA53593F3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1A3B-1BEB-4397-7A97-4E45FB19BB34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Last 12 months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2AF99D2A-66DD-4FB6-9BAE-9FF33005467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A2D9E-B185-550A-C7EC-EE051D85D57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Lifetime of the account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7CA1-5907-1E99-8FC8-800C4160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06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7505A-3770-06CF-9D55-7D2C35099AE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75AD5F-C5C4-4F32-542C-0254275D6779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4133" y="3284975"/>
            <a:ext cx="1597586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Protecting policies and educating owners is more important than making the owner happy in FPS cases.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7AF034-BA1F-A326-423B-9CF6721F06FA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2F48A3-5C19-D568-A2CC-70BAC16E2A50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6928" y="6257424"/>
            <a:ext cx="1703071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DA601-95A4-B730-921B-A096D5C46115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71DE0-7BF9-E41C-7B90-9EE045B0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708322" y="3774344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0B5FB7-6759-74B4-462E-02A1ADAE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371402" y="6739989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AA1E1D-84D5-A376-7198-6674888A462B}"/>
              </a:ext>
            </a:extLst>
          </p:cNvPr>
          <p:cNvSpPr/>
          <p:nvPr/>
        </p:nvSpPr>
        <p:spPr>
          <a:xfrm>
            <a:off x="12277566" y="6257424"/>
            <a:ext cx="5553233" cy="2701109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755A6-EB97-F7EB-68D1-9F2206EBF22B}"/>
              </a:ext>
            </a:extLst>
          </p:cNvPr>
          <p:cNvSpPr txBox="1"/>
          <p:nvPr/>
        </p:nvSpPr>
        <p:spPr>
          <a:xfrm>
            <a:off x="12412860" y="6512584"/>
            <a:ext cx="541793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Guidelines state that agents must always prioritize policy enforcement and education over customer satisfaction during FPS cases.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60069-8C8A-3E82-31FA-2AB7B675E7E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5C996-C06F-BEA4-77C4-36F50F9E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86C99-F5E2-A3A0-D750-77110B95485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876985-1358-AE9C-781C-11BFB24637C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4576F-2249-980B-938F-1B789D69F5BC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an agent do if a non-fraud issue causes a Traveler's Choice Award to be removed?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F5B3A-3075-74E9-09C2-D2681BF51CE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D4BF052-FAF6-0E41-BDC6-6F99F5BECB5F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BE0F51-3F24-8D89-EA78-565F77E02471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Treat it as an FPS issue and handle it immediately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3E00C6-C5D8-2F90-8FD7-8C1102934DCD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AC0D2-3111-F37D-751D-2058E62872F0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Ignore the request and close the ticket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7FDF5CE-5CF7-33EF-0B3E-408610FE696F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A8F93-03E6-D8FF-4C69-6EFDC44F9891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Escalate the non-fraud issue to the correct team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84864ACC-409E-3D74-8B7F-E545B0E90E76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11E85-0E75-D070-CCA5-F77DD6BA7FEE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Automatically issue a new award to the owner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7161-1B67-A922-3768-203C3CCA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934460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47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1567F-D9AA-E82F-A4B9-F85C49E6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B57CC-E02A-F2CD-7082-75A1E10E8409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5C98E-1D42-864E-8431-E54AC1BA30C3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67A14-E9C7-9146-A1EB-73D335086C5B}"/>
              </a:ext>
            </a:extLst>
          </p:cNvPr>
          <p:cNvSpPr txBox="1"/>
          <p:nvPr/>
        </p:nvSpPr>
        <p:spPr>
          <a:xfrm>
            <a:off x="1510086" y="1988053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agents AVOID doing during an FPS ticket?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1D288-D57E-E2C1-96E2-A5C2914D61F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28058B8-3C2C-C640-09AD-263BF017B185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7CA56-FA5B-9712-4073-17DA7ED9514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Staying neutral and polite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4FBB77D-AA11-4061-2E66-6310A2CE7895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FF718-33FA-1A82-8820-81A02392C404}"/>
              </a:ext>
            </a:extLst>
          </p:cNvPr>
          <p:cNvSpPr txBox="1"/>
          <p:nvPr/>
        </p:nvSpPr>
        <p:spPr>
          <a:xfrm>
            <a:off x="1510086" y="5459722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Sharing private details with unauthorized people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C776BE4-B1F0-CDF2-1607-AC5664AA46C1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5EA38-2745-0046-576C-D4C96EBC4D76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Leaving internal notes on actions taken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76BDE537-8E1B-2C82-FB9E-6AB680D5CA68}"/>
              </a:ext>
            </a:extLst>
          </p:cNvPr>
          <p:cNvSpPr/>
          <p:nvPr/>
        </p:nvSpPr>
        <p:spPr>
          <a:xfrm>
            <a:off x="1000000" y="7995677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F6B56-38A5-CC7D-3504-939FDFBCB659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Checking policy rules before replying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D397-AB38-988A-9076-9EED6F7D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3994" y="1934460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46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3CEC7-4409-45E8-2741-21B29F67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71B695-DE8C-0C8F-A5FF-A998D449B406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9858E9-4881-FFFB-8A82-880BBDD0E1A7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541B6-2A66-540D-D709-69A44582FCE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F9639-F4D0-75FD-A043-459EDCCEBD17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93EE70-B681-A700-9768-DCAEA4EE61D1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CB853-B83D-763A-E015-7D6F7F41524F}"/>
              </a:ext>
            </a:extLst>
          </p:cNvPr>
          <p:cNvSpPr txBox="1"/>
          <p:nvPr/>
        </p:nvSpPr>
        <p:spPr>
          <a:xfrm>
            <a:off x="1410104" y="3141136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If an owner asks about missing guest reviews, an agent should automatically remove any fraud penalties on the account.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FB13C0-27E4-4E81-E1BC-7DFBFF0F24F1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B39F36-D4BA-1E31-F398-6509898CF162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4D9591-2D77-98B4-E729-E2B224C856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BA17E-BFD1-9DD7-610C-AAF21724B8D8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57116C-A5A4-1257-C51E-2828B17D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4880" y="3723699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00B18E-3BBC-2E2C-9909-9DF26347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016432" y="6520178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DFB70C-1823-F7F4-517E-83476F11C999}"/>
              </a:ext>
            </a:extLst>
          </p:cNvPr>
          <p:cNvSpPr/>
          <p:nvPr/>
        </p:nvSpPr>
        <p:spPr>
          <a:xfrm>
            <a:off x="12192000" y="6320839"/>
            <a:ext cx="5334000" cy="2417883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46CC8-F831-1495-72E0-2B7D06A5A52F}"/>
              </a:ext>
            </a:extLst>
          </p:cNvPr>
          <p:cNvSpPr txBox="1"/>
          <p:nvPr/>
        </p:nvSpPr>
        <p:spPr>
          <a:xfrm>
            <a:off x="12427562" y="6444649"/>
            <a:ext cx="4939075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Agents must first check the fraud history; penalties are only removed if there is 100% certainty of an error.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52CF6-F4F4-8128-A78F-97FED63B343D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332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05EDF-D843-9D63-531F-7E232D63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CE986-3C5B-41A6-5E0E-66EA147D9B03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5A5035-E257-4636-240B-A69E7D056D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5F62F-F2E8-8F80-F2B6-50DF509B2553}"/>
              </a:ext>
            </a:extLst>
          </p:cNvPr>
          <p:cNvSpPr txBox="1"/>
          <p:nvPr/>
        </p:nvSpPr>
        <p:spPr>
          <a:xfrm>
            <a:off x="1510086" y="1372501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must an agent do when performing peripheral actions (removing duplicate or suspicious reviews) on a ticket?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36CE9-1425-1F78-68FE-9417D6A3D95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36C808A-A671-A4A3-0CC5-6AF48044F30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9C0C2-5877-9425-3BCE-167DF82BDE9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Email the travelers to inform them of the changes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DE127740-0D47-A65A-B347-FFC0332DC7D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69DE1-2065-4345-CC25-B382F9632E58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Add a brief comment in the internal notes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DF9D567-1A3D-F4EC-766F-CED64FAFAA9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7B71C7-7F72-25EF-654D-2FBBCBCC11E0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Publicly post about the changes on the property page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FDBBF7-8D3A-ECBE-E8DB-2404142FF64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12EF9-B9A9-3041-EA81-D953E6AAB2E8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Issue a full refund to the property owner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D080A-FC8D-3BA2-7B25-AF88F8F9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9437" y="1947426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957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90A9FC-BBA3-4D4E-88F3-B4FB89A61088}">
  <ds:schemaRefs>
    <ds:schemaRef ds:uri="http://schemas.microsoft.com/office/2006/metadata/properties"/>
    <ds:schemaRef ds:uri="http://schemas.microsoft.com/office/infopath/2007/PartnerControls"/>
    <ds:schemaRef ds:uri="55fb9b3e-a026-48a2-bdfc-bbf57372bf68"/>
    <ds:schemaRef ds:uri="363a3933-3acd-4138-81fd-92928eeda287"/>
  </ds:schemaRefs>
</ds:datastoreItem>
</file>

<file path=customXml/itemProps2.xml><?xml version="1.0" encoding="utf-8"?>
<ds:datastoreItem xmlns:ds="http://schemas.openxmlformats.org/officeDocument/2006/customXml" ds:itemID="{586C3117-F58C-4943-81F6-E3D94111F1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a3933-3acd-4138-81fd-92928eeda287"/>
    <ds:schemaRef ds:uri="55fb9b3e-a026-48a2-bdfc-bbf57372b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554BB3-A686-48A2-813E-7A7D777FBA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1794</TotalTime>
  <Words>1636</Words>
  <Application>Microsoft Office PowerPoint</Application>
  <PresentationFormat>Custom</PresentationFormat>
  <Paragraphs>208</Paragraphs>
  <Slides>26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Office Theme</vt:lpstr>
      <vt:lpstr>1_Office Theme</vt:lpstr>
      <vt:lpstr>2_Office Theme</vt:lpstr>
      <vt:lpstr>PowerPoint Presentation</vt:lpstr>
      <vt:lpstr>PowerPoint Presentation</vt:lpstr>
      <vt:lpstr>FPS Conversation - Introduction</vt:lpstr>
      <vt:lpstr>G     al of FPS Conversations</vt:lpstr>
      <vt:lpstr>Who handles FPS Conversations?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Nithese Krrishna V M</dc:creator>
  <cp:lastModifiedBy>Anupama Chatti</cp:lastModifiedBy>
  <cp:revision>41</cp:revision>
  <dcterms:created xsi:type="dcterms:W3CDTF">2026-08-18T12:37:27Z</dcterms:created>
  <dcterms:modified xsi:type="dcterms:W3CDTF">2026-09-18T13:24:36Z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