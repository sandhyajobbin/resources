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8" r:id="rId4"/>
    <p:sldMasterId id="2147483719" r:id="rId5"/>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9144000" cy="5143500" type="screen16x9"/>
  <p:notesSz cx="6858000" cy="9144000"/>
  <p:embeddedFontLst>
    <p:embeddedFont>
      <p:font typeface="Poppins" panose="00000500000000000000" pitchFamily="2" charset="0"/>
      <p:regular r:id="rId19"/>
      <p:bold r:id="rId20"/>
      <p:italic r:id="rId21"/>
      <p:boldItalic r:id="rId22"/>
    </p:embeddedFont>
    <p:embeddedFont>
      <p:font typeface="Poppins Black" panose="00000A00000000000000" pitchFamily="2" charset="0"/>
      <p:bold r:id="rId23"/>
      <p:boldItalic r:id="rId24"/>
    </p:embeddedFont>
    <p:embeddedFont>
      <p:font typeface="Roboto Mono" panose="00000009000000000000" pitchFamily="49"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004440-8BF7-63B3-26F3-A02506728CA8}" v="2" dt="2026-10-14T12:04:11.999"/>
  </p1510:revLst>
</p1510:revInfo>
</file>

<file path=ppt/tableStyles.xml><?xml version="1.0" encoding="utf-8"?>
<a:tblStyleLst xmlns:a="http://schemas.openxmlformats.org/drawingml/2006/main" def="{0F122E26-C85F-43E3-A640-C0062F2CFF29}">
  <a:tblStyle styleId="{0F122E26-C85F-43E3-A640-C0062F2CFF2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EFCFC"/>
          </a:solidFill>
        </a:fill>
      </a:tcStyle>
    </a:wholeTbl>
    <a:band1H>
      <a:tcTxStyle/>
      <a:tcStyle>
        <a:tcBdr/>
        <a:fill>
          <a:solidFill>
            <a:srgbClr val="FDFAF8"/>
          </a:solidFill>
        </a:fill>
      </a:tcStyle>
    </a:band1H>
    <a:band2H>
      <a:tcTxStyle/>
      <a:tcStyle>
        <a:tcBdr/>
      </a:tcStyle>
    </a:band2H>
    <a:band1V>
      <a:tcTxStyle/>
      <a:tcStyle>
        <a:tcBdr/>
        <a:fill>
          <a:solidFill>
            <a:srgbClr val="FDFAF8"/>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font" Target="fonts/font3.fntdata"/><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7.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5.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essy S" userId="S::sbless2@sutherlandglobal.com::15b3e473-e26c-4018-a39b-85200c5350ce" providerId="AD" clId="Web-{CC004440-8BF7-63B3-26F3-A02506728CA8}"/>
    <pc:docChg chg="modSld">
      <pc:chgData name="Blessy S" userId="S::sbless2@sutherlandglobal.com::15b3e473-e26c-4018-a39b-85200c5350ce" providerId="AD" clId="Web-{CC004440-8BF7-63B3-26F3-A02506728CA8}" dt="2026-10-14T12:04:11.999" v="1" actId="20577"/>
      <pc:docMkLst>
        <pc:docMk/>
      </pc:docMkLst>
      <pc:sldChg chg="modSp">
        <pc:chgData name="Blessy S" userId="S::sbless2@sutherlandglobal.com::15b3e473-e26c-4018-a39b-85200c5350ce" providerId="AD" clId="Web-{CC004440-8BF7-63B3-26F3-A02506728CA8}" dt="2026-10-14T12:04:11.999" v="1" actId="20577"/>
        <pc:sldMkLst>
          <pc:docMk/>
          <pc:sldMk cId="0" sldId="261"/>
        </pc:sldMkLst>
        <pc:spChg chg="mod">
          <ac:chgData name="Blessy S" userId="S::sbless2@sutherlandglobal.com::15b3e473-e26c-4018-a39b-85200c5350ce" providerId="AD" clId="Web-{CC004440-8BF7-63B3-26F3-A02506728CA8}" dt="2026-10-14T12:04:11.999" v="1" actId="20577"/>
          <ac:spMkLst>
            <pc:docMk/>
            <pc:sldMk cId="0" sldId="261"/>
            <ac:spMk id="30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tripadvisor.atlassian.net/wiki/spaces/ASK/pages/300098914/Accommodation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efa1a39aa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efa1a39a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ee3e64f7cc_0_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2ee3e64f7cc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3cfbd6a00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3cfbd6a0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efa1a39aa3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efa1a39aa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Poppins"/>
                <a:ea typeface="Poppins"/>
                <a:cs typeface="Poppins"/>
                <a:sym typeface="Poppins"/>
              </a:rPr>
              <a:t>(read slide and note that Specialty Lodging is also known as SL)</a:t>
            </a:r>
            <a:endParaRPr>
              <a:latin typeface="Poppins"/>
              <a:ea typeface="Poppins"/>
              <a:cs typeface="Poppins"/>
              <a:sym typeface="Poppi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f0e482da8f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f0e482da8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Poppins"/>
                <a:ea typeface="Poppins"/>
                <a:cs typeface="Poppins"/>
                <a:sym typeface="Poppins"/>
              </a:rPr>
              <a:t>TELL: </a:t>
            </a:r>
            <a:r>
              <a:rPr lang="en">
                <a:latin typeface="Poppins"/>
                <a:ea typeface="Poppins"/>
                <a:cs typeface="Poppins"/>
                <a:sym typeface="Poppins"/>
              </a:rPr>
              <a:t>Let’s review the requirements for each and what separates them from each other. </a:t>
            </a:r>
            <a:endParaRPr>
              <a:latin typeface="Poppins"/>
              <a:ea typeface="Poppins"/>
              <a:cs typeface="Poppins"/>
              <a:sym typeface="Poppi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f148120e57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2f148120e5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a:latin typeface="Poppins"/>
                <a:ea typeface="Poppins"/>
                <a:cs typeface="Poppins"/>
                <a:sym typeface="Poppins"/>
              </a:rPr>
              <a:t>TELL: </a:t>
            </a:r>
            <a:r>
              <a:rPr lang="en" sz="1200">
                <a:latin typeface="Poppins"/>
                <a:ea typeface="Poppins"/>
                <a:cs typeface="Poppins"/>
                <a:sym typeface="Poppins"/>
              </a:rPr>
              <a:t>Here’s a simple graph of the listing requirements for each accommodation category.</a:t>
            </a:r>
            <a:endParaRPr sz="1200">
              <a:latin typeface="Poppins"/>
              <a:ea typeface="Poppins"/>
              <a:cs typeface="Poppins"/>
              <a:sym typeface="Poppins"/>
            </a:endParaRPr>
          </a:p>
          <a:p>
            <a:pPr marL="0" lvl="0" indent="0" algn="l" rtl="0">
              <a:spcBef>
                <a:spcPts val="0"/>
              </a:spcBef>
              <a:spcAft>
                <a:spcPts val="0"/>
              </a:spcAft>
              <a:buNone/>
            </a:pPr>
            <a:endParaRPr sz="1200" b="1">
              <a:latin typeface="Poppins"/>
              <a:ea typeface="Poppins"/>
              <a:cs typeface="Poppins"/>
              <a:sym typeface="Poppins"/>
            </a:endParaRPr>
          </a:p>
          <a:p>
            <a:pPr marL="0" lvl="0" indent="0" algn="l" rtl="0">
              <a:spcBef>
                <a:spcPts val="0"/>
              </a:spcBef>
              <a:spcAft>
                <a:spcPts val="0"/>
              </a:spcAft>
              <a:buNone/>
            </a:pPr>
            <a:r>
              <a:rPr lang="en" sz="1200" b="1">
                <a:latin typeface="Poppins"/>
                <a:ea typeface="Poppins"/>
                <a:cs typeface="Poppins"/>
                <a:sym typeface="Poppins"/>
              </a:rPr>
              <a:t>EXPLAIN: </a:t>
            </a:r>
            <a:r>
              <a:rPr lang="en" sz="1200">
                <a:latin typeface="Poppins"/>
                <a:ea typeface="Poppins"/>
                <a:cs typeface="Poppins"/>
                <a:sym typeface="Poppins"/>
              </a:rPr>
              <a:t>Go through the graph with the agents. </a:t>
            </a:r>
            <a:endParaRPr sz="1200">
              <a:latin typeface="Poppins"/>
              <a:ea typeface="Poppins"/>
              <a:cs typeface="Poppins"/>
              <a:sym typeface="Poppins"/>
            </a:endParaRPr>
          </a:p>
          <a:p>
            <a:pPr marL="0" lvl="0" indent="0" algn="l" rtl="0">
              <a:spcBef>
                <a:spcPts val="0"/>
              </a:spcBef>
              <a:spcAft>
                <a:spcPts val="0"/>
              </a:spcAft>
              <a:buNone/>
            </a:pPr>
            <a:endParaRPr sz="1200">
              <a:latin typeface="Poppins"/>
              <a:ea typeface="Poppins"/>
              <a:cs typeface="Poppins"/>
              <a:sym typeface="Poppins"/>
            </a:endParaRPr>
          </a:p>
          <a:p>
            <a:pPr marL="0" lvl="0" indent="0" algn="l" rtl="0">
              <a:spcBef>
                <a:spcPts val="0"/>
              </a:spcBef>
              <a:spcAft>
                <a:spcPts val="0"/>
              </a:spcAft>
              <a:buNone/>
            </a:pPr>
            <a:r>
              <a:rPr lang="en" sz="1200" b="1">
                <a:latin typeface="Poppins"/>
                <a:ea typeface="Poppins"/>
                <a:cs typeface="Poppins"/>
                <a:sym typeface="Poppins"/>
              </a:rPr>
              <a:t>EXPLAIN: </a:t>
            </a:r>
            <a:r>
              <a:rPr lang="en" sz="1200">
                <a:solidFill>
                  <a:schemeClr val="dk1"/>
                </a:solidFill>
                <a:latin typeface="Poppins"/>
                <a:ea typeface="Poppins"/>
                <a:cs typeface="Poppins"/>
                <a:sym typeface="Poppins"/>
              </a:rPr>
              <a:t>We have a KB page listing out the detail criteria. In the table of the KB (</a:t>
            </a:r>
            <a:r>
              <a:rPr lang="en" sz="1200" u="sng">
                <a:solidFill>
                  <a:schemeClr val="hlink"/>
                </a:solidFill>
                <a:latin typeface="Poppins"/>
                <a:ea typeface="Poppins"/>
                <a:cs typeface="Poppins"/>
                <a:sym typeface="Poppins"/>
                <a:hlinkClick r:id="rId3"/>
              </a:rPr>
              <a:t>LINK</a:t>
            </a:r>
            <a:r>
              <a:rPr lang="en" sz="1200">
                <a:solidFill>
                  <a:schemeClr val="dk1"/>
                </a:solidFill>
                <a:latin typeface="Poppins"/>
                <a:ea typeface="Poppins"/>
                <a:cs typeface="Poppins"/>
                <a:sym typeface="Poppins"/>
              </a:rPr>
              <a:t>), you’ll see there are some other requirements not mentioned in this graph, e.g. private bathroom. Some of these requirements are specific to a category or the accommodation subtypes. </a:t>
            </a:r>
            <a:endParaRPr sz="1200">
              <a:solidFill>
                <a:schemeClr val="dk1"/>
              </a:solidFill>
              <a:latin typeface="Poppins"/>
              <a:ea typeface="Poppins"/>
              <a:cs typeface="Poppins"/>
              <a:sym typeface="Poppins"/>
            </a:endParaRPr>
          </a:p>
          <a:p>
            <a:pPr marL="0" lvl="0" indent="0" algn="l" rtl="0">
              <a:spcBef>
                <a:spcPts val="0"/>
              </a:spcBef>
              <a:spcAft>
                <a:spcPts val="0"/>
              </a:spcAft>
              <a:buNone/>
            </a:pPr>
            <a:endParaRPr sz="1200">
              <a:latin typeface="Poppins"/>
              <a:ea typeface="Poppins"/>
              <a:cs typeface="Poppins"/>
              <a:sym typeface="Poppins"/>
            </a:endParaRPr>
          </a:p>
          <a:p>
            <a:pPr marL="0" lvl="0" indent="0" algn="l" rtl="0">
              <a:spcBef>
                <a:spcPts val="0"/>
              </a:spcBef>
              <a:spcAft>
                <a:spcPts val="0"/>
              </a:spcAft>
              <a:buNone/>
            </a:pPr>
            <a:r>
              <a:rPr lang="en" sz="1200">
                <a:latin typeface="Poppins"/>
                <a:ea typeface="Poppins"/>
                <a:cs typeface="Poppins"/>
                <a:sym typeface="Poppins"/>
              </a:rPr>
              <a:t>For example, you may encounter an accommodation that doesn’t have a 24-hour front desk, no housekeeping and no onsite staff, that may be categorised as Limited Service Property, Hostel (if it mentions it is a hostel), and Cabin/Campground, and they are under the SL accommodation category.</a:t>
            </a:r>
            <a:endParaRPr sz="1200">
              <a:latin typeface="Poppins"/>
              <a:ea typeface="Poppins"/>
              <a:cs typeface="Poppins"/>
              <a:sym typeface="Poppins"/>
            </a:endParaRPr>
          </a:p>
          <a:p>
            <a:pPr marL="0" lvl="0" indent="0" algn="l" rtl="0">
              <a:spcBef>
                <a:spcPts val="0"/>
              </a:spcBef>
              <a:spcAft>
                <a:spcPts val="0"/>
              </a:spcAft>
              <a:buNone/>
            </a:pPr>
            <a:endParaRPr sz="1200">
              <a:latin typeface="Poppins"/>
              <a:ea typeface="Poppins"/>
              <a:cs typeface="Poppins"/>
              <a:sym typeface="Poppins"/>
            </a:endParaRPr>
          </a:p>
          <a:p>
            <a:pPr marL="0" lvl="0" indent="0" algn="l" rtl="0">
              <a:spcBef>
                <a:spcPts val="0"/>
              </a:spcBef>
              <a:spcAft>
                <a:spcPts val="0"/>
              </a:spcAft>
              <a:buNone/>
            </a:pPr>
            <a:r>
              <a:rPr lang="en" sz="1200">
                <a:latin typeface="Poppins"/>
                <a:ea typeface="Poppins"/>
                <a:cs typeface="Poppins"/>
                <a:sym typeface="Poppins"/>
              </a:rPr>
              <a:t>Another example that you may encounter is an accommodation that calls itself a hotel and has housekeeping but doesn’t have 24 hour front desk, we can list it to Small Hotels but we need to make sure all rooms have private bathroom .</a:t>
            </a:r>
            <a:endParaRPr sz="1200">
              <a:latin typeface="Poppins"/>
              <a:ea typeface="Poppins"/>
              <a:cs typeface="Poppins"/>
              <a:sym typeface="Poppins"/>
            </a:endParaRPr>
          </a:p>
          <a:p>
            <a:pPr marL="0" lvl="0" indent="0" algn="l" rtl="0">
              <a:spcBef>
                <a:spcPts val="0"/>
              </a:spcBef>
              <a:spcAft>
                <a:spcPts val="0"/>
              </a:spcAft>
              <a:buNone/>
            </a:pPr>
            <a:endParaRPr sz="1200">
              <a:latin typeface="Poppins"/>
              <a:ea typeface="Poppins"/>
              <a:cs typeface="Poppins"/>
              <a:sym typeface="Poppins"/>
            </a:endParaRPr>
          </a:p>
          <a:p>
            <a:pPr marL="0" lvl="0" indent="0" algn="l" rtl="0">
              <a:spcBef>
                <a:spcPts val="0"/>
              </a:spcBef>
              <a:spcAft>
                <a:spcPts val="0"/>
              </a:spcAft>
              <a:buNone/>
            </a:pPr>
            <a:r>
              <a:rPr lang="en" sz="1200">
                <a:latin typeface="Poppins"/>
                <a:ea typeface="Poppins"/>
                <a:cs typeface="Poppins"/>
                <a:sym typeface="Poppins"/>
              </a:rPr>
              <a:t>You can always refer to this KB when you are unsure about which category you should list when you are working in the candidate queue.</a:t>
            </a:r>
            <a:endParaRPr sz="1200">
              <a:latin typeface="Poppins"/>
              <a:ea typeface="Poppins"/>
              <a:cs typeface="Poppins"/>
              <a:sym typeface="Poppins"/>
            </a:endParaRPr>
          </a:p>
          <a:p>
            <a:pPr marL="0" lvl="0" indent="0" algn="l" rtl="0">
              <a:spcBef>
                <a:spcPts val="0"/>
              </a:spcBef>
              <a:spcAft>
                <a:spcPts val="0"/>
              </a:spcAft>
              <a:buNone/>
            </a:pPr>
            <a:endParaRPr sz="1200">
              <a:latin typeface="Poppins"/>
              <a:ea typeface="Poppins"/>
              <a:cs typeface="Poppins"/>
              <a:sym typeface="Poppins"/>
            </a:endParaRPr>
          </a:p>
          <a:p>
            <a:pPr marL="0" lvl="0" indent="0" algn="l" rtl="0">
              <a:spcBef>
                <a:spcPts val="0"/>
              </a:spcBef>
              <a:spcAft>
                <a:spcPts val="0"/>
              </a:spcAft>
              <a:buNone/>
            </a:pPr>
            <a:endParaRPr sz="1200">
              <a:latin typeface="Poppins"/>
              <a:ea typeface="Poppins"/>
              <a:cs typeface="Poppins"/>
              <a:sym typeface="Poppi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f0e482da8f_0_8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2f0e482da8f_0_8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Poppins"/>
                <a:ea typeface="Poppins"/>
                <a:cs typeface="Poppins"/>
                <a:sym typeface="Poppins"/>
              </a:rPr>
              <a:t>(35 minute group activity)</a:t>
            </a:r>
            <a:endParaRPr b="1">
              <a:latin typeface="Poppins"/>
              <a:ea typeface="Poppins"/>
              <a:cs typeface="Poppins"/>
              <a:sym typeface="Poppins"/>
            </a:endParaRPr>
          </a:p>
          <a:p>
            <a:pPr marL="0" lvl="0" indent="0" algn="l" rtl="0">
              <a:spcBef>
                <a:spcPts val="0"/>
              </a:spcBef>
              <a:spcAft>
                <a:spcPts val="0"/>
              </a:spcAft>
              <a:buNone/>
            </a:pPr>
            <a:r>
              <a:rPr lang="en" b="1">
                <a:latin typeface="Poppins"/>
                <a:ea typeface="Poppins"/>
                <a:cs typeface="Poppins"/>
                <a:sym typeface="Poppins"/>
              </a:rPr>
              <a:t>TELL: </a:t>
            </a:r>
            <a:r>
              <a:rPr lang="en">
                <a:latin typeface="Poppins"/>
                <a:ea typeface="Poppins"/>
                <a:cs typeface="Poppins"/>
                <a:sym typeface="Poppins"/>
              </a:rPr>
              <a:t>We’re going to do a group activity to understand these guidelines a little more and find the definitions of each guideline. </a:t>
            </a:r>
            <a:endParaRPr>
              <a:latin typeface="Poppins"/>
              <a:ea typeface="Poppins"/>
              <a:cs typeface="Poppins"/>
              <a:sym typeface="Poppins"/>
            </a:endParaRPr>
          </a:p>
          <a:p>
            <a:pPr marL="0" lvl="0" indent="0" algn="l" rtl="0">
              <a:spcBef>
                <a:spcPts val="0"/>
              </a:spcBef>
              <a:spcAft>
                <a:spcPts val="0"/>
              </a:spcAft>
              <a:buNone/>
            </a:pPr>
            <a:endParaRPr>
              <a:latin typeface="Poppins"/>
              <a:ea typeface="Poppins"/>
              <a:cs typeface="Poppins"/>
              <a:sym typeface="Poppins"/>
            </a:endParaRPr>
          </a:p>
          <a:p>
            <a:pPr marL="0" lvl="0" indent="0" algn="l" rtl="0">
              <a:spcBef>
                <a:spcPts val="0"/>
              </a:spcBef>
              <a:spcAft>
                <a:spcPts val="0"/>
              </a:spcAft>
              <a:buNone/>
            </a:pPr>
            <a:r>
              <a:rPr lang="en">
                <a:latin typeface="Poppins"/>
                <a:ea typeface="Poppins"/>
                <a:cs typeface="Poppins"/>
                <a:sym typeface="Poppins"/>
              </a:rPr>
              <a:t>Let’s break up into groups of 4. The focus in this activity is to find what these 4 requirements mean, and what does/doesn’t qualify:</a:t>
            </a:r>
            <a:endParaRPr>
              <a:latin typeface="Poppins"/>
              <a:ea typeface="Poppins"/>
              <a:cs typeface="Poppins"/>
              <a:sym typeface="Poppins"/>
            </a:endParaRPr>
          </a:p>
          <a:p>
            <a:pPr marL="457200" lvl="0" indent="-298450" algn="l" rtl="0">
              <a:spcBef>
                <a:spcPts val="0"/>
              </a:spcBef>
              <a:spcAft>
                <a:spcPts val="0"/>
              </a:spcAft>
              <a:buSzPts val="1100"/>
              <a:buFont typeface="Poppins"/>
              <a:buChar char="●"/>
            </a:pPr>
            <a:r>
              <a:rPr lang="en">
                <a:latin typeface="Poppins"/>
                <a:ea typeface="Poppins"/>
                <a:cs typeface="Poppins"/>
                <a:sym typeface="Poppins"/>
              </a:rPr>
              <a:t>Full-time, on-site staff</a:t>
            </a:r>
            <a:endParaRPr>
              <a:latin typeface="Poppins"/>
              <a:ea typeface="Poppins"/>
              <a:cs typeface="Poppins"/>
              <a:sym typeface="Poppins"/>
            </a:endParaRPr>
          </a:p>
          <a:p>
            <a:pPr marL="457200" lvl="0" indent="-298450" algn="l" rtl="0">
              <a:spcBef>
                <a:spcPts val="0"/>
              </a:spcBef>
              <a:spcAft>
                <a:spcPts val="0"/>
              </a:spcAft>
              <a:buSzPts val="1100"/>
              <a:buFont typeface="Poppins"/>
              <a:buChar char="●"/>
            </a:pPr>
            <a:r>
              <a:rPr lang="en">
                <a:latin typeface="Poppins"/>
                <a:ea typeface="Poppins"/>
                <a:cs typeface="Poppins"/>
                <a:sym typeface="Poppins"/>
              </a:rPr>
              <a:t>24-hour front desk</a:t>
            </a:r>
            <a:endParaRPr>
              <a:latin typeface="Poppins"/>
              <a:ea typeface="Poppins"/>
              <a:cs typeface="Poppins"/>
              <a:sym typeface="Poppins"/>
            </a:endParaRPr>
          </a:p>
          <a:p>
            <a:pPr marL="457200" lvl="0" indent="-298450" algn="l" rtl="0">
              <a:spcBef>
                <a:spcPts val="0"/>
              </a:spcBef>
              <a:spcAft>
                <a:spcPts val="0"/>
              </a:spcAft>
              <a:buSzPts val="1100"/>
              <a:buFont typeface="Poppins"/>
              <a:buChar char="●"/>
            </a:pPr>
            <a:r>
              <a:rPr lang="en">
                <a:latin typeface="Poppins"/>
                <a:ea typeface="Poppins"/>
                <a:cs typeface="Poppins"/>
                <a:sym typeface="Poppins"/>
              </a:rPr>
              <a:t>Housekeeping</a:t>
            </a:r>
            <a:endParaRPr>
              <a:latin typeface="Poppins"/>
              <a:ea typeface="Poppins"/>
              <a:cs typeface="Poppins"/>
              <a:sym typeface="Poppins"/>
            </a:endParaRPr>
          </a:p>
          <a:p>
            <a:pPr marL="457200" lvl="0" indent="-298450" algn="l" rtl="0">
              <a:spcBef>
                <a:spcPts val="0"/>
              </a:spcBef>
              <a:spcAft>
                <a:spcPts val="0"/>
              </a:spcAft>
              <a:buSzPts val="1100"/>
              <a:buFont typeface="Poppins"/>
              <a:buChar char="●"/>
            </a:pPr>
            <a:r>
              <a:rPr lang="en">
                <a:latin typeface="Poppins"/>
                <a:ea typeface="Poppins"/>
                <a:cs typeface="Poppins"/>
                <a:sym typeface="Poppins"/>
              </a:rPr>
              <a:t>Stationary</a:t>
            </a:r>
            <a:endParaRPr>
              <a:latin typeface="Poppins"/>
              <a:ea typeface="Poppins"/>
              <a:cs typeface="Poppins"/>
              <a:sym typeface="Poppins"/>
            </a:endParaRPr>
          </a:p>
          <a:p>
            <a:pPr marL="0" lvl="0" indent="0" algn="l" rtl="0">
              <a:spcBef>
                <a:spcPts val="0"/>
              </a:spcBef>
              <a:spcAft>
                <a:spcPts val="0"/>
              </a:spcAft>
              <a:buNone/>
            </a:pPr>
            <a:r>
              <a:rPr lang="en">
                <a:latin typeface="Poppins"/>
                <a:ea typeface="Poppins"/>
                <a:cs typeface="Poppins"/>
                <a:sym typeface="Poppins"/>
              </a:rPr>
              <a:t>(write these 4 on the whiteboard and assign one guideline per group)</a:t>
            </a:r>
            <a:endParaRPr>
              <a:latin typeface="Poppins"/>
              <a:ea typeface="Poppins"/>
              <a:cs typeface="Poppins"/>
              <a:sym typeface="Poppins"/>
            </a:endParaRPr>
          </a:p>
          <a:p>
            <a:pPr marL="0" lvl="0" indent="0" algn="l" rtl="0">
              <a:spcBef>
                <a:spcPts val="0"/>
              </a:spcBef>
              <a:spcAft>
                <a:spcPts val="0"/>
              </a:spcAft>
              <a:buNone/>
            </a:pPr>
            <a:endParaRPr>
              <a:latin typeface="Poppins"/>
              <a:ea typeface="Poppins"/>
              <a:cs typeface="Poppins"/>
              <a:sym typeface="Poppins"/>
            </a:endParaRPr>
          </a:p>
          <a:p>
            <a:pPr marL="0" lvl="0" indent="0" algn="l" rtl="0">
              <a:spcBef>
                <a:spcPts val="0"/>
              </a:spcBef>
              <a:spcAft>
                <a:spcPts val="0"/>
              </a:spcAft>
              <a:buNone/>
            </a:pPr>
            <a:r>
              <a:rPr lang="en" b="1">
                <a:latin typeface="Poppins"/>
                <a:ea typeface="Poppins"/>
                <a:cs typeface="Poppins"/>
                <a:sym typeface="Poppins"/>
              </a:rPr>
              <a:t>TELL:</a:t>
            </a:r>
            <a:r>
              <a:rPr lang="en">
                <a:latin typeface="Poppins"/>
                <a:ea typeface="Poppins"/>
                <a:cs typeface="Poppins"/>
                <a:sym typeface="Poppins"/>
              </a:rPr>
              <a:t> We’ll take 10 minutes for each group to find each guideline and review what it means, what does and doesn’t qualify.</a:t>
            </a:r>
            <a:endParaRPr>
              <a:latin typeface="Poppins"/>
              <a:ea typeface="Poppins"/>
              <a:cs typeface="Poppins"/>
              <a:sym typeface="Poppins"/>
            </a:endParaRPr>
          </a:p>
          <a:p>
            <a:pPr marL="0" lvl="0" indent="0" algn="l" rtl="0">
              <a:spcBef>
                <a:spcPts val="0"/>
              </a:spcBef>
              <a:spcAft>
                <a:spcPts val="0"/>
              </a:spcAft>
              <a:buNone/>
            </a:pPr>
            <a:endParaRPr>
              <a:latin typeface="Poppins"/>
              <a:ea typeface="Poppins"/>
              <a:cs typeface="Poppins"/>
              <a:sym typeface="Poppins"/>
            </a:endParaRPr>
          </a:p>
          <a:p>
            <a:pPr marL="0" lvl="0" indent="0" algn="l" rtl="0">
              <a:spcBef>
                <a:spcPts val="0"/>
              </a:spcBef>
              <a:spcAft>
                <a:spcPts val="0"/>
              </a:spcAft>
              <a:buNone/>
            </a:pPr>
            <a:endParaRPr>
              <a:latin typeface="Poppins"/>
              <a:ea typeface="Poppins"/>
              <a:cs typeface="Poppins"/>
              <a:sym typeface="Poppi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f0e482da8f_0_8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2f0e482da8f_0_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(after 10 minutes is up - take 25 minutes to review these 4 requirements)</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(ask each group to have a representative)</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Group 1 - Full-time, on-site staff:</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b="1">
                <a:solidFill>
                  <a:schemeClr val="dk1"/>
                </a:solidFill>
                <a:latin typeface="Poppins"/>
                <a:ea typeface="Poppins"/>
                <a:cs typeface="Poppins"/>
                <a:sym typeface="Poppins"/>
              </a:rPr>
              <a:t>ASK:</a:t>
            </a:r>
            <a:r>
              <a:rPr lang="en">
                <a:solidFill>
                  <a:schemeClr val="dk1"/>
                </a:solidFill>
                <a:latin typeface="Poppins"/>
                <a:ea typeface="Poppins"/>
                <a:cs typeface="Poppins"/>
                <a:sym typeface="Poppins"/>
              </a:rPr>
              <a:t> Does full-time, on-site staff mean the same thing as 24-hour front desk? (No) (click)</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What does it mean? (Someone is available on the property to handle any issues that may arise.)</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And is there a minimum number hours per day that we would require? (Yes, 6 hours)</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What are some examples of what doesn’t count as full-time, on-site staff? (a chef, 24-hour surveillance, 24-hour phone assistance, owner/rep that is only available during normal hours)</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b="1">
                <a:solidFill>
                  <a:schemeClr val="dk1"/>
                </a:solidFill>
                <a:latin typeface="Poppins"/>
                <a:ea typeface="Poppins"/>
                <a:cs typeface="Poppins"/>
                <a:sym typeface="Poppins"/>
              </a:rPr>
              <a:t>TELL:</a:t>
            </a:r>
            <a:r>
              <a:rPr lang="en">
                <a:solidFill>
                  <a:schemeClr val="dk1"/>
                </a:solidFill>
                <a:latin typeface="Poppins"/>
                <a:ea typeface="Poppins"/>
                <a:cs typeface="Poppins"/>
                <a:sym typeface="Poppins"/>
              </a:rPr>
              <a:t> So some examples of what does qualify are:</a:t>
            </a:r>
            <a:endParaRPr>
              <a:solidFill>
                <a:schemeClr val="dk1"/>
              </a:solidFill>
              <a:latin typeface="Poppins"/>
              <a:ea typeface="Poppins"/>
              <a:cs typeface="Poppins"/>
              <a:sym typeface="Poppins"/>
            </a:endParaRPr>
          </a:p>
          <a:p>
            <a:pPr marL="457200" lvl="0" indent="-298450" algn="l" rtl="0">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Front desk staffed 6 hours or more</a:t>
            </a:r>
            <a:endParaRPr>
              <a:solidFill>
                <a:schemeClr val="dk1"/>
              </a:solidFill>
              <a:latin typeface="Poppins"/>
              <a:ea typeface="Poppins"/>
              <a:cs typeface="Poppins"/>
              <a:sym typeface="Poppins"/>
            </a:endParaRPr>
          </a:p>
          <a:p>
            <a:pPr marL="457200" lvl="0" indent="-298450" algn="l" rtl="0">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Owners/reps who live on the property</a:t>
            </a:r>
            <a:endParaRPr>
              <a:solidFill>
                <a:schemeClr val="dk1"/>
              </a:solidFill>
              <a:latin typeface="Poppins"/>
              <a:ea typeface="Poppins"/>
              <a:cs typeface="Poppins"/>
              <a:sym typeface="Poppins"/>
            </a:endParaRPr>
          </a:p>
          <a:p>
            <a:pPr marL="457200" lvl="0" indent="-298450" algn="l" rtl="0">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Concierge or other staff that helps during and after normal hours</a:t>
            </a:r>
            <a:endParaRPr>
              <a:solidFill>
                <a:schemeClr val="dk1"/>
              </a:solidFill>
              <a:latin typeface="Poppins"/>
              <a:ea typeface="Poppins"/>
              <a:cs typeface="Poppins"/>
              <a:sym typeface="Poppins"/>
            </a:endParaRPr>
          </a:p>
          <a:p>
            <a:pPr marL="457200" lvl="0" indent="-298450" algn="l" rtl="0">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Security guard</a:t>
            </a:r>
            <a:endParaRPr>
              <a:solidFill>
                <a:schemeClr val="dk1"/>
              </a:solidFill>
              <a:latin typeface="Poppins"/>
              <a:ea typeface="Poppins"/>
              <a:cs typeface="Poppins"/>
              <a:sym typeface="Poppins"/>
            </a:endParaRPr>
          </a:p>
          <a:p>
            <a:pPr marL="457200" lvl="0" indent="-298450" algn="l" rtl="0">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On-site bar/restaurant </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Group 2 - 24-hour front desk staff</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b="1">
                <a:solidFill>
                  <a:schemeClr val="dk1"/>
                </a:solidFill>
                <a:latin typeface="Poppins"/>
                <a:ea typeface="Poppins"/>
                <a:cs typeface="Poppins"/>
                <a:sym typeface="Poppins"/>
              </a:rPr>
              <a:t>ASK: </a:t>
            </a:r>
            <a:r>
              <a:rPr lang="en">
                <a:solidFill>
                  <a:schemeClr val="dk1"/>
                </a:solidFill>
                <a:latin typeface="Poppins"/>
                <a:ea typeface="Poppins"/>
                <a:cs typeface="Poppins"/>
                <a:sym typeface="Poppins"/>
              </a:rPr>
              <a:t>What does 24-hour front desk staff mean? (Someone must be on duty at the front desk/reception 24 hours a day, 7 days a week.) (click)</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What are some examples of what doesn’t qualify? (on-call manager, 24-hour security/concierge/room service)</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Group 3 - Housekeeping</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b="1">
                <a:solidFill>
                  <a:schemeClr val="dk1"/>
                </a:solidFill>
                <a:latin typeface="Poppins"/>
                <a:ea typeface="Poppins"/>
                <a:cs typeface="Poppins"/>
                <a:sym typeface="Poppins"/>
              </a:rPr>
              <a:t>ASK: </a:t>
            </a:r>
            <a:r>
              <a:rPr lang="en">
                <a:solidFill>
                  <a:schemeClr val="dk1"/>
                </a:solidFill>
                <a:latin typeface="Poppins"/>
                <a:ea typeface="Poppins"/>
                <a:cs typeface="Poppins"/>
                <a:sym typeface="Poppins"/>
              </a:rPr>
              <a:t>What does housekeeping entail? (It means a full house keeping: bathroom/kitchen cleaned, room vacuumed daily, bed made daily, trash removed.) (click)</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Can Daily Maid services be considered as housekeeping? (Yes)</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If a property says they provide light cleaning or a light refresh, is this considered housekeeping? (Probably not and we need to research a little more to see what’s included.)</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Group 4 - Stationary</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b="1">
                <a:solidFill>
                  <a:schemeClr val="dk1"/>
                </a:solidFill>
                <a:latin typeface="Poppins"/>
                <a:ea typeface="Poppins"/>
                <a:cs typeface="Poppins"/>
                <a:sym typeface="Poppins"/>
              </a:rPr>
              <a:t>ASK: </a:t>
            </a:r>
            <a:r>
              <a:rPr lang="en">
                <a:solidFill>
                  <a:schemeClr val="dk1"/>
                </a:solidFill>
                <a:latin typeface="Poppins"/>
                <a:ea typeface="Poppins"/>
                <a:cs typeface="Poppins"/>
                <a:sym typeface="Poppins"/>
              </a:rPr>
              <a:t>What does stationary mean? (The business does not move/does not travel/does not change locations.) (click)</a:t>
            </a: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chemeClr val="dk1"/>
                </a:solidFill>
                <a:latin typeface="Poppins"/>
                <a:ea typeface="Poppins"/>
                <a:cs typeface="Poppins"/>
                <a:sym typeface="Poppins"/>
              </a:rPr>
              <a:t>What’s one property type we can list if it’s not a tour or cruise? (Houseboats. As long as they don’t move and stay in one location, they can be listed as an accommodation.)</a:t>
            </a:r>
            <a:endParaRPr>
              <a:solidFill>
                <a:schemeClr val="dk1"/>
              </a:solidFill>
              <a:latin typeface="Poppins"/>
              <a:ea typeface="Poppins"/>
              <a:cs typeface="Poppins"/>
              <a:sym typeface="Poppins"/>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3cfbd6a00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3cfbd6a00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ee3e64f7cc_0_5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ee3e64f7cc_0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2ee3e64f7cc_0_5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2ee3e64f7cc_0_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f11a89c7e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f11a89c7e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2 Agenda">
  <p:cSld name="TITLE_2_1_1_1_2">
    <p:bg>
      <p:bgPr>
        <a:solidFill>
          <a:schemeClr val="accent1"/>
        </a:solidFill>
        <a:effectLst/>
      </p:bgPr>
    </p:bg>
    <p:spTree>
      <p:nvGrpSpPr>
        <p:cNvPr id="1" name="Shape 9"/>
        <p:cNvGrpSpPr/>
        <p:nvPr/>
      </p:nvGrpSpPr>
      <p:grpSpPr>
        <a:xfrm>
          <a:off x="0" y="0"/>
          <a:ext cx="0" cy="0"/>
          <a:chOff x="0" y="0"/>
          <a:chExt cx="0" cy="0"/>
        </a:xfrm>
      </p:grpSpPr>
      <p:sp>
        <p:nvSpPr>
          <p:cNvPr id="10" name="Google Shape;10;p2"/>
          <p:cNvSpPr>
            <a:spLocks noGrp="1"/>
          </p:cNvSpPr>
          <p:nvPr>
            <p:ph type="pic" idx="2"/>
          </p:nvPr>
        </p:nvSpPr>
        <p:spPr>
          <a:xfrm>
            <a:off x="4572000" y="0"/>
            <a:ext cx="4572000" cy="5143500"/>
          </a:xfrm>
          <a:prstGeom prst="rect">
            <a:avLst/>
          </a:prstGeom>
          <a:noFill/>
          <a:ln>
            <a:noFill/>
          </a:ln>
        </p:spPr>
      </p:sp>
      <p:sp>
        <p:nvSpPr>
          <p:cNvPr id="11" name="Google Shape;11;p2"/>
          <p:cNvSpPr txBox="1">
            <a:spLocks noGrp="1"/>
          </p:cNvSpPr>
          <p:nvPr>
            <p:ph type="ctrTitle"/>
          </p:nvPr>
        </p:nvSpPr>
        <p:spPr>
          <a:xfrm>
            <a:off x="402925" y="1747425"/>
            <a:ext cx="2911800" cy="24558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600"/>
              <a:buAutoNum type="arabicPeriod"/>
              <a:defRPr sz="1600"/>
            </a:lvl1pPr>
            <a:lvl2pPr lvl="1" rtl="0">
              <a:lnSpc>
                <a:spcPct val="87000"/>
              </a:lnSpc>
              <a:spcBef>
                <a:spcPts val="0"/>
              </a:spcBef>
              <a:spcAft>
                <a:spcPts val="0"/>
              </a:spcAft>
              <a:buSzPts val="3600"/>
              <a:buFont typeface="Poppins"/>
              <a:buAutoNum type="alphaLcPeriod"/>
              <a:defRPr sz="3600" b="1">
                <a:latin typeface="Poppins"/>
                <a:ea typeface="Poppins"/>
                <a:cs typeface="Poppins"/>
                <a:sym typeface="Poppins"/>
              </a:defRPr>
            </a:lvl2pPr>
            <a:lvl3pPr lvl="2" rtl="0">
              <a:lnSpc>
                <a:spcPct val="87000"/>
              </a:lnSpc>
              <a:spcBef>
                <a:spcPts val="0"/>
              </a:spcBef>
              <a:spcAft>
                <a:spcPts val="0"/>
              </a:spcAft>
              <a:buSzPts val="3600"/>
              <a:buFont typeface="Poppins"/>
              <a:buAutoNum type="romanLcPeriod"/>
              <a:defRPr sz="3600" b="1">
                <a:latin typeface="Poppins"/>
                <a:ea typeface="Poppins"/>
                <a:cs typeface="Poppins"/>
                <a:sym typeface="Poppins"/>
              </a:defRPr>
            </a:lvl3pPr>
            <a:lvl4pPr lvl="3" rtl="0">
              <a:lnSpc>
                <a:spcPct val="87000"/>
              </a:lnSpc>
              <a:spcBef>
                <a:spcPts val="0"/>
              </a:spcBef>
              <a:spcAft>
                <a:spcPts val="0"/>
              </a:spcAft>
              <a:buSzPts val="3600"/>
              <a:buFont typeface="Poppins"/>
              <a:buAutoNum type="arabicPeriod"/>
              <a:defRPr sz="3600" b="1">
                <a:latin typeface="Poppins"/>
                <a:ea typeface="Poppins"/>
                <a:cs typeface="Poppins"/>
                <a:sym typeface="Poppins"/>
              </a:defRPr>
            </a:lvl4pPr>
            <a:lvl5pPr lvl="4" rtl="0">
              <a:lnSpc>
                <a:spcPct val="87000"/>
              </a:lnSpc>
              <a:spcBef>
                <a:spcPts val="0"/>
              </a:spcBef>
              <a:spcAft>
                <a:spcPts val="0"/>
              </a:spcAft>
              <a:buSzPts val="3600"/>
              <a:buFont typeface="Poppins"/>
              <a:buAutoNum type="alphaLcPeriod"/>
              <a:defRPr sz="3600" b="1">
                <a:latin typeface="Poppins"/>
                <a:ea typeface="Poppins"/>
                <a:cs typeface="Poppins"/>
                <a:sym typeface="Poppins"/>
              </a:defRPr>
            </a:lvl5pPr>
            <a:lvl6pPr lvl="5" rtl="0">
              <a:lnSpc>
                <a:spcPct val="87000"/>
              </a:lnSpc>
              <a:spcBef>
                <a:spcPts val="0"/>
              </a:spcBef>
              <a:spcAft>
                <a:spcPts val="0"/>
              </a:spcAft>
              <a:buSzPts val="3600"/>
              <a:buFont typeface="Poppins"/>
              <a:buAutoNum type="romanLcPeriod"/>
              <a:defRPr sz="3600" b="1">
                <a:latin typeface="Poppins"/>
                <a:ea typeface="Poppins"/>
                <a:cs typeface="Poppins"/>
                <a:sym typeface="Poppins"/>
              </a:defRPr>
            </a:lvl6pPr>
            <a:lvl7pPr lvl="6" rtl="0">
              <a:lnSpc>
                <a:spcPct val="87000"/>
              </a:lnSpc>
              <a:spcBef>
                <a:spcPts val="0"/>
              </a:spcBef>
              <a:spcAft>
                <a:spcPts val="0"/>
              </a:spcAft>
              <a:buSzPts val="3600"/>
              <a:buFont typeface="Poppins"/>
              <a:buAutoNum type="arabicPeriod"/>
              <a:defRPr sz="3600" b="1">
                <a:latin typeface="Poppins"/>
                <a:ea typeface="Poppins"/>
                <a:cs typeface="Poppins"/>
                <a:sym typeface="Poppins"/>
              </a:defRPr>
            </a:lvl7pPr>
            <a:lvl8pPr lvl="7" rtl="0">
              <a:lnSpc>
                <a:spcPct val="87000"/>
              </a:lnSpc>
              <a:spcBef>
                <a:spcPts val="0"/>
              </a:spcBef>
              <a:spcAft>
                <a:spcPts val="0"/>
              </a:spcAft>
              <a:buSzPts val="3600"/>
              <a:buFont typeface="Poppins"/>
              <a:buAutoNum type="alphaLcPeriod"/>
              <a:defRPr sz="3600" b="1">
                <a:latin typeface="Poppins"/>
                <a:ea typeface="Poppins"/>
                <a:cs typeface="Poppins"/>
                <a:sym typeface="Poppins"/>
              </a:defRPr>
            </a:lvl8pPr>
            <a:lvl9pPr lvl="8" rtl="0">
              <a:lnSpc>
                <a:spcPct val="87000"/>
              </a:lnSpc>
              <a:spcBef>
                <a:spcPts val="0"/>
              </a:spcBef>
              <a:spcAft>
                <a:spcPts val="0"/>
              </a:spcAft>
              <a:buSzPts val="3600"/>
              <a:buFont typeface="Poppins"/>
              <a:buAutoNum type="romanLcPeriod"/>
              <a:defRPr sz="3600" b="1">
                <a:latin typeface="Poppins"/>
                <a:ea typeface="Poppins"/>
                <a:cs typeface="Poppins"/>
                <a:sym typeface="Poppins"/>
              </a:defRPr>
            </a:lvl9pPr>
          </a:lstStyle>
          <a:p>
            <a:endParaRPr/>
          </a:p>
        </p:txBody>
      </p:sp>
      <p:pic>
        <p:nvPicPr>
          <p:cNvPr id="12" name="Google Shape;12;p2"/>
          <p:cNvPicPr preferRelativeResize="0"/>
          <p:nvPr/>
        </p:nvPicPr>
        <p:blipFill>
          <a:blip r:embed="rId2">
            <a:alphaModFix/>
          </a:blip>
          <a:stretch>
            <a:fillRect/>
          </a:stretch>
        </p:blipFill>
        <p:spPr>
          <a:xfrm>
            <a:off x="115676" y="4859127"/>
            <a:ext cx="165327" cy="165346"/>
          </a:xfrm>
          <a:prstGeom prst="rect">
            <a:avLst/>
          </a:prstGeom>
          <a:noFill/>
          <a:ln>
            <a:noFill/>
          </a:ln>
        </p:spPr>
      </p:pic>
      <p:sp>
        <p:nvSpPr>
          <p:cNvPr id="13" name="Google Shape;13;p2"/>
          <p:cNvSpPr txBox="1">
            <a:spLocks noGrp="1"/>
          </p:cNvSpPr>
          <p:nvPr>
            <p:ph type="sldNum" idx="12"/>
          </p:nvPr>
        </p:nvSpPr>
        <p:spPr>
          <a:xfrm>
            <a:off x="8557171" y="4944643"/>
            <a:ext cx="548700" cy="256800"/>
          </a:xfrm>
          <a:prstGeom prst="rect">
            <a:avLst/>
          </a:prstGeom>
        </p:spPr>
        <p:txBody>
          <a:bodyPr spcFirstLastPara="1" wrap="square" lIns="91425" tIns="0" rIns="91425" bIns="0"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subTitle" idx="1"/>
          </p:nvPr>
        </p:nvSpPr>
        <p:spPr>
          <a:xfrm>
            <a:off x="402925" y="411150"/>
            <a:ext cx="3302400" cy="256800"/>
          </a:xfrm>
          <a:prstGeom prst="rect">
            <a:avLst/>
          </a:prstGeom>
        </p:spPr>
        <p:txBody>
          <a:bodyPr spcFirstLastPara="1" wrap="square" lIns="0" tIns="0" rIns="228600" bIns="0" anchor="t" anchorCtr="0">
            <a:noAutofit/>
          </a:bodyPr>
          <a:lstStyle>
            <a:lvl1pPr lvl="0"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1pPr>
            <a:lvl2pPr lvl="1"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2pPr>
            <a:lvl3pPr lvl="2"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3pPr>
            <a:lvl4pPr lvl="3"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4pPr>
            <a:lvl5pPr lvl="4" rtl="0">
              <a:lnSpc>
                <a:spcPct val="115000"/>
              </a:lnSpc>
              <a:spcBef>
                <a:spcPts val="0"/>
              </a:spcBef>
              <a:spcAft>
                <a:spcPts val="0"/>
              </a:spcAft>
              <a:buClr>
                <a:schemeClr val="dk1"/>
              </a:buClr>
              <a:buSzPts val="800"/>
              <a:buNone/>
              <a:defRPr>
                <a:solidFill>
                  <a:schemeClr val="dk1"/>
                </a:solidFill>
              </a:defRPr>
            </a:lvl5pPr>
            <a:lvl6pPr lvl="5"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6pPr>
            <a:lvl7pPr lvl="6"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7pPr>
            <a:lvl8pPr lvl="7"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8pPr>
            <a:lvl9pPr lvl="8"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lacesIAT_title1">
  <p:cSld name="CUSTOM">
    <p:spTree>
      <p:nvGrpSpPr>
        <p:cNvPr id="1" name="Shape 15"/>
        <p:cNvGrpSpPr/>
        <p:nvPr/>
      </p:nvGrpSpPr>
      <p:grpSpPr>
        <a:xfrm>
          <a:off x="0" y="0"/>
          <a:ext cx="0" cy="0"/>
          <a:chOff x="0" y="0"/>
          <a:chExt cx="0" cy="0"/>
        </a:xfrm>
      </p:grpSpPr>
      <p:pic>
        <p:nvPicPr>
          <p:cNvPr id="16" name="Google Shape;16;p3"/>
          <p:cNvPicPr preferRelativeResize="0"/>
          <p:nvPr/>
        </p:nvPicPr>
        <p:blipFill>
          <a:blip r:embed="rId2">
            <a:alphaModFix/>
          </a:blip>
          <a:stretch>
            <a:fillRect/>
          </a:stretch>
        </p:blipFill>
        <p:spPr>
          <a:xfrm>
            <a:off x="-33325" y="0"/>
            <a:ext cx="9144000" cy="5143500"/>
          </a:xfrm>
          <a:prstGeom prst="rect">
            <a:avLst/>
          </a:prstGeom>
          <a:noFill/>
          <a:ln>
            <a:noFill/>
          </a:ln>
        </p:spPr>
      </p:pic>
      <p:sp>
        <p:nvSpPr>
          <p:cNvPr id="17" name="Google Shape;17;p3"/>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lacesIAT_title2">
  <p:cSld name="CUSTOM_1">
    <p:spTree>
      <p:nvGrpSpPr>
        <p:cNvPr id="1" name="Shape 18"/>
        <p:cNvGrpSpPr/>
        <p:nvPr/>
      </p:nvGrpSpPr>
      <p:grpSpPr>
        <a:xfrm>
          <a:off x="0" y="0"/>
          <a:ext cx="0" cy="0"/>
          <a:chOff x="0" y="0"/>
          <a:chExt cx="0" cy="0"/>
        </a:xfrm>
      </p:grpSpPr>
      <p:pic>
        <p:nvPicPr>
          <p:cNvPr id="19" name="Google Shape;19;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20" name="Google Shape;20;p4"/>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Clr>
                <a:schemeClr val="lt1"/>
              </a:buClr>
              <a:buSzPts val="2700"/>
              <a:buNone/>
              <a:defRPr sz="27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lacesIAT_title3">
  <p:cSld name="CUSTOM_1_1">
    <p:spTree>
      <p:nvGrpSpPr>
        <p:cNvPr id="1" name="Shape 21"/>
        <p:cNvGrpSpPr/>
        <p:nvPr/>
      </p:nvGrpSpPr>
      <p:grpSpPr>
        <a:xfrm>
          <a:off x="0" y="0"/>
          <a:ext cx="0" cy="0"/>
          <a:chOff x="0" y="0"/>
          <a:chExt cx="0" cy="0"/>
        </a:xfrm>
      </p:grpSpPr>
      <p:pic>
        <p:nvPicPr>
          <p:cNvPr id="22" name="Google Shape;22;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lacesIAT_title4">
  <p:cSld name="CUSTOM_1_2">
    <p:spTree>
      <p:nvGrpSpPr>
        <p:cNvPr id="1" name="Shape 24"/>
        <p:cNvGrpSpPr/>
        <p:nvPr/>
      </p:nvGrpSpPr>
      <p:grpSpPr>
        <a:xfrm>
          <a:off x="0" y="0"/>
          <a:ext cx="0" cy="0"/>
          <a:chOff x="0" y="0"/>
          <a:chExt cx="0" cy="0"/>
        </a:xfrm>
      </p:grpSpPr>
      <p:pic>
        <p:nvPicPr>
          <p:cNvPr id="25" name="Google Shape;25;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 name="Google Shape;26;p6"/>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lacesIAT_title5">
  <p:cSld name="CUSTOM_1_2_1">
    <p:spTree>
      <p:nvGrpSpPr>
        <p:cNvPr id="1" name="Shape 27"/>
        <p:cNvGrpSpPr/>
        <p:nvPr/>
      </p:nvGrpSpPr>
      <p:grpSpPr>
        <a:xfrm>
          <a:off x="0" y="0"/>
          <a:ext cx="0" cy="0"/>
          <a:chOff x="0" y="0"/>
          <a:chExt cx="0" cy="0"/>
        </a:xfrm>
      </p:grpSpPr>
      <p:pic>
        <p:nvPicPr>
          <p:cNvPr id="28" name="Google Shape;28;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7"/>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lacesIAT_title6">
  <p:cSld name="CUSTOM_1_2_2">
    <p:spTree>
      <p:nvGrpSpPr>
        <p:cNvPr id="1" name="Shape 30"/>
        <p:cNvGrpSpPr/>
        <p:nvPr/>
      </p:nvGrpSpPr>
      <p:grpSpPr>
        <a:xfrm>
          <a:off x="0" y="0"/>
          <a:ext cx="0" cy="0"/>
          <a:chOff x="0" y="0"/>
          <a:chExt cx="0" cy="0"/>
        </a:xfrm>
      </p:grpSpPr>
      <p:pic>
        <p:nvPicPr>
          <p:cNvPr id="31" name="Google Shape;3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32" name="Google Shape;32;p8"/>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lacesIAT_title7">
  <p:cSld name="CUSTOM_1_2_3">
    <p:spTree>
      <p:nvGrpSpPr>
        <p:cNvPr id="1" name="Shape 33"/>
        <p:cNvGrpSpPr/>
        <p:nvPr/>
      </p:nvGrpSpPr>
      <p:grpSpPr>
        <a:xfrm>
          <a:off x="0" y="0"/>
          <a:ext cx="0" cy="0"/>
          <a:chOff x="0" y="0"/>
          <a:chExt cx="0" cy="0"/>
        </a:xfrm>
      </p:grpSpPr>
      <p:pic>
        <p:nvPicPr>
          <p:cNvPr id="34" name="Google Shape;34;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9"/>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lacesIAT_title8">
  <p:cSld name="CUSTOM_1_2_4">
    <p:spTree>
      <p:nvGrpSpPr>
        <p:cNvPr id="1" name="Shape 36"/>
        <p:cNvGrpSpPr/>
        <p:nvPr/>
      </p:nvGrpSpPr>
      <p:grpSpPr>
        <a:xfrm>
          <a:off x="0" y="0"/>
          <a:ext cx="0" cy="0"/>
          <a:chOff x="0" y="0"/>
          <a:chExt cx="0" cy="0"/>
        </a:xfrm>
      </p:grpSpPr>
      <p:pic>
        <p:nvPicPr>
          <p:cNvPr id="37" name="Google Shape;37;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38" name="Google Shape;38;p10"/>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lacesIAT_title9">
  <p:cSld name="CUSTOM_1_2_5">
    <p:spTree>
      <p:nvGrpSpPr>
        <p:cNvPr id="1" name="Shape 39"/>
        <p:cNvGrpSpPr/>
        <p:nvPr/>
      </p:nvGrpSpPr>
      <p:grpSpPr>
        <a:xfrm>
          <a:off x="0" y="0"/>
          <a:ext cx="0" cy="0"/>
          <a:chOff x="0" y="0"/>
          <a:chExt cx="0" cy="0"/>
        </a:xfrm>
      </p:grpSpPr>
      <p:pic>
        <p:nvPicPr>
          <p:cNvPr id="40" name="Google Shape;40;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41" name="Google Shape;41;p11"/>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Clr>
                <a:schemeClr val="lt1"/>
              </a:buClr>
              <a:buSzPts val="2700"/>
              <a:buNone/>
              <a:defRPr sz="27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lacesIAT_title10">
  <p:cSld name="CUSTOM_1_2_4_1">
    <p:spTree>
      <p:nvGrpSpPr>
        <p:cNvPr id="1" name="Shape 42"/>
        <p:cNvGrpSpPr/>
        <p:nvPr/>
      </p:nvGrpSpPr>
      <p:grpSpPr>
        <a:xfrm>
          <a:off x="0" y="0"/>
          <a:ext cx="0" cy="0"/>
          <a:chOff x="0" y="0"/>
          <a:chExt cx="0" cy="0"/>
        </a:xfrm>
      </p:grpSpPr>
      <p:pic>
        <p:nvPicPr>
          <p:cNvPr id="43" name="Google Shape;43;p12"/>
          <p:cNvPicPr preferRelativeResize="0"/>
          <p:nvPr/>
        </p:nvPicPr>
        <p:blipFill>
          <a:blip r:embed="rId2">
            <a:alphaModFix/>
          </a:blip>
          <a:stretch>
            <a:fillRect/>
          </a:stretch>
        </p:blipFill>
        <p:spPr>
          <a:xfrm>
            <a:off x="0" y="0"/>
            <a:ext cx="9144000" cy="5143500"/>
          </a:xfrm>
          <a:prstGeom prst="rect">
            <a:avLst/>
          </a:prstGeom>
          <a:noFill/>
          <a:ln>
            <a:noFill/>
          </a:ln>
        </p:spPr>
      </p:pic>
      <p:sp>
        <p:nvSpPr>
          <p:cNvPr id="44" name="Google Shape;44;p12"/>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1">
  <p:cSld name="CUSTOM_2">
    <p:spTree>
      <p:nvGrpSpPr>
        <p:cNvPr id="1" name="Shape 45"/>
        <p:cNvGrpSpPr/>
        <p:nvPr/>
      </p:nvGrpSpPr>
      <p:grpSpPr>
        <a:xfrm>
          <a:off x="0" y="0"/>
          <a:ext cx="0" cy="0"/>
          <a:chOff x="0" y="0"/>
          <a:chExt cx="0" cy="0"/>
        </a:xfrm>
      </p:grpSpPr>
      <p:pic>
        <p:nvPicPr>
          <p:cNvPr id="46" name="Google Shape;46;p13"/>
          <p:cNvPicPr preferRelativeResize="0"/>
          <p:nvPr/>
        </p:nvPicPr>
        <p:blipFill>
          <a:blip r:embed="rId2">
            <a:alphaModFix/>
          </a:blip>
          <a:stretch>
            <a:fillRect/>
          </a:stretch>
        </p:blipFill>
        <p:spPr>
          <a:xfrm>
            <a:off x="0" y="0"/>
            <a:ext cx="9144000" cy="5143500"/>
          </a:xfrm>
          <a:prstGeom prst="rect">
            <a:avLst/>
          </a:prstGeom>
          <a:noFill/>
          <a:ln>
            <a:noFill/>
          </a:ln>
        </p:spPr>
      </p:pic>
      <p:sp>
        <p:nvSpPr>
          <p:cNvPr id="47" name="Google Shape;47;p13"/>
          <p:cNvSpPr txBox="1">
            <a:spLocks noGrp="1"/>
          </p:cNvSpPr>
          <p:nvPr>
            <p:ph type="body" idx="1"/>
          </p:nvPr>
        </p:nvSpPr>
        <p:spPr>
          <a:xfrm>
            <a:off x="3221800" y="2282950"/>
            <a:ext cx="5545500" cy="2655000"/>
          </a:xfrm>
          <a:prstGeom prst="rect">
            <a:avLst/>
          </a:prstGeom>
        </p:spPr>
        <p:txBody>
          <a:bodyPr spcFirstLastPara="1" wrap="square" lIns="0" tIns="0" rIns="91425" bIns="0" anchor="t" anchorCtr="0">
            <a:noAutofit/>
          </a:bodyPr>
          <a:lstStyle>
            <a:lvl1pPr marL="457200" lvl="0" indent="-381000" rtl="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marL="914400" lvl="1" indent="-342900" rtl="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marL="1371600" lvl="2" indent="-304800" rtl="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292100" rtl="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marL="2286000" lvl="4" indent="-279400" rtl="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marL="2743200" lvl="5"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rtl="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01 Cover Option 1">
  <p:cSld name="TITLE_2_1_1_1">
    <p:bg>
      <p:bgPr>
        <a:solidFill>
          <a:srgbClr val="34E0A1"/>
        </a:solidFill>
        <a:effectLst/>
      </p:bgPr>
    </p:bg>
    <p:spTree>
      <p:nvGrpSpPr>
        <p:cNvPr id="1" name="Shape 48"/>
        <p:cNvGrpSpPr/>
        <p:nvPr/>
      </p:nvGrpSpPr>
      <p:grpSpPr>
        <a:xfrm>
          <a:off x="0" y="0"/>
          <a:ext cx="0" cy="0"/>
          <a:chOff x="0" y="0"/>
          <a:chExt cx="0" cy="0"/>
        </a:xfrm>
      </p:grpSpPr>
      <p:pic>
        <p:nvPicPr>
          <p:cNvPr id="49" name="Google Shape;49;p14"/>
          <p:cNvPicPr preferRelativeResize="0"/>
          <p:nvPr/>
        </p:nvPicPr>
        <p:blipFill rotWithShape="1">
          <a:blip r:embed="rId2">
            <a:alphaModFix/>
          </a:blip>
          <a:srcRect t="377" b="377"/>
          <a:stretch/>
        </p:blipFill>
        <p:spPr>
          <a:xfrm>
            <a:off x="402925" y="4423975"/>
            <a:ext cx="1704201" cy="362650"/>
          </a:xfrm>
          <a:prstGeom prst="rect">
            <a:avLst/>
          </a:prstGeom>
          <a:noFill/>
          <a:ln>
            <a:noFill/>
          </a:ln>
        </p:spPr>
      </p:pic>
      <p:sp>
        <p:nvSpPr>
          <p:cNvPr id="50" name="Google Shape;50;p14"/>
          <p:cNvSpPr txBox="1">
            <a:spLocks noGrp="1"/>
          </p:cNvSpPr>
          <p:nvPr>
            <p:ph type="title"/>
          </p:nvPr>
        </p:nvSpPr>
        <p:spPr>
          <a:xfrm>
            <a:off x="402935" y="755550"/>
            <a:ext cx="6681900" cy="3267000"/>
          </a:xfrm>
          <a:prstGeom prst="rect">
            <a:avLst/>
          </a:prstGeom>
        </p:spPr>
        <p:txBody>
          <a:bodyPr spcFirstLastPara="1" wrap="square" lIns="0" tIns="0" rIns="0" bIns="0" anchor="t" anchorCtr="0">
            <a:noAutofit/>
          </a:bodyPr>
          <a:lstStyle>
            <a:lvl1pPr lvl="0" rtl="0">
              <a:lnSpc>
                <a:spcPct val="75000"/>
              </a:lnSpc>
              <a:spcBef>
                <a:spcPts val="0"/>
              </a:spcBef>
              <a:spcAft>
                <a:spcPts val="0"/>
              </a:spcAft>
              <a:buSzPts val="6000"/>
              <a:buFont typeface="Poppins"/>
              <a:buNone/>
              <a:defRPr sz="6000">
                <a:latin typeface="Poppins"/>
                <a:ea typeface="Poppins"/>
                <a:cs typeface="Poppins"/>
                <a:sym typeface="Poppins"/>
              </a:defRPr>
            </a:lvl1pPr>
            <a:lvl2pPr lvl="1" rtl="0">
              <a:lnSpc>
                <a:spcPct val="75000"/>
              </a:lnSpc>
              <a:spcBef>
                <a:spcPts val="0"/>
              </a:spcBef>
              <a:spcAft>
                <a:spcPts val="0"/>
              </a:spcAft>
              <a:buSzPts val="2800"/>
              <a:buNone/>
              <a:defRPr/>
            </a:lvl2pPr>
            <a:lvl3pPr lvl="2" rtl="0">
              <a:lnSpc>
                <a:spcPct val="75000"/>
              </a:lnSpc>
              <a:spcBef>
                <a:spcPts val="0"/>
              </a:spcBef>
              <a:spcAft>
                <a:spcPts val="0"/>
              </a:spcAft>
              <a:buSzPts val="2800"/>
              <a:buNone/>
              <a:defRPr/>
            </a:lvl3pPr>
            <a:lvl4pPr lvl="3" rtl="0">
              <a:lnSpc>
                <a:spcPct val="75000"/>
              </a:lnSpc>
              <a:spcBef>
                <a:spcPts val="0"/>
              </a:spcBef>
              <a:spcAft>
                <a:spcPts val="0"/>
              </a:spcAft>
              <a:buSzPts val="2800"/>
              <a:buNone/>
              <a:defRPr/>
            </a:lvl4pPr>
            <a:lvl5pPr lvl="4" rtl="0">
              <a:lnSpc>
                <a:spcPct val="75000"/>
              </a:lnSpc>
              <a:spcBef>
                <a:spcPts val="0"/>
              </a:spcBef>
              <a:spcAft>
                <a:spcPts val="0"/>
              </a:spcAft>
              <a:buSzPts val="2800"/>
              <a:buNone/>
              <a:defRPr/>
            </a:lvl5pPr>
            <a:lvl6pPr lvl="5" rtl="0">
              <a:lnSpc>
                <a:spcPct val="75000"/>
              </a:lnSpc>
              <a:spcBef>
                <a:spcPts val="0"/>
              </a:spcBef>
              <a:spcAft>
                <a:spcPts val="0"/>
              </a:spcAft>
              <a:buSzPts val="2800"/>
              <a:buNone/>
              <a:defRPr/>
            </a:lvl6pPr>
            <a:lvl7pPr lvl="6" rtl="0">
              <a:lnSpc>
                <a:spcPct val="75000"/>
              </a:lnSpc>
              <a:spcBef>
                <a:spcPts val="0"/>
              </a:spcBef>
              <a:spcAft>
                <a:spcPts val="0"/>
              </a:spcAft>
              <a:buSzPts val="2800"/>
              <a:buNone/>
              <a:defRPr/>
            </a:lvl7pPr>
            <a:lvl8pPr lvl="7" rtl="0">
              <a:lnSpc>
                <a:spcPct val="75000"/>
              </a:lnSpc>
              <a:spcBef>
                <a:spcPts val="0"/>
              </a:spcBef>
              <a:spcAft>
                <a:spcPts val="0"/>
              </a:spcAft>
              <a:buSzPts val="2800"/>
              <a:buNone/>
              <a:defRPr/>
            </a:lvl8pPr>
            <a:lvl9pPr lvl="8" rtl="0">
              <a:lnSpc>
                <a:spcPct val="75000"/>
              </a:lnSpc>
              <a:spcBef>
                <a:spcPts val="0"/>
              </a:spcBef>
              <a:spcAft>
                <a:spcPts val="0"/>
              </a:spcAft>
              <a:buSzPts val="2800"/>
              <a:buNone/>
              <a:defRPr/>
            </a:lvl9pPr>
          </a:lstStyle>
          <a:p>
            <a:endParaRPr/>
          </a:p>
        </p:txBody>
      </p:sp>
      <p:sp>
        <p:nvSpPr>
          <p:cNvPr id="51" name="Google Shape;51;p14"/>
          <p:cNvSpPr txBox="1">
            <a:spLocks noGrp="1"/>
          </p:cNvSpPr>
          <p:nvPr>
            <p:ph type="subTitle" idx="1"/>
          </p:nvPr>
        </p:nvSpPr>
        <p:spPr>
          <a:xfrm>
            <a:off x="402935" y="411150"/>
            <a:ext cx="3711900" cy="344400"/>
          </a:xfrm>
          <a:prstGeom prst="rect">
            <a:avLst/>
          </a:prstGeom>
        </p:spPr>
        <p:txBody>
          <a:bodyPr spcFirstLastPara="1" wrap="square" lIns="0" tIns="0" rIns="0" bIns="0" anchor="t" anchorCtr="0">
            <a:noAutofit/>
          </a:bodyPr>
          <a:lstStyle>
            <a:lvl1pPr lvl="0" rtl="0">
              <a:spcBef>
                <a:spcPts val="0"/>
              </a:spcBef>
              <a:spcAft>
                <a:spcPts val="0"/>
              </a:spcAft>
              <a:buClr>
                <a:schemeClr val="dk1"/>
              </a:buClr>
              <a:buSzPts val="1000"/>
              <a:buFont typeface="Roboto Mono"/>
              <a:buNone/>
              <a:defRPr sz="1000">
                <a:solidFill>
                  <a:schemeClr val="dk1"/>
                </a:solidFill>
                <a:latin typeface="Roboto Mono"/>
                <a:ea typeface="Roboto Mono"/>
                <a:cs typeface="Roboto Mono"/>
                <a:sym typeface="Roboto Mono"/>
              </a:defRPr>
            </a:lvl1pPr>
            <a:lvl2pPr lvl="1"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2pPr>
            <a:lvl3pPr lvl="2"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3pPr>
            <a:lvl4pPr lvl="3"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4pPr>
            <a:lvl5pPr lvl="4"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5pPr>
            <a:lvl6pPr lvl="5"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6pPr>
            <a:lvl7pPr lvl="6"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7pPr>
            <a:lvl8pPr lvl="7"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8pPr>
            <a:lvl9pPr lvl="8" rtl="0">
              <a:spcBef>
                <a:spcPts val="1600"/>
              </a:spcBef>
              <a:spcAft>
                <a:spcPts val="1600"/>
              </a:spcAft>
              <a:buClr>
                <a:schemeClr val="dk1"/>
              </a:buClr>
              <a:buSzPts val="1100"/>
              <a:buFont typeface="Roboto Mono"/>
              <a:buNone/>
              <a:defRPr sz="1100">
                <a:solidFill>
                  <a:schemeClr val="dk1"/>
                </a:solidFill>
                <a:latin typeface="Roboto Mono"/>
                <a:ea typeface="Roboto Mono"/>
                <a:cs typeface="Roboto Mono"/>
                <a:sym typeface="Roboto Mono"/>
              </a:defRPr>
            </a:lvl9pPr>
          </a:lstStyle>
          <a:p>
            <a:endParaRPr/>
          </a:p>
        </p:txBody>
      </p:sp>
    </p:spTree>
  </p:cSld>
  <p:clrMapOvr>
    <a:masterClrMapping/>
  </p:clrMapOvr>
  <p:extLst>
    <p:ext uri="{DCECCB84-F9BA-43D5-87BE-67443E8EF086}">
      <p15:sldGuideLst xmlns:p15="http://schemas.microsoft.com/office/powerpoint/2012/main">
        <p15:guide id="1" orient="horz" pos="324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01 Cover Option 2">
  <p:cSld name="TITLE_2_1_1_1_3">
    <p:bg>
      <p:bgPr>
        <a:solidFill>
          <a:srgbClr val="004F35"/>
        </a:solidFill>
        <a:effectLst/>
      </p:bgPr>
    </p:bg>
    <p:spTree>
      <p:nvGrpSpPr>
        <p:cNvPr id="1" name="Shape 52"/>
        <p:cNvGrpSpPr/>
        <p:nvPr/>
      </p:nvGrpSpPr>
      <p:grpSpPr>
        <a:xfrm>
          <a:off x="0" y="0"/>
          <a:ext cx="0" cy="0"/>
          <a:chOff x="0" y="0"/>
          <a:chExt cx="0" cy="0"/>
        </a:xfrm>
      </p:grpSpPr>
      <p:sp>
        <p:nvSpPr>
          <p:cNvPr id="53" name="Google Shape;53;p15"/>
          <p:cNvSpPr txBox="1">
            <a:spLocks noGrp="1"/>
          </p:cNvSpPr>
          <p:nvPr>
            <p:ph type="title"/>
          </p:nvPr>
        </p:nvSpPr>
        <p:spPr>
          <a:xfrm>
            <a:off x="402919" y="956263"/>
            <a:ext cx="6682500" cy="3267000"/>
          </a:xfrm>
          <a:prstGeom prst="rect">
            <a:avLst/>
          </a:prstGeom>
        </p:spPr>
        <p:txBody>
          <a:bodyPr spcFirstLastPara="1" wrap="square" lIns="0" tIns="0" rIns="0" bIns="0" anchor="t" anchorCtr="0">
            <a:noAutofit/>
          </a:bodyPr>
          <a:lstStyle>
            <a:lvl1pPr lvl="0" rtl="0">
              <a:lnSpc>
                <a:spcPct val="75000"/>
              </a:lnSpc>
              <a:spcBef>
                <a:spcPts val="0"/>
              </a:spcBef>
              <a:spcAft>
                <a:spcPts val="0"/>
              </a:spcAft>
              <a:buClr>
                <a:schemeClr val="lt1"/>
              </a:buClr>
              <a:buSzPts val="6000"/>
              <a:buFont typeface="Poppins"/>
              <a:buNone/>
              <a:defRPr sz="6000">
                <a:solidFill>
                  <a:schemeClr val="lt1"/>
                </a:solidFill>
                <a:latin typeface="Poppins"/>
                <a:ea typeface="Poppins"/>
                <a:cs typeface="Poppins"/>
                <a:sym typeface="Poppins"/>
              </a:defRPr>
            </a:lvl1pPr>
            <a:lvl2pPr lvl="1" rtl="0">
              <a:lnSpc>
                <a:spcPct val="75000"/>
              </a:lnSpc>
              <a:spcBef>
                <a:spcPts val="0"/>
              </a:spcBef>
              <a:spcAft>
                <a:spcPts val="0"/>
              </a:spcAft>
              <a:buSzPts val="2800"/>
              <a:buNone/>
              <a:defRPr/>
            </a:lvl2pPr>
            <a:lvl3pPr lvl="2" rtl="0">
              <a:lnSpc>
                <a:spcPct val="75000"/>
              </a:lnSpc>
              <a:spcBef>
                <a:spcPts val="0"/>
              </a:spcBef>
              <a:spcAft>
                <a:spcPts val="0"/>
              </a:spcAft>
              <a:buSzPts val="2800"/>
              <a:buNone/>
              <a:defRPr/>
            </a:lvl3pPr>
            <a:lvl4pPr lvl="3" rtl="0">
              <a:lnSpc>
                <a:spcPct val="75000"/>
              </a:lnSpc>
              <a:spcBef>
                <a:spcPts val="0"/>
              </a:spcBef>
              <a:spcAft>
                <a:spcPts val="0"/>
              </a:spcAft>
              <a:buSzPts val="2800"/>
              <a:buNone/>
              <a:defRPr/>
            </a:lvl4pPr>
            <a:lvl5pPr lvl="4" rtl="0">
              <a:lnSpc>
                <a:spcPct val="75000"/>
              </a:lnSpc>
              <a:spcBef>
                <a:spcPts val="0"/>
              </a:spcBef>
              <a:spcAft>
                <a:spcPts val="0"/>
              </a:spcAft>
              <a:buSzPts val="2800"/>
              <a:buNone/>
              <a:defRPr/>
            </a:lvl5pPr>
            <a:lvl6pPr lvl="5" rtl="0">
              <a:lnSpc>
                <a:spcPct val="75000"/>
              </a:lnSpc>
              <a:spcBef>
                <a:spcPts val="0"/>
              </a:spcBef>
              <a:spcAft>
                <a:spcPts val="0"/>
              </a:spcAft>
              <a:buSzPts val="2800"/>
              <a:buNone/>
              <a:defRPr/>
            </a:lvl6pPr>
            <a:lvl7pPr lvl="6" rtl="0">
              <a:lnSpc>
                <a:spcPct val="75000"/>
              </a:lnSpc>
              <a:spcBef>
                <a:spcPts val="0"/>
              </a:spcBef>
              <a:spcAft>
                <a:spcPts val="0"/>
              </a:spcAft>
              <a:buSzPts val="2800"/>
              <a:buNone/>
              <a:defRPr/>
            </a:lvl7pPr>
            <a:lvl8pPr lvl="7" rtl="0">
              <a:lnSpc>
                <a:spcPct val="75000"/>
              </a:lnSpc>
              <a:spcBef>
                <a:spcPts val="0"/>
              </a:spcBef>
              <a:spcAft>
                <a:spcPts val="0"/>
              </a:spcAft>
              <a:buSzPts val="2800"/>
              <a:buNone/>
              <a:defRPr/>
            </a:lvl8pPr>
            <a:lvl9pPr lvl="8" rtl="0">
              <a:lnSpc>
                <a:spcPct val="75000"/>
              </a:lnSpc>
              <a:spcBef>
                <a:spcPts val="0"/>
              </a:spcBef>
              <a:spcAft>
                <a:spcPts val="0"/>
              </a:spcAft>
              <a:buSzPts val="2800"/>
              <a:buNone/>
              <a:defRPr/>
            </a:lvl9pPr>
          </a:lstStyle>
          <a:p>
            <a:endParaRPr/>
          </a:p>
        </p:txBody>
      </p:sp>
      <p:sp>
        <p:nvSpPr>
          <p:cNvPr id="54" name="Google Shape;54;p15"/>
          <p:cNvSpPr txBox="1">
            <a:spLocks noGrp="1"/>
          </p:cNvSpPr>
          <p:nvPr>
            <p:ph type="subTitle" idx="1"/>
          </p:nvPr>
        </p:nvSpPr>
        <p:spPr>
          <a:xfrm>
            <a:off x="402919" y="411150"/>
            <a:ext cx="3710100" cy="3444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000"/>
              <a:buFont typeface="Roboto Mono"/>
              <a:buNone/>
              <a:defRPr sz="1000">
                <a:solidFill>
                  <a:schemeClr val="lt1"/>
                </a:solidFill>
                <a:latin typeface="Roboto Mono"/>
                <a:ea typeface="Roboto Mono"/>
                <a:cs typeface="Roboto Mono"/>
                <a:sym typeface="Roboto Mono"/>
              </a:defRPr>
            </a:lvl1pPr>
            <a:lvl2pPr lvl="1" rtl="0">
              <a:spcBef>
                <a:spcPts val="1600"/>
              </a:spcBef>
              <a:spcAft>
                <a:spcPts val="0"/>
              </a:spcAft>
              <a:buSzPts val="1100"/>
              <a:buFont typeface="Roboto Mono"/>
              <a:buNone/>
              <a:defRPr sz="1100">
                <a:latin typeface="Roboto Mono"/>
                <a:ea typeface="Roboto Mono"/>
                <a:cs typeface="Roboto Mono"/>
                <a:sym typeface="Roboto Mono"/>
              </a:defRPr>
            </a:lvl2pPr>
            <a:lvl3pPr lvl="2" rtl="0">
              <a:spcBef>
                <a:spcPts val="1600"/>
              </a:spcBef>
              <a:spcAft>
                <a:spcPts val="0"/>
              </a:spcAft>
              <a:buSzPts val="1100"/>
              <a:buFont typeface="Roboto Mono"/>
              <a:buNone/>
              <a:defRPr sz="1100">
                <a:latin typeface="Roboto Mono"/>
                <a:ea typeface="Roboto Mono"/>
                <a:cs typeface="Roboto Mono"/>
                <a:sym typeface="Roboto Mono"/>
              </a:defRPr>
            </a:lvl3pPr>
            <a:lvl4pPr lvl="3" rtl="0">
              <a:spcBef>
                <a:spcPts val="1600"/>
              </a:spcBef>
              <a:spcAft>
                <a:spcPts val="0"/>
              </a:spcAft>
              <a:buSzPts val="1100"/>
              <a:buFont typeface="Roboto Mono"/>
              <a:buNone/>
              <a:defRPr sz="1100">
                <a:latin typeface="Roboto Mono"/>
                <a:ea typeface="Roboto Mono"/>
                <a:cs typeface="Roboto Mono"/>
                <a:sym typeface="Roboto Mono"/>
              </a:defRPr>
            </a:lvl4pPr>
            <a:lvl5pPr lvl="4" rtl="0">
              <a:spcBef>
                <a:spcPts val="1600"/>
              </a:spcBef>
              <a:spcAft>
                <a:spcPts val="0"/>
              </a:spcAft>
              <a:buSzPts val="1100"/>
              <a:buFont typeface="Roboto Mono"/>
              <a:buNone/>
              <a:defRPr sz="1100">
                <a:latin typeface="Roboto Mono"/>
                <a:ea typeface="Roboto Mono"/>
                <a:cs typeface="Roboto Mono"/>
                <a:sym typeface="Roboto Mono"/>
              </a:defRPr>
            </a:lvl5pPr>
            <a:lvl6pPr lvl="5" rtl="0">
              <a:spcBef>
                <a:spcPts val="1600"/>
              </a:spcBef>
              <a:spcAft>
                <a:spcPts val="0"/>
              </a:spcAft>
              <a:buSzPts val="1100"/>
              <a:buFont typeface="Roboto Mono"/>
              <a:buNone/>
              <a:defRPr sz="1100">
                <a:latin typeface="Roboto Mono"/>
                <a:ea typeface="Roboto Mono"/>
                <a:cs typeface="Roboto Mono"/>
                <a:sym typeface="Roboto Mono"/>
              </a:defRPr>
            </a:lvl6pPr>
            <a:lvl7pPr lvl="6" rtl="0">
              <a:spcBef>
                <a:spcPts val="1600"/>
              </a:spcBef>
              <a:spcAft>
                <a:spcPts val="0"/>
              </a:spcAft>
              <a:buSzPts val="1100"/>
              <a:buFont typeface="Roboto Mono"/>
              <a:buNone/>
              <a:defRPr sz="1100">
                <a:latin typeface="Roboto Mono"/>
                <a:ea typeface="Roboto Mono"/>
                <a:cs typeface="Roboto Mono"/>
                <a:sym typeface="Roboto Mono"/>
              </a:defRPr>
            </a:lvl7pPr>
            <a:lvl8pPr lvl="7" rtl="0">
              <a:spcBef>
                <a:spcPts val="1600"/>
              </a:spcBef>
              <a:spcAft>
                <a:spcPts val="0"/>
              </a:spcAft>
              <a:buSzPts val="1100"/>
              <a:buFont typeface="Roboto Mono"/>
              <a:buNone/>
              <a:defRPr sz="1100">
                <a:latin typeface="Roboto Mono"/>
                <a:ea typeface="Roboto Mono"/>
                <a:cs typeface="Roboto Mono"/>
                <a:sym typeface="Roboto Mono"/>
              </a:defRPr>
            </a:lvl8pPr>
            <a:lvl9pPr lvl="8" rtl="0">
              <a:spcBef>
                <a:spcPts val="1600"/>
              </a:spcBef>
              <a:spcAft>
                <a:spcPts val="1600"/>
              </a:spcAft>
              <a:buSzPts val="1100"/>
              <a:buFont typeface="Roboto Mono"/>
              <a:buNone/>
              <a:defRPr sz="1100">
                <a:latin typeface="Roboto Mono"/>
                <a:ea typeface="Roboto Mono"/>
                <a:cs typeface="Roboto Mono"/>
                <a:sym typeface="Roboto Mono"/>
              </a:defRPr>
            </a:lvl9pPr>
          </a:lstStyle>
          <a:p>
            <a:endParaRPr/>
          </a:p>
        </p:txBody>
      </p:sp>
      <p:sp>
        <p:nvSpPr>
          <p:cNvPr id="55" name="Google Shape;55;p15"/>
          <p:cNvSpPr txBox="1">
            <a:spLocks noGrp="1"/>
          </p:cNvSpPr>
          <p:nvPr>
            <p:ph type="sldNum" idx="12"/>
          </p:nvPr>
        </p:nvSpPr>
        <p:spPr>
          <a:xfrm>
            <a:off x="8556784" y="4749851"/>
            <a:ext cx="548700" cy="393600"/>
          </a:xfrm>
          <a:prstGeom prst="rect">
            <a:avLst/>
          </a:prstGeom>
        </p:spPr>
        <p:txBody>
          <a:bodyPr spcFirstLastPara="1" wrap="square" lIns="91425" tIns="0" rIns="91425" bIns="0" anchor="t" anchorCtr="0">
            <a:noAutofit/>
          </a:bodyPr>
          <a:lstStyle>
            <a:lvl1pPr lvl="0" rtl="0">
              <a:buNone/>
              <a:defRPr sz="200">
                <a:solidFill>
                  <a:srgbClr val="004F35"/>
                </a:solidFill>
                <a:latin typeface="Poppins"/>
                <a:ea typeface="Poppins"/>
                <a:cs typeface="Poppins"/>
                <a:sym typeface="Poppins"/>
              </a:defRPr>
            </a:lvl1pPr>
            <a:lvl2pPr lvl="1" rtl="0">
              <a:buNone/>
              <a:defRPr sz="200">
                <a:solidFill>
                  <a:srgbClr val="004F35"/>
                </a:solidFill>
                <a:latin typeface="Poppins"/>
                <a:ea typeface="Poppins"/>
                <a:cs typeface="Poppins"/>
                <a:sym typeface="Poppins"/>
              </a:defRPr>
            </a:lvl2pPr>
            <a:lvl3pPr lvl="2" rtl="0">
              <a:buNone/>
              <a:defRPr sz="200">
                <a:solidFill>
                  <a:srgbClr val="004F35"/>
                </a:solidFill>
                <a:latin typeface="Poppins"/>
                <a:ea typeface="Poppins"/>
                <a:cs typeface="Poppins"/>
                <a:sym typeface="Poppins"/>
              </a:defRPr>
            </a:lvl3pPr>
            <a:lvl4pPr lvl="3" rtl="0">
              <a:buNone/>
              <a:defRPr sz="200">
                <a:solidFill>
                  <a:srgbClr val="004F35"/>
                </a:solidFill>
                <a:latin typeface="Poppins"/>
                <a:ea typeface="Poppins"/>
                <a:cs typeface="Poppins"/>
                <a:sym typeface="Poppins"/>
              </a:defRPr>
            </a:lvl4pPr>
            <a:lvl5pPr lvl="4" rtl="0">
              <a:buNone/>
              <a:defRPr sz="200">
                <a:solidFill>
                  <a:srgbClr val="004F35"/>
                </a:solidFill>
                <a:latin typeface="Poppins"/>
                <a:ea typeface="Poppins"/>
                <a:cs typeface="Poppins"/>
                <a:sym typeface="Poppins"/>
              </a:defRPr>
            </a:lvl5pPr>
            <a:lvl6pPr lvl="5" rtl="0">
              <a:buNone/>
              <a:defRPr sz="200">
                <a:solidFill>
                  <a:srgbClr val="004F35"/>
                </a:solidFill>
                <a:latin typeface="Poppins"/>
                <a:ea typeface="Poppins"/>
                <a:cs typeface="Poppins"/>
                <a:sym typeface="Poppins"/>
              </a:defRPr>
            </a:lvl6pPr>
            <a:lvl7pPr lvl="6" rtl="0">
              <a:buNone/>
              <a:defRPr sz="200">
                <a:solidFill>
                  <a:srgbClr val="004F35"/>
                </a:solidFill>
                <a:latin typeface="Poppins"/>
                <a:ea typeface="Poppins"/>
                <a:cs typeface="Poppins"/>
                <a:sym typeface="Poppins"/>
              </a:defRPr>
            </a:lvl7pPr>
            <a:lvl8pPr lvl="7" rtl="0">
              <a:buNone/>
              <a:defRPr sz="200">
                <a:solidFill>
                  <a:srgbClr val="004F35"/>
                </a:solidFill>
                <a:latin typeface="Poppins"/>
                <a:ea typeface="Poppins"/>
                <a:cs typeface="Poppins"/>
                <a:sym typeface="Poppins"/>
              </a:defRPr>
            </a:lvl8pPr>
            <a:lvl9pPr lvl="8" rtl="0">
              <a:buNone/>
              <a:defRPr sz="200">
                <a:solidFill>
                  <a:srgbClr val="004F3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56" name="Google Shape;56;p15"/>
          <p:cNvPicPr preferRelativeResize="0"/>
          <p:nvPr/>
        </p:nvPicPr>
        <p:blipFill rotWithShape="1">
          <a:blip r:embed="rId2">
            <a:alphaModFix/>
          </a:blip>
          <a:srcRect t="377" b="377"/>
          <a:stretch/>
        </p:blipFill>
        <p:spPr>
          <a:xfrm>
            <a:off x="402923" y="4424003"/>
            <a:ext cx="1704201" cy="36264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07 Thanks 1">
  <p:cSld name="TITLE_1_1_1_1_1_1_1_1_1_2">
    <p:bg>
      <p:bgPr>
        <a:solidFill>
          <a:srgbClr val="004F35"/>
        </a:solidFill>
        <a:effectLst/>
      </p:bgPr>
    </p:bg>
    <p:spTree>
      <p:nvGrpSpPr>
        <p:cNvPr id="1" name="Shape 57"/>
        <p:cNvGrpSpPr/>
        <p:nvPr/>
      </p:nvGrpSpPr>
      <p:grpSpPr>
        <a:xfrm>
          <a:off x="0" y="0"/>
          <a:ext cx="0" cy="0"/>
          <a:chOff x="0" y="0"/>
          <a:chExt cx="0" cy="0"/>
        </a:xfrm>
      </p:grpSpPr>
      <p:pic>
        <p:nvPicPr>
          <p:cNvPr id="58" name="Google Shape;58;p16"/>
          <p:cNvPicPr preferRelativeResize="0"/>
          <p:nvPr/>
        </p:nvPicPr>
        <p:blipFill rotWithShape="1">
          <a:blip r:embed="rId2">
            <a:alphaModFix/>
          </a:blip>
          <a:srcRect r="84364"/>
          <a:stretch/>
        </p:blipFill>
        <p:spPr>
          <a:xfrm>
            <a:off x="396400" y="411150"/>
            <a:ext cx="825599" cy="806789"/>
          </a:xfrm>
          <a:prstGeom prst="rect">
            <a:avLst/>
          </a:prstGeom>
          <a:noFill/>
          <a:ln>
            <a:noFill/>
          </a:ln>
        </p:spPr>
      </p:pic>
      <p:sp>
        <p:nvSpPr>
          <p:cNvPr id="59" name="Google Shape;59;p16"/>
          <p:cNvSpPr txBox="1"/>
          <p:nvPr/>
        </p:nvSpPr>
        <p:spPr>
          <a:xfrm>
            <a:off x="402921" y="3987903"/>
            <a:ext cx="3539700" cy="812700"/>
          </a:xfrm>
          <a:prstGeom prst="rect">
            <a:avLst/>
          </a:prstGeom>
          <a:noFill/>
          <a:ln>
            <a:noFill/>
          </a:ln>
        </p:spPr>
        <p:txBody>
          <a:bodyPr spcFirstLastPara="1" wrap="square" lIns="91425" tIns="91425" rIns="91425" bIns="91425" anchor="t" anchorCtr="0">
            <a:spAutoFit/>
          </a:bodyPr>
          <a:lstStyle/>
          <a:p>
            <a:pPr marL="0" lvl="0" indent="0" algn="l" rtl="0">
              <a:lnSpc>
                <a:spcPct val="85000"/>
              </a:lnSpc>
              <a:spcBef>
                <a:spcPts val="0"/>
              </a:spcBef>
              <a:spcAft>
                <a:spcPts val="0"/>
              </a:spcAft>
              <a:buNone/>
            </a:pPr>
            <a:r>
              <a:rPr lang="en" sz="4800">
                <a:solidFill>
                  <a:schemeClr val="lt1"/>
                </a:solidFill>
                <a:latin typeface="Poppins"/>
                <a:ea typeface="Poppins"/>
                <a:cs typeface="Poppins"/>
                <a:sym typeface="Poppins"/>
              </a:rPr>
              <a:t>Thanks.</a:t>
            </a:r>
            <a:endParaRPr sz="4800">
              <a:solidFill>
                <a:schemeClr val="lt1"/>
              </a:solidFill>
              <a:latin typeface="Poppins"/>
              <a:ea typeface="Poppins"/>
              <a:cs typeface="Poppins"/>
              <a:sym typeface="Poppi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p:cSld name="CUSTOM_3">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a:off x="809200" y="818125"/>
            <a:ext cx="7727700" cy="572700"/>
          </a:xfrm>
          <a:prstGeom prst="rect">
            <a:avLst/>
          </a:prstGeom>
        </p:spPr>
        <p:txBody>
          <a:bodyPr spcFirstLastPara="1" wrap="square" lIns="0" tIns="0" rIns="91425" bIns="91425" anchor="t"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7"/>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_withGrid">
  <p:cSld name="CUSTOM_3_1">
    <p:spTree>
      <p:nvGrpSpPr>
        <p:cNvPr id="1" name="Shape 63"/>
        <p:cNvGrpSpPr/>
        <p:nvPr/>
      </p:nvGrpSpPr>
      <p:grpSpPr>
        <a:xfrm>
          <a:off x="0" y="0"/>
          <a:ext cx="0" cy="0"/>
          <a:chOff x="0" y="0"/>
          <a:chExt cx="0" cy="0"/>
        </a:xfrm>
      </p:grpSpPr>
      <p:pic>
        <p:nvPicPr>
          <p:cNvPr id="64" name="Google Shape;64;p18"/>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65" name="Google Shape;65;p18"/>
          <p:cNvSpPr txBox="1">
            <a:spLocks noGrp="1"/>
          </p:cNvSpPr>
          <p:nvPr>
            <p:ph type="title"/>
          </p:nvPr>
        </p:nvSpPr>
        <p:spPr>
          <a:xfrm>
            <a:off x="809200" y="818125"/>
            <a:ext cx="7727700" cy="572700"/>
          </a:xfrm>
          <a:prstGeom prst="rect">
            <a:avLst/>
          </a:prstGeom>
        </p:spPr>
        <p:txBody>
          <a:bodyPr spcFirstLastPara="1" wrap="square" lIns="0" tIns="0" rIns="91425" bIns="91425" anchor="t"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 name="Google Shape;66;p18"/>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_withGrid2">
  <p:cSld name="CUSTOM_3_1_1">
    <p:spTree>
      <p:nvGrpSpPr>
        <p:cNvPr id="1" name="Shape 67"/>
        <p:cNvGrpSpPr/>
        <p:nvPr/>
      </p:nvGrpSpPr>
      <p:grpSpPr>
        <a:xfrm>
          <a:off x="0" y="0"/>
          <a:ext cx="0" cy="0"/>
          <a:chOff x="0" y="0"/>
          <a:chExt cx="0" cy="0"/>
        </a:xfrm>
      </p:grpSpPr>
      <p:pic>
        <p:nvPicPr>
          <p:cNvPr id="68" name="Google Shape;68;p19"/>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69" name="Google Shape;69;p19"/>
          <p:cNvSpPr txBox="1">
            <a:spLocks noGrp="1"/>
          </p:cNvSpPr>
          <p:nvPr>
            <p:ph type="title"/>
          </p:nvPr>
        </p:nvSpPr>
        <p:spPr>
          <a:xfrm>
            <a:off x="809200" y="818125"/>
            <a:ext cx="7727700" cy="572700"/>
          </a:xfrm>
          <a:prstGeom prst="rect">
            <a:avLst/>
          </a:prstGeom>
        </p:spPr>
        <p:txBody>
          <a:bodyPr spcFirstLastPara="1" wrap="square" lIns="0" tIns="0" rIns="91425" bIns="91425" anchor="t"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0" name="Google Shape;70;p19"/>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_withGrid3">
  <p:cSld name="CUSTOM_3_1_1_1">
    <p:spTree>
      <p:nvGrpSpPr>
        <p:cNvPr id="1" name="Shape 71"/>
        <p:cNvGrpSpPr/>
        <p:nvPr/>
      </p:nvGrpSpPr>
      <p:grpSpPr>
        <a:xfrm>
          <a:off x="0" y="0"/>
          <a:ext cx="0" cy="0"/>
          <a:chOff x="0" y="0"/>
          <a:chExt cx="0" cy="0"/>
        </a:xfrm>
      </p:grpSpPr>
      <p:pic>
        <p:nvPicPr>
          <p:cNvPr id="72" name="Google Shape;72;p20"/>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73" name="Google Shape;73;p20"/>
          <p:cNvSpPr txBox="1">
            <a:spLocks noGrp="1"/>
          </p:cNvSpPr>
          <p:nvPr>
            <p:ph type="title"/>
          </p:nvPr>
        </p:nvSpPr>
        <p:spPr>
          <a:xfrm>
            <a:off x="809200" y="818125"/>
            <a:ext cx="7727700" cy="572700"/>
          </a:xfrm>
          <a:prstGeom prst="rect">
            <a:avLst/>
          </a:prstGeom>
        </p:spPr>
        <p:txBody>
          <a:bodyPr spcFirstLastPara="1" wrap="square" lIns="0" tIns="0" rIns="91425" bIns="91425" anchor="t"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4" name="Google Shape;74;p20"/>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GridBackground1">
  <p:cSld name="CUSTOM_4">
    <p:spTree>
      <p:nvGrpSpPr>
        <p:cNvPr id="1" name="Shape 75"/>
        <p:cNvGrpSpPr/>
        <p:nvPr/>
      </p:nvGrpSpPr>
      <p:grpSpPr>
        <a:xfrm>
          <a:off x="0" y="0"/>
          <a:ext cx="0" cy="0"/>
          <a:chOff x="0" y="0"/>
          <a:chExt cx="0" cy="0"/>
        </a:xfrm>
      </p:grpSpPr>
      <p:pic>
        <p:nvPicPr>
          <p:cNvPr id="76" name="Google Shape;76;p21"/>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77" name="Google Shape;77;p21"/>
          <p:cNvSpPr/>
          <p:nvPr/>
        </p:nvSpPr>
        <p:spPr>
          <a:xfrm>
            <a:off x="-353875" y="321100"/>
            <a:ext cx="6881700" cy="682800"/>
          </a:xfrm>
          <a:prstGeom prst="roundRect">
            <a:avLst>
              <a:gd name="adj" fmla="val 16667"/>
            </a:avLst>
          </a:prstGeom>
          <a:solidFill>
            <a:srgbClr val="F2B20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78" name="Google Shape;78;p21"/>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9" name="Google Shape;79;p21"/>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GridBackground2">
  <p:cSld name="CUSTOM_4_1">
    <p:spTree>
      <p:nvGrpSpPr>
        <p:cNvPr id="1" name="Shape 80"/>
        <p:cNvGrpSpPr/>
        <p:nvPr/>
      </p:nvGrpSpPr>
      <p:grpSpPr>
        <a:xfrm>
          <a:off x="0" y="0"/>
          <a:ext cx="0" cy="0"/>
          <a:chOff x="0" y="0"/>
          <a:chExt cx="0" cy="0"/>
        </a:xfrm>
      </p:grpSpPr>
      <p:pic>
        <p:nvPicPr>
          <p:cNvPr id="81" name="Google Shape;81;p22"/>
          <p:cNvPicPr preferRelativeResize="0"/>
          <p:nvPr/>
        </p:nvPicPr>
        <p:blipFill>
          <a:blip r:embed="rId2">
            <a:alphaModFix amt="23000"/>
          </a:blip>
          <a:stretch>
            <a:fillRect/>
          </a:stretch>
        </p:blipFill>
        <p:spPr>
          <a:xfrm>
            <a:off x="0" y="0"/>
            <a:ext cx="9144000" cy="5143500"/>
          </a:xfrm>
          <a:prstGeom prst="rect">
            <a:avLst/>
          </a:prstGeom>
          <a:noFill/>
          <a:ln>
            <a:noFill/>
          </a:ln>
        </p:spPr>
      </p:pic>
      <p:sp>
        <p:nvSpPr>
          <p:cNvPr id="82" name="Google Shape;82;p22"/>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83" name="Google Shape;83;p22"/>
          <p:cNvSpPr/>
          <p:nvPr/>
        </p:nvSpPr>
        <p:spPr>
          <a:xfrm>
            <a:off x="-353875" y="321100"/>
            <a:ext cx="6881700" cy="682800"/>
          </a:xfrm>
          <a:prstGeom prst="roundRect">
            <a:avLst>
              <a:gd name="adj" fmla="val 16667"/>
            </a:avLst>
          </a:prstGeom>
          <a:solidFill>
            <a:srgbClr val="34E0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84" name="Google Shape;84;p22"/>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GridBackground3">
  <p:cSld name="CUSTOM_4_2">
    <p:spTree>
      <p:nvGrpSpPr>
        <p:cNvPr id="1" name="Shape 85"/>
        <p:cNvGrpSpPr/>
        <p:nvPr/>
      </p:nvGrpSpPr>
      <p:grpSpPr>
        <a:xfrm>
          <a:off x="0" y="0"/>
          <a:ext cx="0" cy="0"/>
          <a:chOff x="0" y="0"/>
          <a:chExt cx="0" cy="0"/>
        </a:xfrm>
      </p:grpSpPr>
      <p:pic>
        <p:nvPicPr>
          <p:cNvPr id="86" name="Google Shape;86;p23"/>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87" name="Google Shape;87;p23"/>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88" name="Google Shape;88;p23"/>
          <p:cNvSpPr/>
          <p:nvPr/>
        </p:nvSpPr>
        <p:spPr>
          <a:xfrm>
            <a:off x="-353875" y="321100"/>
            <a:ext cx="6881700" cy="682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89" name="Google Shape;89;p23"/>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GridBackground4">
  <p:cSld name="CUSTOM_4_3">
    <p:spTree>
      <p:nvGrpSpPr>
        <p:cNvPr id="1" name="Shape 90"/>
        <p:cNvGrpSpPr/>
        <p:nvPr/>
      </p:nvGrpSpPr>
      <p:grpSpPr>
        <a:xfrm>
          <a:off x="0" y="0"/>
          <a:ext cx="0" cy="0"/>
          <a:chOff x="0" y="0"/>
          <a:chExt cx="0" cy="0"/>
        </a:xfrm>
      </p:grpSpPr>
      <p:pic>
        <p:nvPicPr>
          <p:cNvPr id="91" name="Google Shape;91;p24"/>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92" name="Google Shape;92;p24"/>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93" name="Google Shape;93;p24"/>
          <p:cNvSpPr/>
          <p:nvPr/>
        </p:nvSpPr>
        <p:spPr>
          <a:xfrm>
            <a:off x="-353875" y="321100"/>
            <a:ext cx="6881700" cy="682800"/>
          </a:xfrm>
          <a:prstGeom prst="roundRect">
            <a:avLst>
              <a:gd name="adj" fmla="val 16667"/>
            </a:avLst>
          </a:prstGeom>
          <a:solidFill>
            <a:srgbClr val="004F3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94" name="Google Shape;94;p24"/>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GridBackground5">
  <p:cSld name="CUSTOM_4_4">
    <p:spTree>
      <p:nvGrpSpPr>
        <p:cNvPr id="1" name="Shape 95"/>
        <p:cNvGrpSpPr/>
        <p:nvPr/>
      </p:nvGrpSpPr>
      <p:grpSpPr>
        <a:xfrm>
          <a:off x="0" y="0"/>
          <a:ext cx="0" cy="0"/>
          <a:chOff x="0" y="0"/>
          <a:chExt cx="0" cy="0"/>
        </a:xfrm>
      </p:grpSpPr>
      <p:pic>
        <p:nvPicPr>
          <p:cNvPr id="96" name="Google Shape;96;p25"/>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97" name="Google Shape;97;p25"/>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98" name="Google Shape;98;p25"/>
          <p:cNvSpPr/>
          <p:nvPr/>
        </p:nvSpPr>
        <p:spPr>
          <a:xfrm>
            <a:off x="-353875" y="321100"/>
            <a:ext cx="6881700" cy="6828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99" name="Google Shape;99;p25"/>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amp;A1">
  <p:cSld name="CUSTOM_5">
    <p:spTree>
      <p:nvGrpSpPr>
        <p:cNvPr id="1" name="Shape 100"/>
        <p:cNvGrpSpPr/>
        <p:nvPr/>
      </p:nvGrpSpPr>
      <p:grpSpPr>
        <a:xfrm>
          <a:off x="0" y="0"/>
          <a:ext cx="0" cy="0"/>
          <a:chOff x="0" y="0"/>
          <a:chExt cx="0" cy="0"/>
        </a:xfrm>
      </p:grpSpPr>
      <p:pic>
        <p:nvPicPr>
          <p:cNvPr id="101" name="Google Shape;101;p26"/>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amp;A2">
  <p:cSld name="CUSTOM_5_1">
    <p:spTree>
      <p:nvGrpSpPr>
        <p:cNvPr id="1" name="Shape 102"/>
        <p:cNvGrpSpPr/>
        <p:nvPr/>
      </p:nvGrpSpPr>
      <p:grpSpPr>
        <a:xfrm>
          <a:off x="0" y="0"/>
          <a:ext cx="0" cy="0"/>
          <a:chOff x="0" y="0"/>
          <a:chExt cx="0" cy="0"/>
        </a:xfrm>
      </p:grpSpPr>
      <p:pic>
        <p:nvPicPr>
          <p:cNvPr id="103" name="Google Shape;103;p27"/>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amp;A3">
  <p:cSld name="CUSTOM_5_2">
    <p:spTree>
      <p:nvGrpSpPr>
        <p:cNvPr id="1" name="Shape 104"/>
        <p:cNvGrpSpPr/>
        <p:nvPr/>
      </p:nvGrpSpPr>
      <p:grpSpPr>
        <a:xfrm>
          <a:off x="0" y="0"/>
          <a:ext cx="0" cy="0"/>
          <a:chOff x="0" y="0"/>
          <a:chExt cx="0" cy="0"/>
        </a:xfrm>
      </p:grpSpPr>
      <p:pic>
        <p:nvPicPr>
          <p:cNvPr id="105" name="Google Shape;105;p28"/>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YouSlide">
  <p:cSld name="CUSTOM_6">
    <p:spTree>
      <p:nvGrpSpPr>
        <p:cNvPr id="1" name="Shape 106"/>
        <p:cNvGrpSpPr/>
        <p:nvPr/>
      </p:nvGrpSpPr>
      <p:grpSpPr>
        <a:xfrm>
          <a:off x="0" y="0"/>
          <a:ext cx="0" cy="0"/>
          <a:chOff x="0" y="0"/>
          <a:chExt cx="0" cy="0"/>
        </a:xfrm>
      </p:grpSpPr>
      <p:pic>
        <p:nvPicPr>
          <p:cNvPr id="107" name="Google Shape;107;p29"/>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2">
  <p:cSld name="CUSTOM_7">
    <p:spTree>
      <p:nvGrpSpPr>
        <p:cNvPr id="1" name="Shape 108"/>
        <p:cNvGrpSpPr/>
        <p:nvPr/>
      </p:nvGrpSpPr>
      <p:grpSpPr>
        <a:xfrm>
          <a:off x="0" y="0"/>
          <a:ext cx="0" cy="0"/>
          <a:chOff x="0" y="0"/>
          <a:chExt cx="0" cy="0"/>
        </a:xfrm>
      </p:grpSpPr>
      <p:pic>
        <p:nvPicPr>
          <p:cNvPr id="109" name="Google Shape;109;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0" name="Google Shape;110;p30"/>
          <p:cNvSpPr txBox="1"/>
          <p:nvPr/>
        </p:nvSpPr>
        <p:spPr>
          <a:xfrm>
            <a:off x="2356250" y="112800"/>
            <a:ext cx="6604500" cy="1749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7500">
                <a:solidFill>
                  <a:srgbClr val="FF6666"/>
                </a:solidFill>
                <a:latin typeface="Poppins Black"/>
                <a:ea typeface="Poppins Black"/>
                <a:cs typeface="Poppins Black"/>
                <a:sym typeface="Poppins Black"/>
              </a:rPr>
              <a:t>Break time</a:t>
            </a:r>
            <a:endParaRPr sz="7500">
              <a:solidFill>
                <a:srgbClr val="FF6666"/>
              </a:solidFill>
              <a:latin typeface="Poppins Black"/>
              <a:ea typeface="Poppins Black"/>
              <a:cs typeface="Poppins Black"/>
              <a:sym typeface="Poppins Black"/>
            </a:endParaRPr>
          </a:p>
        </p:txBody>
      </p:sp>
      <p:sp>
        <p:nvSpPr>
          <p:cNvPr id="111" name="Google Shape;111;p30"/>
          <p:cNvSpPr/>
          <p:nvPr/>
        </p:nvSpPr>
        <p:spPr>
          <a:xfrm>
            <a:off x="-134375" y="1638675"/>
            <a:ext cx="4087647" cy="3653334"/>
          </a:xfrm>
          <a:custGeom>
            <a:avLst/>
            <a:gdLst/>
            <a:ahLst/>
            <a:cxnLst/>
            <a:rect l="l" t="t" r="r" b="b"/>
            <a:pathLst>
              <a:path w="3050483" h="2726369" extrusionOk="0">
                <a:moveTo>
                  <a:pt x="0" y="0"/>
                </a:moveTo>
                <a:lnTo>
                  <a:pt x="3050483" y="0"/>
                </a:lnTo>
                <a:lnTo>
                  <a:pt x="3050483" y="2726369"/>
                </a:lnTo>
                <a:lnTo>
                  <a:pt x="0" y="272636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ustom Layout 2 1">
  <p:cSld name="CUSTOM_7_1">
    <p:spTree>
      <p:nvGrpSpPr>
        <p:cNvPr id="1" name="Shape 112"/>
        <p:cNvGrpSpPr/>
        <p:nvPr/>
      </p:nvGrpSpPr>
      <p:grpSpPr>
        <a:xfrm>
          <a:off x="0" y="0"/>
          <a:ext cx="0" cy="0"/>
          <a:chOff x="0" y="0"/>
          <a:chExt cx="0" cy="0"/>
        </a:xfrm>
      </p:grpSpPr>
      <p:pic>
        <p:nvPicPr>
          <p:cNvPr id="113" name="Google Shape;113;p3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4" name="Google Shape;114;p31"/>
          <p:cNvSpPr txBox="1"/>
          <p:nvPr/>
        </p:nvSpPr>
        <p:spPr>
          <a:xfrm>
            <a:off x="2356250" y="112800"/>
            <a:ext cx="6604500" cy="1749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7500">
                <a:solidFill>
                  <a:schemeClr val="accent4"/>
                </a:solidFill>
                <a:latin typeface="Poppins Black"/>
                <a:ea typeface="Poppins Black"/>
                <a:cs typeface="Poppins Black"/>
                <a:sym typeface="Poppins Black"/>
              </a:rPr>
              <a:t>Break time</a:t>
            </a:r>
            <a:endParaRPr sz="7500">
              <a:solidFill>
                <a:schemeClr val="accent4"/>
              </a:solidFill>
              <a:latin typeface="Poppins Black"/>
              <a:ea typeface="Poppins Black"/>
              <a:cs typeface="Poppins Black"/>
              <a:sym typeface="Poppins Black"/>
            </a:endParaRPr>
          </a:p>
        </p:txBody>
      </p:sp>
      <p:sp>
        <p:nvSpPr>
          <p:cNvPr id="115" name="Google Shape;115;p31"/>
          <p:cNvSpPr/>
          <p:nvPr/>
        </p:nvSpPr>
        <p:spPr>
          <a:xfrm>
            <a:off x="-134375" y="1638675"/>
            <a:ext cx="4087647" cy="3653334"/>
          </a:xfrm>
          <a:custGeom>
            <a:avLst/>
            <a:gdLst/>
            <a:ahLst/>
            <a:cxnLst/>
            <a:rect l="l" t="t" r="r" b="b"/>
            <a:pathLst>
              <a:path w="3050483" h="2726369" extrusionOk="0">
                <a:moveTo>
                  <a:pt x="0" y="0"/>
                </a:moveTo>
                <a:lnTo>
                  <a:pt x="3050483" y="0"/>
                </a:lnTo>
                <a:lnTo>
                  <a:pt x="3050483" y="2726369"/>
                </a:lnTo>
                <a:lnTo>
                  <a:pt x="0" y="272636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 Layout 2 1 1">
  <p:cSld name="CUSTOM_7_1_1">
    <p:spTree>
      <p:nvGrpSpPr>
        <p:cNvPr id="1" name="Shape 116"/>
        <p:cNvGrpSpPr/>
        <p:nvPr/>
      </p:nvGrpSpPr>
      <p:grpSpPr>
        <a:xfrm>
          <a:off x="0" y="0"/>
          <a:ext cx="0" cy="0"/>
          <a:chOff x="0" y="0"/>
          <a:chExt cx="0" cy="0"/>
        </a:xfrm>
      </p:grpSpPr>
      <p:pic>
        <p:nvPicPr>
          <p:cNvPr id="117" name="Google Shape;117;p3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8" name="Google Shape;118;p32"/>
          <p:cNvSpPr txBox="1"/>
          <p:nvPr/>
        </p:nvSpPr>
        <p:spPr>
          <a:xfrm>
            <a:off x="2356250" y="112800"/>
            <a:ext cx="6604500" cy="1749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7500">
                <a:solidFill>
                  <a:schemeClr val="accent6"/>
                </a:solidFill>
                <a:latin typeface="Poppins Black"/>
                <a:ea typeface="Poppins Black"/>
                <a:cs typeface="Poppins Black"/>
                <a:sym typeface="Poppins Black"/>
              </a:rPr>
              <a:t>Break time</a:t>
            </a:r>
            <a:endParaRPr sz="7500">
              <a:solidFill>
                <a:schemeClr val="accent6"/>
              </a:solidFill>
              <a:latin typeface="Poppins Black"/>
              <a:ea typeface="Poppins Black"/>
              <a:cs typeface="Poppins Black"/>
              <a:sym typeface="Poppins Black"/>
            </a:endParaRPr>
          </a:p>
        </p:txBody>
      </p:sp>
      <p:sp>
        <p:nvSpPr>
          <p:cNvPr id="119" name="Google Shape;119;p32"/>
          <p:cNvSpPr/>
          <p:nvPr/>
        </p:nvSpPr>
        <p:spPr>
          <a:xfrm>
            <a:off x="-134375" y="1638675"/>
            <a:ext cx="4087647" cy="3653334"/>
          </a:xfrm>
          <a:custGeom>
            <a:avLst/>
            <a:gdLst/>
            <a:ahLst/>
            <a:cxnLst/>
            <a:rect l="l" t="t" r="r" b="b"/>
            <a:pathLst>
              <a:path w="3050483" h="2726369" extrusionOk="0">
                <a:moveTo>
                  <a:pt x="0" y="0"/>
                </a:moveTo>
                <a:lnTo>
                  <a:pt x="3050483" y="0"/>
                </a:lnTo>
                <a:lnTo>
                  <a:pt x="3050483" y="2726369"/>
                </a:lnTo>
                <a:lnTo>
                  <a:pt x="0" y="272636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07 Thanks 2">
  <p:cSld name="TITLE_1_1_1_1_1_1_1_1_1_1">
    <p:bg>
      <p:bgPr>
        <a:solidFill>
          <a:schemeClr val="accent1"/>
        </a:solidFill>
        <a:effectLst/>
      </p:bgPr>
    </p:bg>
    <p:spTree>
      <p:nvGrpSpPr>
        <p:cNvPr id="1" name="Shape 120"/>
        <p:cNvGrpSpPr/>
        <p:nvPr/>
      </p:nvGrpSpPr>
      <p:grpSpPr>
        <a:xfrm>
          <a:off x="0" y="0"/>
          <a:ext cx="0" cy="0"/>
          <a:chOff x="0" y="0"/>
          <a:chExt cx="0" cy="0"/>
        </a:xfrm>
      </p:grpSpPr>
      <p:pic>
        <p:nvPicPr>
          <p:cNvPr id="121" name="Google Shape;121;p33"/>
          <p:cNvPicPr preferRelativeResize="0"/>
          <p:nvPr/>
        </p:nvPicPr>
        <p:blipFill>
          <a:blip r:embed="rId2">
            <a:alphaModFix/>
          </a:blip>
          <a:stretch>
            <a:fillRect/>
          </a:stretch>
        </p:blipFill>
        <p:spPr>
          <a:xfrm>
            <a:off x="405838" y="411150"/>
            <a:ext cx="806721" cy="806800"/>
          </a:xfrm>
          <a:prstGeom prst="rect">
            <a:avLst/>
          </a:prstGeom>
          <a:noFill/>
          <a:ln>
            <a:noFill/>
          </a:ln>
        </p:spPr>
      </p:pic>
      <p:sp>
        <p:nvSpPr>
          <p:cNvPr id="122" name="Google Shape;122;p33"/>
          <p:cNvSpPr txBox="1"/>
          <p:nvPr/>
        </p:nvSpPr>
        <p:spPr>
          <a:xfrm>
            <a:off x="402921" y="4017628"/>
            <a:ext cx="3539700" cy="812700"/>
          </a:xfrm>
          <a:prstGeom prst="rect">
            <a:avLst/>
          </a:prstGeom>
          <a:noFill/>
          <a:ln>
            <a:noFill/>
          </a:ln>
        </p:spPr>
        <p:txBody>
          <a:bodyPr spcFirstLastPara="1" wrap="square" lIns="91425" tIns="91425" rIns="91425" bIns="91425" anchor="t" anchorCtr="0">
            <a:spAutoFit/>
          </a:bodyPr>
          <a:lstStyle/>
          <a:p>
            <a:pPr marL="0" lvl="0" indent="0" algn="l" rtl="0">
              <a:lnSpc>
                <a:spcPct val="85000"/>
              </a:lnSpc>
              <a:spcBef>
                <a:spcPts val="0"/>
              </a:spcBef>
              <a:spcAft>
                <a:spcPts val="0"/>
              </a:spcAft>
              <a:buNone/>
            </a:pPr>
            <a:r>
              <a:rPr lang="en" sz="4800">
                <a:solidFill>
                  <a:schemeClr val="dk1"/>
                </a:solidFill>
                <a:latin typeface="Poppins"/>
                <a:ea typeface="Poppins"/>
                <a:cs typeface="Poppins"/>
                <a:sym typeface="Poppins"/>
              </a:rPr>
              <a:t>Thanks.</a:t>
            </a:r>
            <a:endParaRPr sz="4800">
              <a:solidFill>
                <a:schemeClr val="dk1"/>
              </a:solidFill>
              <a:latin typeface="Poppins"/>
              <a:ea typeface="Poppins"/>
              <a:cs typeface="Poppins"/>
              <a:sym typeface="Poppi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34"/>
          <p:cNvSpPr txBox="1">
            <a:spLocks noGrp="1"/>
          </p:cNvSpPr>
          <p:nvPr>
            <p:ph type="ctrTitle"/>
          </p:nvPr>
        </p:nvSpPr>
        <p:spPr>
          <a:xfrm>
            <a:off x="311708" y="744575"/>
            <a:ext cx="8520600" cy="2052600"/>
          </a:xfrm>
          <a:prstGeom prst="rect">
            <a:avLst/>
          </a:prstGeom>
        </p:spPr>
        <p:txBody>
          <a:bodyPr spcFirstLastPara="1" wrap="square" lIns="0" tIns="0"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25" name="Google Shape;125;p34"/>
          <p:cNvSpPr txBox="1">
            <a:spLocks noGrp="1"/>
          </p:cNvSpPr>
          <p:nvPr>
            <p:ph type="subTitle" idx="1"/>
          </p:nvPr>
        </p:nvSpPr>
        <p:spPr>
          <a:xfrm>
            <a:off x="311700" y="2834125"/>
            <a:ext cx="8520600" cy="792600"/>
          </a:xfrm>
          <a:prstGeom prst="rect">
            <a:avLst/>
          </a:prstGeom>
        </p:spPr>
        <p:txBody>
          <a:bodyPr spcFirstLastPara="1" wrap="square" lIns="0" tIns="0" rIns="91425" bIns="0"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6" name="Google Shape;126;p34"/>
          <p:cNvSpPr txBox="1">
            <a:spLocks noGrp="1"/>
          </p:cNvSpPr>
          <p:nvPr>
            <p:ph type="sldNum" idx="12"/>
          </p:nvPr>
        </p:nvSpPr>
        <p:spPr>
          <a:xfrm>
            <a:off x="8472458" y="4663217"/>
            <a:ext cx="548700" cy="393600"/>
          </a:xfrm>
          <a:prstGeom prst="rect">
            <a:avLst/>
          </a:prstGeom>
        </p:spPr>
        <p:txBody>
          <a:bodyPr spcFirstLastPara="1" wrap="square" lIns="91425" tIns="0" rIns="9142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127"/>
        <p:cNvGrpSpPr/>
        <p:nvPr/>
      </p:nvGrpSpPr>
      <p:grpSpPr>
        <a:xfrm>
          <a:off x="0" y="0"/>
          <a:ext cx="0" cy="0"/>
          <a:chOff x="0" y="0"/>
          <a:chExt cx="0" cy="0"/>
        </a:xfrm>
      </p:grpSpPr>
      <p:sp>
        <p:nvSpPr>
          <p:cNvPr id="128" name="Google Shape;128;p3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29" name="Google Shape;129;p3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130" name="Google Shape;130;p3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02 Agenda">
  <p:cSld name="TITLE_2_1_1_1_2">
    <p:bg>
      <p:bgPr>
        <a:solidFill>
          <a:schemeClr val="accent1"/>
        </a:solidFill>
        <a:effectLst/>
      </p:bgPr>
    </p:bg>
    <p:spTree>
      <p:nvGrpSpPr>
        <p:cNvPr id="1" name="Shape 135"/>
        <p:cNvGrpSpPr/>
        <p:nvPr/>
      </p:nvGrpSpPr>
      <p:grpSpPr>
        <a:xfrm>
          <a:off x="0" y="0"/>
          <a:ext cx="0" cy="0"/>
          <a:chOff x="0" y="0"/>
          <a:chExt cx="0" cy="0"/>
        </a:xfrm>
      </p:grpSpPr>
      <p:sp>
        <p:nvSpPr>
          <p:cNvPr id="136" name="Google Shape;136;p37"/>
          <p:cNvSpPr>
            <a:spLocks noGrp="1"/>
          </p:cNvSpPr>
          <p:nvPr>
            <p:ph type="pic" idx="2"/>
          </p:nvPr>
        </p:nvSpPr>
        <p:spPr>
          <a:xfrm>
            <a:off x="4572000" y="0"/>
            <a:ext cx="4572000" cy="5143500"/>
          </a:xfrm>
          <a:prstGeom prst="rect">
            <a:avLst/>
          </a:prstGeom>
          <a:noFill/>
          <a:ln>
            <a:noFill/>
          </a:ln>
        </p:spPr>
      </p:sp>
      <p:sp>
        <p:nvSpPr>
          <p:cNvPr id="137" name="Google Shape;137;p37"/>
          <p:cNvSpPr txBox="1">
            <a:spLocks noGrp="1"/>
          </p:cNvSpPr>
          <p:nvPr>
            <p:ph type="ctrTitle"/>
          </p:nvPr>
        </p:nvSpPr>
        <p:spPr>
          <a:xfrm>
            <a:off x="402925" y="1747425"/>
            <a:ext cx="2911800" cy="24558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600"/>
              <a:buAutoNum type="arabicPeriod"/>
              <a:defRPr sz="1600"/>
            </a:lvl1pPr>
            <a:lvl2pPr lvl="1" rtl="0">
              <a:lnSpc>
                <a:spcPct val="87000"/>
              </a:lnSpc>
              <a:spcBef>
                <a:spcPts val="0"/>
              </a:spcBef>
              <a:spcAft>
                <a:spcPts val="0"/>
              </a:spcAft>
              <a:buSzPts val="3600"/>
              <a:buFont typeface="Poppins"/>
              <a:buAutoNum type="alphaLcPeriod"/>
              <a:defRPr sz="3600" b="1">
                <a:latin typeface="Poppins"/>
                <a:ea typeface="Poppins"/>
                <a:cs typeface="Poppins"/>
                <a:sym typeface="Poppins"/>
              </a:defRPr>
            </a:lvl2pPr>
            <a:lvl3pPr lvl="2" rtl="0">
              <a:lnSpc>
                <a:spcPct val="87000"/>
              </a:lnSpc>
              <a:spcBef>
                <a:spcPts val="0"/>
              </a:spcBef>
              <a:spcAft>
                <a:spcPts val="0"/>
              </a:spcAft>
              <a:buSzPts val="3600"/>
              <a:buFont typeface="Poppins"/>
              <a:buAutoNum type="romanLcPeriod"/>
              <a:defRPr sz="3600" b="1">
                <a:latin typeface="Poppins"/>
                <a:ea typeface="Poppins"/>
                <a:cs typeface="Poppins"/>
                <a:sym typeface="Poppins"/>
              </a:defRPr>
            </a:lvl3pPr>
            <a:lvl4pPr lvl="3" rtl="0">
              <a:lnSpc>
                <a:spcPct val="87000"/>
              </a:lnSpc>
              <a:spcBef>
                <a:spcPts val="0"/>
              </a:spcBef>
              <a:spcAft>
                <a:spcPts val="0"/>
              </a:spcAft>
              <a:buSzPts val="3600"/>
              <a:buFont typeface="Poppins"/>
              <a:buAutoNum type="arabicPeriod"/>
              <a:defRPr sz="3600" b="1">
                <a:latin typeface="Poppins"/>
                <a:ea typeface="Poppins"/>
                <a:cs typeface="Poppins"/>
                <a:sym typeface="Poppins"/>
              </a:defRPr>
            </a:lvl4pPr>
            <a:lvl5pPr lvl="4" rtl="0">
              <a:lnSpc>
                <a:spcPct val="87000"/>
              </a:lnSpc>
              <a:spcBef>
                <a:spcPts val="0"/>
              </a:spcBef>
              <a:spcAft>
                <a:spcPts val="0"/>
              </a:spcAft>
              <a:buSzPts val="3600"/>
              <a:buFont typeface="Poppins"/>
              <a:buAutoNum type="alphaLcPeriod"/>
              <a:defRPr sz="3600" b="1">
                <a:latin typeface="Poppins"/>
                <a:ea typeface="Poppins"/>
                <a:cs typeface="Poppins"/>
                <a:sym typeface="Poppins"/>
              </a:defRPr>
            </a:lvl5pPr>
            <a:lvl6pPr lvl="5" rtl="0">
              <a:lnSpc>
                <a:spcPct val="87000"/>
              </a:lnSpc>
              <a:spcBef>
                <a:spcPts val="0"/>
              </a:spcBef>
              <a:spcAft>
                <a:spcPts val="0"/>
              </a:spcAft>
              <a:buSzPts val="3600"/>
              <a:buFont typeface="Poppins"/>
              <a:buAutoNum type="romanLcPeriod"/>
              <a:defRPr sz="3600" b="1">
                <a:latin typeface="Poppins"/>
                <a:ea typeface="Poppins"/>
                <a:cs typeface="Poppins"/>
                <a:sym typeface="Poppins"/>
              </a:defRPr>
            </a:lvl6pPr>
            <a:lvl7pPr lvl="6" rtl="0">
              <a:lnSpc>
                <a:spcPct val="87000"/>
              </a:lnSpc>
              <a:spcBef>
                <a:spcPts val="0"/>
              </a:spcBef>
              <a:spcAft>
                <a:spcPts val="0"/>
              </a:spcAft>
              <a:buSzPts val="3600"/>
              <a:buFont typeface="Poppins"/>
              <a:buAutoNum type="arabicPeriod"/>
              <a:defRPr sz="3600" b="1">
                <a:latin typeface="Poppins"/>
                <a:ea typeface="Poppins"/>
                <a:cs typeface="Poppins"/>
                <a:sym typeface="Poppins"/>
              </a:defRPr>
            </a:lvl7pPr>
            <a:lvl8pPr lvl="7" rtl="0">
              <a:lnSpc>
                <a:spcPct val="87000"/>
              </a:lnSpc>
              <a:spcBef>
                <a:spcPts val="0"/>
              </a:spcBef>
              <a:spcAft>
                <a:spcPts val="0"/>
              </a:spcAft>
              <a:buSzPts val="3600"/>
              <a:buFont typeface="Poppins"/>
              <a:buAutoNum type="alphaLcPeriod"/>
              <a:defRPr sz="3600" b="1">
                <a:latin typeface="Poppins"/>
                <a:ea typeface="Poppins"/>
                <a:cs typeface="Poppins"/>
                <a:sym typeface="Poppins"/>
              </a:defRPr>
            </a:lvl8pPr>
            <a:lvl9pPr lvl="8" rtl="0">
              <a:lnSpc>
                <a:spcPct val="87000"/>
              </a:lnSpc>
              <a:spcBef>
                <a:spcPts val="0"/>
              </a:spcBef>
              <a:spcAft>
                <a:spcPts val="0"/>
              </a:spcAft>
              <a:buSzPts val="3600"/>
              <a:buFont typeface="Poppins"/>
              <a:buAutoNum type="romanLcPeriod"/>
              <a:defRPr sz="3600" b="1">
                <a:latin typeface="Poppins"/>
                <a:ea typeface="Poppins"/>
                <a:cs typeface="Poppins"/>
                <a:sym typeface="Poppins"/>
              </a:defRPr>
            </a:lvl9pPr>
          </a:lstStyle>
          <a:p>
            <a:endParaRPr/>
          </a:p>
        </p:txBody>
      </p:sp>
      <p:pic>
        <p:nvPicPr>
          <p:cNvPr id="138" name="Google Shape;138;p37"/>
          <p:cNvPicPr preferRelativeResize="0"/>
          <p:nvPr/>
        </p:nvPicPr>
        <p:blipFill>
          <a:blip r:embed="rId2">
            <a:alphaModFix/>
          </a:blip>
          <a:stretch>
            <a:fillRect/>
          </a:stretch>
        </p:blipFill>
        <p:spPr>
          <a:xfrm>
            <a:off x="115676" y="4859127"/>
            <a:ext cx="165327" cy="165346"/>
          </a:xfrm>
          <a:prstGeom prst="rect">
            <a:avLst/>
          </a:prstGeom>
          <a:noFill/>
          <a:ln>
            <a:noFill/>
          </a:ln>
        </p:spPr>
      </p:pic>
      <p:sp>
        <p:nvSpPr>
          <p:cNvPr id="139" name="Google Shape;139;p37"/>
          <p:cNvSpPr txBox="1">
            <a:spLocks noGrp="1"/>
          </p:cNvSpPr>
          <p:nvPr>
            <p:ph type="sldNum" idx="12"/>
          </p:nvPr>
        </p:nvSpPr>
        <p:spPr>
          <a:xfrm>
            <a:off x="8557171" y="4944643"/>
            <a:ext cx="548700" cy="256800"/>
          </a:xfrm>
          <a:prstGeom prst="rect">
            <a:avLst/>
          </a:prstGeom>
        </p:spPr>
        <p:txBody>
          <a:bodyPr spcFirstLastPara="1" wrap="square" lIns="91425" tIns="0" rIns="91425" bIns="0"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40" name="Google Shape;140;p37"/>
          <p:cNvSpPr txBox="1">
            <a:spLocks noGrp="1"/>
          </p:cNvSpPr>
          <p:nvPr>
            <p:ph type="subTitle" idx="1"/>
          </p:nvPr>
        </p:nvSpPr>
        <p:spPr>
          <a:xfrm>
            <a:off x="402925" y="411150"/>
            <a:ext cx="3302400" cy="256800"/>
          </a:xfrm>
          <a:prstGeom prst="rect">
            <a:avLst/>
          </a:prstGeom>
        </p:spPr>
        <p:txBody>
          <a:bodyPr spcFirstLastPara="1" wrap="square" lIns="0" tIns="0" rIns="228600" bIns="0" anchor="t" anchorCtr="0">
            <a:noAutofit/>
          </a:bodyPr>
          <a:lstStyle>
            <a:lvl1pPr lvl="0"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1pPr>
            <a:lvl2pPr lvl="1"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2pPr>
            <a:lvl3pPr lvl="2"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3pPr>
            <a:lvl4pPr lvl="3"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4pPr>
            <a:lvl5pPr lvl="4" rtl="0">
              <a:lnSpc>
                <a:spcPct val="115000"/>
              </a:lnSpc>
              <a:spcBef>
                <a:spcPts val="0"/>
              </a:spcBef>
              <a:spcAft>
                <a:spcPts val="0"/>
              </a:spcAft>
              <a:buClr>
                <a:schemeClr val="dk1"/>
              </a:buClr>
              <a:buSzPts val="800"/>
              <a:buNone/>
              <a:defRPr>
                <a:solidFill>
                  <a:schemeClr val="dk1"/>
                </a:solidFill>
              </a:defRPr>
            </a:lvl5pPr>
            <a:lvl6pPr lvl="5"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6pPr>
            <a:lvl7pPr lvl="6"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7pPr>
            <a:lvl8pPr lvl="7"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8pPr>
            <a:lvl9pPr lvl="8" rtl="0">
              <a:lnSpc>
                <a:spcPct val="115000"/>
              </a:lnSpc>
              <a:spcBef>
                <a:spcPts val="0"/>
              </a:spcBef>
              <a:spcAft>
                <a:spcPts val="0"/>
              </a:spcAft>
              <a:buClr>
                <a:schemeClr val="dk1"/>
              </a:buClr>
              <a:buSzPts val="800"/>
              <a:buFont typeface="Roboto Mono"/>
              <a:buNone/>
              <a:defRPr sz="800">
                <a:solidFill>
                  <a:schemeClr val="dk1"/>
                </a:solidFill>
                <a:latin typeface="Roboto Mono"/>
                <a:ea typeface="Roboto Mono"/>
                <a:cs typeface="Roboto Mono"/>
                <a:sym typeface="Roboto Mono"/>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lacesIAT_title1">
  <p:cSld name="CUSTOM">
    <p:spTree>
      <p:nvGrpSpPr>
        <p:cNvPr id="1" name="Shape 141"/>
        <p:cNvGrpSpPr/>
        <p:nvPr/>
      </p:nvGrpSpPr>
      <p:grpSpPr>
        <a:xfrm>
          <a:off x="0" y="0"/>
          <a:ext cx="0" cy="0"/>
          <a:chOff x="0" y="0"/>
          <a:chExt cx="0" cy="0"/>
        </a:xfrm>
      </p:grpSpPr>
      <p:pic>
        <p:nvPicPr>
          <p:cNvPr id="142" name="Google Shape;142;p38"/>
          <p:cNvPicPr preferRelativeResize="0"/>
          <p:nvPr/>
        </p:nvPicPr>
        <p:blipFill>
          <a:blip r:embed="rId2">
            <a:alphaModFix/>
          </a:blip>
          <a:stretch>
            <a:fillRect/>
          </a:stretch>
        </p:blipFill>
        <p:spPr>
          <a:xfrm>
            <a:off x="-33325" y="0"/>
            <a:ext cx="9144000" cy="5143500"/>
          </a:xfrm>
          <a:prstGeom prst="rect">
            <a:avLst/>
          </a:prstGeom>
          <a:noFill/>
          <a:ln>
            <a:noFill/>
          </a:ln>
        </p:spPr>
      </p:pic>
      <p:sp>
        <p:nvSpPr>
          <p:cNvPr id="143" name="Google Shape;143;p38"/>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lacesIAT_title2">
  <p:cSld name="CUSTOM_1">
    <p:spTree>
      <p:nvGrpSpPr>
        <p:cNvPr id="1" name="Shape 144"/>
        <p:cNvGrpSpPr/>
        <p:nvPr/>
      </p:nvGrpSpPr>
      <p:grpSpPr>
        <a:xfrm>
          <a:off x="0" y="0"/>
          <a:ext cx="0" cy="0"/>
          <a:chOff x="0" y="0"/>
          <a:chExt cx="0" cy="0"/>
        </a:xfrm>
      </p:grpSpPr>
      <p:pic>
        <p:nvPicPr>
          <p:cNvPr id="145" name="Google Shape;145;p3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6" name="Google Shape;146;p39"/>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Clr>
                <a:schemeClr val="lt1"/>
              </a:buClr>
              <a:buSzPts val="2700"/>
              <a:buNone/>
              <a:defRPr sz="27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lacesIAT_title3">
  <p:cSld name="CUSTOM_1_1">
    <p:spTree>
      <p:nvGrpSpPr>
        <p:cNvPr id="1" name="Shape 147"/>
        <p:cNvGrpSpPr/>
        <p:nvPr/>
      </p:nvGrpSpPr>
      <p:grpSpPr>
        <a:xfrm>
          <a:off x="0" y="0"/>
          <a:ext cx="0" cy="0"/>
          <a:chOff x="0" y="0"/>
          <a:chExt cx="0" cy="0"/>
        </a:xfrm>
      </p:grpSpPr>
      <p:pic>
        <p:nvPicPr>
          <p:cNvPr id="148" name="Google Shape;148;p40"/>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9" name="Google Shape;149;p40"/>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lacesIAT_title4">
  <p:cSld name="CUSTOM_1_2">
    <p:spTree>
      <p:nvGrpSpPr>
        <p:cNvPr id="1" name="Shape 150"/>
        <p:cNvGrpSpPr/>
        <p:nvPr/>
      </p:nvGrpSpPr>
      <p:grpSpPr>
        <a:xfrm>
          <a:off x="0" y="0"/>
          <a:ext cx="0" cy="0"/>
          <a:chOff x="0" y="0"/>
          <a:chExt cx="0" cy="0"/>
        </a:xfrm>
      </p:grpSpPr>
      <p:pic>
        <p:nvPicPr>
          <p:cNvPr id="151" name="Google Shape;151;p4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2" name="Google Shape;152;p41"/>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PlacesIAT_title5">
  <p:cSld name="CUSTOM_1_2_1">
    <p:spTree>
      <p:nvGrpSpPr>
        <p:cNvPr id="1" name="Shape 153"/>
        <p:cNvGrpSpPr/>
        <p:nvPr/>
      </p:nvGrpSpPr>
      <p:grpSpPr>
        <a:xfrm>
          <a:off x="0" y="0"/>
          <a:ext cx="0" cy="0"/>
          <a:chOff x="0" y="0"/>
          <a:chExt cx="0" cy="0"/>
        </a:xfrm>
      </p:grpSpPr>
      <p:pic>
        <p:nvPicPr>
          <p:cNvPr id="154" name="Google Shape;154;p4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5" name="Google Shape;155;p42"/>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PlacesIAT_title6">
  <p:cSld name="CUSTOM_1_2_2">
    <p:spTree>
      <p:nvGrpSpPr>
        <p:cNvPr id="1" name="Shape 156"/>
        <p:cNvGrpSpPr/>
        <p:nvPr/>
      </p:nvGrpSpPr>
      <p:grpSpPr>
        <a:xfrm>
          <a:off x="0" y="0"/>
          <a:ext cx="0" cy="0"/>
          <a:chOff x="0" y="0"/>
          <a:chExt cx="0" cy="0"/>
        </a:xfrm>
      </p:grpSpPr>
      <p:pic>
        <p:nvPicPr>
          <p:cNvPr id="157" name="Google Shape;157;p4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8" name="Google Shape;158;p43"/>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lacesIAT_title7">
  <p:cSld name="CUSTOM_1_2_3">
    <p:spTree>
      <p:nvGrpSpPr>
        <p:cNvPr id="1" name="Shape 159"/>
        <p:cNvGrpSpPr/>
        <p:nvPr/>
      </p:nvGrpSpPr>
      <p:grpSpPr>
        <a:xfrm>
          <a:off x="0" y="0"/>
          <a:ext cx="0" cy="0"/>
          <a:chOff x="0" y="0"/>
          <a:chExt cx="0" cy="0"/>
        </a:xfrm>
      </p:grpSpPr>
      <p:pic>
        <p:nvPicPr>
          <p:cNvPr id="160" name="Google Shape;160;p4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1" name="Google Shape;161;p44"/>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lacesIAT_title8">
  <p:cSld name="CUSTOM_1_2_4">
    <p:spTree>
      <p:nvGrpSpPr>
        <p:cNvPr id="1" name="Shape 162"/>
        <p:cNvGrpSpPr/>
        <p:nvPr/>
      </p:nvGrpSpPr>
      <p:grpSpPr>
        <a:xfrm>
          <a:off x="0" y="0"/>
          <a:ext cx="0" cy="0"/>
          <a:chOff x="0" y="0"/>
          <a:chExt cx="0" cy="0"/>
        </a:xfrm>
      </p:grpSpPr>
      <p:pic>
        <p:nvPicPr>
          <p:cNvPr id="163" name="Google Shape;163;p4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4" name="Google Shape;164;p45"/>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lacesIAT_title9">
  <p:cSld name="CUSTOM_1_2_5">
    <p:spTree>
      <p:nvGrpSpPr>
        <p:cNvPr id="1" name="Shape 165"/>
        <p:cNvGrpSpPr/>
        <p:nvPr/>
      </p:nvGrpSpPr>
      <p:grpSpPr>
        <a:xfrm>
          <a:off x="0" y="0"/>
          <a:ext cx="0" cy="0"/>
          <a:chOff x="0" y="0"/>
          <a:chExt cx="0" cy="0"/>
        </a:xfrm>
      </p:grpSpPr>
      <p:pic>
        <p:nvPicPr>
          <p:cNvPr id="166" name="Google Shape;166;p46"/>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7" name="Google Shape;167;p46"/>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Clr>
                <a:schemeClr val="lt1"/>
              </a:buClr>
              <a:buSzPts val="2700"/>
              <a:buNone/>
              <a:defRPr sz="27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PlacesIAT_title10">
  <p:cSld name="CUSTOM_1_2_4_1">
    <p:spTree>
      <p:nvGrpSpPr>
        <p:cNvPr id="1" name="Shape 168"/>
        <p:cNvGrpSpPr/>
        <p:nvPr/>
      </p:nvGrpSpPr>
      <p:grpSpPr>
        <a:xfrm>
          <a:off x="0" y="0"/>
          <a:ext cx="0" cy="0"/>
          <a:chOff x="0" y="0"/>
          <a:chExt cx="0" cy="0"/>
        </a:xfrm>
      </p:grpSpPr>
      <p:pic>
        <p:nvPicPr>
          <p:cNvPr id="169" name="Google Shape;169;p47"/>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0" name="Google Shape;170;p47"/>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lvl1pPr lvl="0" algn="ctr" rtl="0">
              <a:spcBef>
                <a:spcPts val="0"/>
              </a:spcBef>
              <a:spcAft>
                <a:spcPts val="0"/>
              </a:spcAft>
              <a:buSzPts val="2700"/>
              <a:buNone/>
              <a:defRPr sz="27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ustom Layout 1">
  <p:cSld name="CUSTOM_2">
    <p:spTree>
      <p:nvGrpSpPr>
        <p:cNvPr id="1" name="Shape 171"/>
        <p:cNvGrpSpPr/>
        <p:nvPr/>
      </p:nvGrpSpPr>
      <p:grpSpPr>
        <a:xfrm>
          <a:off x="0" y="0"/>
          <a:ext cx="0" cy="0"/>
          <a:chOff x="0" y="0"/>
          <a:chExt cx="0" cy="0"/>
        </a:xfrm>
      </p:grpSpPr>
      <p:pic>
        <p:nvPicPr>
          <p:cNvPr id="172" name="Google Shape;172;p48"/>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3" name="Google Shape;173;p48"/>
          <p:cNvSpPr txBox="1">
            <a:spLocks noGrp="1"/>
          </p:cNvSpPr>
          <p:nvPr>
            <p:ph type="body" idx="1"/>
          </p:nvPr>
        </p:nvSpPr>
        <p:spPr>
          <a:xfrm>
            <a:off x="3221800" y="2282950"/>
            <a:ext cx="5545500" cy="2655000"/>
          </a:xfrm>
          <a:prstGeom prst="rect">
            <a:avLst/>
          </a:prstGeom>
        </p:spPr>
        <p:txBody>
          <a:bodyPr spcFirstLastPara="1" wrap="square" lIns="0" tIns="0" rIns="91425" bIns="0" anchor="t" anchorCtr="0">
            <a:noAutofit/>
          </a:bodyPr>
          <a:lstStyle>
            <a:lvl1pPr marL="457200" lvl="0" indent="-381000" rtl="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marL="914400" lvl="1" indent="-342900" rtl="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marL="1371600" lvl="2" indent="-304800" rtl="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292100" rtl="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marL="2286000" lvl="4" indent="-279400" rtl="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marL="2743200" lvl="5"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rtl="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01 Cover Option 1">
  <p:cSld name="TITLE_2_1_1_1">
    <p:bg>
      <p:bgPr>
        <a:solidFill>
          <a:srgbClr val="34E0A1"/>
        </a:solidFill>
        <a:effectLst/>
      </p:bgPr>
    </p:bg>
    <p:spTree>
      <p:nvGrpSpPr>
        <p:cNvPr id="1" name="Shape 174"/>
        <p:cNvGrpSpPr/>
        <p:nvPr/>
      </p:nvGrpSpPr>
      <p:grpSpPr>
        <a:xfrm>
          <a:off x="0" y="0"/>
          <a:ext cx="0" cy="0"/>
          <a:chOff x="0" y="0"/>
          <a:chExt cx="0" cy="0"/>
        </a:xfrm>
      </p:grpSpPr>
      <p:pic>
        <p:nvPicPr>
          <p:cNvPr id="175" name="Google Shape;175;p49"/>
          <p:cNvPicPr preferRelativeResize="0"/>
          <p:nvPr/>
        </p:nvPicPr>
        <p:blipFill rotWithShape="1">
          <a:blip r:embed="rId2">
            <a:alphaModFix/>
          </a:blip>
          <a:srcRect t="377" b="377"/>
          <a:stretch/>
        </p:blipFill>
        <p:spPr>
          <a:xfrm>
            <a:off x="402925" y="4423975"/>
            <a:ext cx="1704201" cy="362650"/>
          </a:xfrm>
          <a:prstGeom prst="rect">
            <a:avLst/>
          </a:prstGeom>
          <a:noFill/>
          <a:ln>
            <a:noFill/>
          </a:ln>
        </p:spPr>
      </p:pic>
      <p:sp>
        <p:nvSpPr>
          <p:cNvPr id="176" name="Google Shape;176;p49"/>
          <p:cNvSpPr txBox="1">
            <a:spLocks noGrp="1"/>
          </p:cNvSpPr>
          <p:nvPr>
            <p:ph type="title"/>
          </p:nvPr>
        </p:nvSpPr>
        <p:spPr>
          <a:xfrm>
            <a:off x="402935" y="755550"/>
            <a:ext cx="6681900" cy="3267000"/>
          </a:xfrm>
          <a:prstGeom prst="rect">
            <a:avLst/>
          </a:prstGeom>
        </p:spPr>
        <p:txBody>
          <a:bodyPr spcFirstLastPara="1" wrap="square" lIns="0" tIns="0" rIns="0" bIns="0" anchor="t" anchorCtr="0">
            <a:noAutofit/>
          </a:bodyPr>
          <a:lstStyle>
            <a:lvl1pPr lvl="0" rtl="0">
              <a:lnSpc>
                <a:spcPct val="75000"/>
              </a:lnSpc>
              <a:spcBef>
                <a:spcPts val="0"/>
              </a:spcBef>
              <a:spcAft>
                <a:spcPts val="0"/>
              </a:spcAft>
              <a:buSzPts val="6000"/>
              <a:buFont typeface="Poppins"/>
              <a:buNone/>
              <a:defRPr sz="6000">
                <a:latin typeface="Poppins"/>
                <a:ea typeface="Poppins"/>
                <a:cs typeface="Poppins"/>
                <a:sym typeface="Poppins"/>
              </a:defRPr>
            </a:lvl1pPr>
            <a:lvl2pPr lvl="1" rtl="0">
              <a:lnSpc>
                <a:spcPct val="75000"/>
              </a:lnSpc>
              <a:spcBef>
                <a:spcPts val="0"/>
              </a:spcBef>
              <a:spcAft>
                <a:spcPts val="0"/>
              </a:spcAft>
              <a:buSzPts val="2800"/>
              <a:buNone/>
              <a:defRPr/>
            </a:lvl2pPr>
            <a:lvl3pPr lvl="2" rtl="0">
              <a:lnSpc>
                <a:spcPct val="75000"/>
              </a:lnSpc>
              <a:spcBef>
                <a:spcPts val="0"/>
              </a:spcBef>
              <a:spcAft>
                <a:spcPts val="0"/>
              </a:spcAft>
              <a:buSzPts val="2800"/>
              <a:buNone/>
              <a:defRPr/>
            </a:lvl3pPr>
            <a:lvl4pPr lvl="3" rtl="0">
              <a:lnSpc>
                <a:spcPct val="75000"/>
              </a:lnSpc>
              <a:spcBef>
                <a:spcPts val="0"/>
              </a:spcBef>
              <a:spcAft>
                <a:spcPts val="0"/>
              </a:spcAft>
              <a:buSzPts val="2800"/>
              <a:buNone/>
              <a:defRPr/>
            </a:lvl4pPr>
            <a:lvl5pPr lvl="4" rtl="0">
              <a:lnSpc>
                <a:spcPct val="75000"/>
              </a:lnSpc>
              <a:spcBef>
                <a:spcPts val="0"/>
              </a:spcBef>
              <a:spcAft>
                <a:spcPts val="0"/>
              </a:spcAft>
              <a:buSzPts val="2800"/>
              <a:buNone/>
              <a:defRPr/>
            </a:lvl5pPr>
            <a:lvl6pPr lvl="5" rtl="0">
              <a:lnSpc>
                <a:spcPct val="75000"/>
              </a:lnSpc>
              <a:spcBef>
                <a:spcPts val="0"/>
              </a:spcBef>
              <a:spcAft>
                <a:spcPts val="0"/>
              </a:spcAft>
              <a:buSzPts val="2800"/>
              <a:buNone/>
              <a:defRPr/>
            </a:lvl6pPr>
            <a:lvl7pPr lvl="6" rtl="0">
              <a:lnSpc>
                <a:spcPct val="75000"/>
              </a:lnSpc>
              <a:spcBef>
                <a:spcPts val="0"/>
              </a:spcBef>
              <a:spcAft>
                <a:spcPts val="0"/>
              </a:spcAft>
              <a:buSzPts val="2800"/>
              <a:buNone/>
              <a:defRPr/>
            </a:lvl7pPr>
            <a:lvl8pPr lvl="7" rtl="0">
              <a:lnSpc>
                <a:spcPct val="75000"/>
              </a:lnSpc>
              <a:spcBef>
                <a:spcPts val="0"/>
              </a:spcBef>
              <a:spcAft>
                <a:spcPts val="0"/>
              </a:spcAft>
              <a:buSzPts val="2800"/>
              <a:buNone/>
              <a:defRPr/>
            </a:lvl8pPr>
            <a:lvl9pPr lvl="8" rtl="0">
              <a:lnSpc>
                <a:spcPct val="75000"/>
              </a:lnSpc>
              <a:spcBef>
                <a:spcPts val="0"/>
              </a:spcBef>
              <a:spcAft>
                <a:spcPts val="0"/>
              </a:spcAft>
              <a:buSzPts val="2800"/>
              <a:buNone/>
              <a:defRPr/>
            </a:lvl9pPr>
          </a:lstStyle>
          <a:p>
            <a:endParaRPr/>
          </a:p>
        </p:txBody>
      </p:sp>
      <p:sp>
        <p:nvSpPr>
          <p:cNvPr id="177" name="Google Shape;177;p49"/>
          <p:cNvSpPr txBox="1">
            <a:spLocks noGrp="1"/>
          </p:cNvSpPr>
          <p:nvPr>
            <p:ph type="subTitle" idx="1"/>
          </p:nvPr>
        </p:nvSpPr>
        <p:spPr>
          <a:xfrm>
            <a:off x="402935" y="411150"/>
            <a:ext cx="3711900" cy="344400"/>
          </a:xfrm>
          <a:prstGeom prst="rect">
            <a:avLst/>
          </a:prstGeom>
        </p:spPr>
        <p:txBody>
          <a:bodyPr spcFirstLastPara="1" wrap="square" lIns="0" tIns="0" rIns="0" bIns="0" anchor="t" anchorCtr="0">
            <a:noAutofit/>
          </a:bodyPr>
          <a:lstStyle>
            <a:lvl1pPr lvl="0" rtl="0">
              <a:spcBef>
                <a:spcPts val="0"/>
              </a:spcBef>
              <a:spcAft>
                <a:spcPts val="0"/>
              </a:spcAft>
              <a:buClr>
                <a:schemeClr val="dk1"/>
              </a:buClr>
              <a:buSzPts val="1000"/>
              <a:buFont typeface="Roboto Mono"/>
              <a:buNone/>
              <a:defRPr sz="1000">
                <a:solidFill>
                  <a:schemeClr val="dk1"/>
                </a:solidFill>
                <a:latin typeface="Roboto Mono"/>
                <a:ea typeface="Roboto Mono"/>
                <a:cs typeface="Roboto Mono"/>
                <a:sym typeface="Roboto Mono"/>
              </a:defRPr>
            </a:lvl1pPr>
            <a:lvl2pPr lvl="1"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2pPr>
            <a:lvl3pPr lvl="2"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3pPr>
            <a:lvl4pPr lvl="3"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4pPr>
            <a:lvl5pPr lvl="4"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5pPr>
            <a:lvl6pPr lvl="5"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6pPr>
            <a:lvl7pPr lvl="6"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7pPr>
            <a:lvl8pPr lvl="7" rtl="0">
              <a:spcBef>
                <a:spcPts val="1600"/>
              </a:spcBef>
              <a:spcAft>
                <a:spcPts val="0"/>
              </a:spcAft>
              <a:buClr>
                <a:schemeClr val="dk1"/>
              </a:buClr>
              <a:buSzPts val="1100"/>
              <a:buFont typeface="Roboto Mono"/>
              <a:buNone/>
              <a:defRPr sz="1100">
                <a:solidFill>
                  <a:schemeClr val="dk1"/>
                </a:solidFill>
                <a:latin typeface="Roboto Mono"/>
                <a:ea typeface="Roboto Mono"/>
                <a:cs typeface="Roboto Mono"/>
                <a:sym typeface="Roboto Mono"/>
              </a:defRPr>
            </a:lvl8pPr>
            <a:lvl9pPr lvl="8" rtl="0">
              <a:spcBef>
                <a:spcPts val="1600"/>
              </a:spcBef>
              <a:spcAft>
                <a:spcPts val="1600"/>
              </a:spcAft>
              <a:buClr>
                <a:schemeClr val="dk1"/>
              </a:buClr>
              <a:buSzPts val="1100"/>
              <a:buFont typeface="Roboto Mono"/>
              <a:buNone/>
              <a:defRPr sz="1100">
                <a:solidFill>
                  <a:schemeClr val="dk1"/>
                </a:solidFill>
                <a:latin typeface="Roboto Mono"/>
                <a:ea typeface="Roboto Mono"/>
                <a:cs typeface="Roboto Mono"/>
                <a:sym typeface="Roboto Mono"/>
              </a:defRPr>
            </a:lvl9pPr>
          </a:lstStyle>
          <a:p>
            <a:endParaRPr/>
          </a:p>
        </p:txBody>
      </p:sp>
    </p:spTree>
  </p:cSld>
  <p:clrMapOvr>
    <a:masterClrMapping/>
  </p:clrMapOvr>
  <p:extLst>
    <p:ext uri="{DCECCB84-F9BA-43D5-87BE-67443E8EF086}">
      <p15:sldGuideLst xmlns:p15="http://schemas.microsoft.com/office/powerpoint/2012/main">
        <p15:guide id="1" orient="horz" pos="3240">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01 Cover Option 2">
  <p:cSld name="TITLE_2_1_1_1_3">
    <p:bg>
      <p:bgPr>
        <a:solidFill>
          <a:srgbClr val="004F35"/>
        </a:solidFill>
        <a:effectLst/>
      </p:bgPr>
    </p:bg>
    <p:spTree>
      <p:nvGrpSpPr>
        <p:cNvPr id="1" name="Shape 178"/>
        <p:cNvGrpSpPr/>
        <p:nvPr/>
      </p:nvGrpSpPr>
      <p:grpSpPr>
        <a:xfrm>
          <a:off x="0" y="0"/>
          <a:ext cx="0" cy="0"/>
          <a:chOff x="0" y="0"/>
          <a:chExt cx="0" cy="0"/>
        </a:xfrm>
      </p:grpSpPr>
      <p:sp>
        <p:nvSpPr>
          <p:cNvPr id="179" name="Google Shape;179;p50"/>
          <p:cNvSpPr txBox="1">
            <a:spLocks noGrp="1"/>
          </p:cNvSpPr>
          <p:nvPr>
            <p:ph type="title"/>
          </p:nvPr>
        </p:nvSpPr>
        <p:spPr>
          <a:xfrm>
            <a:off x="402919" y="956263"/>
            <a:ext cx="6682500" cy="3267000"/>
          </a:xfrm>
          <a:prstGeom prst="rect">
            <a:avLst/>
          </a:prstGeom>
        </p:spPr>
        <p:txBody>
          <a:bodyPr spcFirstLastPara="1" wrap="square" lIns="0" tIns="0" rIns="0" bIns="0" anchor="t" anchorCtr="0">
            <a:noAutofit/>
          </a:bodyPr>
          <a:lstStyle>
            <a:lvl1pPr lvl="0" rtl="0">
              <a:lnSpc>
                <a:spcPct val="75000"/>
              </a:lnSpc>
              <a:spcBef>
                <a:spcPts val="0"/>
              </a:spcBef>
              <a:spcAft>
                <a:spcPts val="0"/>
              </a:spcAft>
              <a:buClr>
                <a:schemeClr val="lt1"/>
              </a:buClr>
              <a:buSzPts val="6000"/>
              <a:buFont typeface="Poppins"/>
              <a:buNone/>
              <a:defRPr sz="6000">
                <a:solidFill>
                  <a:schemeClr val="lt1"/>
                </a:solidFill>
                <a:latin typeface="Poppins"/>
                <a:ea typeface="Poppins"/>
                <a:cs typeface="Poppins"/>
                <a:sym typeface="Poppins"/>
              </a:defRPr>
            </a:lvl1pPr>
            <a:lvl2pPr lvl="1" rtl="0">
              <a:lnSpc>
                <a:spcPct val="75000"/>
              </a:lnSpc>
              <a:spcBef>
                <a:spcPts val="0"/>
              </a:spcBef>
              <a:spcAft>
                <a:spcPts val="0"/>
              </a:spcAft>
              <a:buSzPts val="2800"/>
              <a:buNone/>
              <a:defRPr/>
            </a:lvl2pPr>
            <a:lvl3pPr lvl="2" rtl="0">
              <a:lnSpc>
                <a:spcPct val="75000"/>
              </a:lnSpc>
              <a:spcBef>
                <a:spcPts val="0"/>
              </a:spcBef>
              <a:spcAft>
                <a:spcPts val="0"/>
              </a:spcAft>
              <a:buSzPts val="2800"/>
              <a:buNone/>
              <a:defRPr/>
            </a:lvl3pPr>
            <a:lvl4pPr lvl="3" rtl="0">
              <a:lnSpc>
                <a:spcPct val="75000"/>
              </a:lnSpc>
              <a:spcBef>
                <a:spcPts val="0"/>
              </a:spcBef>
              <a:spcAft>
                <a:spcPts val="0"/>
              </a:spcAft>
              <a:buSzPts val="2800"/>
              <a:buNone/>
              <a:defRPr/>
            </a:lvl4pPr>
            <a:lvl5pPr lvl="4" rtl="0">
              <a:lnSpc>
                <a:spcPct val="75000"/>
              </a:lnSpc>
              <a:spcBef>
                <a:spcPts val="0"/>
              </a:spcBef>
              <a:spcAft>
                <a:spcPts val="0"/>
              </a:spcAft>
              <a:buSzPts val="2800"/>
              <a:buNone/>
              <a:defRPr/>
            </a:lvl5pPr>
            <a:lvl6pPr lvl="5" rtl="0">
              <a:lnSpc>
                <a:spcPct val="75000"/>
              </a:lnSpc>
              <a:spcBef>
                <a:spcPts val="0"/>
              </a:spcBef>
              <a:spcAft>
                <a:spcPts val="0"/>
              </a:spcAft>
              <a:buSzPts val="2800"/>
              <a:buNone/>
              <a:defRPr/>
            </a:lvl6pPr>
            <a:lvl7pPr lvl="6" rtl="0">
              <a:lnSpc>
                <a:spcPct val="75000"/>
              </a:lnSpc>
              <a:spcBef>
                <a:spcPts val="0"/>
              </a:spcBef>
              <a:spcAft>
                <a:spcPts val="0"/>
              </a:spcAft>
              <a:buSzPts val="2800"/>
              <a:buNone/>
              <a:defRPr/>
            </a:lvl7pPr>
            <a:lvl8pPr lvl="7" rtl="0">
              <a:lnSpc>
                <a:spcPct val="75000"/>
              </a:lnSpc>
              <a:spcBef>
                <a:spcPts val="0"/>
              </a:spcBef>
              <a:spcAft>
                <a:spcPts val="0"/>
              </a:spcAft>
              <a:buSzPts val="2800"/>
              <a:buNone/>
              <a:defRPr/>
            </a:lvl8pPr>
            <a:lvl9pPr lvl="8" rtl="0">
              <a:lnSpc>
                <a:spcPct val="75000"/>
              </a:lnSpc>
              <a:spcBef>
                <a:spcPts val="0"/>
              </a:spcBef>
              <a:spcAft>
                <a:spcPts val="0"/>
              </a:spcAft>
              <a:buSzPts val="2800"/>
              <a:buNone/>
              <a:defRPr/>
            </a:lvl9pPr>
          </a:lstStyle>
          <a:p>
            <a:endParaRPr/>
          </a:p>
        </p:txBody>
      </p:sp>
      <p:sp>
        <p:nvSpPr>
          <p:cNvPr id="180" name="Google Shape;180;p50"/>
          <p:cNvSpPr txBox="1">
            <a:spLocks noGrp="1"/>
          </p:cNvSpPr>
          <p:nvPr>
            <p:ph type="subTitle" idx="1"/>
          </p:nvPr>
        </p:nvSpPr>
        <p:spPr>
          <a:xfrm>
            <a:off x="402919" y="411150"/>
            <a:ext cx="3710100" cy="3444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000"/>
              <a:buFont typeface="Roboto Mono"/>
              <a:buNone/>
              <a:defRPr sz="1000">
                <a:solidFill>
                  <a:schemeClr val="lt1"/>
                </a:solidFill>
                <a:latin typeface="Roboto Mono"/>
                <a:ea typeface="Roboto Mono"/>
                <a:cs typeface="Roboto Mono"/>
                <a:sym typeface="Roboto Mono"/>
              </a:defRPr>
            </a:lvl1pPr>
            <a:lvl2pPr lvl="1" rtl="0">
              <a:spcBef>
                <a:spcPts val="1600"/>
              </a:spcBef>
              <a:spcAft>
                <a:spcPts val="0"/>
              </a:spcAft>
              <a:buSzPts val="1100"/>
              <a:buFont typeface="Roboto Mono"/>
              <a:buNone/>
              <a:defRPr sz="1100">
                <a:latin typeface="Roboto Mono"/>
                <a:ea typeface="Roboto Mono"/>
                <a:cs typeface="Roboto Mono"/>
                <a:sym typeface="Roboto Mono"/>
              </a:defRPr>
            </a:lvl2pPr>
            <a:lvl3pPr lvl="2" rtl="0">
              <a:spcBef>
                <a:spcPts val="1600"/>
              </a:spcBef>
              <a:spcAft>
                <a:spcPts val="0"/>
              </a:spcAft>
              <a:buSzPts val="1100"/>
              <a:buFont typeface="Roboto Mono"/>
              <a:buNone/>
              <a:defRPr sz="1100">
                <a:latin typeface="Roboto Mono"/>
                <a:ea typeface="Roboto Mono"/>
                <a:cs typeface="Roboto Mono"/>
                <a:sym typeface="Roboto Mono"/>
              </a:defRPr>
            </a:lvl3pPr>
            <a:lvl4pPr lvl="3" rtl="0">
              <a:spcBef>
                <a:spcPts val="1600"/>
              </a:spcBef>
              <a:spcAft>
                <a:spcPts val="0"/>
              </a:spcAft>
              <a:buSzPts val="1100"/>
              <a:buFont typeface="Roboto Mono"/>
              <a:buNone/>
              <a:defRPr sz="1100">
                <a:latin typeface="Roboto Mono"/>
                <a:ea typeface="Roboto Mono"/>
                <a:cs typeface="Roboto Mono"/>
                <a:sym typeface="Roboto Mono"/>
              </a:defRPr>
            </a:lvl4pPr>
            <a:lvl5pPr lvl="4" rtl="0">
              <a:spcBef>
                <a:spcPts val="1600"/>
              </a:spcBef>
              <a:spcAft>
                <a:spcPts val="0"/>
              </a:spcAft>
              <a:buSzPts val="1100"/>
              <a:buFont typeface="Roboto Mono"/>
              <a:buNone/>
              <a:defRPr sz="1100">
                <a:latin typeface="Roboto Mono"/>
                <a:ea typeface="Roboto Mono"/>
                <a:cs typeface="Roboto Mono"/>
                <a:sym typeface="Roboto Mono"/>
              </a:defRPr>
            </a:lvl5pPr>
            <a:lvl6pPr lvl="5" rtl="0">
              <a:spcBef>
                <a:spcPts val="1600"/>
              </a:spcBef>
              <a:spcAft>
                <a:spcPts val="0"/>
              </a:spcAft>
              <a:buSzPts val="1100"/>
              <a:buFont typeface="Roboto Mono"/>
              <a:buNone/>
              <a:defRPr sz="1100">
                <a:latin typeface="Roboto Mono"/>
                <a:ea typeface="Roboto Mono"/>
                <a:cs typeface="Roboto Mono"/>
                <a:sym typeface="Roboto Mono"/>
              </a:defRPr>
            </a:lvl6pPr>
            <a:lvl7pPr lvl="6" rtl="0">
              <a:spcBef>
                <a:spcPts val="1600"/>
              </a:spcBef>
              <a:spcAft>
                <a:spcPts val="0"/>
              </a:spcAft>
              <a:buSzPts val="1100"/>
              <a:buFont typeface="Roboto Mono"/>
              <a:buNone/>
              <a:defRPr sz="1100">
                <a:latin typeface="Roboto Mono"/>
                <a:ea typeface="Roboto Mono"/>
                <a:cs typeface="Roboto Mono"/>
                <a:sym typeface="Roboto Mono"/>
              </a:defRPr>
            </a:lvl7pPr>
            <a:lvl8pPr lvl="7" rtl="0">
              <a:spcBef>
                <a:spcPts val="1600"/>
              </a:spcBef>
              <a:spcAft>
                <a:spcPts val="0"/>
              </a:spcAft>
              <a:buSzPts val="1100"/>
              <a:buFont typeface="Roboto Mono"/>
              <a:buNone/>
              <a:defRPr sz="1100">
                <a:latin typeface="Roboto Mono"/>
                <a:ea typeface="Roboto Mono"/>
                <a:cs typeface="Roboto Mono"/>
                <a:sym typeface="Roboto Mono"/>
              </a:defRPr>
            </a:lvl8pPr>
            <a:lvl9pPr lvl="8" rtl="0">
              <a:spcBef>
                <a:spcPts val="1600"/>
              </a:spcBef>
              <a:spcAft>
                <a:spcPts val="1600"/>
              </a:spcAft>
              <a:buSzPts val="1100"/>
              <a:buFont typeface="Roboto Mono"/>
              <a:buNone/>
              <a:defRPr sz="1100">
                <a:latin typeface="Roboto Mono"/>
                <a:ea typeface="Roboto Mono"/>
                <a:cs typeface="Roboto Mono"/>
                <a:sym typeface="Roboto Mono"/>
              </a:defRPr>
            </a:lvl9pPr>
          </a:lstStyle>
          <a:p>
            <a:endParaRPr/>
          </a:p>
        </p:txBody>
      </p:sp>
      <p:sp>
        <p:nvSpPr>
          <p:cNvPr id="181" name="Google Shape;181;p50"/>
          <p:cNvSpPr txBox="1">
            <a:spLocks noGrp="1"/>
          </p:cNvSpPr>
          <p:nvPr>
            <p:ph type="sldNum" idx="12"/>
          </p:nvPr>
        </p:nvSpPr>
        <p:spPr>
          <a:xfrm>
            <a:off x="8556784" y="4749851"/>
            <a:ext cx="548700" cy="393600"/>
          </a:xfrm>
          <a:prstGeom prst="rect">
            <a:avLst/>
          </a:prstGeom>
        </p:spPr>
        <p:txBody>
          <a:bodyPr spcFirstLastPara="1" wrap="square" lIns="91425" tIns="0" rIns="91425" bIns="0" anchor="t" anchorCtr="0">
            <a:noAutofit/>
          </a:bodyPr>
          <a:lstStyle>
            <a:lvl1pPr lvl="0" rtl="0">
              <a:buNone/>
              <a:defRPr sz="200">
                <a:solidFill>
                  <a:srgbClr val="004F35"/>
                </a:solidFill>
                <a:latin typeface="Poppins"/>
                <a:ea typeface="Poppins"/>
                <a:cs typeface="Poppins"/>
                <a:sym typeface="Poppins"/>
              </a:defRPr>
            </a:lvl1pPr>
            <a:lvl2pPr lvl="1" rtl="0">
              <a:buNone/>
              <a:defRPr sz="200">
                <a:solidFill>
                  <a:srgbClr val="004F35"/>
                </a:solidFill>
                <a:latin typeface="Poppins"/>
                <a:ea typeface="Poppins"/>
                <a:cs typeface="Poppins"/>
                <a:sym typeface="Poppins"/>
              </a:defRPr>
            </a:lvl2pPr>
            <a:lvl3pPr lvl="2" rtl="0">
              <a:buNone/>
              <a:defRPr sz="200">
                <a:solidFill>
                  <a:srgbClr val="004F35"/>
                </a:solidFill>
                <a:latin typeface="Poppins"/>
                <a:ea typeface="Poppins"/>
                <a:cs typeface="Poppins"/>
                <a:sym typeface="Poppins"/>
              </a:defRPr>
            </a:lvl3pPr>
            <a:lvl4pPr lvl="3" rtl="0">
              <a:buNone/>
              <a:defRPr sz="200">
                <a:solidFill>
                  <a:srgbClr val="004F35"/>
                </a:solidFill>
                <a:latin typeface="Poppins"/>
                <a:ea typeface="Poppins"/>
                <a:cs typeface="Poppins"/>
                <a:sym typeface="Poppins"/>
              </a:defRPr>
            </a:lvl4pPr>
            <a:lvl5pPr lvl="4" rtl="0">
              <a:buNone/>
              <a:defRPr sz="200">
                <a:solidFill>
                  <a:srgbClr val="004F35"/>
                </a:solidFill>
                <a:latin typeface="Poppins"/>
                <a:ea typeface="Poppins"/>
                <a:cs typeface="Poppins"/>
                <a:sym typeface="Poppins"/>
              </a:defRPr>
            </a:lvl5pPr>
            <a:lvl6pPr lvl="5" rtl="0">
              <a:buNone/>
              <a:defRPr sz="200">
                <a:solidFill>
                  <a:srgbClr val="004F35"/>
                </a:solidFill>
                <a:latin typeface="Poppins"/>
                <a:ea typeface="Poppins"/>
                <a:cs typeface="Poppins"/>
                <a:sym typeface="Poppins"/>
              </a:defRPr>
            </a:lvl6pPr>
            <a:lvl7pPr lvl="6" rtl="0">
              <a:buNone/>
              <a:defRPr sz="200">
                <a:solidFill>
                  <a:srgbClr val="004F35"/>
                </a:solidFill>
                <a:latin typeface="Poppins"/>
                <a:ea typeface="Poppins"/>
                <a:cs typeface="Poppins"/>
                <a:sym typeface="Poppins"/>
              </a:defRPr>
            </a:lvl7pPr>
            <a:lvl8pPr lvl="7" rtl="0">
              <a:buNone/>
              <a:defRPr sz="200">
                <a:solidFill>
                  <a:srgbClr val="004F35"/>
                </a:solidFill>
                <a:latin typeface="Poppins"/>
                <a:ea typeface="Poppins"/>
                <a:cs typeface="Poppins"/>
                <a:sym typeface="Poppins"/>
              </a:defRPr>
            </a:lvl8pPr>
            <a:lvl9pPr lvl="8" rtl="0">
              <a:buNone/>
              <a:defRPr sz="200">
                <a:solidFill>
                  <a:srgbClr val="004F3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pic>
        <p:nvPicPr>
          <p:cNvPr id="182" name="Google Shape;182;p50"/>
          <p:cNvPicPr preferRelativeResize="0"/>
          <p:nvPr/>
        </p:nvPicPr>
        <p:blipFill rotWithShape="1">
          <a:blip r:embed="rId2">
            <a:alphaModFix/>
          </a:blip>
          <a:srcRect t="377" b="377"/>
          <a:stretch/>
        </p:blipFill>
        <p:spPr>
          <a:xfrm>
            <a:off x="402923" y="4424003"/>
            <a:ext cx="1704201" cy="362647"/>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07 Thanks 1">
  <p:cSld name="TITLE_1_1_1_1_1_1_1_1_1_2">
    <p:bg>
      <p:bgPr>
        <a:solidFill>
          <a:srgbClr val="004F35"/>
        </a:solidFill>
        <a:effectLst/>
      </p:bgPr>
    </p:bg>
    <p:spTree>
      <p:nvGrpSpPr>
        <p:cNvPr id="1" name="Shape 183"/>
        <p:cNvGrpSpPr/>
        <p:nvPr/>
      </p:nvGrpSpPr>
      <p:grpSpPr>
        <a:xfrm>
          <a:off x="0" y="0"/>
          <a:ext cx="0" cy="0"/>
          <a:chOff x="0" y="0"/>
          <a:chExt cx="0" cy="0"/>
        </a:xfrm>
      </p:grpSpPr>
      <p:pic>
        <p:nvPicPr>
          <p:cNvPr id="184" name="Google Shape;184;p51"/>
          <p:cNvPicPr preferRelativeResize="0"/>
          <p:nvPr/>
        </p:nvPicPr>
        <p:blipFill rotWithShape="1">
          <a:blip r:embed="rId2">
            <a:alphaModFix/>
          </a:blip>
          <a:srcRect r="84364"/>
          <a:stretch/>
        </p:blipFill>
        <p:spPr>
          <a:xfrm>
            <a:off x="396400" y="411150"/>
            <a:ext cx="825599" cy="806789"/>
          </a:xfrm>
          <a:prstGeom prst="rect">
            <a:avLst/>
          </a:prstGeom>
          <a:noFill/>
          <a:ln>
            <a:noFill/>
          </a:ln>
        </p:spPr>
      </p:pic>
      <p:sp>
        <p:nvSpPr>
          <p:cNvPr id="185" name="Google Shape;185;p51"/>
          <p:cNvSpPr txBox="1"/>
          <p:nvPr/>
        </p:nvSpPr>
        <p:spPr>
          <a:xfrm>
            <a:off x="402921" y="3987903"/>
            <a:ext cx="3539700" cy="812700"/>
          </a:xfrm>
          <a:prstGeom prst="rect">
            <a:avLst/>
          </a:prstGeom>
          <a:noFill/>
          <a:ln>
            <a:noFill/>
          </a:ln>
        </p:spPr>
        <p:txBody>
          <a:bodyPr spcFirstLastPara="1" wrap="square" lIns="91425" tIns="91425" rIns="91425" bIns="91425" anchor="t" anchorCtr="0">
            <a:spAutoFit/>
          </a:bodyPr>
          <a:lstStyle/>
          <a:p>
            <a:pPr marL="0" lvl="0" indent="0" algn="l" rtl="0">
              <a:lnSpc>
                <a:spcPct val="85000"/>
              </a:lnSpc>
              <a:spcBef>
                <a:spcPts val="0"/>
              </a:spcBef>
              <a:spcAft>
                <a:spcPts val="0"/>
              </a:spcAft>
              <a:buNone/>
            </a:pPr>
            <a:r>
              <a:rPr lang="en" sz="4800">
                <a:solidFill>
                  <a:schemeClr val="lt1"/>
                </a:solidFill>
                <a:latin typeface="Poppins"/>
                <a:ea typeface="Poppins"/>
                <a:cs typeface="Poppins"/>
                <a:sym typeface="Poppins"/>
              </a:rPr>
              <a:t>Thanks.</a:t>
            </a:r>
            <a:endParaRPr sz="4800">
              <a:solidFill>
                <a:schemeClr val="lt1"/>
              </a:solidFill>
              <a:latin typeface="Poppins"/>
              <a:ea typeface="Poppins"/>
              <a:cs typeface="Poppins"/>
              <a:sym typeface="Poppin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p:cSld name="CUSTOM_3">
    <p:spTree>
      <p:nvGrpSpPr>
        <p:cNvPr id="1" name="Shape 186"/>
        <p:cNvGrpSpPr/>
        <p:nvPr/>
      </p:nvGrpSpPr>
      <p:grpSpPr>
        <a:xfrm>
          <a:off x="0" y="0"/>
          <a:ext cx="0" cy="0"/>
          <a:chOff x="0" y="0"/>
          <a:chExt cx="0" cy="0"/>
        </a:xfrm>
      </p:grpSpPr>
      <p:sp>
        <p:nvSpPr>
          <p:cNvPr id="187" name="Google Shape;187;p52"/>
          <p:cNvSpPr txBox="1">
            <a:spLocks noGrp="1"/>
          </p:cNvSpPr>
          <p:nvPr>
            <p:ph type="title"/>
          </p:nvPr>
        </p:nvSpPr>
        <p:spPr>
          <a:xfrm>
            <a:off x="809200" y="818125"/>
            <a:ext cx="7727700" cy="572700"/>
          </a:xfrm>
          <a:prstGeom prst="rect">
            <a:avLst/>
          </a:prstGeom>
        </p:spPr>
        <p:txBody>
          <a:bodyPr spcFirstLastPara="1" wrap="square" lIns="0" tIns="0" rIns="91425" bIns="91425" anchor="t"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8" name="Google Shape;188;p52"/>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lank_withGrid">
  <p:cSld name="CUSTOM_3_1">
    <p:spTree>
      <p:nvGrpSpPr>
        <p:cNvPr id="1" name="Shape 189"/>
        <p:cNvGrpSpPr/>
        <p:nvPr/>
      </p:nvGrpSpPr>
      <p:grpSpPr>
        <a:xfrm>
          <a:off x="0" y="0"/>
          <a:ext cx="0" cy="0"/>
          <a:chOff x="0" y="0"/>
          <a:chExt cx="0" cy="0"/>
        </a:xfrm>
      </p:grpSpPr>
      <p:pic>
        <p:nvPicPr>
          <p:cNvPr id="190" name="Google Shape;190;p53"/>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91" name="Google Shape;191;p53"/>
          <p:cNvSpPr txBox="1">
            <a:spLocks noGrp="1"/>
          </p:cNvSpPr>
          <p:nvPr>
            <p:ph type="title"/>
          </p:nvPr>
        </p:nvSpPr>
        <p:spPr>
          <a:xfrm>
            <a:off x="809200" y="818125"/>
            <a:ext cx="7727700" cy="572700"/>
          </a:xfrm>
          <a:prstGeom prst="rect">
            <a:avLst/>
          </a:prstGeom>
        </p:spPr>
        <p:txBody>
          <a:bodyPr spcFirstLastPara="1" wrap="square" lIns="0" tIns="0" rIns="91425" bIns="91425" anchor="t"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2" name="Google Shape;192;p53"/>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lank_withGrid2">
  <p:cSld name="CUSTOM_3_1_1">
    <p:spTree>
      <p:nvGrpSpPr>
        <p:cNvPr id="1" name="Shape 193"/>
        <p:cNvGrpSpPr/>
        <p:nvPr/>
      </p:nvGrpSpPr>
      <p:grpSpPr>
        <a:xfrm>
          <a:off x="0" y="0"/>
          <a:ext cx="0" cy="0"/>
          <a:chOff x="0" y="0"/>
          <a:chExt cx="0" cy="0"/>
        </a:xfrm>
      </p:grpSpPr>
      <p:pic>
        <p:nvPicPr>
          <p:cNvPr id="194" name="Google Shape;194;p54"/>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95" name="Google Shape;195;p54"/>
          <p:cNvSpPr txBox="1">
            <a:spLocks noGrp="1"/>
          </p:cNvSpPr>
          <p:nvPr>
            <p:ph type="title"/>
          </p:nvPr>
        </p:nvSpPr>
        <p:spPr>
          <a:xfrm>
            <a:off x="809200" y="818125"/>
            <a:ext cx="7727700" cy="572700"/>
          </a:xfrm>
          <a:prstGeom prst="rect">
            <a:avLst/>
          </a:prstGeom>
        </p:spPr>
        <p:txBody>
          <a:bodyPr spcFirstLastPara="1" wrap="square" lIns="0" tIns="0" rIns="91425" bIns="91425" anchor="t"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6" name="Google Shape;196;p54"/>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_withGrid3">
  <p:cSld name="CUSTOM_3_1_1_1">
    <p:spTree>
      <p:nvGrpSpPr>
        <p:cNvPr id="1" name="Shape 197"/>
        <p:cNvGrpSpPr/>
        <p:nvPr/>
      </p:nvGrpSpPr>
      <p:grpSpPr>
        <a:xfrm>
          <a:off x="0" y="0"/>
          <a:ext cx="0" cy="0"/>
          <a:chOff x="0" y="0"/>
          <a:chExt cx="0" cy="0"/>
        </a:xfrm>
      </p:grpSpPr>
      <p:pic>
        <p:nvPicPr>
          <p:cNvPr id="198" name="Google Shape;198;p55"/>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99" name="Google Shape;199;p55"/>
          <p:cNvSpPr txBox="1">
            <a:spLocks noGrp="1"/>
          </p:cNvSpPr>
          <p:nvPr>
            <p:ph type="title"/>
          </p:nvPr>
        </p:nvSpPr>
        <p:spPr>
          <a:xfrm>
            <a:off x="809200" y="818125"/>
            <a:ext cx="7727700" cy="572700"/>
          </a:xfrm>
          <a:prstGeom prst="rect">
            <a:avLst/>
          </a:prstGeom>
        </p:spPr>
        <p:txBody>
          <a:bodyPr spcFirstLastPara="1" wrap="square" lIns="0" tIns="0" rIns="91425" bIns="91425" anchor="t"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0" name="Google Shape;200;p55"/>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GridBackground1">
  <p:cSld name="CUSTOM_4">
    <p:spTree>
      <p:nvGrpSpPr>
        <p:cNvPr id="1" name="Shape 201"/>
        <p:cNvGrpSpPr/>
        <p:nvPr/>
      </p:nvGrpSpPr>
      <p:grpSpPr>
        <a:xfrm>
          <a:off x="0" y="0"/>
          <a:ext cx="0" cy="0"/>
          <a:chOff x="0" y="0"/>
          <a:chExt cx="0" cy="0"/>
        </a:xfrm>
      </p:grpSpPr>
      <p:pic>
        <p:nvPicPr>
          <p:cNvPr id="202" name="Google Shape;202;p56"/>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03" name="Google Shape;203;p56"/>
          <p:cNvSpPr/>
          <p:nvPr/>
        </p:nvSpPr>
        <p:spPr>
          <a:xfrm>
            <a:off x="-353875" y="321100"/>
            <a:ext cx="6881700" cy="682800"/>
          </a:xfrm>
          <a:prstGeom prst="roundRect">
            <a:avLst>
              <a:gd name="adj" fmla="val 16667"/>
            </a:avLst>
          </a:prstGeom>
          <a:solidFill>
            <a:srgbClr val="F2B20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Poppins"/>
              <a:ea typeface="Poppins"/>
              <a:cs typeface="Poppins"/>
              <a:sym typeface="Poppins"/>
            </a:endParaRPr>
          </a:p>
        </p:txBody>
      </p:sp>
      <p:sp>
        <p:nvSpPr>
          <p:cNvPr id="204" name="Google Shape;204;p56"/>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5" name="Google Shape;205;p56"/>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GridBackground2">
  <p:cSld name="CUSTOM_4_1">
    <p:spTree>
      <p:nvGrpSpPr>
        <p:cNvPr id="1" name="Shape 206"/>
        <p:cNvGrpSpPr/>
        <p:nvPr/>
      </p:nvGrpSpPr>
      <p:grpSpPr>
        <a:xfrm>
          <a:off x="0" y="0"/>
          <a:ext cx="0" cy="0"/>
          <a:chOff x="0" y="0"/>
          <a:chExt cx="0" cy="0"/>
        </a:xfrm>
      </p:grpSpPr>
      <p:pic>
        <p:nvPicPr>
          <p:cNvPr id="207" name="Google Shape;207;p57"/>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08" name="Google Shape;208;p57"/>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09" name="Google Shape;209;p57"/>
          <p:cNvSpPr/>
          <p:nvPr/>
        </p:nvSpPr>
        <p:spPr>
          <a:xfrm>
            <a:off x="-353875" y="321100"/>
            <a:ext cx="6881700" cy="682800"/>
          </a:xfrm>
          <a:prstGeom prst="roundRect">
            <a:avLst>
              <a:gd name="adj" fmla="val 16667"/>
            </a:avLst>
          </a:prstGeom>
          <a:solidFill>
            <a:srgbClr val="34E0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Poppins"/>
              <a:ea typeface="Poppins"/>
              <a:cs typeface="Poppins"/>
              <a:sym typeface="Poppins"/>
            </a:endParaRPr>
          </a:p>
        </p:txBody>
      </p:sp>
      <p:sp>
        <p:nvSpPr>
          <p:cNvPr id="210" name="Google Shape;210;p57"/>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GridBackground3">
  <p:cSld name="CUSTOM_4_2">
    <p:spTree>
      <p:nvGrpSpPr>
        <p:cNvPr id="1" name="Shape 211"/>
        <p:cNvGrpSpPr/>
        <p:nvPr/>
      </p:nvGrpSpPr>
      <p:grpSpPr>
        <a:xfrm>
          <a:off x="0" y="0"/>
          <a:ext cx="0" cy="0"/>
          <a:chOff x="0" y="0"/>
          <a:chExt cx="0" cy="0"/>
        </a:xfrm>
      </p:grpSpPr>
      <p:pic>
        <p:nvPicPr>
          <p:cNvPr id="212" name="Google Shape;212;p58"/>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13" name="Google Shape;213;p58"/>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14" name="Google Shape;214;p58"/>
          <p:cNvSpPr/>
          <p:nvPr/>
        </p:nvSpPr>
        <p:spPr>
          <a:xfrm>
            <a:off x="-353875" y="321100"/>
            <a:ext cx="6881700" cy="682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Poppins"/>
              <a:ea typeface="Poppins"/>
              <a:cs typeface="Poppins"/>
              <a:sym typeface="Poppins"/>
            </a:endParaRPr>
          </a:p>
        </p:txBody>
      </p:sp>
      <p:sp>
        <p:nvSpPr>
          <p:cNvPr id="215" name="Google Shape;215;p58"/>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GridBackground4">
  <p:cSld name="CUSTOM_4_3">
    <p:spTree>
      <p:nvGrpSpPr>
        <p:cNvPr id="1" name="Shape 216"/>
        <p:cNvGrpSpPr/>
        <p:nvPr/>
      </p:nvGrpSpPr>
      <p:grpSpPr>
        <a:xfrm>
          <a:off x="0" y="0"/>
          <a:ext cx="0" cy="0"/>
          <a:chOff x="0" y="0"/>
          <a:chExt cx="0" cy="0"/>
        </a:xfrm>
      </p:grpSpPr>
      <p:pic>
        <p:nvPicPr>
          <p:cNvPr id="217" name="Google Shape;217;p59"/>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18" name="Google Shape;218;p59"/>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19" name="Google Shape;219;p59"/>
          <p:cNvSpPr/>
          <p:nvPr/>
        </p:nvSpPr>
        <p:spPr>
          <a:xfrm>
            <a:off x="-353875" y="321100"/>
            <a:ext cx="6881700" cy="682800"/>
          </a:xfrm>
          <a:prstGeom prst="roundRect">
            <a:avLst>
              <a:gd name="adj" fmla="val 16667"/>
            </a:avLst>
          </a:prstGeom>
          <a:solidFill>
            <a:srgbClr val="004F3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Poppins"/>
              <a:ea typeface="Poppins"/>
              <a:cs typeface="Poppins"/>
              <a:sym typeface="Poppins"/>
            </a:endParaRPr>
          </a:p>
        </p:txBody>
      </p:sp>
      <p:sp>
        <p:nvSpPr>
          <p:cNvPr id="220" name="Google Shape;220;p59"/>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GridBackground5">
  <p:cSld name="CUSTOM_4_4">
    <p:spTree>
      <p:nvGrpSpPr>
        <p:cNvPr id="1" name="Shape 221"/>
        <p:cNvGrpSpPr/>
        <p:nvPr/>
      </p:nvGrpSpPr>
      <p:grpSpPr>
        <a:xfrm>
          <a:off x="0" y="0"/>
          <a:ext cx="0" cy="0"/>
          <a:chOff x="0" y="0"/>
          <a:chExt cx="0" cy="0"/>
        </a:xfrm>
      </p:grpSpPr>
      <p:pic>
        <p:nvPicPr>
          <p:cNvPr id="222" name="Google Shape;222;p60"/>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223" name="Google Shape;223;p60"/>
          <p:cNvSpPr txBox="1">
            <a:spLocks noGrp="1"/>
          </p:cNvSpPr>
          <p:nvPr>
            <p:ph type="body" idx="1"/>
          </p:nvPr>
        </p:nvSpPr>
        <p:spPr>
          <a:xfrm>
            <a:off x="883075" y="1667050"/>
            <a:ext cx="5401500" cy="2921400"/>
          </a:xfrm>
          <a:prstGeom prst="rect">
            <a:avLst/>
          </a:prstGeom>
        </p:spPr>
        <p:txBody>
          <a:bodyPr spcFirstLastPara="1" wrap="square" lIns="0" tIns="0" rIns="91425" bIns="0" anchor="t" anchorCtr="0">
            <a:noAutofit/>
          </a:bodyPr>
          <a:lstStyle>
            <a:lvl1pPr marL="457200" lvl="0" indent="-381000" rtl="0">
              <a:spcBef>
                <a:spcPts val="0"/>
              </a:spcBef>
              <a:spcAft>
                <a:spcPts val="0"/>
              </a:spcAft>
              <a:buSzPts val="2400"/>
              <a:buChar char="●"/>
              <a:defRPr/>
            </a:lvl1pPr>
            <a:lvl2pPr marL="914400" lvl="1" indent="-342900" rtl="0">
              <a:spcBef>
                <a:spcPts val="1600"/>
              </a:spcBef>
              <a:spcAft>
                <a:spcPts val="0"/>
              </a:spcAft>
              <a:buSzPts val="1800"/>
              <a:buChar char="○"/>
              <a:defRPr/>
            </a:lvl2pPr>
            <a:lvl3pPr marL="1371600" lvl="2" indent="-304800" rtl="0">
              <a:spcBef>
                <a:spcPts val="1600"/>
              </a:spcBef>
              <a:spcAft>
                <a:spcPts val="0"/>
              </a:spcAft>
              <a:buSzPts val="1200"/>
              <a:buChar char="■"/>
              <a:defRPr/>
            </a:lvl3pPr>
            <a:lvl4pPr marL="1828800" lvl="3" indent="-292100" rtl="0">
              <a:spcBef>
                <a:spcPts val="1600"/>
              </a:spcBef>
              <a:spcAft>
                <a:spcPts val="0"/>
              </a:spcAft>
              <a:buSzPts val="1000"/>
              <a:buChar char="●"/>
              <a:defRPr/>
            </a:lvl4pPr>
            <a:lvl5pPr marL="2286000" lvl="4" indent="-279400" rtl="0">
              <a:spcBef>
                <a:spcPts val="1600"/>
              </a:spcBef>
              <a:spcAft>
                <a:spcPts val="0"/>
              </a:spcAft>
              <a:buSzPts val="8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224" name="Google Shape;224;p60"/>
          <p:cNvSpPr/>
          <p:nvPr/>
        </p:nvSpPr>
        <p:spPr>
          <a:xfrm>
            <a:off x="-353875" y="321100"/>
            <a:ext cx="6881700" cy="6828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Poppins"/>
              <a:ea typeface="Poppins"/>
              <a:cs typeface="Poppins"/>
              <a:sym typeface="Poppins"/>
            </a:endParaRPr>
          </a:p>
        </p:txBody>
      </p:sp>
      <p:sp>
        <p:nvSpPr>
          <p:cNvPr id="225" name="Google Shape;225;p60"/>
          <p:cNvSpPr txBox="1">
            <a:spLocks noGrp="1"/>
          </p:cNvSpPr>
          <p:nvPr>
            <p:ph type="title"/>
          </p:nvPr>
        </p:nvSpPr>
        <p:spPr>
          <a:xfrm>
            <a:off x="424950" y="431200"/>
            <a:ext cx="7727700" cy="572700"/>
          </a:xfrm>
          <a:prstGeom prst="rect">
            <a:avLst/>
          </a:prstGeom>
        </p:spPr>
        <p:txBody>
          <a:bodyPr spcFirstLastPara="1" wrap="square" lIns="0" tIns="0"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Q&amp;A1">
  <p:cSld name="CUSTOM_5">
    <p:spTree>
      <p:nvGrpSpPr>
        <p:cNvPr id="1" name="Shape 226"/>
        <p:cNvGrpSpPr/>
        <p:nvPr/>
      </p:nvGrpSpPr>
      <p:grpSpPr>
        <a:xfrm>
          <a:off x="0" y="0"/>
          <a:ext cx="0" cy="0"/>
          <a:chOff x="0" y="0"/>
          <a:chExt cx="0" cy="0"/>
        </a:xfrm>
      </p:grpSpPr>
      <p:pic>
        <p:nvPicPr>
          <p:cNvPr id="227" name="Google Shape;227;p61"/>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Q&amp;A2">
  <p:cSld name="CUSTOM_5_1">
    <p:spTree>
      <p:nvGrpSpPr>
        <p:cNvPr id="1" name="Shape 228"/>
        <p:cNvGrpSpPr/>
        <p:nvPr/>
      </p:nvGrpSpPr>
      <p:grpSpPr>
        <a:xfrm>
          <a:off x="0" y="0"/>
          <a:ext cx="0" cy="0"/>
          <a:chOff x="0" y="0"/>
          <a:chExt cx="0" cy="0"/>
        </a:xfrm>
      </p:grpSpPr>
      <p:pic>
        <p:nvPicPr>
          <p:cNvPr id="229" name="Google Shape;229;p62"/>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Q&amp;A3">
  <p:cSld name="CUSTOM_5_2">
    <p:spTree>
      <p:nvGrpSpPr>
        <p:cNvPr id="1" name="Shape 230"/>
        <p:cNvGrpSpPr/>
        <p:nvPr/>
      </p:nvGrpSpPr>
      <p:grpSpPr>
        <a:xfrm>
          <a:off x="0" y="0"/>
          <a:ext cx="0" cy="0"/>
          <a:chOff x="0" y="0"/>
          <a:chExt cx="0" cy="0"/>
        </a:xfrm>
      </p:grpSpPr>
      <p:pic>
        <p:nvPicPr>
          <p:cNvPr id="231" name="Google Shape;231;p63"/>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07 Thanks 2">
  <p:cSld name="TITLE_1_1_1_1_1_1_1_1_1_1">
    <p:bg>
      <p:bgPr>
        <a:solidFill>
          <a:schemeClr val="accent1"/>
        </a:solidFill>
        <a:effectLst/>
      </p:bgPr>
    </p:bg>
    <p:spTree>
      <p:nvGrpSpPr>
        <p:cNvPr id="1" name="Shape 232"/>
        <p:cNvGrpSpPr/>
        <p:nvPr/>
      </p:nvGrpSpPr>
      <p:grpSpPr>
        <a:xfrm>
          <a:off x="0" y="0"/>
          <a:ext cx="0" cy="0"/>
          <a:chOff x="0" y="0"/>
          <a:chExt cx="0" cy="0"/>
        </a:xfrm>
      </p:grpSpPr>
      <p:pic>
        <p:nvPicPr>
          <p:cNvPr id="233" name="Google Shape;233;p64"/>
          <p:cNvPicPr preferRelativeResize="0"/>
          <p:nvPr/>
        </p:nvPicPr>
        <p:blipFill>
          <a:blip r:embed="rId2">
            <a:alphaModFix/>
          </a:blip>
          <a:stretch>
            <a:fillRect/>
          </a:stretch>
        </p:blipFill>
        <p:spPr>
          <a:xfrm>
            <a:off x="405838" y="411150"/>
            <a:ext cx="806721" cy="806800"/>
          </a:xfrm>
          <a:prstGeom prst="rect">
            <a:avLst/>
          </a:prstGeom>
          <a:noFill/>
          <a:ln>
            <a:noFill/>
          </a:ln>
        </p:spPr>
      </p:pic>
      <p:sp>
        <p:nvSpPr>
          <p:cNvPr id="234" name="Google Shape;234;p64"/>
          <p:cNvSpPr txBox="1"/>
          <p:nvPr/>
        </p:nvSpPr>
        <p:spPr>
          <a:xfrm>
            <a:off x="402921" y="4017628"/>
            <a:ext cx="3539700" cy="812700"/>
          </a:xfrm>
          <a:prstGeom prst="rect">
            <a:avLst/>
          </a:prstGeom>
          <a:noFill/>
          <a:ln>
            <a:noFill/>
          </a:ln>
        </p:spPr>
        <p:txBody>
          <a:bodyPr spcFirstLastPara="1" wrap="square" lIns="91425" tIns="91425" rIns="91425" bIns="91425" anchor="t" anchorCtr="0">
            <a:spAutoFit/>
          </a:bodyPr>
          <a:lstStyle/>
          <a:p>
            <a:pPr marL="0" lvl="0" indent="0" algn="l" rtl="0">
              <a:lnSpc>
                <a:spcPct val="85000"/>
              </a:lnSpc>
              <a:spcBef>
                <a:spcPts val="0"/>
              </a:spcBef>
              <a:spcAft>
                <a:spcPts val="0"/>
              </a:spcAft>
              <a:buNone/>
            </a:pPr>
            <a:r>
              <a:rPr lang="en" sz="4800">
                <a:solidFill>
                  <a:schemeClr val="dk1"/>
                </a:solidFill>
                <a:latin typeface="Poppins"/>
                <a:ea typeface="Poppins"/>
                <a:cs typeface="Poppins"/>
                <a:sym typeface="Poppins"/>
              </a:rPr>
              <a:t>Thanks.</a:t>
            </a:r>
            <a:endParaRPr sz="4800">
              <a:solidFill>
                <a:schemeClr val="dk1"/>
              </a:solidFill>
              <a:latin typeface="Poppins"/>
              <a:ea typeface="Poppins"/>
              <a:cs typeface="Poppins"/>
              <a:sym typeface="Poppin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235"/>
        <p:cNvGrpSpPr/>
        <p:nvPr/>
      </p:nvGrpSpPr>
      <p:grpSpPr>
        <a:xfrm>
          <a:off x="0" y="0"/>
          <a:ext cx="0" cy="0"/>
          <a:chOff x="0" y="0"/>
          <a:chExt cx="0" cy="0"/>
        </a:xfrm>
      </p:grpSpPr>
      <p:sp>
        <p:nvSpPr>
          <p:cNvPr id="236" name="Google Shape;236;p6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237" name="Google Shape;237;p6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238" name="Google Shape;238;p6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9"/>
        <p:cNvGrpSpPr/>
        <p:nvPr/>
      </p:nvGrpSpPr>
      <p:grpSpPr>
        <a:xfrm>
          <a:off x="0" y="0"/>
          <a:ext cx="0" cy="0"/>
          <a:chOff x="0" y="0"/>
          <a:chExt cx="0" cy="0"/>
        </a:xfrm>
      </p:grpSpPr>
      <p:sp>
        <p:nvSpPr>
          <p:cNvPr id="240" name="Google Shape;240;p6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1" name="Google Shape;241;p6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242" name="Google Shape;242;p6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243" name="Google Shape;243;p6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hankYouSlide">
  <p:cSld name="CUSTOM_6">
    <p:spTree>
      <p:nvGrpSpPr>
        <p:cNvPr id="1" name="Shape 244"/>
        <p:cNvGrpSpPr/>
        <p:nvPr/>
      </p:nvGrpSpPr>
      <p:grpSpPr>
        <a:xfrm>
          <a:off x="0" y="0"/>
          <a:ext cx="0" cy="0"/>
          <a:chOff x="0" y="0"/>
          <a:chExt cx="0" cy="0"/>
        </a:xfrm>
      </p:grpSpPr>
      <p:pic>
        <p:nvPicPr>
          <p:cNvPr id="245" name="Google Shape;245;p67"/>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ustom Layout 2">
  <p:cSld name="CUSTOM_7">
    <p:spTree>
      <p:nvGrpSpPr>
        <p:cNvPr id="1" name="Shape 246"/>
        <p:cNvGrpSpPr/>
        <p:nvPr/>
      </p:nvGrpSpPr>
      <p:grpSpPr>
        <a:xfrm>
          <a:off x="0" y="0"/>
          <a:ext cx="0" cy="0"/>
          <a:chOff x="0" y="0"/>
          <a:chExt cx="0" cy="0"/>
        </a:xfrm>
      </p:grpSpPr>
      <p:pic>
        <p:nvPicPr>
          <p:cNvPr id="247" name="Google Shape;247;p68"/>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8" name="Google Shape;248;p68"/>
          <p:cNvSpPr txBox="1"/>
          <p:nvPr/>
        </p:nvSpPr>
        <p:spPr>
          <a:xfrm>
            <a:off x="2356250" y="112800"/>
            <a:ext cx="6604500" cy="1749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7500">
                <a:solidFill>
                  <a:srgbClr val="FF6666"/>
                </a:solidFill>
                <a:latin typeface="Poppins Black"/>
                <a:ea typeface="Poppins Black"/>
                <a:cs typeface="Poppins Black"/>
                <a:sym typeface="Poppins Black"/>
              </a:rPr>
              <a:t>Break time</a:t>
            </a:r>
            <a:endParaRPr sz="7500">
              <a:solidFill>
                <a:srgbClr val="FF6666"/>
              </a:solidFill>
              <a:latin typeface="Poppins Black"/>
              <a:ea typeface="Poppins Black"/>
              <a:cs typeface="Poppins Black"/>
              <a:sym typeface="Poppins Black"/>
            </a:endParaRPr>
          </a:p>
        </p:txBody>
      </p:sp>
      <p:sp>
        <p:nvSpPr>
          <p:cNvPr id="249" name="Google Shape;249;p68"/>
          <p:cNvSpPr/>
          <p:nvPr/>
        </p:nvSpPr>
        <p:spPr>
          <a:xfrm>
            <a:off x="-134375" y="1638675"/>
            <a:ext cx="4087647" cy="3653334"/>
          </a:xfrm>
          <a:custGeom>
            <a:avLst/>
            <a:gdLst/>
            <a:ahLst/>
            <a:cxnLst/>
            <a:rect l="l" t="t" r="r" b="b"/>
            <a:pathLst>
              <a:path w="3050483" h="2726369" extrusionOk="0">
                <a:moveTo>
                  <a:pt x="0" y="0"/>
                </a:moveTo>
                <a:lnTo>
                  <a:pt x="3050483" y="0"/>
                </a:lnTo>
                <a:lnTo>
                  <a:pt x="3050483" y="2726369"/>
                </a:lnTo>
                <a:lnTo>
                  <a:pt x="0" y="272636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ustom Layout 2 1">
  <p:cSld name="CUSTOM_7_1">
    <p:spTree>
      <p:nvGrpSpPr>
        <p:cNvPr id="1" name="Shape 250"/>
        <p:cNvGrpSpPr/>
        <p:nvPr/>
      </p:nvGrpSpPr>
      <p:grpSpPr>
        <a:xfrm>
          <a:off x="0" y="0"/>
          <a:ext cx="0" cy="0"/>
          <a:chOff x="0" y="0"/>
          <a:chExt cx="0" cy="0"/>
        </a:xfrm>
      </p:grpSpPr>
      <p:pic>
        <p:nvPicPr>
          <p:cNvPr id="251" name="Google Shape;251;p69"/>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2" name="Google Shape;252;p69"/>
          <p:cNvSpPr txBox="1"/>
          <p:nvPr/>
        </p:nvSpPr>
        <p:spPr>
          <a:xfrm>
            <a:off x="2356250" y="112800"/>
            <a:ext cx="6604500" cy="1749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7500">
                <a:solidFill>
                  <a:schemeClr val="accent4"/>
                </a:solidFill>
                <a:latin typeface="Poppins Black"/>
                <a:ea typeface="Poppins Black"/>
                <a:cs typeface="Poppins Black"/>
                <a:sym typeface="Poppins Black"/>
              </a:rPr>
              <a:t>Break time</a:t>
            </a:r>
            <a:endParaRPr sz="7500">
              <a:solidFill>
                <a:schemeClr val="accent4"/>
              </a:solidFill>
              <a:latin typeface="Poppins Black"/>
              <a:ea typeface="Poppins Black"/>
              <a:cs typeface="Poppins Black"/>
              <a:sym typeface="Poppins Black"/>
            </a:endParaRPr>
          </a:p>
        </p:txBody>
      </p:sp>
      <p:sp>
        <p:nvSpPr>
          <p:cNvPr id="253" name="Google Shape;253;p69"/>
          <p:cNvSpPr/>
          <p:nvPr/>
        </p:nvSpPr>
        <p:spPr>
          <a:xfrm>
            <a:off x="-134375" y="1638675"/>
            <a:ext cx="4087647" cy="3653334"/>
          </a:xfrm>
          <a:custGeom>
            <a:avLst/>
            <a:gdLst/>
            <a:ahLst/>
            <a:cxnLst/>
            <a:rect l="l" t="t" r="r" b="b"/>
            <a:pathLst>
              <a:path w="3050483" h="2726369" extrusionOk="0">
                <a:moveTo>
                  <a:pt x="0" y="0"/>
                </a:moveTo>
                <a:lnTo>
                  <a:pt x="3050483" y="0"/>
                </a:lnTo>
                <a:lnTo>
                  <a:pt x="3050483" y="2726369"/>
                </a:lnTo>
                <a:lnTo>
                  <a:pt x="0" y="272636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ustom Layout 2 1 1">
  <p:cSld name="CUSTOM_7_1_1">
    <p:spTree>
      <p:nvGrpSpPr>
        <p:cNvPr id="1" name="Shape 254"/>
        <p:cNvGrpSpPr/>
        <p:nvPr/>
      </p:nvGrpSpPr>
      <p:grpSpPr>
        <a:xfrm>
          <a:off x="0" y="0"/>
          <a:ext cx="0" cy="0"/>
          <a:chOff x="0" y="0"/>
          <a:chExt cx="0" cy="0"/>
        </a:xfrm>
      </p:grpSpPr>
      <p:pic>
        <p:nvPicPr>
          <p:cNvPr id="255" name="Google Shape;255;p70"/>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6" name="Google Shape;256;p70"/>
          <p:cNvSpPr txBox="1"/>
          <p:nvPr/>
        </p:nvSpPr>
        <p:spPr>
          <a:xfrm>
            <a:off x="2356250" y="112800"/>
            <a:ext cx="6604500" cy="1749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7500">
                <a:solidFill>
                  <a:schemeClr val="accent6"/>
                </a:solidFill>
                <a:latin typeface="Poppins Black"/>
                <a:ea typeface="Poppins Black"/>
                <a:cs typeface="Poppins Black"/>
                <a:sym typeface="Poppins Black"/>
              </a:rPr>
              <a:t>Break time</a:t>
            </a:r>
            <a:endParaRPr sz="7500">
              <a:solidFill>
                <a:schemeClr val="accent6"/>
              </a:solidFill>
              <a:latin typeface="Poppins Black"/>
              <a:ea typeface="Poppins Black"/>
              <a:cs typeface="Poppins Black"/>
              <a:sym typeface="Poppins Black"/>
            </a:endParaRPr>
          </a:p>
        </p:txBody>
      </p:sp>
      <p:sp>
        <p:nvSpPr>
          <p:cNvPr id="257" name="Google Shape;257;p70"/>
          <p:cNvSpPr/>
          <p:nvPr/>
        </p:nvSpPr>
        <p:spPr>
          <a:xfrm>
            <a:off x="-134375" y="1638675"/>
            <a:ext cx="4087647" cy="3653334"/>
          </a:xfrm>
          <a:custGeom>
            <a:avLst/>
            <a:gdLst/>
            <a:ahLst/>
            <a:cxnLst/>
            <a:rect l="l" t="t" r="r" b="b"/>
            <a:pathLst>
              <a:path w="3050483" h="2726369" extrusionOk="0">
                <a:moveTo>
                  <a:pt x="0" y="0"/>
                </a:moveTo>
                <a:lnTo>
                  <a:pt x="3050483" y="0"/>
                </a:lnTo>
                <a:lnTo>
                  <a:pt x="3050483" y="2726369"/>
                </a:lnTo>
                <a:lnTo>
                  <a:pt x="0" y="272636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8"/>
        <p:cNvGrpSpPr/>
        <p:nvPr/>
      </p:nvGrpSpPr>
      <p:grpSpPr>
        <a:xfrm>
          <a:off x="0" y="0"/>
          <a:ext cx="0" cy="0"/>
          <a:chOff x="0" y="0"/>
          <a:chExt cx="0" cy="0"/>
        </a:xfrm>
      </p:grpSpPr>
      <p:sp>
        <p:nvSpPr>
          <p:cNvPr id="259" name="Google Shape;259;p71"/>
          <p:cNvSpPr txBox="1">
            <a:spLocks noGrp="1"/>
          </p:cNvSpPr>
          <p:nvPr>
            <p:ph type="ctrTitle"/>
          </p:nvPr>
        </p:nvSpPr>
        <p:spPr>
          <a:xfrm>
            <a:off x="311708" y="744575"/>
            <a:ext cx="8520600" cy="2052600"/>
          </a:xfrm>
          <a:prstGeom prst="rect">
            <a:avLst/>
          </a:prstGeom>
        </p:spPr>
        <p:txBody>
          <a:bodyPr spcFirstLastPara="1" wrap="square" lIns="0" tIns="0"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60" name="Google Shape;260;p71"/>
          <p:cNvSpPr txBox="1">
            <a:spLocks noGrp="1"/>
          </p:cNvSpPr>
          <p:nvPr>
            <p:ph type="subTitle" idx="1"/>
          </p:nvPr>
        </p:nvSpPr>
        <p:spPr>
          <a:xfrm>
            <a:off x="311700" y="2834125"/>
            <a:ext cx="8520600" cy="792600"/>
          </a:xfrm>
          <a:prstGeom prst="rect">
            <a:avLst/>
          </a:prstGeom>
        </p:spPr>
        <p:txBody>
          <a:bodyPr spcFirstLastPara="1" wrap="square" lIns="0" tIns="0" rIns="91425" bIns="0"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61" name="Google Shape;261;p71"/>
          <p:cNvSpPr txBox="1">
            <a:spLocks noGrp="1"/>
          </p:cNvSpPr>
          <p:nvPr>
            <p:ph type="sldNum" idx="12"/>
          </p:nvPr>
        </p:nvSpPr>
        <p:spPr>
          <a:xfrm>
            <a:off x="8472458" y="4663217"/>
            <a:ext cx="548700" cy="393600"/>
          </a:xfrm>
          <a:prstGeom prst="rect">
            <a:avLst/>
          </a:prstGeom>
        </p:spPr>
        <p:txBody>
          <a:bodyPr spcFirstLastPara="1" wrap="square" lIns="91425" tIns="0" rIns="91425"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ig Title + Chart 02">
  <p:cSld name="TITLE_1_1_1_2_1_1_1_1_1_1_6_1_1_2">
    <p:bg>
      <p:bgPr>
        <a:solidFill>
          <a:schemeClr val="lt1"/>
        </a:solidFill>
        <a:effectLst/>
      </p:bgPr>
    </p:bg>
    <p:spTree>
      <p:nvGrpSpPr>
        <p:cNvPr id="1" name="Shape 262"/>
        <p:cNvGrpSpPr/>
        <p:nvPr/>
      </p:nvGrpSpPr>
      <p:grpSpPr>
        <a:xfrm>
          <a:off x="0" y="0"/>
          <a:ext cx="0" cy="0"/>
          <a:chOff x="0" y="0"/>
          <a:chExt cx="0" cy="0"/>
        </a:xfrm>
      </p:grpSpPr>
      <p:pic>
        <p:nvPicPr>
          <p:cNvPr id="263" name="Google Shape;263;p72"/>
          <p:cNvPicPr preferRelativeResize="0"/>
          <p:nvPr/>
        </p:nvPicPr>
        <p:blipFill>
          <a:blip r:embed="rId2">
            <a:alphaModFix/>
          </a:blip>
          <a:stretch>
            <a:fillRect/>
          </a:stretch>
        </p:blipFill>
        <p:spPr>
          <a:xfrm>
            <a:off x="115676" y="4859127"/>
            <a:ext cx="165327" cy="165346"/>
          </a:xfrm>
          <a:prstGeom prst="rect">
            <a:avLst/>
          </a:prstGeom>
          <a:noFill/>
          <a:ln>
            <a:noFill/>
          </a:ln>
        </p:spPr>
      </p:pic>
      <p:sp>
        <p:nvSpPr>
          <p:cNvPr id="264" name="Google Shape;264;p72"/>
          <p:cNvSpPr txBox="1">
            <a:spLocks noGrp="1"/>
          </p:cNvSpPr>
          <p:nvPr>
            <p:ph type="sldNum" idx="12"/>
          </p:nvPr>
        </p:nvSpPr>
        <p:spPr>
          <a:xfrm>
            <a:off x="8557171" y="4944643"/>
            <a:ext cx="548700" cy="256800"/>
          </a:xfrm>
          <a:prstGeom prst="rect">
            <a:avLst/>
          </a:prstGeom>
        </p:spPr>
        <p:txBody>
          <a:bodyPr spcFirstLastPara="1" wrap="square" lIns="91425" tIns="0" rIns="91425" bIns="0" anchor="t"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65" name="Google Shape;265;p72"/>
          <p:cNvSpPr txBox="1">
            <a:spLocks noGrp="1"/>
          </p:cNvSpPr>
          <p:nvPr>
            <p:ph type="ctrTitle"/>
          </p:nvPr>
        </p:nvSpPr>
        <p:spPr>
          <a:xfrm>
            <a:off x="402925" y="411150"/>
            <a:ext cx="4391700" cy="809100"/>
          </a:xfrm>
          <a:prstGeom prst="rect">
            <a:avLst/>
          </a:prstGeom>
        </p:spPr>
        <p:txBody>
          <a:bodyPr spcFirstLastPara="1" wrap="square" lIns="0" tIns="0" rIns="228600" bIns="0" anchor="t" anchorCtr="0">
            <a:noAutofit/>
          </a:bodyPr>
          <a:lstStyle>
            <a:lvl1pPr lvl="0" rtl="0">
              <a:lnSpc>
                <a:spcPct val="75000"/>
              </a:lnSpc>
              <a:spcBef>
                <a:spcPts val="0"/>
              </a:spcBef>
              <a:spcAft>
                <a:spcPts val="0"/>
              </a:spcAft>
              <a:buSzPts val="2400"/>
              <a:buNone/>
              <a:defRPr/>
            </a:lvl1pPr>
            <a:lvl2pPr lvl="1" rtl="0">
              <a:spcBef>
                <a:spcPts val="0"/>
              </a:spcBef>
              <a:spcAft>
                <a:spcPts val="0"/>
              </a:spcAft>
              <a:buSzPts val="2400"/>
              <a:buFont typeface="Poppins"/>
              <a:buNone/>
              <a:defRPr sz="2400">
                <a:latin typeface="Poppins"/>
                <a:ea typeface="Poppins"/>
                <a:cs typeface="Poppins"/>
                <a:sym typeface="Poppins"/>
              </a:defRPr>
            </a:lvl2pPr>
            <a:lvl3pPr lvl="2" rtl="0">
              <a:spcBef>
                <a:spcPts val="0"/>
              </a:spcBef>
              <a:spcAft>
                <a:spcPts val="0"/>
              </a:spcAft>
              <a:buSzPts val="2400"/>
              <a:buFont typeface="Poppins"/>
              <a:buNone/>
              <a:defRPr sz="2400">
                <a:latin typeface="Poppins"/>
                <a:ea typeface="Poppins"/>
                <a:cs typeface="Poppins"/>
                <a:sym typeface="Poppins"/>
              </a:defRPr>
            </a:lvl3pPr>
            <a:lvl4pPr lvl="3" rtl="0">
              <a:spcBef>
                <a:spcPts val="0"/>
              </a:spcBef>
              <a:spcAft>
                <a:spcPts val="0"/>
              </a:spcAft>
              <a:buSzPts val="2400"/>
              <a:buFont typeface="Poppins"/>
              <a:buNone/>
              <a:defRPr sz="2400">
                <a:latin typeface="Poppins"/>
                <a:ea typeface="Poppins"/>
                <a:cs typeface="Poppins"/>
                <a:sym typeface="Poppins"/>
              </a:defRPr>
            </a:lvl4pPr>
            <a:lvl5pPr lvl="4" rtl="0">
              <a:spcBef>
                <a:spcPts val="0"/>
              </a:spcBef>
              <a:spcAft>
                <a:spcPts val="0"/>
              </a:spcAft>
              <a:buSzPts val="2400"/>
              <a:buFont typeface="Poppins"/>
              <a:buNone/>
              <a:defRPr sz="2400">
                <a:latin typeface="Poppins"/>
                <a:ea typeface="Poppins"/>
                <a:cs typeface="Poppins"/>
                <a:sym typeface="Poppins"/>
              </a:defRPr>
            </a:lvl5pPr>
            <a:lvl6pPr lvl="5" rtl="0">
              <a:spcBef>
                <a:spcPts val="0"/>
              </a:spcBef>
              <a:spcAft>
                <a:spcPts val="0"/>
              </a:spcAft>
              <a:buSzPts val="2400"/>
              <a:buFont typeface="Poppins"/>
              <a:buNone/>
              <a:defRPr sz="2400">
                <a:latin typeface="Poppins"/>
                <a:ea typeface="Poppins"/>
                <a:cs typeface="Poppins"/>
                <a:sym typeface="Poppins"/>
              </a:defRPr>
            </a:lvl6pPr>
            <a:lvl7pPr lvl="6" rtl="0">
              <a:spcBef>
                <a:spcPts val="0"/>
              </a:spcBef>
              <a:spcAft>
                <a:spcPts val="0"/>
              </a:spcAft>
              <a:buSzPts val="2400"/>
              <a:buFont typeface="Poppins"/>
              <a:buNone/>
              <a:defRPr sz="2400">
                <a:latin typeface="Poppins"/>
                <a:ea typeface="Poppins"/>
                <a:cs typeface="Poppins"/>
                <a:sym typeface="Poppins"/>
              </a:defRPr>
            </a:lvl7pPr>
            <a:lvl8pPr lvl="7" rtl="0">
              <a:spcBef>
                <a:spcPts val="0"/>
              </a:spcBef>
              <a:spcAft>
                <a:spcPts val="0"/>
              </a:spcAft>
              <a:buSzPts val="2400"/>
              <a:buFont typeface="Poppins"/>
              <a:buNone/>
              <a:defRPr sz="2400">
                <a:latin typeface="Poppins"/>
                <a:ea typeface="Poppins"/>
                <a:cs typeface="Poppins"/>
                <a:sym typeface="Poppins"/>
              </a:defRPr>
            </a:lvl8pPr>
            <a:lvl9pPr lvl="8" rtl="0">
              <a:spcBef>
                <a:spcPts val="0"/>
              </a:spcBef>
              <a:spcAft>
                <a:spcPts val="0"/>
              </a:spcAft>
              <a:buSzPts val="2400"/>
              <a:buFont typeface="Poppins"/>
              <a:buNone/>
              <a:defRPr sz="2400">
                <a:latin typeface="Poppins"/>
                <a:ea typeface="Poppins"/>
                <a:cs typeface="Poppins"/>
                <a:sym typeface="Poppins"/>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theme" Target="../theme/theme2.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slideLayout" Target="../slideLayouts/slideLayout70.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8" Type="http://schemas.openxmlformats.org/officeDocument/2006/relationships/slideLayout" Target="../slideLayouts/slideLayout42.xml"/><Relationship Id="rId3"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09200" y="818125"/>
            <a:ext cx="7727700" cy="572700"/>
          </a:xfrm>
          <a:prstGeom prst="rect">
            <a:avLst/>
          </a:prstGeom>
          <a:noFill/>
          <a:ln>
            <a:noFill/>
          </a:ln>
        </p:spPr>
        <p:txBody>
          <a:bodyPr spcFirstLastPara="1" wrap="square" lIns="0" tIns="0" rIns="91425" bIns="91425" anchor="t" anchorCtr="0">
            <a:noAutofit/>
          </a:bodyPr>
          <a:lstStyle>
            <a:lvl1pPr lvl="0"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809200" y="1523450"/>
            <a:ext cx="8124000" cy="2967900"/>
          </a:xfrm>
          <a:prstGeom prst="rect">
            <a:avLst/>
          </a:prstGeom>
          <a:noFill/>
          <a:ln>
            <a:noFill/>
          </a:ln>
        </p:spPr>
        <p:txBody>
          <a:bodyPr spcFirstLastPara="1" wrap="square" lIns="0" tIns="0" rIns="91425" bIns="0" anchor="t" anchorCtr="0">
            <a:noAutofit/>
          </a:bodyPr>
          <a:lstStyle>
            <a:lvl1pPr marL="457200" lvl="0" indent="-381000" rtl="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marL="914400" lvl="1" indent="-342900" rtl="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marL="1371600" lvl="2" indent="-304800" rtl="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292100" rtl="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marL="2286000" lvl="4" indent="-279400" rtl="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marL="2743200" lvl="5"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rtl="0">
              <a:lnSpc>
                <a:spcPct val="115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rtl="0">
              <a:lnSpc>
                <a:spcPct val="115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
        <p:nvSpPr>
          <p:cNvPr id="8" name="Google Shape;8;p1"/>
          <p:cNvSpPr txBox="1">
            <a:spLocks noGrp="1"/>
          </p:cNvSpPr>
          <p:nvPr>
            <p:ph type="sldNum" idx="12"/>
          </p:nvPr>
        </p:nvSpPr>
        <p:spPr>
          <a:xfrm>
            <a:off x="8565220" y="4947201"/>
            <a:ext cx="548700" cy="256800"/>
          </a:xfrm>
          <a:prstGeom prst="rect">
            <a:avLst/>
          </a:prstGeom>
          <a:noFill/>
          <a:ln>
            <a:noFill/>
          </a:ln>
        </p:spPr>
        <p:txBody>
          <a:bodyPr spcFirstLastPara="1" wrap="square" lIns="91425" tIns="0" rIns="91425" bIns="0" anchor="t" anchorCtr="0">
            <a:noAutofit/>
          </a:bodyPr>
          <a:lstStyle>
            <a:lvl1pPr lvl="0" algn="r" rtl="0">
              <a:buNone/>
              <a:defRPr sz="600">
                <a:solidFill>
                  <a:schemeClr val="dk1"/>
                </a:solidFill>
                <a:latin typeface="Roboto Mono"/>
                <a:ea typeface="Roboto Mono"/>
                <a:cs typeface="Roboto Mono"/>
                <a:sym typeface="Roboto Mono"/>
              </a:defRPr>
            </a:lvl1pPr>
            <a:lvl2pPr lvl="1" algn="r" rtl="0">
              <a:buNone/>
              <a:defRPr sz="600">
                <a:solidFill>
                  <a:schemeClr val="dk1"/>
                </a:solidFill>
                <a:latin typeface="Roboto Mono"/>
                <a:ea typeface="Roboto Mono"/>
                <a:cs typeface="Roboto Mono"/>
                <a:sym typeface="Roboto Mono"/>
              </a:defRPr>
            </a:lvl2pPr>
            <a:lvl3pPr lvl="2" algn="r" rtl="0">
              <a:buNone/>
              <a:defRPr sz="600">
                <a:solidFill>
                  <a:schemeClr val="dk1"/>
                </a:solidFill>
                <a:latin typeface="Roboto Mono"/>
                <a:ea typeface="Roboto Mono"/>
                <a:cs typeface="Roboto Mono"/>
                <a:sym typeface="Roboto Mono"/>
              </a:defRPr>
            </a:lvl3pPr>
            <a:lvl4pPr lvl="3" algn="r" rtl="0">
              <a:buNone/>
              <a:defRPr sz="600">
                <a:solidFill>
                  <a:schemeClr val="dk1"/>
                </a:solidFill>
                <a:latin typeface="Roboto Mono"/>
                <a:ea typeface="Roboto Mono"/>
                <a:cs typeface="Roboto Mono"/>
                <a:sym typeface="Roboto Mono"/>
              </a:defRPr>
            </a:lvl4pPr>
            <a:lvl5pPr lvl="4" algn="r" rtl="0">
              <a:buNone/>
              <a:defRPr sz="600">
                <a:solidFill>
                  <a:schemeClr val="dk1"/>
                </a:solidFill>
                <a:latin typeface="Roboto Mono"/>
                <a:ea typeface="Roboto Mono"/>
                <a:cs typeface="Roboto Mono"/>
                <a:sym typeface="Roboto Mono"/>
              </a:defRPr>
            </a:lvl5pPr>
            <a:lvl6pPr lvl="5" algn="r" rtl="0">
              <a:buNone/>
              <a:defRPr sz="600">
                <a:solidFill>
                  <a:schemeClr val="dk1"/>
                </a:solidFill>
                <a:latin typeface="Roboto Mono"/>
                <a:ea typeface="Roboto Mono"/>
                <a:cs typeface="Roboto Mono"/>
                <a:sym typeface="Roboto Mono"/>
              </a:defRPr>
            </a:lvl6pPr>
            <a:lvl7pPr lvl="6" algn="r" rtl="0">
              <a:buNone/>
              <a:defRPr sz="600">
                <a:solidFill>
                  <a:schemeClr val="dk1"/>
                </a:solidFill>
                <a:latin typeface="Roboto Mono"/>
                <a:ea typeface="Roboto Mono"/>
                <a:cs typeface="Roboto Mono"/>
                <a:sym typeface="Roboto Mono"/>
              </a:defRPr>
            </a:lvl7pPr>
            <a:lvl8pPr lvl="7" algn="r" rtl="0">
              <a:buNone/>
              <a:defRPr sz="600">
                <a:solidFill>
                  <a:schemeClr val="dk1"/>
                </a:solidFill>
                <a:latin typeface="Roboto Mono"/>
                <a:ea typeface="Roboto Mono"/>
                <a:cs typeface="Roboto Mono"/>
                <a:sym typeface="Roboto Mono"/>
              </a:defRPr>
            </a:lvl8pPr>
            <a:lvl9pPr lvl="8" algn="r" rtl="0">
              <a:buNone/>
              <a:defRPr sz="600">
                <a:solidFill>
                  <a:schemeClr val="dk1"/>
                </a:solidFill>
                <a:latin typeface="Roboto Mono"/>
                <a:ea typeface="Roboto Mono"/>
                <a:cs typeface="Roboto Mono"/>
                <a:sym typeface="Roboto Mon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71">
          <p15:clr>
            <a:srgbClr val="EA4335"/>
          </p15:clr>
        </p15:guide>
        <p15:guide id="2" pos="73">
          <p15:clr>
            <a:srgbClr val="EA4335"/>
          </p15:clr>
        </p15:guide>
        <p15:guide id="3" pos="5687">
          <p15:clr>
            <a:srgbClr val="EA4335"/>
          </p15:clr>
        </p15:guide>
        <p15:guide id="4" orient="horz" pos="3165">
          <p15:clr>
            <a:srgbClr val="EA4335"/>
          </p15:clr>
        </p15:guide>
        <p15:guide id="5" pos="510">
          <p15:clr>
            <a:srgbClr val="EA4335"/>
          </p15:clr>
        </p15:guide>
        <p15:guide id="6" pos="1823">
          <p15:clr>
            <a:srgbClr val="EA4335"/>
          </p15:clr>
        </p15:guide>
        <p15:guide id="7" pos="2088">
          <p15:clr>
            <a:srgbClr val="EA4335"/>
          </p15:clr>
        </p15:guide>
        <p15:guide id="8" pos="2880">
          <p15:clr>
            <a:srgbClr val="EA4335"/>
          </p15:clr>
        </p15:guide>
        <p15:guide id="9" pos="3020">
          <p15:clr>
            <a:srgbClr val="EA4335"/>
          </p15:clr>
        </p15:guide>
        <p15:guide id="10" pos="3657">
          <p15:clr>
            <a:srgbClr val="EA4335"/>
          </p15:clr>
        </p15:guide>
        <p15:guide id="11" pos="3905">
          <p15:clr>
            <a:srgbClr val="EA4335"/>
          </p15:clr>
        </p15:guide>
        <p15:guide id="12" pos="5226">
          <p15:clr>
            <a:srgbClr val="EA4335"/>
          </p15:clr>
        </p15:guide>
        <p15:guide id="13" pos="2740">
          <p15:clr>
            <a:srgbClr val="EA4335"/>
          </p15:clr>
        </p15:guide>
        <p15:guide id="14" pos="254">
          <p15:clr>
            <a:srgbClr val="EA4335"/>
          </p15:clr>
        </p15:guide>
        <p15:guide id="15" pos="5491">
          <p15:clr>
            <a:srgbClr val="EA4335"/>
          </p15:clr>
        </p15:guide>
        <p15:guide id="16" orient="horz" pos="259">
          <p15:clr>
            <a:srgbClr val="EA4335"/>
          </p15:clr>
        </p15:guide>
        <p15:guide id="17" orient="horz" pos="477">
          <p15:clr>
            <a:srgbClr val="EA4335"/>
          </p15:clr>
        </p15:guide>
        <p15:guide id="18" orient="horz" pos="1620">
          <p15:clr>
            <a:srgbClr val="EA4335"/>
          </p15:clr>
        </p15:guide>
        <p15:guide id="19" orient="horz" pos="2787">
          <p15:clr>
            <a:srgbClr val="EA4335"/>
          </p15:clr>
        </p15:guide>
        <p15:guide id="20" orient="horz" pos="3024">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31"/>
        <p:cNvGrpSpPr/>
        <p:nvPr/>
      </p:nvGrpSpPr>
      <p:grpSpPr>
        <a:xfrm>
          <a:off x="0" y="0"/>
          <a:ext cx="0" cy="0"/>
          <a:chOff x="0" y="0"/>
          <a:chExt cx="0" cy="0"/>
        </a:xfrm>
      </p:grpSpPr>
      <p:sp>
        <p:nvSpPr>
          <p:cNvPr id="132" name="Google Shape;132;p36"/>
          <p:cNvSpPr txBox="1">
            <a:spLocks noGrp="1"/>
          </p:cNvSpPr>
          <p:nvPr>
            <p:ph type="title"/>
          </p:nvPr>
        </p:nvSpPr>
        <p:spPr>
          <a:xfrm>
            <a:off x="809200" y="818125"/>
            <a:ext cx="7727700" cy="572700"/>
          </a:xfrm>
          <a:prstGeom prst="rect">
            <a:avLst/>
          </a:prstGeom>
          <a:noFill/>
          <a:ln>
            <a:noFill/>
          </a:ln>
        </p:spPr>
        <p:txBody>
          <a:bodyPr spcFirstLastPara="1" wrap="square" lIns="0" tIns="0" rIns="91425" bIns="91425" anchor="t" anchorCtr="0">
            <a:noAutofit/>
          </a:bodyPr>
          <a:lstStyle>
            <a:lvl1pPr lvl="0"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a:endParaRPr/>
          </a:p>
        </p:txBody>
      </p:sp>
      <p:sp>
        <p:nvSpPr>
          <p:cNvPr id="133" name="Google Shape;133;p36"/>
          <p:cNvSpPr txBox="1">
            <a:spLocks noGrp="1"/>
          </p:cNvSpPr>
          <p:nvPr>
            <p:ph type="body" idx="1"/>
          </p:nvPr>
        </p:nvSpPr>
        <p:spPr>
          <a:xfrm>
            <a:off x="809200" y="1523450"/>
            <a:ext cx="8124000" cy="2967900"/>
          </a:xfrm>
          <a:prstGeom prst="rect">
            <a:avLst/>
          </a:prstGeom>
          <a:noFill/>
          <a:ln>
            <a:noFill/>
          </a:ln>
        </p:spPr>
        <p:txBody>
          <a:bodyPr spcFirstLastPara="1" wrap="square" lIns="0" tIns="0" rIns="91425" bIns="0" anchor="t" anchorCtr="0">
            <a:noAutofit/>
          </a:bodyPr>
          <a:lstStyle>
            <a:lvl1pPr marL="457200" lvl="0" indent="-381000" rtl="0">
              <a:lnSpc>
                <a:spcPct val="115000"/>
              </a:lnSpc>
              <a:spcBef>
                <a:spcPts val="0"/>
              </a:spcBef>
              <a:spcAft>
                <a:spcPts val="0"/>
              </a:spcAft>
              <a:buClr>
                <a:schemeClr val="dk1"/>
              </a:buClr>
              <a:buSzPts val="2400"/>
              <a:buFont typeface="Poppins"/>
              <a:buChar char="●"/>
              <a:defRPr sz="2400">
                <a:solidFill>
                  <a:schemeClr val="dk1"/>
                </a:solidFill>
                <a:latin typeface="Poppins"/>
                <a:ea typeface="Poppins"/>
                <a:cs typeface="Poppins"/>
                <a:sym typeface="Poppins"/>
              </a:defRPr>
            </a:lvl1pPr>
            <a:lvl2pPr marL="914400" lvl="1" indent="-342900" rtl="0">
              <a:lnSpc>
                <a:spcPct val="115000"/>
              </a:lnSpc>
              <a:spcBef>
                <a:spcPts val="16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marL="1371600" lvl="2" indent="-304800" rtl="0">
              <a:lnSpc>
                <a:spcPct val="115000"/>
              </a:lnSpc>
              <a:spcBef>
                <a:spcPts val="160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292100" rtl="0">
              <a:lnSpc>
                <a:spcPct val="115000"/>
              </a:lnSpc>
              <a:spcBef>
                <a:spcPts val="1600"/>
              </a:spcBef>
              <a:spcAft>
                <a:spcPts val="0"/>
              </a:spcAft>
              <a:buClr>
                <a:schemeClr val="dk1"/>
              </a:buClr>
              <a:buSzPts val="1000"/>
              <a:buFont typeface="Poppins"/>
              <a:buChar char="●"/>
              <a:defRPr sz="1000">
                <a:solidFill>
                  <a:schemeClr val="dk1"/>
                </a:solidFill>
                <a:latin typeface="Poppins"/>
                <a:ea typeface="Poppins"/>
                <a:cs typeface="Poppins"/>
                <a:sym typeface="Poppins"/>
              </a:defRPr>
            </a:lvl4pPr>
            <a:lvl5pPr marL="2286000" lvl="4" indent="-279400" rtl="0">
              <a:lnSpc>
                <a:spcPct val="115000"/>
              </a:lnSpc>
              <a:spcBef>
                <a:spcPts val="1600"/>
              </a:spcBef>
              <a:spcAft>
                <a:spcPts val="0"/>
              </a:spcAft>
              <a:buClr>
                <a:schemeClr val="dk1"/>
              </a:buClr>
              <a:buSzPts val="800"/>
              <a:buFont typeface="Poppins"/>
              <a:buChar char="○"/>
              <a:defRPr sz="800">
                <a:solidFill>
                  <a:schemeClr val="dk1"/>
                </a:solidFill>
                <a:latin typeface="Poppins"/>
                <a:ea typeface="Poppins"/>
                <a:cs typeface="Poppins"/>
                <a:sym typeface="Poppins"/>
              </a:defRPr>
            </a:lvl5pPr>
            <a:lvl6pPr marL="2743200" lvl="5" indent="-317500" rtl="0">
              <a:lnSpc>
                <a:spcPct val="115000"/>
              </a:lnSpc>
              <a:spcBef>
                <a:spcPts val="1600"/>
              </a:spcBef>
              <a:spcAft>
                <a:spcPts val="0"/>
              </a:spcAft>
              <a:buClr>
                <a:schemeClr val="dk1"/>
              </a:buClr>
              <a:buSzPts val="1400"/>
              <a:buFont typeface="Poppins"/>
              <a:buChar char="■"/>
              <a:defRPr sz="1400">
                <a:solidFill>
                  <a:schemeClr val="dk1"/>
                </a:solidFill>
                <a:latin typeface="Poppins"/>
                <a:ea typeface="Poppins"/>
                <a:cs typeface="Poppins"/>
                <a:sym typeface="Poppins"/>
              </a:defRPr>
            </a:lvl6pPr>
            <a:lvl7pPr marL="3200400" lvl="6" indent="-317500" rtl="0">
              <a:lnSpc>
                <a:spcPct val="115000"/>
              </a:lnSpc>
              <a:spcBef>
                <a:spcPts val="1600"/>
              </a:spcBef>
              <a:spcAft>
                <a:spcPts val="0"/>
              </a:spcAft>
              <a:buClr>
                <a:schemeClr val="dk1"/>
              </a:buClr>
              <a:buSzPts val="1400"/>
              <a:buFont typeface="Poppins"/>
              <a:buChar char="●"/>
              <a:defRPr sz="1400">
                <a:solidFill>
                  <a:schemeClr val="dk1"/>
                </a:solidFill>
                <a:latin typeface="Poppins"/>
                <a:ea typeface="Poppins"/>
                <a:cs typeface="Poppins"/>
                <a:sym typeface="Poppins"/>
              </a:defRPr>
            </a:lvl7pPr>
            <a:lvl8pPr marL="3657600" lvl="7" indent="-317500" rtl="0">
              <a:lnSpc>
                <a:spcPct val="115000"/>
              </a:lnSpc>
              <a:spcBef>
                <a:spcPts val="1600"/>
              </a:spcBef>
              <a:spcAft>
                <a:spcPts val="0"/>
              </a:spcAft>
              <a:buClr>
                <a:schemeClr val="dk1"/>
              </a:buClr>
              <a:buSzPts val="1400"/>
              <a:buFont typeface="Poppins"/>
              <a:buChar char="○"/>
              <a:defRPr sz="1400">
                <a:solidFill>
                  <a:schemeClr val="dk1"/>
                </a:solidFill>
                <a:latin typeface="Poppins"/>
                <a:ea typeface="Poppins"/>
                <a:cs typeface="Poppins"/>
                <a:sym typeface="Poppins"/>
              </a:defRPr>
            </a:lvl8pPr>
            <a:lvl9pPr marL="4114800" lvl="8" indent="-317500" rtl="0">
              <a:lnSpc>
                <a:spcPct val="115000"/>
              </a:lnSpc>
              <a:spcBef>
                <a:spcPts val="1600"/>
              </a:spcBef>
              <a:spcAft>
                <a:spcPts val="1600"/>
              </a:spcAft>
              <a:buClr>
                <a:schemeClr val="dk1"/>
              </a:buClr>
              <a:buSzPts val="1400"/>
              <a:buFont typeface="Poppins"/>
              <a:buChar char="■"/>
              <a:defRPr sz="1400">
                <a:solidFill>
                  <a:schemeClr val="dk1"/>
                </a:solidFill>
                <a:latin typeface="Poppins"/>
                <a:ea typeface="Poppins"/>
                <a:cs typeface="Poppins"/>
                <a:sym typeface="Poppins"/>
              </a:defRPr>
            </a:lvl9pPr>
          </a:lstStyle>
          <a:p>
            <a:endParaRPr/>
          </a:p>
        </p:txBody>
      </p:sp>
      <p:sp>
        <p:nvSpPr>
          <p:cNvPr id="134" name="Google Shape;134;p36"/>
          <p:cNvSpPr txBox="1">
            <a:spLocks noGrp="1"/>
          </p:cNvSpPr>
          <p:nvPr>
            <p:ph type="sldNum" idx="12"/>
          </p:nvPr>
        </p:nvSpPr>
        <p:spPr>
          <a:xfrm>
            <a:off x="8565220" y="4947201"/>
            <a:ext cx="548700" cy="256800"/>
          </a:xfrm>
          <a:prstGeom prst="rect">
            <a:avLst/>
          </a:prstGeom>
          <a:noFill/>
          <a:ln>
            <a:noFill/>
          </a:ln>
        </p:spPr>
        <p:txBody>
          <a:bodyPr spcFirstLastPara="1" wrap="square" lIns="91425" tIns="0" rIns="91425" bIns="0" anchor="t" anchorCtr="0">
            <a:noAutofit/>
          </a:bodyPr>
          <a:lstStyle>
            <a:lvl1pPr lvl="0" algn="r" rtl="0">
              <a:buNone/>
              <a:defRPr sz="600">
                <a:solidFill>
                  <a:schemeClr val="dk1"/>
                </a:solidFill>
                <a:latin typeface="Roboto Mono"/>
                <a:ea typeface="Roboto Mono"/>
                <a:cs typeface="Roboto Mono"/>
                <a:sym typeface="Roboto Mono"/>
              </a:defRPr>
            </a:lvl1pPr>
            <a:lvl2pPr lvl="1" algn="r" rtl="0">
              <a:buNone/>
              <a:defRPr sz="600">
                <a:solidFill>
                  <a:schemeClr val="dk1"/>
                </a:solidFill>
                <a:latin typeface="Roboto Mono"/>
                <a:ea typeface="Roboto Mono"/>
                <a:cs typeface="Roboto Mono"/>
                <a:sym typeface="Roboto Mono"/>
              </a:defRPr>
            </a:lvl2pPr>
            <a:lvl3pPr lvl="2" algn="r" rtl="0">
              <a:buNone/>
              <a:defRPr sz="600">
                <a:solidFill>
                  <a:schemeClr val="dk1"/>
                </a:solidFill>
                <a:latin typeface="Roboto Mono"/>
                <a:ea typeface="Roboto Mono"/>
                <a:cs typeface="Roboto Mono"/>
                <a:sym typeface="Roboto Mono"/>
              </a:defRPr>
            </a:lvl3pPr>
            <a:lvl4pPr lvl="3" algn="r" rtl="0">
              <a:buNone/>
              <a:defRPr sz="600">
                <a:solidFill>
                  <a:schemeClr val="dk1"/>
                </a:solidFill>
                <a:latin typeface="Roboto Mono"/>
                <a:ea typeface="Roboto Mono"/>
                <a:cs typeface="Roboto Mono"/>
                <a:sym typeface="Roboto Mono"/>
              </a:defRPr>
            </a:lvl4pPr>
            <a:lvl5pPr lvl="4" algn="r" rtl="0">
              <a:buNone/>
              <a:defRPr sz="600">
                <a:solidFill>
                  <a:schemeClr val="dk1"/>
                </a:solidFill>
                <a:latin typeface="Roboto Mono"/>
                <a:ea typeface="Roboto Mono"/>
                <a:cs typeface="Roboto Mono"/>
                <a:sym typeface="Roboto Mono"/>
              </a:defRPr>
            </a:lvl5pPr>
            <a:lvl6pPr lvl="5" algn="r" rtl="0">
              <a:buNone/>
              <a:defRPr sz="600">
                <a:solidFill>
                  <a:schemeClr val="dk1"/>
                </a:solidFill>
                <a:latin typeface="Roboto Mono"/>
                <a:ea typeface="Roboto Mono"/>
                <a:cs typeface="Roboto Mono"/>
                <a:sym typeface="Roboto Mono"/>
              </a:defRPr>
            </a:lvl6pPr>
            <a:lvl7pPr lvl="6" algn="r" rtl="0">
              <a:buNone/>
              <a:defRPr sz="600">
                <a:solidFill>
                  <a:schemeClr val="dk1"/>
                </a:solidFill>
                <a:latin typeface="Roboto Mono"/>
                <a:ea typeface="Roboto Mono"/>
                <a:cs typeface="Roboto Mono"/>
                <a:sym typeface="Roboto Mono"/>
              </a:defRPr>
            </a:lvl7pPr>
            <a:lvl8pPr lvl="7" algn="r" rtl="0">
              <a:buNone/>
              <a:defRPr sz="600">
                <a:solidFill>
                  <a:schemeClr val="dk1"/>
                </a:solidFill>
                <a:latin typeface="Roboto Mono"/>
                <a:ea typeface="Roboto Mono"/>
                <a:cs typeface="Roboto Mono"/>
                <a:sym typeface="Roboto Mono"/>
              </a:defRPr>
            </a:lvl8pPr>
            <a:lvl9pPr lvl="8" algn="r" rtl="0">
              <a:buNone/>
              <a:defRPr sz="600">
                <a:solidFill>
                  <a:schemeClr val="dk1"/>
                </a:solidFill>
                <a:latin typeface="Roboto Mono"/>
                <a:ea typeface="Roboto Mono"/>
                <a:cs typeface="Roboto Mono"/>
                <a:sym typeface="Roboto Mon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 id="2147483713" r:id="rId32"/>
    <p:sldLayoutId id="2147483714" r:id="rId33"/>
    <p:sldLayoutId id="2147483715" r:id="rId34"/>
    <p:sldLayoutId id="2147483716" r:id="rId35"/>
    <p:sldLayoutId id="2147483717" r:id="rId3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71">
          <p15:clr>
            <a:srgbClr val="EA4335"/>
          </p15:clr>
        </p15:guide>
        <p15:guide id="2" pos="73">
          <p15:clr>
            <a:srgbClr val="EA4335"/>
          </p15:clr>
        </p15:guide>
        <p15:guide id="3" pos="5687">
          <p15:clr>
            <a:srgbClr val="EA4335"/>
          </p15:clr>
        </p15:guide>
        <p15:guide id="4" orient="horz" pos="3165">
          <p15:clr>
            <a:srgbClr val="EA4335"/>
          </p15:clr>
        </p15:guide>
        <p15:guide id="5" pos="510">
          <p15:clr>
            <a:srgbClr val="EA4335"/>
          </p15:clr>
        </p15:guide>
        <p15:guide id="6" pos="1823">
          <p15:clr>
            <a:srgbClr val="EA4335"/>
          </p15:clr>
        </p15:guide>
        <p15:guide id="7" pos="2088">
          <p15:clr>
            <a:srgbClr val="EA4335"/>
          </p15:clr>
        </p15:guide>
        <p15:guide id="8" pos="2880">
          <p15:clr>
            <a:srgbClr val="EA4335"/>
          </p15:clr>
        </p15:guide>
        <p15:guide id="9" pos="3020">
          <p15:clr>
            <a:srgbClr val="EA4335"/>
          </p15:clr>
        </p15:guide>
        <p15:guide id="10" pos="3657">
          <p15:clr>
            <a:srgbClr val="EA4335"/>
          </p15:clr>
        </p15:guide>
        <p15:guide id="11" pos="3905">
          <p15:clr>
            <a:srgbClr val="EA4335"/>
          </p15:clr>
        </p15:guide>
        <p15:guide id="12" pos="5226">
          <p15:clr>
            <a:srgbClr val="EA4335"/>
          </p15:clr>
        </p15:guide>
        <p15:guide id="13" pos="2740">
          <p15:clr>
            <a:srgbClr val="EA4335"/>
          </p15:clr>
        </p15:guide>
        <p15:guide id="14" pos="254">
          <p15:clr>
            <a:srgbClr val="EA4335"/>
          </p15:clr>
        </p15:guide>
        <p15:guide id="15" pos="5491">
          <p15:clr>
            <a:srgbClr val="EA4335"/>
          </p15:clr>
        </p15:guide>
        <p15:guide id="16" orient="horz" pos="259">
          <p15:clr>
            <a:srgbClr val="EA4335"/>
          </p15:clr>
        </p15:guide>
        <p15:guide id="17" orient="horz" pos="477">
          <p15:clr>
            <a:srgbClr val="EA4335"/>
          </p15:clr>
        </p15:guide>
        <p15:guide id="18" orient="horz" pos="1620">
          <p15:clr>
            <a:srgbClr val="EA4335"/>
          </p15:clr>
        </p15:guide>
        <p15:guide id="19" orient="horz" pos="2787">
          <p15:clr>
            <a:srgbClr val="EA4335"/>
          </p15:clr>
        </p15:guide>
        <p15:guide id="20" orient="horz" pos="3024">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54.xml"/><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0.xml"/></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lMVv3qz-rHs" TargetMode="External"/><Relationship Id="rId2" Type="http://schemas.openxmlformats.org/officeDocument/2006/relationships/notesSlide" Target="../notesSlides/notesSlide7.xml"/><Relationship Id="rId1" Type="http://schemas.openxmlformats.org/officeDocument/2006/relationships/slideLayout" Target="../slideLayouts/slideLayout63.xml"/><Relationship Id="rId5" Type="http://schemas.openxmlformats.org/officeDocument/2006/relationships/image" Target="../media/image31.png"/><Relationship Id="rId4" Type="http://schemas.openxmlformats.org/officeDocument/2006/relationships/image" Target="../media/image30.jp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5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73"/>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3200" b="1"/>
              <a:t>Accommodation Categories</a:t>
            </a:r>
            <a:endParaRPr sz="9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274"/>
        <p:cNvGrpSpPr/>
        <p:nvPr/>
      </p:nvGrpSpPr>
      <p:grpSpPr>
        <a:xfrm>
          <a:off x="0" y="0"/>
          <a:ext cx="0" cy="0"/>
          <a:chOff x="0" y="0"/>
          <a:chExt cx="0" cy="0"/>
        </a:xfrm>
      </p:grpSpPr>
      <p:graphicFrame>
        <p:nvGraphicFramePr>
          <p:cNvPr id="275" name="Google Shape;275;p74"/>
          <p:cNvGraphicFramePr/>
          <p:nvPr/>
        </p:nvGraphicFramePr>
        <p:xfrm>
          <a:off x="537796" y="979364"/>
          <a:ext cx="8068425" cy="1836520"/>
        </p:xfrm>
        <a:graphic>
          <a:graphicData uri="http://schemas.openxmlformats.org/drawingml/2006/table">
            <a:tbl>
              <a:tblPr firstRow="1" bandRow="1">
                <a:noFill/>
                <a:tableStyleId>{0F122E26-C85F-43E3-A640-C0062F2CFF29}</a:tableStyleId>
              </a:tblPr>
              <a:tblGrid>
                <a:gridCol w="1456600">
                  <a:extLst>
                    <a:ext uri="{9D8B030D-6E8A-4147-A177-3AD203B41FA5}">
                      <a16:colId xmlns:a16="http://schemas.microsoft.com/office/drawing/2014/main" val="20000"/>
                    </a:ext>
                  </a:extLst>
                </a:gridCol>
                <a:gridCol w="2066200">
                  <a:extLst>
                    <a:ext uri="{9D8B030D-6E8A-4147-A177-3AD203B41FA5}">
                      <a16:colId xmlns:a16="http://schemas.microsoft.com/office/drawing/2014/main" val="20001"/>
                    </a:ext>
                  </a:extLst>
                </a:gridCol>
                <a:gridCol w="4545625">
                  <a:extLst>
                    <a:ext uri="{9D8B030D-6E8A-4147-A177-3AD203B41FA5}">
                      <a16:colId xmlns:a16="http://schemas.microsoft.com/office/drawing/2014/main" val="20002"/>
                    </a:ext>
                  </a:extLst>
                </a:gridCol>
              </a:tblGrid>
              <a:tr h="278150">
                <a:tc>
                  <a:txBody>
                    <a:bodyPr/>
                    <a:lstStyle/>
                    <a:p>
                      <a:pPr marL="0" marR="0" lvl="0" indent="0" algn="l" rtl="0">
                        <a:spcBef>
                          <a:spcPts val="0"/>
                        </a:spcBef>
                        <a:spcAft>
                          <a:spcPts val="0"/>
                        </a:spcAft>
                        <a:buNone/>
                      </a:pPr>
                      <a:r>
                        <a:rPr lang="en" sz="1400" u="none" strike="noStrike" cap="none">
                          <a:solidFill>
                            <a:schemeClr val="dk1"/>
                          </a:solidFill>
                          <a:latin typeface="Poppins"/>
                          <a:ea typeface="Poppins"/>
                          <a:cs typeface="Poppins"/>
                          <a:sym typeface="Poppins"/>
                        </a:rPr>
                        <a:t>Time</a:t>
                      </a:r>
                      <a:endParaRPr sz="1400">
                        <a:solidFill>
                          <a:schemeClr val="dk1"/>
                        </a:solidFill>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sz="1400">
                          <a:solidFill>
                            <a:schemeClr val="dk1"/>
                          </a:solidFill>
                          <a:latin typeface="Poppins"/>
                          <a:ea typeface="Poppins"/>
                          <a:cs typeface="Poppins"/>
                          <a:sym typeface="Poppins"/>
                        </a:rPr>
                        <a:t>Slides</a:t>
                      </a:r>
                      <a:endParaRPr sz="1400">
                        <a:solidFill>
                          <a:schemeClr val="dk1"/>
                        </a:solidFill>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sz="1400">
                          <a:solidFill>
                            <a:schemeClr val="dk1"/>
                          </a:solidFill>
                          <a:latin typeface="Poppins"/>
                          <a:ea typeface="Poppins"/>
                          <a:cs typeface="Poppins"/>
                          <a:sym typeface="Poppins"/>
                        </a:rPr>
                        <a:t>Quick Description</a:t>
                      </a:r>
                      <a:endParaRPr sz="1400">
                        <a:solidFill>
                          <a:schemeClr val="dk1"/>
                        </a:solidFill>
                        <a:latin typeface="Poppins"/>
                        <a:ea typeface="Poppins"/>
                        <a:cs typeface="Poppins"/>
                        <a:sym typeface="Poppins"/>
                      </a:endParaRPr>
                    </a:p>
                  </a:txBody>
                  <a:tcPr marL="68600" marR="68600" marT="34300" marB="34300"/>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Poppins"/>
                          <a:ea typeface="Poppins"/>
                          <a:cs typeface="Poppins"/>
                          <a:sym typeface="Poppins"/>
                        </a:rPr>
                        <a:t>0-</a:t>
                      </a:r>
                      <a:r>
                        <a:rPr lang="en">
                          <a:latin typeface="Poppins"/>
                          <a:ea typeface="Poppins"/>
                          <a:cs typeface="Poppins"/>
                          <a:sym typeface="Poppins"/>
                        </a:rPr>
                        <a:t>5</a:t>
                      </a:r>
                      <a:r>
                        <a:rPr lang="en" sz="1400">
                          <a:latin typeface="Poppins"/>
                          <a:ea typeface="Poppins"/>
                          <a:cs typeface="Poppins"/>
                          <a:sym typeface="Poppins"/>
                        </a:rPr>
                        <a:t> minutes</a:t>
                      </a:r>
                      <a:endParaRPr sz="1400">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a:latin typeface="Poppins"/>
                          <a:ea typeface="Poppins"/>
                          <a:cs typeface="Poppins"/>
                          <a:sym typeface="Poppins"/>
                        </a:rPr>
                        <a:t>1-3</a:t>
                      </a:r>
                      <a:endParaRPr sz="1400">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a:latin typeface="Poppins"/>
                          <a:ea typeface="Poppins"/>
                          <a:cs typeface="Poppins"/>
                          <a:sym typeface="Poppins"/>
                        </a:rPr>
                        <a:t>Intro</a:t>
                      </a:r>
                      <a:endParaRPr sz="1400">
                        <a:latin typeface="Poppins"/>
                        <a:ea typeface="Poppins"/>
                        <a:cs typeface="Poppins"/>
                        <a:sym typeface="Poppins"/>
                      </a:endParaRPr>
                    </a:p>
                  </a:txBody>
                  <a:tcPr marL="68600" marR="68600" marT="34300" marB="34300"/>
                </a:tc>
                <a:extLst>
                  <a:ext uri="{0D108BD9-81ED-4DB2-BD59-A6C34878D82A}">
                    <a16:rowId xmlns:a16="http://schemas.microsoft.com/office/drawing/2014/main" val="10001"/>
                  </a:ext>
                </a:extLst>
              </a:tr>
              <a:tr h="106450">
                <a:tc>
                  <a:txBody>
                    <a:bodyPr/>
                    <a:lstStyle/>
                    <a:p>
                      <a:pPr marL="0" marR="0" lvl="0" indent="0" algn="l" rtl="0">
                        <a:spcBef>
                          <a:spcPts val="0"/>
                        </a:spcBef>
                        <a:spcAft>
                          <a:spcPts val="0"/>
                        </a:spcAft>
                        <a:buNone/>
                      </a:pPr>
                      <a:r>
                        <a:rPr lang="en">
                          <a:latin typeface="Poppins"/>
                          <a:ea typeface="Poppins"/>
                          <a:cs typeface="Poppins"/>
                          <a:sym typeface="Poppins"/>
                        </a:rPr>
                        <a:t>5-20</a:t>
                      </a:r>
                      <a:endParaRPr>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a:latin typeface="Poppins"/>
                          <a:ea typeface="Poppins"/>
                          <a:cs typeface="Poppins"/>
                          <a:sym typeface="Poppins"/>
                        </a:rPr>
                        <a:t>4-6</a:t>
                      </a:r>
                      <a:endParaRPr sz="1400">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a:latin typeface="Poppins"/>
                          <a:ea typeface="Poppins"/>
                          <a:cs typeface="Poppins"/>
                          <a:sym typeface="Poppins"/>
                        </a:rPr>
                        <a:t>3 accommodation categories</a:t>
                      </a:r>
                      <a:endParaRPr>
                        <a:latin typeface="Poppins"/>
                        <a:ea typeface="Poppins"/>
                        <a:cs typeface="Poppins"/>
                        <a:sym typeface="Poppins"/>
                      </a:endParaRPr>
                    </a:p>
                    <a:p>
                      <a:pPr marL="457200" marR="0" lvl="0" indent="-317500" algn="l" rtl="0">
                        <a:spcBef>
                          <a:spcPts val="0"/>
                        </a:spcBef>
                        <a:spcAft>
                          <a:spcPts val="0"/>
                        </a:spcAft>
                        <a:buSzPts val="1400"/>
                        <a:buFont typeface="Poppins"/>
                        <a:buChar char="●"/>
                      </a:pPr>
                      <a:r>
                        <a:rPr lang="en">
                          <a:latin typeface="Poppins"/>
                          <a:ea typeface="Poppins"/>
                          <a:cs typeface="Poppins"/>
                          <a:sym typeface="Poppins"/>
                        </a:rPr>
                        <a:t>Chart of guidelines</a:t>
                      </a:r>
                      <a:endParaRPr>
                        <a:latin typeface="Poppins"/>
                        <a:ea typeface="Poppins"/>
                        <a:cs typeface="Poppins"/>
                        <a:sym typeface="Poppins"/>
                      </a:endParaRPr>
                    </a:p>
                  </a:txBody>
                  <a:tcPr marL="68600" marR="68600" marT="34300" marB="34300"/>
                </a:tc>
                <a:extLst>
                  <a:ext uri="{0D108BD9-81ED-4DB2-BD59-A6C34878D82A}">
                    <a16:rowId xmlns:a16="http://schemas.microsoft.com/office/drawing/2014/main" val="10002"/>
                  </a:ext>
                </a:extLst>
              </a:tr>
              <a:tr h="251600">
                <a:tc>
                  <a:txBody>
                    <a:bodyPr/>
                    <a:lstStyle/>
                    <a:p>
                      <a:pPr marL="0" marR="0" lvl="0" indent="0" algn="l" rtl="0">
                        <a:spcBef>
                          <a:spcPts val="0"/>
                        </a:spcBef>
                        <a:spcAft>
                          <a:spcPts val="0"/>
                        </a:spcAft>
                        <a:buNone/>
                      </a:pPr>
                      <a:r>
                        <a:rPr lang="en">
                          <a:latin typeface="Poppins"/>
                          <a:ea typeface="Poppins"/>
                          <a:cs typeface="Poppins"/>
                          <a:sym typeface="Poppins"/>
                        </a:rPr>
                        <a:t>20-55</a:t>
                      </a:r>
                      <a:endParaRPr>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a:latin typeface="Poppins"/>
                          <a:ea typeface="Poppins"/>
                          <a:cs typeface="Poppins"/>
                          <a:sym typeface="Poppins"/>
                        </a:rPr>
                        <a:t>7-8</a:t>
                      </a:r>
                      <a:endParaRPr sz="1400">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a:latin typeface="Poppins"/>
                          <a:ea typeface="Poppins"/>
                          <a:cs typeface="Poppins"/>
                          <a:sym typeface="Poppins"/>
                        </a:rPr>
                        <a:t>Activity: What do you mean?</a:t>
                      </a:r>
                      <a:endParaRPr>
                        <a:latin typeface="Poppins"/>
                        <a:ea typeface="Poppins"/>
                        <a:cs typeface="Poppins"/>
                        <a:sym typeface="Poppins"/>
                      </a:endParaRPr>
                    </a:p>
                    <a:p>
                      <a:pPr marL="457200" marR="0" lvl="0" indent="-317500" algn="l" rtl="0">
                        <a:spcBef>
                          <a:spcPts val="0"/>
                        </a:spcBef>
                        <a:spcAft>
                          <a:spcPts val="0"/>
                        </a:spcAft>
                        <a:buSzPts val="1400"/>
                        <a:buFont typeface="Poppins"/>
                        <a:buChar char="●"/>
                      </a:pPr>
                      <a:r>
                        <a:rPr lang="en">
                          <a:latin typeface="Poppins"/>
                          <a:ea typeface="Poppins"/>
                          <a:cs typeface="Poppins"/>
                          <a:sym typeface="Poppins"/>
                        </a:rPr>
                        <a:t>Review 4 requirements</a:t>
                      </a:r>
                      <a:endParaRPr>
                        <a:latin typeface="Poppins"/>
                        <a:ea typeface="Poppins"/>
                        <a:cs typeface="Poppins"/>
                        <a:sym typeface="Poppins"/>
                      </a:endParaRPr>
                    </a:p>
                  </a:txBody>
                  <a:tcPr marL="68600" marR="68600" marT="34300" marB="34300"/>
                </a:tc>
                <a:extLst>
                  <a:ext uri="{0D108BD9-81ED-4DB2-BD59-A6C34878D82A}">
                    <a16:rowId xmlns:a16="http://schemas.microsoft.com/office/drawing/2014/main" val="10003"/>
                  </a:ext>
                </a:extLst>
              </a:tr>
              <a:tr h="106450">
                <a:tc>
                  <a:txBody>
                    <a:bodyPr/>
                    <a:lstStyle/>
                    <a:p>
                      <a:pPr marL="0" marR="0" lvl="0" indent="0" algn="l" rtl="0">
                        <a:spcBef>
                          <a:spcPts val="0"/>
                        </a:spcBef>
                        <a:spcAft>
                          <a:spcPts val="0"/>
                        </a:spcAft>
                        <a:buNone/>
                      </a:pPr>
                      <a:r>
                        <a:rPr lang="en">
                          <a:latin typeface="Poppins"/>
                          <a:ea typeface="Poppins"/>
                          <a:cs typeface="Poppins"/>
                          <a:sym typeface="Poppins"/>
                        </a:rPr>
                        <a:t>55-60</a:t>
                      </a:r>
                      <a:endParaRPr>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a:latin typeface="Poppins"/>
                          <a:ea typeface="Poppins"/>
                          <a:cs typeface="Poppins"/>
                          <a:sym typeface="Poppins"/>
                        </a:rPr>
                        <a:t>9-11</a:t>
                      </a:r>
                      <a:endParaRPr sz="1400">
                        <a:latin typeface="Poppins"/>
                        <a:ea typeface="Poppins"/>
                        <a:cs typeface="Poppins"/>
                        <a:sym typeface="Poppins"/>
                      </a:endParaRPr>
                    </a:p>
                  </a:txBody>
                  <a:tcPr marL="68600" marR="68600" marT="34300" marB="34300"/>
                </a:tc>
                <a:tc>
                  <a:txBody>
                    <a:bodyPr/>
                    <a:lstStyle/>
                    <a:p>
                      <a:pPr marL="0" marR="0" lvl="0" indent="0" algn="l" rtl="0">
                        <a:spcBef>
                          <a:spcPts val="0"/>
                        </a:spcBef>
                        <a:spcAft>
                          <a:spcPts val="0"/>
                        </a:spcAft>
                        <a:buNone/>
                      </a:pPr>
                      <a:r>
                        <a:rPr lang="en">
                          <a:latin typeface="Poppins"/>
                          <a:ea typeface="Poppins"/>
                          <a:cs typeface="Poppins"/>
                          <a:sym typeface="Poppins"/>
                        </a:rPr>
                        <a:t>Recap &amp; Q&amp;A</a:t>
                      </a:r>
                      <a:endParaRPr>
                        <a:latin typeface="Poppins"/>
                        <a:ea typeface="Poppins"/>
                        <a:cs typeface="Poppins"/>
                        <a:sym typeface="Poppins"/>
                      </a:endParaRPr>
                    </a:p>
                  </a:txBody>
                  <a:tcPr marL="68600" marR="68600" marT="34300" marB="34300"/>
                </a:tc>
                <a:extLst>
                  <a:ext uri="{0D108BD9-81ED-4DB2-BD59-A6C34878D82A}">
                    <a16:rowId xmlns:a16="http://schemas.microsoft.com/office/drawing/2014/main" val="10004"/>
                  </a:ext>
                </a:extLst>
              </a:tr>
            </a:tbl>
          </a:graphicData>
        </a:graphic>
      </p:graphicFrame>
      <p:sp>
        <p:nvSpPr>
          <p:cNvPr id="276" name="Google Shape;276;p74"/>
          <p:cNvSpPr txBox="1"/>
          <p:nvPr/>
        </p:nvSpPr>
        <p:spPr>
          <a:xfrm>
            <a:off x="633046" y="211016"/>
            <a:ext cx="5949600" cy="500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For trainer’s eyes only, to help you plan out your session, put an outline of the workshop here with timings</a:t>
            </a:r>
            <a:endParaRPr sz="1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75" title="11_v2.png"/>
          <p:cNvPicPr preferRelativeResize="0"/>
          <p:nvPr/>
        </p:nvPicPr>
        <p:blipFill>
          <a:blip r:embed="rId3">
            <a:alphaModFix/>
          </a:blip>
          <a:stretch>
            <a:fillRect/>
          </a:stretch>
        </p:blipFill>
        <p:spPr>
          <a:xfrm>
            <a:off x="0" y="0"/>
            <a:ext cx="9143990" cy="5143500"/>
          </a:xfrm>
          <a:prstGeom prst="rect">
            <a:avLst/>
          </a:prstGeom>
          <a:noFill/>
          <a:ln>
            <a:noFill/>
          </a:ln>
        </p:spPr>
      </p:pic>
      <p:sp>
        <p:nvSpPr>
          <p:cNvPr id="282" name="Google Shape;282;p75"/>
          <p:cNvSpPr txBox="1">
            <a:spLocks noGrp="1"/>
          </p:cNvSpPr>
          <p:nvPr>
            <p:ph type="body" idx="4294967295"/>
          </p:nvPr>
        </p:nvSpPr>
        <p:spPr>
          <a:xfrm>
            <a:off x="3314700" y="2481700"/>
            <a:ext cx="5732700" cy="2542800"/>
          </a:xfrm>
          <a:prstGeom prst="rect">
            <a:avLst/>
          </a:prstGeom>
        </p:spPr>
        <p:txBody>
          <a:bodyPr spcFirstLastPara="1" wrap="square" lIns="0" tIns="0" rIns="91425" bIns="0" anchor="t" anchorCtr="0">
            <a:noAutofit/>
          </a:bodyPr>
          <a:lstStyle/>
          <a:p>
            <a:pPr marL="0" lvl="0" indent="0" algn="l" rtl="0">
              <a:spcBef>
                <a:spcPts val="0"/>
              </a:spcBef>
              <a:spcAft>
                <a:spcPts val="0"/>
              </a:spcAft>
              <a:buNone/>
            </a:pPr>
            <a:r>
              <a:rPr lang="en" sz="1500"/>
              <a:t>1. Learn the 3 categories of accommodations</a:t>
            </a:r>
            <a:endParaRPr sz="1500"/>
          </a:p>
          <a:p>
            <a:pPr marL="0" lvl="0" indent="0" algn="l" rtl="0">
              <a:spcBef>
                <a:spcPts val="1600"/>
              </a:spcBef>
              <a:spcAft>
                <a:spcPts val="0"/>
              </a:spcAft>
              <a:buNone/>
            </a:pPr>
            <a:r>
              <a:rPr lang="en" sz="1500"/>
              <a:t>2. Understand the difference between accommodation types</a:t>
            </a:r>
            <a:endParaRPr sz="1500"/>
          </a:p>
          <a:p>
            <a:pPr marL="0" lvl="0" indent="0" algn="l" rtl="0">
              <a:spcBef>
                <a:spcPts val="1600"/>
              </a:spcBef>
              <a:spcAft>
                <a:spcPts val="1600"/>
              </a:spcAft>
              <a:buNone/>
            </a:pPr>
            <a:r>
              <a:rPr lang="en" sz="1500"/>
              <a:t>3. Navigate the Accommodations KB to find the definitions</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76"/>
          <p:cNvSpPr txBox="1">
            <a:spLocks noGrp="1"/>
          </p:cNvSpPr>
          <p:nvPr>
            <p:ph type="title"/>
          </p:nvPr>
        </p:nvSpPr>
        <p:spPr>
          <a:xfrm>
            <a:off x="115675" y="424600"/>
            <a:ext cx="7727700" cy="572700"/>
          </a:xfrm>
          <a:prstGeom prst="rect">
            <a:avLst/>
          </a:prstGeom>
        </p:spPr>
        <p:txBody>
          <a:bodyPr spcFirstLastPara="1" wrap="square" lIns="0" tIns="0" rIns="91425" bIns="91425" anchor="ctr" anchorCtr="0">
            <a:noAutofit/>
          </a:bodyPr>
          <a:lstStyle/>
          <a:p>
            <a:pPr marL="0" lvl="0" indent="0" algn="l" rtl="0">
              <a:spcBef>
                <a:spcPts val="0"/>
              </a:spcBef>
              <a:spcAft>
                <a:spcPts val="0"/>
              </a:spcAft>
              <a:buNone/>
            </a:pPr>
            <a:r>
              <a:rPr lang="en" sz="2100"/>
              <a:t>We list accommodations in three categories</a:t>
            </a:r>
            <a:endParaRPr sz="2100"/>
          </a:p>
        </p:txBody>
      </p:sp>
      <p:sp>
        <p:nvSpPr>
          <p:cNvPr id="288" name="Google Shape;288;p76"/>
          <p:cNvSpPr txBox="1"/>
          <p:nvPr/>
        </p:nvSpPr>
        <p:spPr>
          <a:xfrm>
            <a:off x="699688" y="3397000"/>
            <a:ext cx="1350300" cy="57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004F35"/>
                </a:solidFill>
                <a:latin typeface="Poppins"/>
                <a:ea typeface="Poppins"/>
                <a:cs typeface="Poppins"/>
                <a:sym typeface="Poppins"/>
              </a:rPr>
              <a:t>Hotels</a:t>
            </a:r>
            <a:endParaRPr sz="2400">
              <a:solidFill>
                <a:srgbClr val="004F35"/>
              </a:solidFill>
              <a:latin typeface="Poppins"/>
              <a:ea typeface="Poppins"/>
              <a:cs typeface="Poppins"/>
              <a:sym typeface="Poppins"/>
            </a:endParaRPr>
          </a:p>
        </p:txBody>
      </p:sp>
      <p:sp>
        <p:nvSpPr>
          <p:cNvPr id="289" name="Google Shape;289;p76"/>
          <p:cNvSpPr txBox="1"/>
          <p:nvPr/>
        </p:nvSpPr>
        <p:spPr>
          <a:xfrm>
            <a:off x="3222401" y="3397000"/>
            <a:ext cx="1782600" cy="57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004F35"/>
                </a:solidFill>
                <a:latin typeface="Poppins"/>
                <a:ea typeface="Poppins"/>
                <a:cs typeface="Poppins"/>
                <a:sym typeface="Poppins"/>
              </a:rPr>
              <a:t>B&amp;Bs/Inns</a:t>
            </a:r>
            <a:endParaRPr sz="2400">
              <a:solidFill>
                <a:srgbClr val="004F35"/>
              </a:solidFill>
              <a:latin typeface="Poppins"/>
              <a:ea typeface="Poppins"/>
              <a:cs typeface="Poppins"/>
              <a:sym typeface="Poppins"/>
            </a:endParaRPr>
          </a:p>
        </p:txBody>
      </p:sp>
      <p:sp>
        <p:nvSpPr>
          <p:cNvPr id="290" name="Google Shape;290;p76"/>
          <p:cNvSpPr txBox="1"/>
          <p:nvPr/>
        </p:nvSpPr>
        <p:spPr>
          <a:xfrm>
            <a:off x="5514625" y="3374200"/>
            <a:ext cx="3584700" cy="618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004F35"/>
                </a:solidFill>
                <a:latin typeface="Poppins"/>
                <a:ea typeface="Poppins"/>
                <a:cs typeface="Poppins"/>
                <a:sym typeface="Poppins"/>
              </a:rPr>
              <a:t>Specialty Lodging (SL)</a:t>
            </a:r>
            <a:endParaRPr sz="2400">
              <a:solidFill>
                <a:srgbClr val="004F35"/>
              </a:solidFill>
              <a:latin typeface="Poppins"/>
              <a:ea typeface="Poppins"/>
              <a:cs typeface="Poppins"/>
              <a:sym typeface="Poppins"/>
            </a:endParaRPr>
          </a:p>
        </p:txBody>
      </p:sp>
      <p:pic>
        <p:nvPicPr>
          <p:cNvPr id="291" name="Google Shape;291;p76"/>
          <p:cNvPicPr preferRelativeResize="0"/>
          <p:nvPr/>
        </p:nvPicPr>
        <p:blipFill>
          <a:blip r:embed="rId3">
            <a:alphaModFix/>
          </a:blip>
          <a:stretch>
            <a:fillRect/>
          </a:stretch>
        </p:blipFill>
        <p:spPr>
          <a:xfrm>
            <a:off x="5969800" y="1750669"/>
            <a:ext cx="2794024" cy="1342450"/>
          </a:xfrm>
          <a:prstGeom prst="rect">
            <a:avLst/>
          </a:prstGeom>
          <a:noFill/>
          <a:ln>
            <a:noFill/>
          </a:ln>
        </p:spPr>
      </p:pic>
      <p:pic>
        <p:nvPicPr>
          <p:cNvPr id="292" name="Google Shape;292;p76"/>
          <p:cNvPicPr preferRelativeResize="0"/>
          <p:nvPr/>
        </p:nvPicPr>
        <p:blipFill>
          <a:blip r:embed="rId4">
            <a:alphaModFix/>
          </a:blip>
          <a:stretch>
            <a:fillRect/>
          </a:stretch>
        </p:blipFill>
        <p:spPr>
          <a:xfrm>
            <a:off x="569890" y="1484619"/>
            <a:ext cx="1726375" cy="1726375"/>
          </a:xfrm>
          <a:prstGeom prst="rect">
            <a:avLst/>
          </a:prstGeom>
          <a:noFill/>
          <a:ln>
            <a:noFill/>
          </a:ln>
        </p:spPr>
      </p:pic>
      <p:pic>
        <p:nvPicPr>
          <p:cNvPr id="293" name="Google Shape;293;p76"/>
          <p:cNvPicPr preferRelativeResize="0"/>
          <p:nvPr/>
        </p:nvPicPr>
        <p:blipFill>
          <a:blip r:embed="rId5">
            <a:alphaModFix/>
          </a:blip>
          <a:stretch>
            <a:fillRect/>
          </a:stretch>
        </p:blipFill>
        <p:spPr>
          <a:xfrm>
            <a:off x="3116339" y="1484619"/>
            <a:ext cx="1726375" cy="17263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77"/>
          <p:cNvSpPr txBox="1">
            <a:spLocks noGrp="1"/>
          </p:cNvSpPr>
          <p:nvPr>
            <p:ph type="title"/>
          </p:nvPr>
        </p:nvSpPr>
        <p:spPr>
          <a:xfrm>
            <a:off x="1459775" y="1577100"/>
            <a:ext cx="6157800" cy="1989300"/>
          </a:xfrm>
          <a:prstGeom prst="rect">
            <a:avLst/>
          </a:prstGeom>
        </p:spPr>
        <p:txBody>
          <a:bodyPr spcFirstLastPara="1" wrap="square" lIns="0" tIns="0" rIns="91425" bIns="91425" anchor="ctr" anchorCtr="0">
            <a:noAutofit/>
          </a:bodyPr>
          <a:lstStyle/>
          <a:p>
            <a:pPr marL="0" lvl="0" indent="0" algn="ctr" rtl="0">
              <a:spcBef>
                <a:spcPts val="0"/>
              </a:spcBef>
              <a:spcAft>
                <a:spcPts val="0"/>
              </a:spcAft>
              <a:buNone/>
            </a:pPr>
            <a:r>
              <a:rPr lang="en" sz="4000"/>
              <a:t>Hotel vs B&amp;B/Inn vs SL</a:t>
            </a:r>
            <a:endParaRPr sz="4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78"/>
          <p:cNvSpPr/>
          <p:nvPr/>
        </p:nvSpPr>
        <p:spPr>
          <a:xfrm>
            <a:off x="335050" y="3006282"/>
            <a:ext cx="2416800" cy="517200"/>
          </a:xfrm>
          <a:prstGeom prst="roundRect">
            <a:avLst>
              <a:gd name="adj" fmla="val 1666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Is there housekeeping </a:t>
            </a:r>
            <a:br>
              <a:rPr lang="en" sz="1200">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(included in the room rate)?</a:t>
            </a:r>
            <a:endParaRPr sz="1200">
              <a:solidFill>
                <a:schemeClr val="dk1"/>
              </a:solidFill>
              <a:latin typeface="Poppins"/>
              <a:ea typeface="Poppins"/>
              <a:cs typeface="Poppins"/>
              <a:sym typeface="Poppins"/>
            </a:endParaRPr>
          </a:p>
        </p:txBody>
      </p:sp>
      <p:sp>
        <p:nvSpPr>
          <p:cNvPr id="304" name="Google Shape;304;p78"/>
          <p:cNvSpPr/>
          <p:nvPr/>
        </p:nvSpPr>
        <p:spPr>
          <a:xfrm>
            <a:off x="335050" y="2207111"/>
            <a:ext cx="2416800" cy="433800"/>
          </a:xfrm>
          <a:prstGeom prst="roundRect">
            <a:avLst>
              <a:gd name="adj" fmla="val 1666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Poppins"/>
                <a:ea typeface="Poppins"/>
                <a:cs typeface="Poppins"/>
                <a:sym typeface="Poppins"/>
              </a:rPr>
              <a:t>Is there 24-hour front desk?</a:t>
            </a:r>
            <a:endParaRPr sz="1200">
              <a:solidFill>
                <a:schemeClr val="dk1"/>
              </a:solidFill>
              <a:latin typeface="Poppins"/>
              <a:ea typeface="Poppins"/>
              <a:cs typeface="Poppins"/>
              <a:sym typeface="Poppins"/>
            </a:endParaRPr>
          </a:p>
        </p:txBody>
      </p:sp>
      <p:sp>
        <p:nvSpPr>
          <p:cNvPr id="305" name="Google Shape;305;p78"/>
          <p:cNvSpPr/>
          <p:nvPr/>
        </p:nvSpPr>
        <p:spPr>
          <a:xfrm>
            <a:off x="36700" y="1537475"/>
            <a:ext cx="3013500" cy="356700"/>
          </a:xfrm>
          <a:prstGeom prst="roundRect">
            <a:avLst>
              <a:gd name="adj" fmla="val 16667"/>
            </a:avLst>
          </a:prstGeom>
          <a:solidFill>
            <a:schemeClr val="accent3"/>
          </a:solidFill>
          <a:ln w="9525" cap="flat" cmpd="sng">
            <a:solidFill>
              <a:srgbClr val="FF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1"/>
                </a:solidFill>
                <a:latin typeface="Poppins"/>
                <a:ea typeface="Poppins"/>
                <a:cs typeface="Poppins"/>
                <a:sym typeface="Poppins"/>
              </a:rPr>
              <a:t>Is there more than one unit?</a:t>
            </a:r>
            <a:endParaRPr sz="1100" b="1">
              <a:solidFill>
                <a:schemeClr val="dk1"/>
              </a:solidFill>
              <a:latin typeface="Poppins"/>
              <a:ea typeface="Poppins"/>
              <a:cs typeface="Poppins"/>
              <a:sym typeface="Poppins"/>
            </a:endParaRPr>
          </a:p>
        </p:txBody>
      </p:sp>
      <p:cxnSp>
        <p:nvCxnSpPr>
          <p:cNvPr id="306" name="Google Shape;306;p78"/>
          <p:cNvCxnSpPr>
            <a:stCxn id="305" idx="2"/>
            <a:endCxn id="304" idx="0"/>
          </p:cNvCxnSpPr>
          <p:nvPr/>
        </p:nvCxnSpPr>
        <p:spPr>
          <a:xfrm>
            <a:off x="1543450" y="1894175"/>
            <a:ext cx="0" cy="312900"/>
          </a:xfrm>
          <a:prstGeom prst="straightConnector1">
            <a:avLst/>
          </a:prstGeom>
          <a:noFill/>
          <a:ln w="9525" cap="flat" cmpd="sng">
            <a:solidFill>
              <a:schemeClr val="dk2"/>
            </a:solidFill>
            <a:prstDash val="solid"/>
            <a:round/>
            <a:headEnd type="none" w="med" len="med"/>
            <a:tailEnd type="triangle" w="med" len="med"/>
          </a:ln>
        </p:spPr>
      </p:cxnSp>
      <p:sp>
        <p:nvSpPr>
          <p:cNvPr id="307" name="Google Shape;307;p78"/>
          <p:cNvSpPr/>
          <p:nvPr/>
        </p:nvSpPr>
        <p:spPr>
          <a:xfrm>
            <a:off x="6830025" y="4522600"/>
            <a:ext cx="2083200" cy="399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dirty="0">
                <a:solidFill>
                  <a:schemeClr val="dk1"/>
                </a:solidFill>
                <a:latin typeface="Poppins"/>
                <a:ea typeface="Poppins"/>
                <a:cs typeface="Poppins"/>
                <a:sym typeface="Poppins"/>
              </a:rPr>
              <a:t>Limited Service Property (LSP), Hostel, Cabin/Campground</a:t>
            </a:r>
            <a:endParaRPr lang="en-US" sz="900">
              <a:solidFill>
                <a:schemeClr val="dk1"/>
              </a:solidFill>
              <a:latin typeface="Poppins"/>
              <a:ea typeface="Poppins"/>
              <a:cs typeface="Poppins"/>
            </a:endParaRPr>
          </a:p>
        </p:txBody>
      </p:sp>
      <p:sp>
        <p:nvSpPr>
          <p:cNvPr id="308" name="Google Shape;308;p78"/>
          <p:cNvSpPr txBox="1"/>
          <p:nvPr/>
        </p:nvSpPr>
        <p:spPr>
          <a:xfrm>
            <a:off x="1074175" y="1954038"/>
            <a:ext cx="415500" cy="19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Yes</a:t>
            </a:r>
            <a:endParaRPr sz="900" b="1">
              <a:solidFill>
                <a:schemeClr val="dk1"/>
              </a:solidFill>
              <a:latin typeface="Poppins"/>
              <a:ea typeface="Poppins"/>
              <a:cs typeface="Poppins"/>
              <a:sym typeface="Poppins"/>
            </a:endParaRPr>
          </a:p>
        </p:txBody>
      </p:sp>
      <p:cxnSp>
        <p:nvCxnSpPr>
          <p:cNvPr id="309" name="Google Shape;309;p78"/>
          <p:cNvCxnSpPr>
            <a:stCxn id="310" idx="3"/>
            <a:endCxn id="307" idx="1"/>
          </p:cNvCxnSpPr>
          <p:nvPr/>
        </p:nvCxnSpPr>
        <p:spPr>
          <a:xfrm>
            <a:off x="2658400" y="4105750"/>
            <a:ext cx="4171500" cy="616500"/>
          </a:xfrm>
          <a:prstGeom prst="straightConnector1">
            <a:avLst/>
          </a:prstGeom>
          <a:noFill/>
          <a:ln w="9525" cap="flat" cmpd="sng">
            <a:solidFill>
              <a:schemeClr val="dk2"/>
            </a:solidFill>
            <a:prstDash val="solid"/>
            <a:round/>
            <a:headEnd type="none" w="med" len="med"/>
            <a:tailEnd type="none" w="med" len="med"/>
          </a:ln>
        </p:spPr>
      </p:cxnSp>
      <p:cxnSp>
        <p:nvCxnSpPr>
          <p:cNvPr id="311" name="Google Shape;311;p78"/>
          <p:cNvCxnSpPr>
            <a:stCxn id="304" idx="2"/>
            <a:endCxn id="303" idx="0"/>
          </p:cNvCxnSpPr>
          <p:nvPr/>
        </p:nvCxnSpPr>
        <p:spPr>
          <a:xfrm>
            <a:off x="1543450" y="2640911"/>
            <a:ext cx="0" cy="365400"/>
          </a:xfrm>
          <a:prstGeom prst="straightConnector1">
            <a:avLst/>
          </a:prstGeom>
          <a:noFill/>
          <a:ln w="9525" cap="flat" cmpd="sng">
            <a:solidFill>
              <a:schemeClr val="dk2"/>
            </a:solidFill>
            <a:prstDash val="solid"/>
            <a:round/>
            <a:headEnd type="none" w="med" len="med"/>
            <a:tailEnd type="triangle" w="med" len="med"/>
          </a:ln>
        </p:spPr>
      </p:cxnSp>
      <p:sp>
        <p:nvSpPr>
          <p:cNvPr id="312" name="Google Shape;312;p78"/>
          <p:cNvSpPr txBox="1"/>
          <p:nvPr/>
        </p:nvSpPr>
        <p:spPr>
          <a:xfrm>
            <a:off x="1194450" y="2703588"/>
            <a:ext cx="374400" cy="24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No</a:t>
            </a:r>
            <a:endParaRPr sz="900" b="1">
              <a:solidFill>
                <a:schemeClr val="dk1"/>
              </a:solidFill>
              <a:latin typeface="Poppins"/>
              <a:ea typeface="Poppins"/>
              <a:cs typeface="Poppins"/>
              <a:sym typeface="Poppins"/>
            </a:endParaRPr>
          </a:p>
        </p:txBody>
      </p:sp>
      <p:sp>
        <p:nvSpPr>
          <p:cNvPr id="313" name="Google Shape;313;p78"/>
          <p:cNvSpPr txBox="1"/>
          <p:nvPr/>
        </p:nvSpPr>
        <p:spPr>
          <a:xfrm>
            <a:off x="3204275" y="4159988"/>
            <a:ext cx="342900" cy="162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No</a:t>
            </a:r>
            <a:endParaRPr sz="900" b="1">
              <a:solidFill>
                <a:schemeClr val="dk1"/>
              </a:solidFill>
              <a:latin typeface="Poppins"/>
              <a:ea typeface="Poppins"/>
              <a:cs typeface="Poppins"/>
              <a:sym typeface="Poppins"/>
            </a:endParaRPr>
          </a:p>
        </p:txBody>
      </p:sp>
      <p:sp>
        <p:nvSpPr>
          <p:cNvPr id="310" name="Google Shape;310;p78"/>
          <p:cNvSpPr/>
          <p:nvPr/>
        </p:nvSpPr>
        <p:spPr>
          <a:xfrm>
            <a:off x="428500" y="3888850"/>
            <a:ext cx="2229900" cy="433800"/>
          </a:xfrm>
          <a:prstGeom prst="roundRect">
            <a:avLst>
              <a:gd name="adj" fmla="val 16667"/>
            </a:avLst>
          </a:prstGeom>
          <a:solidFill>
            <a:srgbClr val="FAF1ED"/>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200">
                <a:solidFill>
                  <a:schemeClr val="dk1"/>
                </a:solidFill>
                <a:latin typeface="Poppins"/>
                <a:ea typeface="Poppins"/>
                <a:cs typeface="Poppins"/>
                <a:sym typeface="Poppins"/>
              </a:rPr>
              <a:t>Is there onsite staff?</a:t>
            </a:r>
            <a:endParaRPr sz="1200">
              <a:solidFill>
                <a:schemeClr val="dk1"/>
              </a:solidFill>
              <a:latin typeface="Poppins"/>
              <a:ea typeface="Poppins"/>
              <a:cs typeface="Poppins"/>
              <a:sym typeface="Poppins"/>
            </a:endParaRPr>
          </a:p>
        </p:txBody>
      </p:sp>
      <p:sp>
        <p:nvSpPr>
          <p:cNvPr id="314" name="Google Shape;314;p78"/>
          <p:cNvSpPr txBox="1"/>
          <p:nvPr/>
        </p:nvSpPr>
        <p:spPr>
          <a:xfrm>
            <a:off x="3123150" y="1497050"/>
            <a:ext cx="383100" cy="24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No</a:t>
            </a:r>
            <a:endParaRPr sz="900" b="1">
              <a:solidFill>
                <a:schemeClr val="dk1"/>
              </a:solidFill>
              <a:latin typeface="Poppins"/>
              <a:ea typeface="Poppins"/>
              <a:cs typeface="Poppins"/>
              <a:sym typeface="Poppins"/>
            </a:endParaRPr>
          </a:p>
        </p:txBody>
      </p:sp>
      <p:cxnSp>
        <p:nvCxnSpPr>
          <p:cNvPr id="315" name="Google Shape;315;p78"/>
          <p:cNvCxnSpPr>
            <a:stCxn id="303" idx="2"/>
            <a:endCxn id="310" idx="0"/>
          </p:cNvCxnSpPr>
          <p:nvPr/>
        </p:nvCxnSpPr>
        <p:spPr>
          <a:xfrm>
            <a:off x="1543450" y="3523482"/>
            <a:ext cx="0" cy="365400"/>
          </a:xfrm>
          <a:prstGeom prst="straightConnector1">
            <a:avLst/>
          </a:prstGeom>
          <a:noFill/>
          <a:ln w="9525" cap="flat" cmpd="sng">
            <a:solidFill>
              <a:schemeClr val="dk2"/>
            </a:solidFill>
            <a:prstDash val="solid"/>
            <a:round/>
            <a:headEnd type="none" w="med" len="med"/>
            <a:tailEnd type="triangle" w="med" len="med"/>
          </a:ln>
        </p:spPr>
      </p:cxnSp>
      <p:sp>
        <p:nvSpPr>
          <p:cNvPr id="316" name="Google Shape;316;p78"/>
          <p:cNvSpPr txBox="1"/>
          <p:nvPr/>
        </p:nvSpPr>
        <p:spPr>
          <a:xfrm>
            <a:off x="2860588" y="2226888"/>
            <a:ext cx="539700" cy="19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Yes</a:t>
            </a:r>
            <a:endParaRPr sz="900" b="1">
              <a:solidFill>
                <a:schemeClr val="dk1"/>
              </a:solidFill>
              <a:latin typeface="Poppins"/>
              <a:ea typeface="Poppins"/>
              <a:cs typeface="Poppins"/>
              <a:sym typeface="Poppins"/>
            </a:endParaRPr>
          </a:p>
        </p:txBody>
      </p:sp>
      <p:sp>
        <p:nvSpPr>
          <p:cNvPr id="317" name="Google Shape;317;p78"/>
          <p:cNvSpPr/>
          <p:nvPr/>
        </p:nvSpPr>
        <p:spPr>
          <a:xfrm>
            <a:off x="3968938" y="2798450"/>
            <a:ext cx="1651200" cy="624600"/>
          </a:xfrm>
          <a:prstGeom prst="roundRect">
            <a:avLst>
              <a:gd name="adj" fmla="val 16667"/>
            </a:avLst>
          </a:prstGeom>
          <a:solidFill>
            <a:srgbClr val="34E0A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a:solidFill>
                  <a:schemeClr val="dk1"/>
                </a:solidFill>
                <a:latin typeface="Poppins"/>
                <a:ea typeface="Poppins"/>
                <a:cs typeface="Poppins"/>
                <a:sym typeface="Poppins"/>
              </a:rPr>
              <a:t>B&amp;B/Inns</a:t>
            </a:r>
            <a:endParaRPr sz="1200">
              <a:solidFill>
                <a:schemeClr val="dk1"/>
              </a:solidFill>
              <a:latin typeface="Poppins"/>
              <a:ea typeface="Poppins"/>
              <a:cs typeface="Poppins"/>
              <a:sym typeface="Poppins"/>
            </a:endParaRPr>
          </a:p>
        </p:txBody>
      </p:sp>
      <p:cxnSp>
        <p:nvCxnSpPr>
          <p:cNvPr id="318" name="Google Shape;318;p78"/>
          <p:cNvCxnSpPr>
            <a:stCxn id="303" idx="3"/>
            <a:endCxn id="317" idx="1"/>
          </p:cNvCxnSpPr>
          <p:nvPr/>
        </p:nvCxnSpPr>
        <p:spPr>
          <a:xfrm rot="10800000" flipH="1">
            <a:off x="2751850" y="3110682"/>
            <a:ext cx="1217100" cy="154200"/>
          </a:xfrm>
          <a:prstGeom prst="straightConnector1">
            <a:avLst/>
          </a:prstGeom>
          <a:noFill/>
          <a:ln w="9525" cap="flat" cmpd="sng">
            <a:solidFill>
              <a:schemeClr val="dk2"/>
            </a:solidFill>
            <a:prstDash val="solid"/>
            <a:round/>
            <a:headEnd type="none" w="med" len="med"/>
            <a:tailEnd type="triangle" w="med" len="med"/>
          </a:ln>
        </p:spPr>
      </p:cxnSp>
      <p:sp>
        <p:nvSpPr>
          <p:cNvPr id="319" name="Google Shape;319;p78"/>
          <p:cNvSpPr txBox="1"/>
          <p:nvPr/>
        </p:nvSpPr>
        <p:spPr>
          <a:xfrm>
            <a:off x="2774988" y="3026063"/>
            <a:ext cx="539700" cy="19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Yes</a:t>
            </a:r>
            <a:endParaRPr sz="900" b="1">
              <a:solidFill>
                <a:schemeClr val="dk1"/>
              </a:solidFill>
              <a:latin typeface="Poppins"/>
              <a:ea typeface="Poppins"/>
              <a:cs typeface="Poppins"/>
              <a:sym typeface="Poppins"/>
            </a:endParaRPr>
          </a:p>
        </p:txBody>
      </p:sp>
      <p:sp>
        <p:nvSpPr>
          <p:cNvPr id="320" name="Google Shape;320;p78"/>
          <p:cNvSpPr/>
          <p:nvPr/>
        </p:nvSpPr>
        <p:spPr>
          <a:xfrm>
            <a:off x="3509025" y="2124625"/>
            <a:ext cx="2416800" cy="517500"/>
          </a:xfrm>
          <a:prstGeom prst="roundRect">
            <a:avLst>
              <a:gd name="adj" fmla="val 16667"/>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Poppins"/>
                <a:ea typeface="Poppins"/>
                <a:cs typeface="Poppins"/>
                <a:sym typeface="Poppins"/>
              </a:rPr>
              <a:t>Is there housekeeping </a:t>
            </a:r>
            <a:br>
              <a:rPr lang="en" sz="1200">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(included in the room rate)?</a:t>
            </a:r>
            <a:endParaRPr sz="1200">
              <a:solidFill>
                <a:schemeClr val="dk1"/>
              </a:solidFill>
              <a:latin typeface="Poppins"/>
              <a:ea typeface="Poppins"/>
              <a:cs typeface="Poppins"/>
              <a:sym typeface="Poppins"/>
            </a:endParaRPr>
          </a:p>
        </p:txBody>
      </p:sp>
      <p:cxnSp>
        <p:nvCxnSpPr>
          <p:cNvPr id="321" name="Google Shape;321;p78"/>
          <p:cNvCxnSpPr>
            <a:stCxn id="304" idx="3"/>
            <a:endCxn id="320" idx="1"/>
          </p:cNvCxnSpPr>
          <p:nvPr/>
        </p:nvCxnSpPr>
        <p:spPr>
          <a:xfrm rot="10800000" flipH="1">
            <a:off x="2751850" y="2383511"/>
            <a:ext cx="757200" cy="40500"/>
          </a:xfrm>
          <a:prstGeom prst="straightConnector1">
            <a:avLst/>
          </a:prstGeom>
          <a:noFill/>
          <a:ln w="9525" cap="flat" cmpd="sng">
            <a:solidFill>
              <a:schemeClr val="dk2"/>
            </a:solidFill>
            <a:prstDash val="solid"/>
            <a:round/>
            <a:headEnd type="none" w="med" len="med"/>
            <a:tailEnd type="triangle" w="med" len="med"/>
          </a:ln>
        </p:spPr>
      </p:cxnSp>
      <p:sp>
        <p:nvSpPr>
          <p:cNvPr id="322" name="Google Shape;322;p78"/>
          <p:cNvSpPr txBox="1"/>
          <p:nvPr/>
        </p:nvSpPr>
        <p:spPr>
          <a:xfrm>
            <a:off x="6073350" y="2147888"/>
            <a:ext cx="539700" cy="19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Yes</a:t>
            </a:r>
            <a:endParaRPr sz="900" b="1">
              <a:solidFill>
                <a:schemeClr val="dk1"/>
              </a:solidFill>
              <a:latin typeface="Poppins"/>
              <a:ea typeface="Poppins"/>
              <a:cs typeface="Poppins"/>
              <a:sym typeface="Poppins"/>
            </a:endParaRPr>
          </a:p>
        </p:txBody>
      </p:sp>
      <p:cxnSp>
        <p:nvCxnSpPr>
          <p:cNvPr id="323" name="Google Shape;323;p78"/>
          <p:cNvCxnSpPr>
            <a:stCxn id="324" idx="1"/>
            <a:endCxn id="324" idx="1"/>
          </p:cNvCxnSpPr>
          <p:nvPr/>
        </p:nvCxnSpPr>
        <p:spPr>
          <a:xfrm>
            <a:off x="6354750" y="4056838"/>
            <a:ext cx="0" cy="0"/>
          </a:xfrm>
          <a:prstGeom prst="straightConnector1">
            <a:avLst/>
          </a:prstGeom>
          <a:noFill/>
          <a:ln w="9525" cap="flat" cmpd="sng">
            <a:solidFill>
              <a:schemeClr val="dk2"/>
            </a:solidFill>
            <a:prstDash val="solid"/>
            <a:round/>
            <a:headEnd type="none" w="med" len="med"/>
            <a:tailEnd type="triangle" w="med" len="med"/>
          </a:ln>
        </p:spPr>
      </p:cxnSp>
      <p:cxnSp>
        <p:nvCxnSpPr>
          <p:cNvPr id="325" name="Google Shape;325;p78"/>
          <p:cNvCxnSpPr>
            <a:stCxn id="310" idx="3"/>
            <a:endCxn id="324" idx="1"/>
          </p:cNvCxnSpPr>
          <p:nvPr/>
        </p:nvCxnSpPr>
        <p:spPr>
          <a:xfrm rot="10800000" flipH="1">
            <a:off x="2658400" y="4056850"/>
            <a:ext cx="3696300" cy="48900"/>
          </a:xfrm>
          <a:prstGeom prst="straightConnector1">
            <a:avLst/>
          </a:prstGeom>
          <a:noFill/>
          <a:ln w="9525" cap="flat" cmpd="sng">
            <a:solidFill>
              <a:schemeClr val="dk2"/>
            </a:solidFill>
            <a:prstDash val="solid"/>
            <a:round/>
            <a:headEnd type="none" w="med" len="med"/>
            <a:tailEnd type="triangle" w="med" len="med"/>
          </a:ln>
        </p:spPr>
      </p:cxnSp>
      <p:sp>
        <p:nvSpPr>
          <p:cNvPr id="326" name="Google Shape;326;p78"/>
          <p:cNvSpPr txBox="1"/>
          <p:nvPr/>
        </p:nvSpPr>
        <p:spPr>
          <a:xfrm>
            <a:off x="2860600" y="3826138"/>
            <a:ext cx="539700" cy="19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Yes</a:t>
            </a:r>
            <a:endParaRPr sz="900" b="1">
              <a:solidFill>
                <a:schemeClr val="dk1"/>
              </a:solidFill>
              <a:latin typeface="Poppins"/>
              <a:ea typeface="Poppins"/>
              <a:cs typeface="Poppins"/>
              <a:sym typeface="Poppins"/>
            </a:endParaRPr>
          </a:p>
        </p:txBody>
      </p:sp>
      <p:sp>
        <p:nvSpPr>
          <p:cNvPr id="327" name="Google Shape;327;p78"/>
          <p:cNvSpPr txBox="1"/>
          <p:nvPr/>
        </p:nvSpPr>
        <p:spPr>
          <a:xfrm>
            <a:off x="6008238" y="2703588"/>
            <a:ext cx="383100" cy="24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No</a:t>
            </a:r>
            <a:endParaRPr sz="900" b="1">
              <a:solidFill>
                <a:schemeClr val="dk1"/>
              </a:solidFill>
              <a:latin typeface="Poppins"/>
              <a:ea typeface="Poppins"/>
              <a:cs typeface="Poppins"/>
              <a:sym typeface="Poppins"/>
            </a:endParaRPr>
          </a:p>
        </p:txBody>
      </p:sp>
      <p:cxnSp>
        <p:nvCxnSpPr>
          <p:cNvPr id="328" name="Google Shape;328;p78"/>
          <p:cNvCxnSpPr>
            <a:stCxn id="320" idx="3"/>
            <a:endCxn id="324" idx="1"/>
          </p:cNvCxnSpPr>
          <p:nvPr/>
        </p:nvCxnSpPr>
        <p:spPr>
          <a:xfrm>
            <a:off x="5925825" y="2383375"/>
            <a:ext cx="429000" cy="1673400"/>
          </a:xfrm>
          <a:prstGeom prst="straightConnector1">
            <a:avLst/>
          </a:prstGeom>
          <a:noFill/>
          <a:ln w="9525" cap="flat" cmpd="sng">
            <a:solidFill>
              <a:schemeClr val="dk2"/>
            </a:solidFill>
            <a:prstDash val="solid"/>
            <a:round/>
            <a:headEnd type="none" w="med" len="med"/>
            <a:tailEnd type="triangle" w="med" len="med"/>
          </a:ln>
        </p:spPr>
      </p:cxnSp>
      <p:sp>
        <p:nvSpPr>
          <p:cNvPr id="329" name="Google Shape;329;p78"/>
          <p:cNvSpPr/>
          <p:nvPr/>
        </p:nvSpPr>
        <p:spPr>
          <a:xfrm>
            <a:off x="6613050" y="2081400"/>
            <a:ext cx="1756500" cy="624600"/>
          </a:xfrm>
          <a:prstGeom prst="roundRect">
            <a:avLst>
              <a:gd name="adj" fmla="val 16667"/>
            </a:avLst>
          </a:prstGeom>
          <a:solidFill>
            <a:srgbClr val="34E0A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a:solidFill>
                  <a:schemeClr val="dk1"/>
                </a:solidFill>
                <a:latin typeface="Poppins"/>
                <a:ea typeface="Poppins"/>
                <a:cs typeface="Poppins"/>
                <a:sym typeface="Poppins"/>
              </a:rPr>
              <a:t>Hotel</a:t>
            </a:r>
            <a:endParaRPr sz="1200">
              <a:solidFill>
                <a:schemeClr val="dk1"/>
              </a:solidFill>
              <a:latin typeface="Poppins"/>
              <a:ea typeface="Poppins"/>
              <a:cs typeface="Poppins"/>
              <a:sym typeface="Poppins"/>
            </a:endParaRPr>
          </a:p>
        </p:txBody>
      </p:sp>
      <p:sp>
        <p:nvSpPr>
          <p:cNvPr id="324" name="Google Shape;324;p78"/>
          <p:cNvSpPr/>
          <p:nvPr/>
        </p:nvSpPr>
        <p:spPr>
          <a:xfrm>
            <a:off x="6354750" y="3811588"/>
            <a:ext cx="1756500" cy="490500"/>
          </a:xfrm>
          <a:prstGeom prst="roundRect">
            <a:avLst>
              <a:gd name="adj" fmla="val 16667"/>
            </a:avLst>
          </a:prstGeom>
          <a:solidFill>
            <a:srgbClr val="34E0A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a:solidFill>
                  <a:schemeClr val="dk1"/>
                </a:solidFill>
                <a:latin typeface="Poppins"/>
                <a:ea typeface="Poppins"/>
                <a:cs typeface="Poppins"/>
                <a:sym typeface="Poppins"/>
              </a:rPr>
              <a:t>Specialty Lodging</a:t>
            </a:r>
            <a:endParaRPr sz="1200">
              <a:solidFill>
                <a:schemeClr val="dk1"/>
              </a:solidFill>
              <a:latin typeface="Poppins"/>
              <a:ea typeface="Poppins"/>
              <a:cs typeface="Poppins"/>
              <a:sym typeface="Poppins"/>
            </a:endParaRPr>
          </a:p>
        </p:txBody>
      </p:sp>
      <p:cxnSp>
        <p:nvCxnSpPr>
          <p:cNvPr id="330" name="Google Shape;330;p78"/>
          <p:cNvCxnSpPr>
            <a:stCxn id="331" idx="2"/>
            <a:endCxn id="305" idx="0"/>
          </p:cNvCxnSpPr>
          <p:nvPr/>
        </p:nvCxnSpPr>
        <p:spPr>
          <a:xfrm flipH="1">
            <a:off x="1543325" y="1224550"/>
            <a:ext cx="2771400" cy="312900"/>
          </a:xfrm>
          <a:prstGeom prst="straightConnector1">
            <a:avLst/>
          </a:prstGeom>
          <a:noFill/>
          <a:ln w="9525" cap="flat" cmpd="sng">
            <a:solidFill>
              <a:schemeClr val="dk2"/>
            </a:solidFill>
            <a:prstDash val="solid"/>
            <a:round/>
            <a:headEnd type="none" w="med" len="med"/>
            <a:tailEnd type="triangle" w="med" len="med"/>
          </a:ln>
        </p:spPr>
      </p:cxnSp>
      <p:grpSp>
        <p:nvGrpSpPr>
          <p:cNvPr id="332" name="Google Shape;332;p78"/>
          <p:cNvGrpSpPr/>
          <p:nvPr/>
        </p:nvGrpSpPr>
        <p:grpSpPr>
          <a:xfrm>
            <a:off x="1689425" y="84850"/>
            <a:ext cx="5250600" cy="1139700"/>
            <a:chOff x="1689425" y="84850"/>
            <a:chExt cx="5250600" cy="1139700"/>
          </a:xfrm>
        </p:grpSpPr>
        <p:sp>
          <p:nvSpPr>
            <p:cNvPr id="331" name="Google Shape;331;p78"/>
            <p:cNvSpPr/>
            <p:nvPr/>
          </p:nvSpPr>
          <p:spPr>
            <a:xfrm>
              <a:off x="1689425" y="84850"/>
              <a:ext cx="5250600" cy="1139700"/>
            </a:xfrm>
            <a:prstGeom prst="roundRect">
              <a:avLst>
                <a:gd name="adj" fmla="val 16667"/>
              </a:avLst>
            </a:prstGeom>
            <a:solidFill>
              <a:schemeClr val="accent2"/>
            </a:solidFill>
            <a:ln w="9525" cap="flat" cmpd="sng">
              <a:solidFill>
                <a:srgbClr val="F2B203"/>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b="1">
                  <a:solidFill>
                    <a:schemeClr val="dk1"/>
                  </a:solidFill>
                  <a:latin typeface="Poppins"/>
                  <a:ea typeface="Poppins"/>
                  <a:cs typeface="Poppins"/>
                  <a:sym typeface="Poppins"/>
                </a:rPr>
                <a:t>Accommodation Listing Requirements</a:t>
              </a:r>
              <a:endParaRPr sz="1300">
                <a:solidFill>
                  <a:schemeClr val="dk1"/>
                </a:solidFill>
                <a:latin typeface="Poppins"/>
                <a:ea typeface="Poppins"/>
                <a:cs typeface="Poppins"/>
                <a:sym typeface="Poppins"/>
              </a:endParaRPr>
            </a:p>
          </p:txBody>
        </p:sp>
        <p:sp>
          <p:nvSpPr>
            <p:cNvPr id="333" name="Google Shape;333;p78"/>
            <p:cNvSpPr txBox="1"/>
            <p:nvPr/>
          </p:nvSpPr>
          <p:spPr>
            <a:xfrm>
              <a:off x="1866125" y="414650"/>
              <a:ext cx="4897200" cy="7575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Open to the public</a:t>
              </a:r>
              <a:endParaRPr sz="1200">
                <a:solidFill>
                  <a:schemeClr val="dk1"/>
                </a:solidFill>
                <a:latin typeface="Poppins"/>
                <a:ea typeface="Poppins"/>
                <a:cs typeface="Poppins"/>
                <a:sym typeface="Poppins"/>
              </a:endParaRPr>
            </a:p>
            <a:p>
              <a:pPr marL="457200" lvl="0" indent="-304800" algn="l" rtl="0">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Open for at least 12 consecutive weeks of the year </a:t>
              </a:r>
              <a:endParaRPr sz="1200">
                <a:solidFill>
                  <a:schemeClr val="dk1"/>
                </a:solidFill>
                <a:latin typeface="Poppins"/>
                <a:ea typeface="Poppins"/>
                <a:cs typeface="Poppins"/>
                <a:sym typeface="Poppins"/>
              </a:endParaRPr>
            </a:p>
            <a:p>
              <a:pPr marL="457200" lvl="0" indent="-304800" algn="l" rtl="0">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Is stationary</a:t>
              </a:r>
              <a:endParaRPr sz="2400">
                <a:solidFill>
                  <a:schemeClr val="dk1"/>
                </a:solidFill>
                <a:latin typeface="Poppins"/>
                <a:ea typeface="Poppins"/>
                <a:cs typeface="Poppins"/>
                <a:sym typeface="Poppins"/>
              </a:endParaRPr>
            </a:p>
          </p:txBody>
        </p:sp>
      </p:grpSp>
      <p:sp>
        <p:nvSpPr>
          <p:cNvPr id="334" name="Google Shape;334;p78"/>
          <p:cNvSpPr txBox="1"/>
          <p:nvPr/>
        </p:nvSpPr>
        <p:spPr>
          <a:xfrm>
            <a:off x="1169050" y="3586150"/>
            <a:ext cx="374400" cy="240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chemeClr val="dk1"/>
                </a:solidFill>
                <a:latin typeface="Poppins"/>
                <a:ea typeface="Poppins"/>
                <a:cs typeface="Poppins"/>
                <a:sym typeface="Poppins"/>
              </a:rPr>
              <a:t>No</a:t>
            </a:r>
            <a:endParaRPr sz="900" b="1">
              <a:solidFill>
                <a:schemeClr val="dk1"/>
              </a:solidFill>
              <a:latin typeface="Poppins"/>
              <a:ea typeface="Poppins"/>
              <a:cs typeface="Poppins"/>
              <a:sym typeface="Poppins"/>
            </a:endParaRPr>
          </a:p>
        </p:txBody>
      </p:sp>
      <p:cxnSp>
        <p:nvCxnSpPr>
          <p:cNvPr id="335" name="Google Shape;335;p78"/>
          <p:cNvCxnSpPr>
            <a:stCxn id="320" idx="3"/>
            <a:endCxn id="329" idx="1"/>
          </p:cNvCxnSpPr>
          <p:nvPr/>
        </p:nvCxnSpPr>
        <p:spPr>
          <a:xfrm>
            <a:off x="5925825" y="2383375"/>
            <a:ext cx="687300" cy="10200"/>
          </a:xfrm>
          <a:prstGeom prst="straightConnector1">
            <a:avLst/>
          </a:prstGeom>
          <a:noFill/>
          <a:ln w="9525" cap="flat" cmpd="sng">
            <a:solidFill>
              <a:schemeClr val="dk2"/>
            </a:solidFill>
            <a:prstDash val="solid"/>
            <a:round/>
            <a:headEnd type="none" w="med" len="med"/>
            <a:tailEnd type="triangle" w="med" len="med"/>
          </a:ln>
        </p:spPr>
      </p:cxnSp>
      <p:sp>
        <p:nvSpPr>
          <p:cNvPr id="336" name="Google Shape;336;p78"/>
          <p:cNvSpPr/>
          <p:nvPr/>
        </p:nvSpPr>
        <p:spPr>
          <a:xfrm>
            <a:off x="4455125" y="1380888"/>
            <a:ext cx="2083200" cy="587400"/>
          </a:xfrm>
          <a:prstGeom prst="roundRect">
            <a:avLst>
              <a:gd name="adj" fmla="val 16667"/>
            </a:avLst>
          </a:prstGeom>
          <a:solidFill>
            <a:srgbClr val="FF6666"/>
          </a:solidFill>
          <a:ln w="9525" cap="flat" cmpd="sng">
            <a:solidFill>
              <a:srgbClr val="FF666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a:solidFill>
                  <a:schemeClr val="dk1"/>
                </a:solidFill>
                <a:latin typeface="Poppins"/>
                <a:ea typeface="Poppins"/>
                <a:cs typeface="Poppins"/>
                <a:sym typeface="Poppins"/>
              </a:rPr>
              <a:t>Does not meet our guidelines to be listed!</a:t>
            </a:r>
            <a:endParaRPr sz="1200">
              <a:solidFill>
                <a:schemeClr val="dk1"/>
              </a:solidFill>
              <a:latin typeface="Poppins"/>
              <a:ea typeface="Poppins"/>
              <a:cs typeface="Poppins"/>
              <a:sym typeface="Poppins"/>
            </a:endParaRPr>
          </a:p>
        </p:txBody>
      </p:sp>
      <p:cxnSp>
        <p:nvCxnSpPr>
          <p:cNvPr id="337" name="Google Shape;337;p78"/>
          <p:cNvCxnSpPr>
            <a:stCxn id="305" idx="3"/>
            <a:endCxn id="336" idx="1"/>
          </p:cNvCxnSpPr>
          <p:nvPr/>
        </p:nvCxnSpPr>
        <p:spPr>
          <a:xfrm rot="10800000" flipH="1">
            <a:off x="3050200" y="1674725"/>
            <a:ext cx="1404900" cy="41100"/>
          </a:xfrm>
          <a:prstGeom prst="straightConnector1">
            <a:avLst/>
          </a:prstGeom>
          <a:noFill/>
          <a:ln w="9525" cap="flat" cmpd="sng">
            <a:solidFill>
              <a:schemeClr val="dk2"/>
            </a:solidFill>
            <a:prstDash val="solid"/>
            <a:round/>
            <a:headEnd type="none" w="med" len="med"/>
            <a:tailEnd type="triangle" w="med" len="med"/>
          </a:ln>
        </p:spPr>
      </p:cxnSp>
      <p:cxnSp>
        <p:nvCxnSpPr>
          <p:cNvPr id="338" name="Google Shape;338;p78"/>
          <p:cNvCxnSpPr>
            <a:stCxn id="324" idx="2"/>
            <a:endCxn id="307" idx="0"/>
          </p:cNvCxnSpPr>
          <p:nvPr/>
        </p:nvCxnSpPr>
        <p:spPr>
          <a:xfrm rot="-5400000" flipH="1">
            <a:off x="7442100" y="4092988"/>
            <a:ext cx="220500" cy="638700"/>
          </a:xfrm>
          <a:prstGeom prst="bentConnector3">
            <a:avLst>
              <a:gd name="adj1" fmla="val 50003"/>
            </a:avLst>
          </a:prstGeom>
          <a:noFill/>
          <a:ln w="9525" cap="flat" cmpd="sng">
            <a:solidFill>
              <a:schemeClr val="dk2"/>
            </a:solidFill>
            <a:prstDash val="solid"/>
            <a:round/>
            <a:headEnd type="none" w="med" len="med"/>
            <a:tailEnd type="none" w="med" len="med"/>
          </a:ln>
        </p:spPr>
      </p:cxnSp>
      <p:sp>
        <p:nvSpPr>
          <p:cNvPr id="339" name="Google Shape;339;p78"/>
          <p:cNvSpPr/>
          <p:nvPr/>
        </p:nvSpPr>
        <p:spPr>
          <a:xfrm>
            <a:off x="3751900" y="3542200"/>
            <a:ext cx="2416800" cy="240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a:solidFill>
                  <a:schemeClr val="dk1"/>
                </a:solidFill>
                <a:latin typeface="Poppins"/>
                <a:ea typeface="Poppins"/>
                <a:cs typeface="Poppins"/>
                <a:sym typeface="Poppins"/>
              </a:rPr>
              <a:t>Small Hotels </a:t>
            </a:r>
            <a:br>
              <a:rPr lang="en" sz="900">
                <a:solidFill>
                  <a:schemeClr val="dk1"/>
                </a:solidFill>
                <a:latin typeface="Poppins"/>
                <a:ea typeface="Poppins"/>
                <a:cs typeface="Poppins"/>
                <a:sym typeface="Poppins"/>
              </a:rPr>
            </a:br>
            <a:r>
              <a:rPr lang="en" sz="800">
                <a:solidFill>
                  <a:schemeClr val="dk1"/>
                </a:solidFill>
                <a:latin typeface="Poppins"/>
                <a:ea typeface="Poppins"/>
                <a:cs typeface="Poppins"/>
                <a:sym typeface="Poppins"/>
              </a:rPr>
              <a:t>(All rooms must have a private bathroom.)</a:t>
            </a:r>
            <a:endParaRPr sz="800">
              <a:solidFill>
                <a:schemeClr val="dk1"/>
              </a:solidFill>
              <a:latin typeface="Poppins"/>
              <a:ea typeface="Poppins"/>
              <a:cs typeface="Poppins"/>
              <a:sym typeface="Poppins"/>
            </a:endParaRPr>
          </a:p>
        </p:txBody>
      </p:sp>
      <p:cxnSp>
        <p:nvCxnSpPr>
          <p:cNvPr id="340" name="Google Shape;340;p78"/>
          <p:cNvCxnSpPr>
            <a:stCxn id="317" idx="2"/>
            <a:endCxn id="339" idx="1"/>
          </p:cNvCxnSpPr>
          <p:nvPr/>
        </p:nvCxnSpPr>
        <p:spPr>
          <a:xfrm rot="5400000">
            <a:off x="4153738" y="3021350"/>
            <a:ext cx="239100" cy="1042500"/>
          </a:xfrm>
          <a:prstGeom prst="bentConnector4">
            <a:avLst>
              <a:gd name="adj1" fmla="val 24916"/>
              <a:gd name="adj2" fmla="val 122855"/>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2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0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1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3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1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4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3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0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0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1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1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2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2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344"/>
        <p:cNvGrpSpPr/>
        <p:nvPr/>
      </p:nvGrpSpPr>
      <p:grpSpPr>
        <a:xfrm>
          <a:off x="0" y="0"/>
          <a:ext cx="0" cy="0"/>
          <a:chOff x="0" y="0"/>
          <a:chExt cx="0" cy="0"/>
        </a:xfrm>
      </p:grpSpPr>
      <p:sp>
        <p:nvSpPr>
          <p:cNvPr id="345" name="Google Shape;345;p79"/>
          <p:cNvSpPr txBox="1"/>
          <p:nvPr/>
        </p:nvSpPr>
        <p:spPr>
          <a:xfrm>
            <a:off x="115675" y="132075"/>
            <a:ext cx="8744400" cy="2456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6500" b="1">
                <a:solidFill>
                  <a:schemeClr val="accent3"/>
                </a:solidFill>
                <a:latin typeface="Poppins"/>
                <a:ea typeface="Poppins"/>
                <a:cs typeface="Poppins"/>
                <a:sym typeface="Poppins"/>
              </a:rPr>
              <a:t>Group Activity:</a:t>
            </a:r>
            <a:endParaRPr sz="6500" b="1">
              <a:solidFill>
                <a:schemeClr val="accent3"/>
              </a:solidFill>
              <a:latin typeface="Poppins"/>
              <a:ea typeface="Poppins"/>
              <a:cs typeface="Poppins"/>
              <a:sym typeface="Poppins"/>
            </a:endParaRPr>
          </a:p>
          <a:p>
            <a:pPr marL="0" lvl="0" indent="0" algn="l" rtl="0">
              <a:lnSpc>
                <a:spcPct val="115000"/>
              </a:lnSpc>
              <a:spcBef>
                <a:spcPts val="0"/>
              </a:spcBef>
              <a:spcAft>
                <a:spcPts val="0"/>
              </a:spcAft>
              <a:buNone/>
            </a:pPr>
            <a:r>
              <a:rPr lang="en" sz="6500" b="1">
                <a:solidFill>
                  <a:schemeClr val="accent3"/>
                </a:solidFill>
                <a:latin typeface="Poppins"/>
                <a:ea typeface="Poppins"/>
                <a:cs typeface="Poppins"/>
                <a:sym typeface="Poppins"/>
              </a:rPr>
              <a:t>What do you mean?</a:t>
            </a:r>
            <a:endParaRPr sz="6500" b="1">
              <a:solidFill>
                <a:schemeClr val="accent3"/>
              </a:solidFill>
              <a:latin typeface="Poppins"/>
              <a:ea typeface="Poppins"/>
              <a:cs typeface="Poppins"/>
              <a:sym typeface="Poppins"/>
            </a:endParaRPr>
          </a:p>
        </p:txBody>
      </p:sp>
      <p:pic>
        <p:nvPicPr>
          <p:cNvPr id="346" name="Google Shape;346;p79" descr="Set a timer for 10 minutes. This 10 minute timer with alarm silently counts down to 00:00 and then alerts you with a gentle alarm sound.&#10;&#10;What Is the 10 Minute Timer?&#10;If you're looking for a timer to help you stay on track with your work, a 10 minute countdown is a great option. You can use it to break up your work time into manageable chunks, and it can also help you avoid getting bogged down with one task for too long.&#10;&#10;How to Set a 10 Minute Timer&#10;There are a few different ways to set a 10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10 Minute Alarm?&#10;This timer is perfect for work or study sessions. It's also great for any activity where you want to be sure to take a break every 10 minutes, such as cooking, laundry, or working out.&#10;&#10;Online Timer - https://timer.onlinealarmkur.com/en/" title="10 Minute Timer">
            <a:hlinkClick r:id="rId3"/>
          </p:cNvPr>
          <p:cNvPicPr preferRelativeResize="0"/>
          <p:nvPr/>
        </p:nvPicPr>
        <p:blipFill>
          <a:blip r:embed="rId4">
            <a:alphaModFix/>
          </a:blip>
          <a:stretch>
            <a:fillRect/>
          </a:stretch>
        </p:blipFill>
        <p:spPr>
          <a:xfrm>
            <a:off x="6574082" y="3607700"/>
            <a:ext cx="2518725" cy="1416775"/>
          </a:xfrm>
          <a:prstGeom prst="rect">
            <a:avLst/>
          </a:prstGeom>
          <a:noFill/>
          <a:ln>
            <a:noFill/>
          </a:ln>
        </p:spPr>
      </p:pic>
      <p:pic>
        <p:nvPicPr>
          <p:cNvPr id="347" name="Google Shape;347;p79"/>
          <p:cNvPicPr preferRelativeResize="0"/>
          <p:nvPr/>
        </p:nvPicPr>
        <p:blipFill>
          <a:blip r:embed="rId5">
            <a:alphaModFix/>
          </a:blip>
          <a:stretch>
            <a:fillRect/>
          </a:stretch>
        </p:blipFill>
        <p:spPr>
          <a:xfrm>
            <a:off x="179350" y="2702550"/>
            <a:ext cx="2021924" cy="36709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6"/>
                                        </p:tgtEl>
                                        <p:attrNameLst>
                                          <p:attrName>style.visibility</p:attrName>
                                        </p:attrNameLst>
                                      </p:cBhvr>
                                      <p:to>
                                        <p:strVal val="visible"/>
                                      </p:to>
                                    </p:set>
                                    <p:animEffect transition="in" filter="fade">
                                      <p:cBhvr>
                                        <p:cTn id="7" dur="1000"/>
                                        <p:tgtEl>
                                          <p:spTgt spid="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pic>
        <p:nvPicPr>
          <p:cNvPr id="352" name="Google Shape;352;p80"/>
          <p:cNvPicPr preferRelativeResize="0"/>
          <p:nvPr/>
        </p:nvPicPr>
        <p:blipFill>
          <a:blip r:embed="rId3">
            <a:alphaModFix/>
          </a:blip>
          <a:stretch>
            <a:fillRect/>
          </a:stretch>
        </p:blipFill>
        <p:spPr>
          <a:xfrm>
            <a:off x="2339146" y="1524013"/>
            <a:ext cx="2082075" cy="2095474"/>
          </a:xfrm>
          <a:prstGeom prst="rect">
            <a:avLst/>
          </a:prstGeom>
          <a:noFill/>
          <a:ln>
            <a:noFill/>
          </a:ln>
        </p:spPr>
      </p:pic>
      <p:pic>
        <p:nvPicPr>
          <p:cNvPr id="353" name="Google Shape;353;p80"/>
          <p:cNvPicPr preferRelativeResize="0"/>
          <p:nvPr/>
        </p:nvPicPr>
        <p:blipFill>
          <a:blip r:embed="rId4">
            <a:alphaModFix/>
          </a:blip>
          <a:stretch>
            <a:fillRect/>
          </a:stretch>
        </p:blipFill>
        <p:spPr>
          <a:xfrm>
            <a:off x="198219" y="1643352"/>
            <a:ext cx="1839412" cy="1856795"/>
          </a:xfrm>
          <a:prstGeom prst="rect">
            <a:avLst/>
          </a:prstGeom>
          <a:noFill/>
          <a:ln>
            <a:noFill/>
          </a:ln>
        </p:spPr>
      </p:pic>
      <p:pic>
        <p:nvPicPr>
          <p:cNvPr id="354" name="Google Shape;354;p80"/>
          <p:cNvPicPr preferRelativeResize="0"/>
          <p:nvPr/>
        </p:nvPicPr>
        <p:blipFill>
          <a:blip r:embed="rId5">
            <a:alphaModFix/>
          </a:blip>
          <a:stretch>
            <a:fillRect/>
          </a:stretch>
        </p:blipFill>
        <p:spPr>
          <a:xfrm>
            <a:off x="4722761" y="1636825"/>
            <a:ext cx="1839399" cy="1869850"/>
          </a:xfrm>
          <a:prstGeom prst="rect">
            <a:avLst/>
          </a:prstGeom>
          <a:noFill/>
          <a:ln>
            <a:noFill/>
          </a:ln>
        </p:spPr>
      </p:pic>
      <p:pic>
        <p:nvPicPr>
          <p:cNvPr id="355" name="Google Shape;355;p80"/>
          <p:cNvPicPr preferRelativeResize="0"/>
          <p:nvPr/>
        </p:nvPicPr>
        <p:blipFill>
          <a:blip r:embed="rId6">
            <a:alphaModFix/>
          </a:blip>
          <a:stretch>
            <a:fillRect/>
          </a:stretch>
        </p:blipFill>
        <p:spPr>
          <a:xfrm>
            <a:off x="6863700" y="1590688"/>
            <a:ext cx="2082075" cy="1962125"/>
          </a:xfrm>
          <a:prstGeom prst="rect">
            <a:avLst/>
          </a:prstGeom>
          <a:noFill/>
          <a:ln>
            <a:noFill/>
          </a:ln>
        </p:spPr>
      </p:pic>
      <p:sp>
        <p:nvSpPr>
          <p:cNvPr id="356" name="Google Shape;356;p80"/>
          <p:cNvSpPr txBox="1"/>
          <p:nvPr/>
        </p:nvSpPr>
        <p:spPr>
          <a:xfrm>
            <a:off x="134375" y="3500145"/>
            <a:ext cx="1967100" cy="36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200" b="1">
                <a:solidFill>
                  <a:srgbClr val="004F35"/>
                </a:solidFill>
                <a:latin typeface="Poppins"/>
                <a:ea typeface="Poppins"/>
                <a:cs typeface="Poppins"/>
                <a:sym typeface="Poppins"/>
              </a:rPr>
              <a:t>Full-time, on-site staff</a:t>
            </a:r>
            <a:endParaRPr sz="1200" b="1">
              <a:solidFill>
                <a:srgbClr val="004F35"/>
              </a:solidFill>
              <a:latin typeface="Poppins"/>
              <a:ea typeface="Poppins"/>
              <a:cs typeface="Poppins"/>
              <a:sym typeface="Poppins"/>
            </a:endParaRPr>
          </a:p>
        </p:txBody>
      </p:sp>
      <p:sp>
        <p:nvSpPr>
          <p:cNvPr id="357" name="Google Shape;357;p80"/>
          <p:cNvSpPr txBox="1"/>
          <p:nvPr/>
        </p:nvSpPr>
        <p:spPr>
          <a:xfrm>
            <a:off x="2395050" y="3451400"/>
            <a:ext cx="1839300" cy="46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rgbClr val="004F35"/>
                </a:solidFill>
                <a:latin typeface="Poppins"/>
                <a:ea typeface="Poppins"/>
                <a:cs typeface="Poppins"/>
                <a:sym typeface="Poppins"/>
              </a:rPr>
              <a:t>24-hour front desk</a:t>
            </a:r>
            <a:endParaRPr sz="1300" b="1">
              <a:solidFill>
                <a:srgbClr val="004F35"/>
              </a:solidFill>
              <a:latin typeface="Poppins"/>
              <a:ea typeface="Poppins"/>
              <a:cs typeface="Poppins"/>
              <a:sym typeface="Poppins"/>
            </a:endParaRPr>
          </a:p>
        </p:txBody>
      </p:sp>
      <p:sp>
        <p:nvSpPr>
          <p:cNvPr id="358" name="Google Shape;358;p80"/>
          <p:cNvSpPr txBox="1"/>
          <p:nvPr/>
        </p:nvSpPr>
        <p:spPr>
          <a:xfrm>
            <a:off x="7200488" y="3500150"/>
            <a:ext cx="1408500" cy="36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004F35"/>
                </a:solidFill>
                <a:latin typeface="Poppins"/>
                <a:ea typeface="Poppins"/>
                <a:cs typeface="Poppins"/>
                <a:sym typeface="Poppins"/>
              </a:rPr>
              <a:t>Stationary</a:t>
            </a:r>
            <a:endParaRPr sz="1200" b="1">
              <a:solidFill>
                <a:srgbClr val="004F35"/>
              </a:solidFill>
              <a:latin typeface="Poppins"/>
              <a:ea typeface="Poppins"/>
              <a:cs typeface="Poppins"/>
              <a:sym typeface="Poppins"/>
            </a:endParaRPr>
          </a:p>
        </p:txBody>
      </p:sp>
      <p:sp>
        <p:nvSpPr>
          <p:cNvPr id="359" name="Google Shape;359;p80"/>
          <p:cNvSpPr txBox="1"/>
          <p:nvPr/>
        </p:nvSpPr>
        <p:spPr>
          <a:xfrm>
            <a:off x="4613625" y="3500158"/>
            <a:ext cx="1967100" cy="36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004F35"/>
                </a:solidFill>
                <a:latin typeface="Poppins"/>
                <a:ea typeface="Poppins"/>
                <a:cs typeface="Poppins"/>
                <a:sym typeface="Poppins"/>
              </a:rPr>
              <a:t> Housekeeping</a:t>
            </a:r>
            <a:endParaRPr sz="1200" b="1">
              <a:solidFill>
                <a:srgbClr val="004F35"/>
              </a:solidFill>
              <a:latin typeface="Poppins"/>
              <a:ea typeface="Poppins"/>
              <a:cs typeface="Poppins"/>
              <a:sym typeface="Poppins"/>
            </a:endParaRPr>
          </a:p>
        </p:txBody>
      </p:sp>
      <p:sp>
        <p:nvSpPr>
          <p:cNvPr id="360" name="Google Shape;360;p80"/>
          <p:cNvSpPr txBox="1"/>
          <p:nvPr/>
        </p:nvSpPr>
        <p:spPr>
          <a:xfrm>
            <a:off x="79450" y="202275"/>
            <a:ext cx="8716200" cy="90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4700" b="1">
                <a:solidFill>
                  <a:schemeClr val="accent3"/>
                </a:solidFill>
                <a:latin typeface="Poppins"/>
                <a:ea typeface="Poppins"/>
                <a:cs typeface="Poppins"/>
                <a:sym typeface="Poppins"/>
              </a:rPr>
              <a:t>Group Activity (cont’d)</a:t>
            </a:r>
            <a:endParaRPr sz="4700" b="1">
              <a:solidFill>
                <a:schemeClr val="accent3"/>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pic>
        <p:nvPicPr>
          <p:cNvPr id="365" name="Google Shape;365;p81" title="11_v2.png"/>
          <p:cNvPicPr preferRelativeResize="0"/>
          <p:nvPr/>
        </p:nvPicPr>
        <p:blipFill>
          <a:blip r:embed="rId3">
            <a:alphaModFix/>
          </a:blip>
          <a:stretch>
            <a:fillRect/>
          </a:stretch>
        </p:blipFill>
        <p:spPr>
          <a:xfrm>
            <a:off x="0" y="0"/>
            <a:ext cx="9143990" cy="5143500"/>
          </a:xfrm>
          <a:prstGeom prst="rect">
            <a:avLst/>
          </a:prstGeom>
          <a:noFill/>
          <a:ln>
            <a:noFill/>
          </a:ln>
        </p:spPr>
      </p:pic>
      <p:sp>
        <p:nvSpPr>
          <p:cNvPr id="366" name="Google Shape;366;p81"/>
          <p:cNvSpPr txBox="1">
            <a:spLocks noGrp="1"/>
          </p:cNvSpPr>
          <p:nvPr>
            <p:ph type="body" idx="4294967295"/>
          </p:nvPr>
        </p:nvSpPr>
        <p:spPr>
          <a:xfrm>
            <a:off x="3314700" y="2481700"/>
            <a:ext cx="5732700" cy="2542800"/>
          </a:xfrm>
          <a:prstGeom prst="rect">
            <a:avLst/>
          </a:prstGeom>
        </p:spPr>
        <p:txBody>
          <a:bodyPr spcFirstLastPara="1" wrap="square" lIns="0" tIns="0" rIns="91425" bIns="0" anchor="t" anchorCtr="0">
            <a:noAutofit/>
          </a:bodyPr>
          <a:lstStyle/>
          <a:p>
            <a:pPr marL="0" lvl="0" indent="0" algn="l" rtl="0">
              <a:spcBef>
                <a:spcPts val="0"/>
              </a:spcBef>
              <a:spcAft>
                <a:spcPts val="0"/>
              </a:spcAft>
              <a:buNone/>
            </a:pPr>
            <a:r>
              <a:rPr lang="en" sz="1500"/>
              <a:t>1. Learn the 3 categories of accommodations</a:t>
            </a:r>
            <a:endParaRPr sz="1500"/>
          </a:p>
          <a:p>
            <a:pPr marL="0" lvl="0" indent="0" algn="l" rtl="0">
              <a:spcBef>
                <a:spcPts val="1600"/>
              </a:spcBef>
              <a:spcAft>
                <a:spcPts val="0"/>
              </a:spcAft>
              <a:buNone/>
            </a:pPr>
            <a:r>
              <a:rPr lang="en" sz="1500"/>
              <a:t>2. Understand the difference between accommodation types</a:t>
            </a:r>
            <a:endParaRPr sz="1500"/>
          </a:p>
          <a:p>
            <a:pPr marL="0" lvl="0" indent="0" algn="l" rtl="0">
              <a:spcBef>
                <a:spcPts val="1600"/>
              </a:spcBef>
              <a:spcAft>
                <a:spcPts val="1600"/>
              </a:spcAft>
              <a:buNone/>
            </a:pPr>
            <a:r>
              <a:rPr lang="en" sz="1500"/>
              <a:t>3. Navigate the Accommodations KB to find the definitions</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A Theme for Places IAT">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A Theme for Places IAT">
  <a:themeElements>
    <a:clrScheme name="Simple Light">
      <a:dk1>
        <a:srgbClr val="000000"/>
      </a:dk1>
      <a:lt1>
        <a:srgbClr val="FFFFFF"/>
      </a:lt1>
      <a:dk2>
        <a:srgbClr val="595959"/>
      </a:dk2>
      <a:lt2>
        <a:srgbClr val="FAF1ED"/>
      </a:lt2>
      <a:accent1>
        <a:srgbClr val="34E0A1"/>
      </a:accent1>
      <a:accent2>
        <a:srgbClr val="F2B203"/>
      </a:accent2>
      <a:accent3>
        <a:srgbClr val="FF6666"/>
      </a:accent3>
      <a:accent4>
        <a:srgbClr val="663399"/>
      </a:accent4>
      <a:accent5>
        <a:srgbClr val="FFCCCC"/>
      </a:accent5>
      <a:accent6>
        <a:srgbClr val="00AA6C"/>
      </a:accent6>
      <a:hlink>
        <a:srgbClr val="004F3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5fb9b3e-a026-48a2-bdfc-bbf57372bf68">
      <Terms xmlns="http://schemas.microsoft.com/office/infopath/2007/PartnerControls"/>
    </lcf76f155ced4ddcb4097134ff3c332f>
    <TaxCatchAll xmlns="363a3933-3acd-4138-81fd-92928eeda2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0EE4AE8D3AC874580C728DBD6C58F20" ma:contentTypeVersion="16" ma:contentTypeDescription="Create a new document." ma:contentTypeScope="" ma:versionID="006169719bc193b9aed0450dc1fb951c">
  <xsd:schema xmlns:xsd="http://www.w3.org/2001/XMLSchema" xmlns:xs="http://www.w3.org/2001/XMLSchema" xmlns:p="http://schemas.microsoft.com/office/2006/metadata/properties" xmlns:ns2="363a3933-3acd-4138-81fd-92928eeda287" xmlns:ns3="55fb9b3e-a026-48a2-bdfc-bbf57372bf68" targetNamespace="http://schemas.microsoft.com/office/2006/metadata/properties" ma:root="true" ma:fieldsID="dad33e39320f44d79dd0383e43ad2fe2" ns2:_="" ns3:_="">
    <xsd:import namespace="363a3933-3acd-4138-81fd-92928eeda287"/>
    <xsd:import namespace="55fb9b3e-a026-48a2-bdfc-bbf57372bf6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3a3933-3acd-4138-81fd-92928eeda28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b6606f3-8e38-4bb2-982d-ae60526f985d}" ma:internalName="TaxCatchAll" ma:showField="CatchAllData" ma:web="363a3933-3acd-4138-81fd-92928eeda28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5fb9b3e-a026-48a2-bdfc-bbf57372bf6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d924c95-84b7-4d1c-8a87-b591b54e0cf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1D6B7A-03B0-4396-AB10-9EDD5BE35D34}">
  <ds:schemaRefs>
    <ds:schemaRef ds:uri="http://schemas.microsoft.com/office/2006/metadata/properties"/>
    <ds:schemaRef ds:uri="http://schemas.microsoft.com/office/infopath/2007/PartnerControls"/>
    <ds:schemaRef ds:uri="55fb9b3e-a026-48a2-bdfc-bbf57372bf68"/>
    <ds:schemaRef ds:uri="363a3933-3acd-4138-81fd-92928eeda287"/>
  </ds:schemaRefs>
</ds:datastoreItem>
</file>

<file path=customXml/itemProps2.xml><?xml version="1.0" encoding="utf-8"?>
<ds:datastoreItem xmlns:ds="http://schemas.openxmlformats.org/officeDocument/2006/customXml" ds:itemID="{8666FB83-1897-4EDC-A209-FAD594263026}">
  <ds:schemaRefs>
    <ds:schemaRef ds:uri="http://schemas.microsoft.com/sharepoint/v3/contenttype/forms"/>
  </ds:schemaRefs>
</ds:datastoreItem>
</file>

<file path=customXml/itemProps3.xml><?xml version="1.0" encoding="utf-8"?>
<ds:datastoreItem xmlns:ds="http://schemas.openxmlformats.org/officeDocument/2006/customXml" ds:itemID="{E531E19F-324F-40C8-AC68-52DC7545EA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3a3933-3acd-4138-81fd-92928eeda287"/>
    <ds:schemaRef ds:uri="55fb9b3e-a026-48a2-bdfc-bbf57372bf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12</Notes>
  <HiddenSlides>1</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TA Theme for Places IAT</vt:lpstr>
      <vt:lpstr>TA Theme for Places IAT</vt:lpstr>
      <vt:lpstr>Accommodation Categories</vt:lpstr>
      <vt:lpstr>PowerPoint Presentation</vt:lpstr>
      <vt:lpstr>PowerPoint Presentation</vt:lpstr>
      <vt:lpstr>We list accommodations in three categories</vt:lpstr>
      <vt:lpstr>Hotel vs B&amp;B/Inn vs SL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2026-10-14T12:04:12Z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0x01010080EE4AE8D3AC874580C728DBD6C58F20</vt:lpwstr>
  </property>
  <property fmtid="{D5CDD505-2E9C-101B-9397-08002B2CF9AE}" pid="3" name="MediaServiceImageTags">
    <vt:lpwstr/>
  </property>
</Properties>
</file>