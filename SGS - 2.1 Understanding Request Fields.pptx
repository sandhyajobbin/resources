
<file path=[Content_Types].xml><?xml version="1.0" encoding="utf-8"?>
<Types xmlns="http://schemas.openxmlformats.org/package/2006/content-types">
  <Default Extension="fntdata" ContentType="application/x-fontdata"/>
  <Default Extension="gif" ContentType="image/gif"/>
  <Default Extension="jpg" ContentType="image/jpeg"/>
  <Default Extension="odttf" ContentType="application/vnd.openxmlformats-officedocument.obfuscatedFont"/>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2" Type="http://schemas.openxmlformats.org/officeDocument/2006/relationships/custom-properties" Target="docProps/custom.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50" r:id="rId5"/>
    <p:sldMasterId id="2147483751" r:id="rId6"/>
    <p:sldMasterId id="2147483752"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Lst>
  <p:sldSz cy="5143500" cx="9144000"/>
  <p:notesSz cx="6858000" cy="9144000"/>
  <p:embeddedFontLst>
    <p:embeddedFont>
      <p:font typeface="Roboto"/>
      <p:regular r:id="rId41"/>
      <p:bold r:id="rId42"/>
      <p:italic r:id="rId43"/>
      <p:boldItalic r:id="rId44"/>
    </p:embeddedFont>
    <p:embeddedFont>
      <p:font typeface="Poppins"/>
      <p:regular r:id="rId45"/>
      <p:bold r:id="rId46"/>
      <p:italic r:id="rId47"/>
      <p:boldItalic r:id="rId48"/>
    </p:embeddedFont>
    <p:embeddedFont>
      <p:font typeface="Pacifico"/>
      <p:regular r:id="rId49"/>
    </p:embeddedFont>
    <p:embeddedFont>
      <p:font typeface="Poppins Black"/>
      <p:bold r:id="rId50"/>
      <p:boldItalic r:id="rId51"/>
    </p:embeddedFont>
    <p:embeddedFont>
      <p:font typeface="Roboto Mono"/>
      <p:regular r:id="rId52"/>
      <p:bold r:id="rId53"/>
      <p:italic r:id="rId54"/>
      <p:boldItalic r:id="rId5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95E95DA-ACA7-4342-B241-A181849F6907}">
  <a:tblStyle styleId="{795E95DA-ACA7-4342-B241-A181849F6907}"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EFCFC"/>
          </a:solidFill>
        </a:fill>
      </a:tcStyle>
    </a:wholeTbl>
    <a:band1H>
      <a:tcTxStyle/>
      <a:tcStyle>
        <a:fill>
          <a:solidFill>
            <a:srgbClr val="FDFAF8"/>
          </a:solidFill>
        </a:fill>
      </a:tcStyle>
    </a:band1H>
    <a:band2H>
      <a:tcTxStyle/>
    </a:band2H>
    <a:band1V>
      <a:tcTxStyle/>
      <a:tcStyle>
        <a:fill>
          <a:solidFill>
            <a:srgbClr val="FDFAF8"/>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39" Type="http://schemas.openxmlformats.org/officeDocument/2006/relationships/slide" Target="slides/slide31.xml"/><Relationship Id="rId26" Type="http://schemas.openxmlformats.org/officeDocument/2006/relationships/slide" Target="slides/slide18.xml"/><Relationship Id="rId13" Type="http://schemas.openxmlformats.org/officeDocument/2006/relationships/slide" Target="slides/slide5.xml"/><Relationship Id="rId18" Type="http://schemas.openxmlformats.org/officeDocument/2006/relationships/slide" Target="slides/slide10.xml"/><Relationship Id="rId42" Type="http://schemas.openxmlformats.org/officeDocument/2006/relationships/font" Target="fonts/Roboto-bold.fntdata"/><Relationship Id="rId47" Type="http://schemas.openxmlformats.org/officeDocument/2006/relationships/font" Target="fonts/Poppins-italic.fntdata"/><Relationship Id="rId34" Type="http://schemas.openxmlformats.org/officeDocument/2006/relationships/slide" Target="slides/slide26.xml"/><Relationship Id="rId21" Type="http://schemas.openxmlformats.org/officeDocument/2006/relationships/slide" Target="slides/slide13.xml"/><Relationship Id="rId50" Type="http://schemas.openxmlformats.org/officeDocument/2006/relationships/font" Target="fonts/PoppinsBlack-bold.fntdata"/><Relationship Id="rId55" Type="http://schemas.openxmlformats.org/officeDocument/2006/relationships/font" Target="fonts/RobotoMono-boldItalic.fntdata"/><Relationship Id="rId7" Type="http://schemas.openxmlformats.org/officeDocument/2006/relationships/slideMaster" Target="slideMasters/slideMaster3.xml"/><Relationship Id="rId2" Type="http://schemas.openxmlformats.org/officeDocument/2006/relationships/viewProps" Target="viewProps.xml"/><Relationship Id="rId29" Type="http://schemas.openxmlformats.org/officeDocument/2006/relationships/slide" Target="slides/slide21.xml"/><Relationship Id="rId16" Type="http://schemas.openxmlformats.org/officeDocument/2006/relationships/slide" Target="slides/slide8.xml"/><Relationship Id="rId40" Type="http://schemas.openxmlformats.org/officeDocument/2006/relationships/slide" Target="slides/slide32.xml"/><Relationship Id="rId45" Type="http://schemas.openxmlformats.org/officeDocument/2006/relationships/font" Target="fonts/Poppins-regular.fntdata"/><Relationship Id="rId32" Type="http://schemas.openxmlformats.org/officeDocument/2006/relationships/slide" Target="slides/slide24.xml"/><Relationship Id="rId37" Type="http://schemas.openxmlformats.org/officeDocument/2006/relationships/slide" Target="slides/slide29.xml"/><Relationship Id="rId24" Type="http://schemas.openxmlformats.org/officeDocument/2006/relationships/slide" Target="slides/slide16.xml"/><Relationship Id="rId53" Type="http://schemas.openxmlformats.org/officeDocument/2006/relationships/font" Target="fonts/RobotoMono-bold.fntdata"/><Relationship Id="rId11" Type="http://schemas.openxmlformats.org/officeDocument/2006/relationships/slide" Target="slides/slide3.xml"/><Relationship Id="rId58" Type="http://schemas.openxmlformats.org/officeDocument/2006/relationships/customXml" Target="../customXml/item3.xml"/><Relationship Id="rId5" Type="http://schemas.openxmlformats.org/officeDocument/2006/relationships/slideMaster" Target="slideMasters/slideMaster1.xml"/><Relationship Id="rId19" Type="http://schemas.openxmlformats.org/officeDocument/2006/relationships/slide" Target="slides/slide11.xml"/><Relationship Id="rId43" Type="http://schemas.openxmlformats.org/officeDocument/2006/relationships/font" Target="fonts/Roboto-italic.fntdata"/><Relationship Id="rId4" Type="http://schemas.openxmlformats.org/officeDocument/2006/relationships/tableStyles" Target="tableStyles.xml"/><Relationship Id="rId9" Type="http://schemas.openxmlformats.org/officeDocument/2006/relationships/slide" Target="slides/slide1.xml"/><Relationship Id="rId48" Type="http://schemas.openxmlformats.org/officeDocument/2006/relationships/font" Target="fonts/Poppins-boldItalic.fntdata"/><Relationship Id="rId30" Type="http://schemas.openxmlformats.org/officeDocument/2006/relationships/slide" Target="slides/slide22.xml"/><Relationship Id="rId35" Type="http://schemas.openxmlformats.org/officeDocument/2006/relationships/slide" Target="slides/slide27.xml"/><Relationship Id="rId22" Type="http://schemas.openxmlformats.org/officeDocument/2006/relationships/slide" Target="slides/slide14.xml"/><Relationship Id="rId27" Type="http://schemas.openxmlformats.org/officeDocument/2006/relationships/slide" Target="slides/slide19.xml"/><Relationship Id="rId14" Type="http://schemas.openxmlformats.org/officeDocument/2006/relationships/slide" Target="slides/slide6.xml"/><Relationship Id="rId56" Type="http://schemas.openxmlformats.org/officeDocument/2006/relationships/customXml" Target="../customXml/item1.xml"/><Relationship Id="rId8" Type="http://schemas.openxmlformats.org/officeDocument/2006/relationships/notesMaster" Target="notesMasters/notesMaster1.xml"/><Relationship Id="rId51" Type="http://schemas.openxmlformats.org/officeDocument/2006/relationships/font" Target="fonts/PoppinsBlack-boldItalic.fntdata"/><Relationship Id="rId3" Type="http://schemas.openxmlformats.org/officeDocument/2006/relationships/presProps" Target="presProps.xml"/><Relationship Id="rId46" Type="http://schemas.openxmlformats.org/officeDocument/2006/relationships/font" Target="fonts/Poppins-bold.fntdata"/><Relationship Id="rId33" Type="http://schemas.openxmlformats.org/officeDocument/2006/relationships/slide" Target="slides/slide25.xml"/><Relationship Id="rId38" Type="http://schemas.openxmlformats.org/officeDocument/2006/relationships/slide" Target="slides/slide30.xml"/><Relationship Id="rId25" Type="http://schemas.openxmlformats.org/officeDocument/2006/relationships/slide" Target="slides/slide17.xml"/><Relationship Id="rId12" Type="http://schemas.openxmlformats.org/officeDocument/2006/relationships/slide" Target="slides/slide4.xml"/><Relationship Id="rId17" Type="http://schemas.openxmlformats.org/officeDocument/2006/relationships/slide" Target="slides/slide9.xml"/><Relationship Id="rId41" Type="http://schemas.openxmlformats.org/officeDocument/2006/relationships/font" Target="fonts/Roboto-regular.fntdata"/><Relationship Id="rId20" Type="http://schemas.openxmlformats.org/officeDocument/2006/relationships/slide" Target="slides/slide12.xml"/><Relationship Id="rId54" Type="http://schemas.openxmlformats.org/officeDocument/2006/relationships/font" Target="fonts/RobotoMono-italic.fntdata"/><Relationship Id="rId1" Type="http://schemas.openxmlformats.org/officeDocument/2006/relationships/theme" Target="theme/theme2.xml"/><Relationship Id="rId6" Type="http://schemas.openxmlformats.org/officeDocument/2006/relationships/slideMaster" Target="slideMasters/slideMaster2.xml"/><Relationship Id="rId49" Type="http://schemas.openxmlformats.org/officeDocument/2006/relationships/font" Target="fonts/Pacifico-regular.fntdata"/><Relationship Id="rId36" Type="http://schemas.openxmlformats.org/officeDocument/2006/relationships/slide" Target="slides/slide28.xml"/><Relationship Id="rId23" Type="http://schemas.openxmlformats.org/officeDocument/2006/relationships/slide" Target="slides/slide15.xml"/><Relationship Id="rId28" Type="http://schemas.openxmlformats.org/officeDocument/2006/relationships/slide" Target="slides/slide20.xml"/><Relationship Id="rId15" Type="http://schemas.openxmlformats.org/officeDocument/2006/relationships/slide" Target="slides/slide7.xml"/><Relationship Id="rId57" Type="http://schemas.openxmlformats.org/officeDocument/2006/relationships/customXml" Target="../customXml/item2.xml"/><Relationship Id="rId44" Type="http://schemas.openxmlformats.org/officeDocument/2006/relationships/font" Target="fonts/Roboto-boldItalic.fntdata"/><Relationship Id="rId31" Type="http://schemas.openxmlformats.org/officeDocument/2006/relationships/slide" Target="slides/slide23.xml"/><Relationship Id="rId52" Type="http://schemas.openxmlformats.org/officeDocument/2006/relationships/font" Target="fonts/RobotoMono-regular.fntdata"/><Relationship Id="rId10"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tripadvisor.atlassian.net/wiki/spaces/ASK/pages/300102363/Geo+research+guidelines+for+all+queues"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tripadvisor.atlassian.net/wiki/spaces/ASK/pages/300102857/Field+Guidelines+and+Research+Expectations" TargetMode="External"/><Relationship Id="rId3" Type="http://schemas.openxmlformats.org/officeDocument/2006/relationships/hyperlink" Target="https://view.genially.com/677fa3f243e37473b375d7b9"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view.genial.ly/65cb9eb9c76a8c0014451666/interactive-content-street-1-and-street-2-postal-code" TargetMode="External"/><Relationship Id="rId3" Type="http://schemas.openxmlformats.org/officeDocument/2006/relationships/hyperlink" Target="https://docs.google.com/spreadsheets/d/1Fb-Yxhp1QekeSPaVDMojoA8N-NSY_yW4pf7So9W1d2g/edit?gid=0#gid=0" TargetMode="Externa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2e64cf82aee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2e64cf82aee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2ee23a2f427_0_15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g2ee23a2f427_0_1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6239836ae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36239836ae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2eb7d8bb27f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2eb7d8bb27f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chemeClr val="dk1"/>
                </a:solidFill>
                <a:latin typeface="Poppins"/>
                <a:ea typeface="Poppins"/>
                <a:cs typeface="Poppins"/>
                <a:sym typeface="Poppins"/>
              </a:rPr>
              <a:t>Don’t spend too much time on this activity. Just spend 2-3 minutes on this knowledge recall activity.</a:t>
            </a:r>
            <a:endParaRPr sz="1400">
              <a:solidFill>
                <a:schemeClr val="dk1"/>
              </a:solidFill>
              <a:latin typeface="Poppins"/>
              <a:ea typeface="Poppins"/>
              <a:cs typeface="Poppins"/>
              <a:sym typeface="Poppins"/>
            </a:endParaRPr>
          </a:p>
          <a:p>
            <a:pPr indent="0" lvl="0" marL="0" rtl="0" algn="l">
              <a:spcBef>
                <a:spcPts val="0"/>
              </a:spcBef>
              <a:spcAft>
                <a:spcPts val="0"/>
              </a:spcAft>
              <a:buNone/>
            </a:pPr>
            <a:r>
              <a:t/>
            </a:r>
            <a:endParaRPr sz="1400">
              <a:solidFill>
                <a:schemeClr val="dk1"/>
              </a:solidFill>
              <a:latin typeface="Poppins"/>
              <a:ea typeface="Poppins"/>
              <a:cs typeface="Poppins"/>
              <a:sym typeface="Poppins"/>
            </a:endParaRPr>
          </a:p>
          <a:p>
            <a:pPr indent="0" lvl="0" marL="0" rtl="0" algn="l">
              <a:spcBef>
                <a:spcPts val="0"/>
              </a:spcBef>
              <a:spcAft>
                <a:spcPts val="0"/>
              </a:spcAft>
              <a:buNone/>
            </a:pPr>
            <a:r>
              <a:rPr b="1" lang="en" sz="1400">
                <a:solidFill>
                  <a:schemeClr val="dk1"/>
                </a:solidFill>
                <a:latin typeface="Poppins"/>
                <a:ea typeface="Poppins"/>
                <a:cs typeface="Poppins"/>
                <a:sym typeface="Poppins"/>
              </a:rPr>
              <a:t>TELL: </a:t>
            </a:r>
            <a:r>
              <a:rPr lang="en" sz="1400">
                <a:solidFill>
                  <a:schemeClr val="dk1"/>
                </a:solidFill>
                <a:latin typeface="Poppins"/>
                <a:ea typeface="Poppins"/>
                <a:cs typeface="Poppins"/>
                <a:sym typeface="Poppins"/>
              </a:rPr>
              <a:t>Let’s </a:t>
            </a:r>
            <a:r>
              <a:rPr lang="en" sz="1400">
                <a:solidFill>
                  <a:schemeClr val="dk1"/>
                </a:solidFill>
                <a:latin typeface="Poppins"/>
                <a:ea typeface="Poppins"/>
                <a:cs typeface="Poppins"/>
                <a:sym typeface="Poppins"/>
              </a:rPr>
              <a:t>have a quiz as a quick revision on what we have learned yesterday.</a:t>
            </a:r>
            <a:endParaRPr sz="1400">
              <a:solidFill>
                <a:schemeClr val="dk1"/>
              </a:solidFill>
              <a:latin typeface="Poppins"/>
              <a:ea typeface="Poppins"/>
              <a:cs typeface="Poppins"/>
              <a:sym typeface="Poppins"/>
            </a:endParaRPr>
          </a:p>
          <a:p>
            <a:pPr indent="0" lvl="0" marL="0" rtl="0" algn="l">
              <a:spcBef>
                <a:spcPts val="0"/>
              </a:spcBef>
              <a:spcAft>
                <a:spcPts val="0"/>
              </a:spcAft>
              <a:buNone/>
            </a:pPr>
            <a:r>
              <a:t/>
            </a:r>
            <a:endParaRPr b="1" sz="1400">
              <a:solidFill>
                <a:schemeClr val="dk1"/>
              </a:solidFill>
              <a:latin typeface="Poppins"/>
              <a:ea typeface="Poppins"/>
              <a:cs typeface="Poppins"/>
              <a:sym typeface="Poppins"/>
            </a:endParaRPr>
          </a:p>
          <a:p>
            <a:pPr indent="0" lvl="0" marL="0" rtl="0" algn="l">
              <a:spcBef>
                <a:spcPts val="0"/>
              </a:spcBef>
              <a:spcAft>
                <a:spcPts val="0"/>
              </a:spcAft>
              <a:buNone/>
            </a:pPr>
            <a:r>
              <a:rPr b="1" lang="en" sz="1400">
                <a:solidFill>
                  <a:schemeClr val="dk1"/>
                </a:solidFill>
                <a:latin typeface="Poppins"/>
                <a:ea typeface="Poppins"/>
                <a:cs typeface="Poppins"/>
                <a:sym typeface="Poppins"/>
              </a:rPr>
              <a:t>ASK: </a:t>
            </a:r>
            <a:endParaRPr b="1" sz="1400">
              <a:solidFill>
                <a:schemeClr val="dk1"/>
              </a:solidFill>
              <a:latin typeface="Poppins"/>
              <a:ea typeface="Poppins"/>
              <a:cs typeface="Poppins"/>
              <a:sym typeface="Poppins"/>
            </a:endParaRPr>
          </a:p>
          <a:p>
            <a:pPr indent="-317500" lvl="0" marL="457200" rtl="0" algn="l">
              <a:spcBef>
                <a:spcPts val="0"/>
              </a:spcBef>
              <a:spcAft>
                <a:spcPts val="0"/>
              </a:spcAft>
              <a:buClr>
                <a:schemeClr val="dk1"/>
              </a:buClr>
              <a:buSzPts val="1400"/>
              <a:buFont typeface="Poppins"/>
              <a:buChar char="●"/>
            </a:pPr>
            <a:r>
              <a:rPr lang="en" sz="1400">
                <a:solidFill>
                  <a:schemeClr val="dk1"/>
                </a:solidFill>
                <a:latin typeface="Poppins"/>
                <a:ea typeface="Poppins"/>
                <a:cs typeface="Poppins"/>
                <a:sym typeface="Poppins"/>
              </a:rPr>
              <a:t>What are the three main placetypes? (Restaurants, Accommodations, Attractions)</a:t>
            </a:r>
            <a:endParaRPr sz="1400">
              <a:solidFill>
                <a:schemeClr val="dk1"/>
              </a:solidFill>
              <a:latin typeface="Poppins"/>
              <a:ea typeface="Poppins"/>
              <a:cs typeface="Poppins"/>
              <a:sym typeface="Poppins"/>
            </a:endParaRPr>
          </a:p>
          <a:p>
            <a:pPr indent="-317500" lvl="0" marL="457200" rtl="0" algn="l">
              <a:spcBef>
                <a:spcPts val="0"/>
              </a:spcBef>
              <a:spcAft>
                <a:spcPts val="0"/>
              </a:spcAft>
              <a:buClr>
                <a:schemeClr val="dk1"/>
              </a:buClr>
              <a:buSzPts val="1400"/>
              <a:buFont typeface="Poppins"/>
              <a:buChar char="●"/>
            </a:pPr>
            <a:r>
              <a:rPr lang="en" sz="1400">
                <a:solidFill>
                  <a:schemeClr val="dk1"/>
                </a:solidFill>
                <a:latin typeface="Poppins"/>
                <a:ea typeface="Poppins"/>
                <a:cs typeface="Poppins"/>
                <a:sym typeface="Poppins"/>
              </a:rPr>
              <a:t>Which tool do we use to process candidates? (Calypso)</a:t>
            </a:r>
            <a:endParaRPr sz="1400">
              <a:solidFill>
                <a:schemeClr val="dk1"/>
              </a:solidFill>
              <a:latin typeface="Poppins"/>
              <a:ea typeface="Poppins"/>
              <a:cs typeface="Poppins"/>
              <a:sym typeface="Poppins"/>
            </a:endParaRPr>
          </a:p>
          <a:p>
            <a:pPr indent="-317500" lvl="0" marL="457200" rtl="0" algn="l">
              <a:spcBef>
                <a:spcPts val="0"/>
              </a:spcBef>
              <a:spcAft>
                <a:spcPts val="0"/>
              </a:spcAft>
              <a:buClr>
                <a:schemeClr val="dk1"/>
              </a:buClr>
              <a:buSzPts val="1400"/>
              <a:buFont typeface="Poppins"/>
              <a:buChar char="●"/>
            </a:pPr>
            <a:r>
              <a:rPr lang="en" sz="1400">
                <a:solidFill>
                  <a:schemeClr val="dk1"/>
                </a:solidFill>
                <a:latin typeface="Poppins"/>
                <a:ea typeface="Poppins"/>
                <a:cs typeface="Poppins"/>
                <a:sym typeface="Poppins"/>
              </a:rPr>
              <a:t>Which tool do we use to process updates?  (Calypso)</a:t>
            </a:r>
            <a:endParaRPr sz="1400">
              <a:solidFill>
                <a:schemeClr val="dk1"/>
              </a:solidFill>
              <a:latin typeface="Poppins"/>
              <a:ea typeface="Poppins"/>
              <a:cs typeface="Poppins"/>
              <a:sym typeface="Poppins"/>
            </a:endParaRPr>
          </a:p>
          <a:p>
            <a:pPr indent="-317500" lvl="0" marL="457200" rtl="0" algn="l">
              <a:spcBef>
                <a:spcPts val="0"/>
              </a:spcBef>
              <a:spcAft>
                <a:spcPts val="0"/>
              </a:spcAft>
              <a:buClr>
                <a:schemeClr val="dk1"/>
              </a:buClr>
              <a:buSzPts val="1400"/>
              <a:buFont typeface="Poppins"/>
              <a:buChar char="●"/>
            </a:pPr>
            <a:r>
              <a:rPr lang="en" sz="1400">
                <a:solidFill>
                  <a:schemeClr val="dk1"/>
                </a:solidFill>
                <a:latin typeface="Poppins"/>
                <a:ea typeface="Poppins"/>
                <a:cs typeface="Poppins"/>
                <a:sym typeface="Poppins"/>
              </a:rPr>
              <a:t>Where can you find the Audit Trail of a request in the LMT? (top menu bar)</a:t>
            </a:r>
            <a:endParaRPr sz="1400">
              <a:solidFill>
                <a:schemeClr val="dk1"/>
              </a:solidFill>
              <a:latin typeface="Poppins"/>
              <a:ea typeface="Poppins"/>
              <a:cs typeface="Poppins"/>
              <a:sym typeface="Poppins"/>
            </a:endParaRPr>
          </a:p>
          <a:p>
            <a:pPr indent="0" lvl="0" marL="0" rtl="0" algn="l">
              <a:spcBef>
                <a:spcPts val="0"/>
              </a:spcBef>
              <a:spcAft>
                <a:spcPts val="0"/>
              </a:spcAft>
              <a:buNone/>
            </a:pPr>
            <a:r>
              <a:t/>
            </a:r>
            <a:endParaRPr sz="1400">
              <a:solidFill>
                <a:schemeClr val="dk1"/>
              </a:solidFill>
              <a:latin typeface="Poppins"/>
              <a:ea typeface="Poppins"/>
              <a:cs typeface="Poppins"/>
              <a:sym typeface="Poppins"/>
            </a:endParaRPr>
          </a:p>
          <a:p>
            <a:pPr indent="0" lvl="0" marL="0" rtl="0" algn="l">
              <a:spcBef>
                <a:spcPts val="0"/>
              </a:spcBef>
              <a:spcAft>
                <a:spcPts val="0"/>
              </a:spcAft>
              <a:buNone/>
            </a:pPr>
            <a:r>
              <a:t/>
            </a:r>
            <a:endParaRPr sz="1400">
              <a:solidFill>
                <a:schemeClr val="dk1"/>
              </a:solidFill>
              <a:latin typeface="Poppins"/>
              <a:ea typeface="Poppins"/>
              <a:cs typeface="Poppins"/>
              <a:sym typeface="Poppins"/>
            </a:endParaRPr>
          </a:p>
          <a:p>
            <a:pPr indent="0" lvl="0" marL="0" rtl="0" algn="l">
              <a:spcBef>
                <a:spcPts val="0"/>
              </a:spcBef>
              <a:spcAft>
                <a:spcPts val="0"/>
              </a:spcAft>
              <a:buNone/>
            </a:pPr>
            <a:r>
              <a:t/>
            </a:r>
            <a:endParaRPr sz="1400">
              <a:solidFill>
                <a:schemeClr val="dk1"/>
              </a:solidFill>
              <a:latin typeface="Poppins"/>
              <a:ea typeface="Poppins"/>
              <a:cs typeface="Poppins"/>
              <a:sym typeface="Poppi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2e64cf82aee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2e64cf82aee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Poppins"/>
                <a:ea typeface="Poppins"/>
                <a:cs typeface="Poppins"/>
                <a:sym typeface="Poppins"/>
              </a:rPr>
              <a:t>TELL: </a:t>
            </a:r>
            <a:r>
              <a:rPr lang="en">
                <a:latin typeface="Poppins"/>
                <a:ea typeface="Poppins"/>
                <a:cs typeface="Poppins"/>
                <a:sym typeface="Poppins"/>
              </a:rPr>
              <a:t>When we’re working through a listing, we must keep in mind our field guidelines hierarchy. This is our go to flowchart when we’re pulling data to add to a listing. </a:t>
            </a:r>
            <a:endParaRPr>
              <a:latin typeface="Poppins"/>
              <a:ea typeface="Poppins"/>
              <a:cs typeface="Poppins"/>
              <a:sym typeface="Poppins"/>
            </a:endParaRPr>
          </a:p>
          <a:p>
            <a:pPr indent="0" lvl="0" marL="0" rtl="0" algn="l">
              <a:spcBef>
                <a:spcPts val="0"/>
              </a:spcBef>
              <a:spcAft>
                <a:spcPts val="0"/>
              </a:spcAft>
              <a:buNone/>
            </a:pPr>
            <a:r>
              <a:t/>
            </a:r>
            <a:endParaRPr>
              <a:latin typeface="Poppins"/>
              <a:ea typeface="Poppins"/>
              <a:cs typeface="Poppins"/>
              <a:sym typeface="Poppins"/>
            </a:endParaRPr>
          </a:p>
          <a:p>
            <a:pPr indent="0" lvl="0" marL="0" rtl="0" algn="l">
              <a:spcBef>
                <a:spcPts val="0"/>
              </a:spcBef>
              <a:spcAft>
                <a:spcPts val="0"/>
              </a:spcAft>
              <a:buNone/>
            </a:pPr>
            <a:r>
              <a:rPr lang="en">
                <a:latin typeface="Poppins"/>
                <a:ea typeface="Poppins"/>
                <a:cs typeface="Poppins"/>
                <a:sym typeface="Poppins"/>
              </a:rPr>
              <a:t>(click) First, we should always try to find an official URL. This source is usually the best as it will have the most accurate and up to date information, if it’s available. </a:t>
            </a:r>
            <a:endParaRPr>
              <a:latin typeface="Poppins"/>
              <a:ea typeface="Poppins"/>
              <a:cs typeface="Poppins"/>
              <a:sym typeface="Poppins"/>
            </a:endParaRPr>
          </a:p>
          <a:p>
            <a:pPr indent="0" lvl="0" marL="0" rtl="0" algn="l">
              <a:spcBef>
                <a:spcPts val="0"/>
              </a:spcBef>
              <a:spcAft>
                <a:spcPts val="0"/>
              </a:spcAft>
              <a:buNone/>
            </a:pPr>
            <a:r>
              <a:t/>
            </a:r>
            <a:endParaRPr>
              <a:latin typeface="Poppins"/>
              <a:ea typeface="Poppins"/>
              <a:cs typeface="Poppins"/>
              <a:sym typeface="Poppins"/>
            </a:endParaRPr>
          </a:p>
          <a:p>
            <a:pPr indent="0" lvl="0" marL="0" rtl="0" algn="l">
              <a:spcBef>
                <a:spcPts val="0"/>
              </a:spcBef>
              <a:spcAft>
                <a:spcPts val="0"/>
              </a:spcAft>
              <a:buNone/>
            </a:pPr>
            <a:r>
              <a:rPr lang="en">
                <a:latin typeface="Poppins"/>
                <a:ea typeface="Poppins"/>
                <a:cs typeface="Poppins"/>
                <a:sym typeface="Poppins"/>
              </a:rPr>
              <a:t>(click) If we’re not able to find an official URL, then an OTA (online travel agency) would be the next best source. This is most common for accommodations, as we don’t want to use OTA sites for restaurants and attractions, since these are usually Tripadvisor competitors. </a:t>
            </a:r>
            <a:endParaRPr>
              <a:latin typeface="Poppins"/>
              <a:ea typeface="Poppins"/>
              <a:cs typeface="Poppins"/>
              <a:sym typeface="Poppins"/>
            </a:endParaRPr>
          </a:p>
          <a:p>
            <a:pPr indent="0" lvl="0" marL="0" rtl="0" algn="l">
              <a:spcBef>
                <a:spcPts val="0"/>
              </a:spcBef>
              <a:spcAft>
                <a:spcPts val="0"/>
              </a:spcAft>
              <a:buNone/>
            </a:pPr>
            <a:r>
              <a:t/>
            </a:r>
            <a:endParaRPr>
              <a:latin typeface="Poppins"/>
              <a:ea typeface="Poppins"/>
              <a:cs typeface="Poppins"/>
              <a:sym typeface="Poppins"/>
            </a:endParaRPr>
          </a:p>
          <a:p>
            <a:pPr indent="0" lvl="0" marL="0" rtl="0" algn="l">
              <a:spcBef>
                <a:spcPts val="0"/>
              </a:spcBef>
              <a:spcAft>
                <a:spcPts val="0"/>
              </a:spcAft>
              <a:buNone/>
            </a:pPr>
            <a:r>
              <a:rPr lang="en">
                <a:latin typeface="Poppins"/>
                <a:ea typeface="Poppins"/>
                <a:cs typeface="Poppins"/>
                <a:sym typeface="Poppins"/>
              </a:rPr>
              <a:t>(click) If there is no official URL and no OTA, we would then move to Social Media, such as Facebook, Instagram, Twitter, Youtube, and TikTok. </a:t>
            </a:r>
            <a:endParaRPr>
              <a:latin typeface="Poppins"/>
              <a:ea typeface="Poppins"/>
              <a:cs typeface="Poppins"/>
              <a:sym typeface="Poppins"/>
            </a:endParaRPr>
          </a:p>
          <a:p>
            <a:pPr indent="0" lvl="0" marL="0" rtl="0" algn="l">
              <a:spcBef>
                <a:spcPts val="0"/>
              </a:spcBef>
              <a:spcAft>
                <a:spcPts val="0"/>
              </a:spcAft>
              <a:buNone/>
            </a:pPr>
            <a:r>
              <a:t/>
            </a:r>
            <a:endParaRPr>
              <a:latin typeface="Poppins"/>
              <a:ea typeface="Poppins"/>
              <a:cs typeface="Poppins"/>
              <a:sym typeface="Poppins"/>
            </a:endParaRPr>
          </a:p>
          <a:p>
            <a:pPr indent="0" lvl="0" marL="0" rtl="0" algn="l">
              <a:spcBef>
                <a:spcPts val="0"/>
              </a:spcBef>
              <a:spcAft>
                <a:spcPts val="0"/>
              </a:spcAft>
              <a:buNone/>
            </a:pPr>
            <a:r>
              <a:rPr lang="en">
                <a:latin typeface="Poppins"/>
                <a:ea typeface="Poppins"/>
                <a:cs typeface="Poppins"/>
                <a:sym typeface="Poppins"/>
              </a:rPr>
              <a:t>(click) And lastly, if none of the above are available, we would use Google. </a:t>
            </a:r>
            <a:endParaRPr>
              <a:latin typeface="Poppins"/>
              <a:ea typeface="Poppins"/>
              <a:cs typeface="Poppins"/>
              <a:sym typeface="Poppin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2f0bffe0d4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2f0bffe0d4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Poppins"/>
                <a:ea typeface="Poppins"/>
                <a:cs typeface="Poppins"/>
                <a:sym typeface="Poppins"/>
              </a:rPr>
              <a:t>TELL: </a:t>
            </a:r>
            <a:r>
              <a:rPr lang="en">
                <a:solidFill>
                  <a:schemeClr val="dk1"/>
                </a:solidFill>
                <a:latin typeface="Poppins"/>
                <a:ea typeface="Poppins"/>
                <a:cs typeface="Poppins"/>
                <a:sym typeface="Poppins"/>
              </a:rPr>
              <a:t>Now, (click) keep in mind that we don’t want to make things harder for ourselves, and find different pieces of data on multiple sources. </a:t>
            </a:r>
            <a:endParaRPr>
              <a:solidFill>
                <a:schemeClr val="dk1"/>
              </a:solidFill>
              <a:latin typeface="Poppins"/>
              <a:ea typeface="Poppins"/>
              <a:cs typeface="Poppins"/>
              <a:sym typeface="Poppins"/>
            </a:endParaRPr>
          </a:p>
          <a:p>
            <a:pPr indent="0" lvl="0" marL="0" rtl="0" algn="l">
              <a:spcBef>
                <a:spcPts val="0"/>
              </a:spcBef>
              <a:spcAft>
                <a:spcPts val="0"/>
              </a:spcAft>
              <a:buNone/>
            </a:pPr>
            <a:r>
              <a:t/>
            </a:r>
            <a:endParaRPr>
              <a:solidFill>
                <a:schemeClr val="dk1"/>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n">
                <a:solidFill>
                  <a:schemeClr val="dk1"/>
                </a:solidFill>
                <a:latin typeface="Poppins"/>
                <a:ea typeface="Poppins"/>
                <a:cs typeface="Poppins"/>
                <a:sym typeface="Poppins"/>
              </a:rPr>
              <a:t>We should look for the source with the most information and stick to that one source. So, for example, (click) let’s pretend a listing has no official URL and their Facebook is accurate and up to date, we should stick to that source for all of the field data we need. (click)</a:t>
            </a:r>
            <a:endParaRPr>
              <a:solidFill>
                <a:schemeClr val="dk1"/>
              </a:solidFill>
              <a:latin typeface="Poppins"/>
              <a:ea typeface="Poppins"/>
              <a:cs typeface="Poppins"/>
              <a:sym typeface="Poppins"/>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2f106485e54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2f106485e54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Poppins"/>
                <a:ea typeface="Poppins"/>
                <a:cs typeface="Poppins"/>
                <a:sym typeface="Poppins"/>
              </a:rPr>
              <a:t>TELL: </a:t>
            </a:r>
            <a:r>
              <a:rPr lang="en">
                <a:solidFill>
                  <a:schemeClr val="dk1"/>
                </a:solidFill>
                <a:latin typeface="Poppins"/>
                <a:ea typeface="Poppins"/>
                <a:cs typeface="Poppins"/>
                <a:sym typeface="Poppins"/>
              </a:rPr>
              <a:t>Let’s go over the guidelines for name, telephone, email, URL and description.</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2f0bffe0d4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2f0bffe0d4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Poppins"/>
                <a:ea typeface="Poppins"/>
                <a:cs typeface="Poppins"/>
                <a:sym typeface="Poppins"/>
              </a:rPr>
              <a:t>TELL: </a:t>
            </a:r>
            <a:r>
              <a:rPr lang="en">
                <a:latin typeface="Poppins"/>
                <a:ea typeface="Poppins"/>
                <a:cs typeface="Poppins"/>
                <a:sym typeface="Poppins"/>
              </a:rPr>
              <a:t>(read slide)</a:t>
            </a:r>
            <a:endParaRPr>
              <a:latin typeface="Poppins"/>
              <a:ea typeface="Poppins"/>
              <a:cs typeface="Poppins"/>
              <a:sym typeface="Poppins"/>
            </a:endParaRPr>
          </a:p>
          <a:p>
            <a:pPr indent="0" lvl="0" marL="0" rtl="0" algn="l">
              <a:spcBef>
                <a:spcPts val="0"/>
              </a:spcBef>
              <a:spcAft>
                <a:spcPts val="0"/>
              </a:spcAft>
              <a:buNone/>
            </a:pPr>
            <a:r>
              <a:t/>
            </a:r>
            <a:endParaRPr>
              <a:latin typeface="Poppins"/>
              <a:ea typeface="Poppins"/>
              <a:cs typeface="Poppins"/>
              <a:sym typeface="Poppins"/>
            </a:endParaRPr>
          </a:p>
          <a:p>
            <a:pPr indent="0" lvl="0" marL="0" rtl="0" algn="l">
              <a:spcBef>
                <a:spcPts val="0"/>
              </a:spcBef>
              <a:spcAft>
                <a:spcPts val="0"/>
              </a:spcAft>
              <a:buNone/>
            </a:pPr>
            <a:r>
              <a:rPr lang="en">
                <a:latin typeface="Poppins"/>
                <a:ea typeface="Poppins"/>
                <a:cs typeface="Poppins"/>
                <a:sym typeface="Poppins"/>
              </a:rPr>
              <a:t>A few other things to remember about the listing name is that it should not include:</a:t>
            </a:r>
            <a:endParaRPr>
              <a:latin typeface="Poppins"/>
              <a:ea typeface="Poppins"/>
              <a:cs typeface="Poppins"/>
              <a:sym typeface="Poppins"/>
            </a:endParaRPr>
          </a:p>
          <a:p>
            <a:pPr indent="-298450" lvl="0" marL="457200" rtl="0" algn="l">
              <a:spcBef>
                <a:spcPts val="0"/>
              </a:spcBef>
              <a:spcAft>
                <a:spcPts val="0"/>
              </a:spcAft>
              <a:buSzPts val="1100"/>
              <a:buFont typeface="Poppins"/>
              <a:buChar char="●"/>
            </a:pPr>
            <a:r>
              <a:rPr lang="en">
                <a:latin typeface="Poppins"/>
                <a:ea typeface="Poppins"/>
                <a:cs typeface="Poppins"/>
                <a:sym typeface="Poppins"/>
              </a:rPr>
              <a:t>Subtitles</a:t>
            </a:r>
            <a:endParaRPr>
              <a:latin typeface="Poppins"/>
              <a:ea typeface="Poppins"/>
              <a:cs typeface="Poppins"/>
              <a:sym typeface="Poppins"/>
            </a:endParaRPr>
          </a:p>
          <a:p>
            <a:pPr indent="-298450" lvl="0" marL="457200" rtl="0" algn="l">
              <a:spcBef>
                <a:spcPts val="0"/>
              </a:spcBef>
              <a:spcAft>
                <a:spcPts val="0"/>
              </a:spcAft>
              <a:buSzPts val="1100"/>
              <a:buFont typeface="Poppins"/>
              <a:buChar char="●"/>
            </a:pPr>
            <a:r>
              <a:rPr lang="en">
                <a:latin typeface="Poppins"/>
                <a:ea typeface="Poppins"/>
                <a:cs typeface="Poppins"/>
                <a:sym typeface="Poppins"/>
              </a:rPr>
              <a:t>Over the top capital letters</a:t>
            </a:r>
            <a:endParaRPr>
              <a:latin typeface="Poppins"/>
              <a:ea typeface="Poppins"/>
              <a:cs typeface="Poppins"/>
              <a:sym typeface="Poppins"/>
            </a:endParaRPr>
          </a:p>
          <a:p>
            <a:pPr indent="-298450" lvl="0" marL="457200" rtl="0" algn="l">
              <a:spcBef>
                <a:spcPts val="0"/>
              </a:spcBef>
              <a:spcAft>
                <a:spcPts val="0"/>
              </a:spcAft>
              <a:buSzPts val="1100"/>
              <a:buFont typeface="Poppins"/>
              <a:buChar char="●"/>
            </a:pPr>
            <a:r>
              <a:rPr lang="en">
                <a:latin typeface="Poppins"/>
                <a:ea typeface="Poppins"/>
                <a:cs typeface="Poppins"/>
                <a:sym typeface="Poppins"/>
              </a:rPr>
              <a:t>Geo information</a:t>
            </a:r>
            <a:endParaRPr>
              <a:latin typeface="Poppins"/>
              <a:ea typeface="Poppins"/>
              <a:cs typeface="Poppins"/>
              <a:sym typeface="Poppins"/>
            </a:endParaRPr>
          </a:p>
          <a:p>
            <a:pPr indent="-298450" lvl="0" marL="457200" rtl="0" algn="l">
              <a:spcBef>
                <a:spcPts val="0"/>
              </a:spcBef>
              <a:spcAft>
                <a:spcPts val="0"/>
              </a:spcAft>
              <a:buSzPts val="1100"/>
              <a:buFont typeface="Poppins"/>
              <a:buChar char="●"/>
            </a:pPr>
            <a:r>
              <a:rPr lang="en">
                <a:latin typeface="Poppins"/>
                <a:ea typeface="Poppins"/>
                <a:cs typeface="Poppins"/>
                <a:sym typeface="Poppins"/>
              </a:rPr>
              <a:t>Registered Trademark or Trademark symbols</a:t>
            </a:r>
            <a:endParaRPr>
              <a:latin typeface="Poppins"/>
              <a:ea typeface="Poppins"/>
              <a:cs typeface="Poppins"/>
              <a:sym typeface="Poppins"/>
            </a:endParaRPr>
          </a:p>
          <a:p>
            <a:pPr indent="-298450" lvl="0" marL="457200" rtl="0" algn="l">
              <a:spcBef>
                <a:spcPts val="0"/>
              </a:spcBef>
              <a:spcAft>
                <a:spcPts val="0"/>
              </a:spcAft>
              <a:buSzPts val="1100"/>
              <a:buFont typeface="Poppins"/>
              <a:buChar char="●"/>
            </a:pPr>
            <a:r>
              <a:rPr lang="en">
                <a:latin typeface="Poppins"/>
                <a:ea typeface="Poppins"/>
                <a:cs typeface="Poppins"/>
                <a:sym typeface="Poppins"/>
              </a:rPr>
              <a:t>Star ratings</a:t>
            </a:r>
            <a:endParaRPr>
              <a:latin typeface="Poppins"/>
              <a:ea typeface="Poppins"/>
              <a:cs typeface="Poppins"/>
              <a:sym typeface="Poppins"/>
            </a:endParaRPr>
          </a:p>
          <a:p>
            <a:pPr indent="0" lvl="0" marL="0" rtl="0" algn="l">
              <a:spcBef>
                <a:spcPts val="0"/>
              </a:spcBef>
              <a:spcAft>
                <a:spcPts val="0"/>
              </a:spcAft>
              <a:buNone/>
            </a:pPr>
            <a:r>
              <a:t/>
            </a:r>
            <a:endParaRPr>
              <a:latin typeface="Poppins"/>
              <a:ea typeface="Poppins"/>
              <a:cs typeface="Poppins"/>
              <a:sym typeface="Poppins"/>
            </a:endParaRPr>
          </a:p>
          <a:p>
            <a:pPr indent="0" lvl="0" marL="0" rtl="0" algn="l">
              <a:spcBef>
                <a:spcPts val="0"/>
              </a:spcBef>
              <a:spcAft>
                <a:spcPts val="0"/>
              </a:spcAft>
              <a:buNone/>
            </a:pPr>
            <a:r>
              <a:rPr b="1" lang="en">
                <a:latin typeface="Poppins"/>
                <a:ea typeface="Poppins"/>
                <a:cs typeface="Poppins"/>
                <a:sym typeface="Poppins"/>
              </a:rPr>
              <a:t>ASK: </a:t>
            </a:r>
            <a:r>
              <a:rPr lang="en">
                <a:latin typeface="Poppins"/>
                <a:ea typeface="Poppins"/>
                <a:cs typeface="Poppins"/>
                <a:sym typeface="Poppins"/>
              </a:rPr>
              <a:t>If we received a new listing request and the name was </a:t>
            </a:r>
            <a:r>
              <a:rPr b="1" lang="en">
                <a:latin typeface="Poppins"/>
                <a:ea typeface="Poppins"/>
                <a:cs typeface="Poppins"/>
                <a:sym typeface="Poppins"/>
              </a:rPr>
              <a:t>Omni Parker House </a:t>
            </a:r>
            <a:r>
              <a:rPr lang="en">
                <a:solidFill>
                  <a:schemeClr val="dk1"/>
                </a:solidFill>
                <a:latin typeface="Poppins"/>
                <a:ea typeface="Poppins"/>
                <a:cs typeface="Poppins"/>
                <a:sym typeface="Poppins"/>
              </a:rPr>
              <a:t>★★★★★</a:t>
            </a:r>
            <a:r>
              <a:rPr lang="en">
                <a:solidFill>
                  <a:schemeClr val="dk1"/>
                </a:solidFill>
                <a:latin typeface="Poppins"/>
                <a:ea typeface="Poppins"/>
                <a:cs typeface="Poppins"/>
                <a:sym typeface="Poppins"/>
              </a:rPr>
              <a:t>, is this acceptable?</a:t>
            </a:r>
            <a:endParaRPr>
              <a:solidFill>
                <a:schemeClr val="dk1"/>
              </a:solidFill>
              <a:latin typeface="Poppins"/>
              <a:ea typeface="Poppins"/>
              <a:cs typeface="Poppins"/>
              <a:sym typeface="Poppins"/>
            </a:endParaRPr>
          </a:p>
          <a:p>
            <a:pPr indent="0" lvl="0" marL="0" rtl="0" algn="l">
              <a:spcBef>
                <a:spcPts val="0"/>
              </a:spcBef>
              <a:spcAft>
                <a:spcPts val="0"/>
              </a:spcAft>
              <a:buNone/>
            </a:pPr>
            <a:r>
              <a:t/>
            </a:r>
            <a:endParaRPr sz="1200">
              <a:solidFill>
                <a:schemeClr val="dk1"/>
              </a:solidFill>
              <a:latin typeface="Poppins"/>
              <a:ea typeface="Poppins"/>
              <a:cs typeface="Poppins"/>
              <a:sym typeface="Poppins"/>
            </a:endParaRPr>
          </a:p>
          <a:p>
            <a:pPr indent="0" lvl="0" marL="0" rtl="0" algn="l">
              <a:spcBef>
                <a:spcPts val="0"/>
              </a:spcBef>
              <a:spcAft>
                <a:spcPts val="0"/>
              </a:spcAft>
              <a:buNone/>
            </a:pPr>
            <a:r>
              <a:rPr b="1" lang="en">
                <a:solidFill>
                  <a:schemeClr val="dk1"/>
                </a:solidFill>
                <a:latin typeface="Poppins"/>
                <a:ea typeface="Poppins"/>
                <a:cs typeface="Poppins"/>
                <a:sym typeface="Poppins"/>
              </a:rPr>
              <a:t>EXPLAIN: </a:t>
            </a:r>
            <a:r>
              <a:rPr lang="en">
                <a:solidFill>
                  <a:schemeClr val="dk1"/>
                </a:solidFill>
                <a:latin typeface="Poppins"/>
                <a:ea typeface="Poppins"/>
                <a:cs typeface="Poppins"/>
                <a:sym typeface="Poppins"/>
              </a:rPr>
              <a:t>Remember, we don’t want any stars or star ratings in the official name. </a:t>
            </a:r>
            <a:endParaRPr>
              <a:solidFill>
                <a:schemeClr val="dk1"/>
              </a:solidFill>
              <a:latin typeface="Poppins"/>
              <a:ea typeface="Poppins"/>
              <a:cs typeface="Poppins"/>
              <a:sym typeface="Poppins"/>
            </a:endParaRPr>
          </a:p>
          <a:p>
            <a:pPr indent="0" lvl="0" marL="0" rtl="0" algn="l">
              <a:spcBef>
                <a:spcPts val="0"/>
              </a:spcBef>
              <a:spcAft>
                <a:spcPts val="0"/>
              </a:spcAft>
              <a:buNone/>
            </a:pPr>
            <a:r>
              <a:t/>
            </a:r>
            <a:endParaRPr b="1">
              <a:latin typeface="Poppins"/>
              <a:ea typeface="Poppins"/>
              <a:cs typeface="Poppins"/>
              <a:sym typeface="Poppin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2f0bffe0d4c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2f0bffe0d4c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Poppins"/>
                <a:ea typeface="Poppins"/>
                <a:cs typeface="Poppins"/>
                <a:sym typeface="Poppins"/>
              </a:rPr>
              <a:t>TELL: </a:t>
            </a:r>
            <a:r>
              <a:rPr lang="en">
                <a:latin typeface="Poppins"/>
                <a:ea typeface="Poppins"/>
                <a:cs typeface="Poppins"/>
                <a:sym typeface="Poppins"/>
              </a:rPr>
              <a:t>(read slide)</a:t>
            </a:r>
            <a:endParaRPr>
              <a:latin typeface="Poppins"/>
              <a:ea typeface="Poppins"/>
              <a:cs typeface="Poppins"/>
              <a:sym typeface="Poppins"/>
            </a:endParaRPr>
          </a:p>
          <a:p>
            <a:pPr indent="0" lvl="0" marL="0" rtl="0" algn="l">
              <a:spcBef>
                <a:spcPts val="0"/>
              </a:spcBef>
              <a:spcAft>
                <a:spcPts val="0"/>
              </a:spcAft>
              <a:buNone/>
            </a:pPr>
            <a:r>
              <a:t/>
            </a:r>
            <a:endParaRPr>
              <a:latin typeface="Poppins"/>
              <a:ea typeface="Poppins"/>
              <a:cs typeface="Poppins"/>
              <a:sym typeface="Poppins"/>
            </a:endParaRPr>
          </a:p>
          <a:p>
            <a:pPr indent="0" lvl="0" marL="0" rtl="0" algn="l">
              <a:spcBef>
                <a:spcPts val="0"/>
              </a:spcBef>
              <a:spcAft>
                <a:spcPts val="0"/>
              </a:spcAft>
              <a:buNone/>
            </a:pPr>
            <a:r>
              <a:rPr lang="en">
                <a:solidFill>
                  <a:schemeClr val="dk1"/>
                </a:solidFill>
                <a:latin typeface="Poppins"/>
                <a:ea typeface="Poppins"/>
                <a:cs typeface="Poppins"/>
                <a:sym typeface="Poppins"/>
              </a:rPr>
              <a:t>The reason why we want to ensure that we have an accurate and local phone number is because our live site will connect travellers with the listing and make the call by clicking the number.</a:t>
            </a:r>
            <a:endParaRPr>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n">
                <a:latin typeface="Poppins"/>
                <a:ea typeface="Poppins"/>
                <a:cs typeface="Poppins"/>
                <a:sym typeface="Poppins"/>
              </a:rPr>
              <a:t>It’s okay for us to add a phone number found on a business's Google listing if that is the only one available.</a:t>
            </a:r>
            <a:endParaRPr>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n">
                <a:latin typeface="Poppins"/>
                <a:ea typeface="Poppins"/>
                <a:cs typeface="Poppins"/>
                <a:sym typeface="Poppins"/>
              </a:rPr>
              <a:t>We don’t want to include extensions and we also don’t want to include multiple phone numbers. Only one phone number should be saved on the listing. </a:t>
            </a:r>
            <a:endParaRPr>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n">
                <a:latin typeface="Poppins"/>
                <a:ea typeface="Poppins"/>
                <a:cs typeface="Poppins"/>
                <a:sym typeface="Poppins"/>
              </a:rPr>
              <a:t>Keep in mind that phone numbers from OTAs are usually not acceptable because the data on an OTA is normally a booking phone number. Adding a local number is always best. </a:t>
            </a:r>
            <a:endParaRPr>
              <a:latin typeface="Poppins"/>
              <a:ea typeface="Poppins"/>
              <a:cs typeface="Poppins"/>
              <a:sym typeface="Poppins"/>
            </a:endParaRPr>
          </a:p>
          <a:p>
            <a:pPr indent="0" lvl="0" marL="0" rtl="0" algn="l">
              <a:spcBef>
                <a:spcPts val="0"/>
              </a:spcBef>
              <a:spcAft>
                <a:spcPts val="0"/>
              </a:spcAft>
              <a:buNone/>
            </a:pPr>
            <a:r>
              <a:t/>
            </a:r>
            <a:endParaRPr>
              <a:latin typeface="Poppins"/>
              <a:ea typeface="Poppins"/>
              <a:cs typeface="Poppins"/>
              <a:sym typeface="Poppin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2f0bffe0d4c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2f0bffe0d4c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Poppins"/>
                <a:ea typeface="Poppins"/>
                <a:cs typeface="Poppins"/>
                <a:sym typeface="Poppins"/>
              </a:rPr>
              <a:t>TELL:  </a:t>
            </a:r>
            <a:r>
              <a:rPr lang="en">
                <a:latin typeface="Poppins"/>
                <a:ea typeface="Poppins"/>
                <a:cs typeface="Poppins"/>
                <a:sym typeface="Poppins"/>
              </a:rPr>
              <a:t>We </a:t>
            </a:r>
            <a:r>
              <a:rPr lang="en">
                <a:latin typeface="Poppins"/>
                <a:ea typeface="Poppins"/>
                <a:cs typeface="Poppins"/>
                <a:sym typeface="Poppins"/>
              </a:rPr>
              <a:t>should</a:t>
            </a:r>
            <a:r>
              <a:rPr lang="en">
                <a:latin typeface="Poppins"/>
                <a:ea typeface="Poppins"/>
                <a:cs typeface="Poppins"/>
                <a:sym typeface="Poppins"/>
              </a:rPr>
              <a:t> not use email addresses found on </a:t>
            </a:r>
            <a:r>
              <a:rPr lang="en">
                <a:latin typeface="Poppins"/>
                <a:ea typeface="Poppins"/>
                <a:cs typeface="Poppins"/>
                <a:sym typeface="Poppins"/>
              </a:rPr>
              <a:t>third party websites</a:t>
            </a:r>
            <a:r>
              <a:rPr lang="en">
                <a:latin typeface="Poppins"/>
                <a:ea typeface="Poppins"/>
                <a:cs typeface="Poppins"/>
                <a:sym typeface="Poppins"/>
              </a:rPr>
              <a:t> unless, of course, it matches the email you see on the:</a:t>
            </a:r>
            <a:endParaRPr>
              <a:latin typeface="Poppins"/>
              <a:ea typeface="Poppins"/>
              <a:cs typeface="Poppins"/>
              <a:sym typeface="Poppins"/>
            </a:endParaRPr>
          </a:p>
          <a:p>
            <a:pPr indent="-298450" lvl="0" marL="457200" rtl="0" algn="l">
              <a:spcBef>
                <a:spcPts val="0"/>
              </a:spcBef>
              <a:spcAft>
                <a:spcPts val="0"/>
              </a:spcAft>
              <a:buSzPts val="1100"/>
              <a:buFont typeface="Poppins"/>
              <a:buChar char="●"/>
            </a:pPr>
            <a:r>
              <a:rPr lang="en">
                <a:latin typeface="Poppins"/>
                <a:ea typeface="Poppins"/>
                <a:cs typeface="Poppins"/>
                <a:sym typeface="Poppins"/>
              </a:rPr>
              <a:t>business/place's website </a:t>
            </a:r>
            <a:endParaRPr>
              <a:latin typeface="Poppins"/>
              <a:ea typeface="Poppins"/>
              <a:cs typeface="Poppins"/>
              <a:sym typeface="Poppins"/>
            </a:endParaRPr>
          </a:p>
          <a:p>
            <a:pPr indent="-298450" lvl="0" marL="457200" rtl="0" algn="l">
              <a:spcBef>
                <a:spcPts val="0"/>
              </a:spcBef>
              <a:spcAft>
                <a:spcPts val="0"/>
              </a:spcAft>
              <a:buSzPts val="1100"/>
              <a:buFont typeface="Poppins"/>
              <a:buChar char="●"/>
            </a:pPr>
            <a:r>
              <a:rPr lang="en">
                <a:latin typeface="Poppins"/>
                <a:ea typeface="Poppins"/>
                <a:cs typeface="Poppins"/>
                <a:sym typeface="Poppins"/>
              </a:rPr>
              <a:t>social media pages </a:t>
            </a:r>
            <a:endParaRPr>
              <a:latin typeface="Poppins"/>
              <a:ea typeface="Poppins"/>
              <a:cs typeface="Poppins"/>
              <a:sym typeface="Poppins"/>
            </a:endParaRPr>
          </a:p>
          <a:p>
            <a:pPr indent="0" lvl="0" marL="0" rtl="0" algn="l">
              <a:spcBef>
                <a:spcPts val="0"/>
              </a:spcBef>
              <a:spcAft>
                <a:spcPts val="0"/>
              </a:spcAft>
              <a:buNone/>
            </a:pPr>
            <a:r>
              <a:t/>
            </a:r>
            <a:endParaRPr>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n">
                <a:solidFill>
                  <a:schemeClr val="dk1"/>
                </a:solidFill>
                <a:latin typeface="Poppins"/>
                <a:ea typeface="Poppins"/>
                <a:cs typeface="Poppins"/>
                <a:sym typeface="Poppins"/>
              </a:rPr>
              <a:t>Or it matches the business/place's website domain. If you are unable to verify an email address but the domain matches the official name of the business, this is okay to accept.</a:t>
            </a:r>
            <a:endParaRPr>
              <a:solidFill>
                <a:schemeClr val="dk1"/>
              </a:solidFill>
              <a:latin typeface="Poppins"/>
              <a:ea typeface="Poppins"/>
              <a:cs typeface="Poppins"/>
              <a:sym typeface="Poppins"/>
            </a:endParaRPr>
          </a:p>
          <a:p>
            <a:pPr indent="0" lvl="0" marL="0" rtl="0" algn="l">
              <a:spcBef>
                <a:spcPts val="0"/>
              </a:spcBef>
              <a:spcAft>
                <a:spcPts val="0"/>
              </a:spcAft>
              <a:buNone/>
            </a:pPr>
            <a:r>
              <a:t/>
            </a:r>
            <a:endParaRPr>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l">
              <a:spcBef>
                <a:spcPts val="0"/>
              </a:spcBef>
              <a:spcAft>
                <a:spcPts val="0"/>
              </a:spcAft>
              <a:buNone/>
            </a:pPr>
            <a:r>
              <a:t/>
            </a:r>
            <a:endParaRPr>
              <a:latin typeface="Poppins"/>
              <a:ea typeface="Poppins"/>
              <a:cs typeface="Poppins"/>
              <a:sym typeface="Poppin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2f0bffe0d4c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2f0bffe0d4c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Poppins"/>
                <a:ea typeface="Poppins"/>
                <a:cs typeface="Poppins"/>
                <a:sym typeface="Poppins"/>
              </a:rPr>
              <a:t>TELL: </a:t>
            </a:r>
            <a:r>
              <a:rPr lang="en">
                <a:latin typeface="Poppins"/>
                <a:ea typeface="Poppins"/>
                <a:cs typeface="Poppins"/>
                <a:sym typeface="Poppins"/>
              </a:rPr>
              <a:t>We can use and official website or official social media page for the listing’s URL. </a:t>
            </a:r>
            <a:endParaRPr>
              <a:latin typeface="Poppins"/>
              <a:ea typeface="Poppins"/>
              <a:cs typeface="Poppins"/>
              <a:sym typeface="Poppins"/>
            </a:endParaRPr>
          </a:p>
          <a:p>
            <a:pPr indent="0" lvl="0" marL="0" rtl="0" algn="l">
              <a:spcBef>
                <a:spcPts val="0"/>
              </a:spcBef>
              <a:spcAft>
                <a:spcPts val="0"/>
              </a:spcAft>
              <a:buNone/>
            </a:pPr>
            <a:r>
              <a:t/>
            </a:r>
            <a:endParaRPr>
              <a:latin typeface="Poppins"/>
              <a:ea typeface="Poppins"/>
              <a:cs typeface="Poppins"/>
              <a:sym typeface="Poppins"/>
            </a:endParaRPr>
          </a:p>
          <a:p>
            <a:pPr indent="0" lvl="0" marL="0" rtl="0" algn="l">
              <a:spcBef>
                <a:spcPts val="0"/>
              </a:spcBef>
              <a:spcAft>
                <a:spcPts val="0"/>
              </a:spcAft>
              <a:buNone/>
            </a:pPr>
            <a:r>
              <a:rPr lang="en">
                <a:latin typeface="Poppins"/>
                <a:ea typeface="Poppins"/>
                <a:cs typeface="Poppins"/>
                <a:sym typeface="Poppins"/>
              </a:rPr>
              <a:t>If there is no official website or the social media page has more accurate, updated information, we should use this social media hierarchy:</a:t>
            </a:r>
            <a:endParaRPr>
              <a:latin typeface="Poppins"/>
              <a:ea typeface="Poppins"/>
              <a:cs typeface="Poppins"/>
              <a:sym typeface="Poppins"/>
            </a:endParaRPr>
          </a:p>
          <a:p>
            <a:pPr indent="-298450" lvl="0" marL="457200" rtl="0" algn="l">
              <a:spcBef>
                <a:spcPts val="0"/>
              </a:spcBef>
              <a:spcAft>
                <a:spcPts val="0"/>
              </a:spcAft>
              <a:buSzPts val="1100"/>
              <a:buFont typeface="Poppins"/>
              <a:buChar char="-"/>
            </a:pPr>
            <a:r>
              <a:rPr lang="en">
                <a:latin typeface="Poppins"/>
                <a:ea typeface="Poppins"/>
                <a:cs typeface="Poppins"/>
                <a:sym typeface="Poppins"/>
              </a:rPr>
              <a:t>(click) Facebook</a:t>
            </a:r>
            <a:endParaRPr>
              <a:latin typeface="Poppins"/>
              <a:ea typeface="Poppins"/>
              <a:cs typeface="Poppins"/>
              <a:sym typeface="Poppins"/>
            </a:endParaRPr>
          </a:p>
          <a:p>
            <a:pPr indent="-298450" lvl="0" marL="457200" rtl="0" algn="l">
              <a:spcBef>
                <a:spcPts val="0"/>
              </a:spcBef>
              <a:spcAft>
                <a:spcPts val="0"/>
              </a:spcAft>
              <a:buSzPts val="1100"/>
              <a:buFont typeface="Poppins"/>
              <a:buChar char="-"/>
            </a:pPr>
            <a:r>
              <a:rPr lang="en">
                <a:latin typeface="Poppins"/>
                <a:ea typeface="Poppins"/>
                <a:cs typeface="Poppins"/>
                <a:sym typeface="Poppins"/>
              </a:rPr>
              <a:t>(click) Instagram</a:t>
            </a:r>
            <a:endParaRPr>
              <a:latin typeface="Poppins"/>
              <a:ea typeface="Poppins"/>
              <a:cs typeface="Poppins"/>
              <a:sym typeface="Poppins"/>
            </a:endParaRPr>
          </a:p>
          <a:p>
            <a:pPr indent="-298450" lvl="0" marL="457200" rtl="0" algn="l">
              <a:spcBef>
                <a:spcPts val="0"/>
              </a:spcBef>
              <a:spcAft>
                <a:spcPts val="0"/>
              </a:spcAft>
              <a:buSzPts val="1100"/>
              <a:buFont typeface="Poppins"/>
              <a:buChar char="-"/>
            </a:pPr>
            <a:r>
              <a:rPr lang="en">
                <a:latin typeface="Poppins"/>
                <a:ea typeface="Poppins"/>
                <a:cs typeface="Poppins"/>
                <a:sym typeface="Poppins"/>
              </a:rPr>
              <a:t>(click) Twitter</a:t>
            </a:r>
            <a:endParaRPr>
              <a:latin typeface="Poppins"/>
              <a:ea typeface="Poppins"/>
              <a:cs typeface="Poppins"/>
              <a:sym typeface="Poppins"/>
            </a:endParaRPr>
          </a:p>
          <a:p>
            <a:pPr indent="-298450" lvl="0" marL="457200" rtl="0" algn="l">
              <a:spcBef>
                <a:spcPts val="0"/>
              </a:spcBef>
              <a:spcAft>
                <a:spcPts val="0"/>
              </a:spcAft>
              <a:buSzPts val="1100"/>
              <a:buFont typeface="Poppins"/>
              <a:buChar char="-"/>
            </a:pPr>
            <a:r>
              <a:rPr lang="en">
                <a:latin typeface="Poppins"/>
                <a:ea typeface="Poppins"/>
                <a:cs typeface="Poppins"/>
                <a:sym typeface="Poppins"/>
              </a:rPr>
              <a:t>(click) Youtube</a:t>
            </a:r>
            <a:endParaRPr>
              <a:latin typeface="Poppins"/>
              <a:ea typeface="Poppins"/>
              <a:cs typeface="Poppins"/>
              <a:sym typeface="Poppins"/>
            </a:endParaRPr>
          </a:p>
          <a:p>
            <a:pPr indent="-298450" lvl="0" marL="457200" rtl="0" algn="l">
              <a:spcBef>
                <a:spcPts val="0"/>
              </a:spcBef>
              <a:spcAft>
                <a:spcPts val="0"/>
              </a:spcAft>
              <a:buSzPts val="1100"/>
              <a:buFont typeface="Poppins"/>
              <a:buChar char="-"/>
            </a:pPr>
            <a:r>
              <a:rPr lang="en">
                <a:latin typeface="Poppins"/>
                <a:ea typeface="Poppins"/>
                <a:cs typeface="Poppins"/>
                <a:sym typeface="Poppins"/>
              </a:rPr>
              <a:t>(click) TikTok</a:t>
            </a:r>
            <a:endParaRPr>
              <a:latin typeface="Poppins"/>
              <a:ea typeface="Poppins"/>
              <a:cs typeface="Poppins"/>
              <a:sym typeface="Poppins"/>
            </a:endParaRPr>
          </a:p>
          <a:p>
            <a:pPr indent="0" lvl="0" marL="0" rtl="0" algn="l">
              <a:spcBef>
                <a:spcPts val="0"/>
              </a:spcBef>
              <a:spcAft>
                <a:spcPts val="0"/>
              </a:spcAft>
              <a:buNone/>
            </a:pPr>
            <a:r>
              <a:t/>
            </a:r>
            <a:endParaRPr>
              <a:latin typeface="Poppins"/>
              <a:ea typeface="Poppins"/>
              <a:cs typeface="Poppins"/>
              <a:sym typeface="Poppins"/>
            </a:endParaRPr>
          </a:p>
          <a:p>
            <a:pPr indent="0" lvl="0" marL="0" rtl="0" algn="l">
              <a:spcBef>
                <a:spcPts val="0"/>
              </a:spcBef>
              <a:spcAft>
                <a:spcPts val="0"/>
              </a:spcAft>
              <a:buNone/>
            </a:pPr>
            <a:r>
              <a:rPr b="1" lang="en">
                <a:latin typeface="Poppins"/>
                <a:ea typeface="Poppins"/>
                <a:cs typeface="Poppins"/>
                <a:sym typeface="Poppins"/>
              </a:rPr>
              <a:t>ASK: </a:t>
            </a:r>
            <a:r>
              <a:rPr lang="en">
                <a:latin typeface="Poppins"/>
                <a:ea typeface="Poppins"/>
                <a:cs typeface="Poppins"/>
                <a:sym typeface="Poppins"/>
              </a:rPr>
              <a:t>If a listing had a </a:t>
            </a:r>
            <a:r>
              <a:rPr lang="en">
                <a:latin typeface="Poppins"/>
                <a:ea typeface="Poppins"/>
                <a:cs typeface="Poppins"/>
                <a:sym typeface="Poppins"/>
              </a:rPr>
              <a:t>Yelp</a:t>
            </a:r>
            <a:r>
              <a:rPr lang="en">
                <a:latin typeface="Poppins"/>
                <a:ea typeface="Poppins"/>
                <a:cs typeface="Poppins"/>
                <a:sym typeface="Poppins"/>
              </a:rPr>
              <a:t> link as the URL, do you think this is acceptable?</a:t>
            </a:r>
            <a:endParaRPr>
              <a:latin typeface="Poppins"/>
              <a:ea typeface="Poppins"/>
              <a:cs typeface="Poppins"/>
              <a:sym typeface="Poppins"/>
            </a:endParaRPr>
          </a:p>
          <a:p>
            <a:pPr indent="0" lvl="0" marL="0" rtl="0" algn="l">
              <a:spcBef>
                <a:spcPts val="0"/>
              </a:spcBef>
              <a:spcAft>
                <a:spcPts val="0"/>
              </a:spcAft>
              <a:buNone/>
            </a:pPr>
            <a:r>
              <a:t/>
            </a:r>
            <a:endParaRPr>
              <a:latin typeface="Poppins"/>
              <a:ea typeface="Poppins"/>
              <a:cs typeface="Poppins"/>
              <a:sym typeface="Poppins"/>
            </a:endParaRPr>
          </a:p>
          <a:p>
            <a:pPr indent="0" lvl="0" marL="0" rtl="0" algn="l">
              <a:spcBef>
                <a:spcPts val="0"/>
              </a:spcBef>
              <a:spcAft>
                <a:spcPts val="0"/>
              </a:spcAft>
              <a:buNone/>
            </a:pPr>
            <a:r>
              <a:rPr b="1" lang="en">
                <a:latin typeface="Poppins"/>
                <a:ea typeface="Poppins"/>
                <a:cs typeface="Poppins"/>
                <a:sym typeface="Poppins"/>
              </a:rPr>
              <a:t>EXPLAIN: </a:t>
            </a:r>
            <a:r>
              <a:rPr lang="en">
                <a:latin typeface="Poppins"/>
                <a:ea typeface="Poppins"/>
                <a:cs typeface="Poppins"/>
                <a:sym typeface="Poppins"/>
              </a:rPr>
              <a:t>We don't want Tripadvisor linking to competitors, such as </a:t>
            </a:r>
            <a:r>
              <a:rPr lang="en">
                <a:latin typeface="Poppins"/>
                <a:ea typeface="Poppins"/>
                <a:cs typeface="Poppins"/>
                <a:sym typeface="Poppins"/>
              </a:rPr>
              <a:t>Yelp or Foursquare</a:t>
            </a:r>
            <a:r>
              <a:rPr lang="en">
                <a:latin typeface="Poppins"/>
                <a:ea typeface="Poppins"/>
                <a:cs typeface="Poppins"/>
                <a:sym typeface="Poppins"/>
              </a:rPr>
              <a:t> so this kind of data would be rejected. </a:t>
            </a:r>
            <a:endParaRPr>
              <a:latin typeface="Poppins"/>
              <a:ea typeface="Poppins"/>
              <a:cs typeface="Poppins"/>
              <a:sym typeface="Poppins"/>
            </a:endParaRPr>
          </a:p>
          <a:p>
            <a:pPr indent="0" lvl="0" marL="0" rtl="0" algn="l">
              <a:spcBef>
                <a:spcPts val="0"/>
              </a:spcBef>
              <a:spcAft>
                <a:spcPts val="0"/>
              </a:spcAft>
              <a:buNone/>
            </a:pPr>
            <a:r>
              <a:t/>
            </a:r>
            <a:endParaRPr>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b="1">
              <a:latin typeface="Poppins"/>
              <a:ea typeface="Poppins"/>
              <a:cs typeface="Poppins"/>
              <a:sym typeface="Poppins"/>
            </a:endParaRPr>
          </a:p>
          <a:p>
            <a:pPr indent="0" lvl="0" marL="0" rtl="0" algn="l">
              <a:spcBef>
                <a:spcPts val="0"/>
              </a:spcBef>
              <a:spcAft>
                <a:spcPts val="0"/>
              </a:spcAft>
              <a:buNone/>
            </a:pPr>
            <a:r>
              <a:t/>
            </a:r>
            <a:endParaRPr b="1">
              <a:latin typeface="Poppins"/>
              <a:ea typeface="Poppins"/>
              <a:cs typeface="Poppins"/>
              <a:sym typeface="Poppin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30b097e8af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30b097e8af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Poppins"/>
                <a:ea typeface="Poppins"/>
                <a:cs typeface="Poppins"/>
                <a:sym typeface="Poppins"/>
              </a:rPr>
              <a:t>DO: </a:t>
            </a:r>
            <a:r>
              <a:rPr lang="en" sz="1200">
                <a:latin typeface="Poppins"/>
                <a:ea typeface="Poppins"/>
                <a:cs typeface="Poppins"/>
                <a:sym typeface="Poppins"/>
              </a:rPr>
              <a:t>Go over the points on the slide </a:t>
            </a:r>
            <a:endParaRPr sz="1200">
              <a:latin typeface="Poppins"/>
              <a:ea typeface="Poppins"/>
              <a:cs typeface="Poppins"/>
              <a:sym typeface="Poppins"/>
            </a:endParaRPr>
          </a:p>
          <a:p>
            <a:pPr indent="0" lvl="0" marL="0" rtl="0" algn="l">
              <a:spcBef>
                <a:spcPts val="0"/>
              </a:spcBef>
              <a:spcAft>
                <a:spcPts val="0"/>
              </a:spcAft>
              <a:buNone/>
            </a:pPr>
            <a:r>
              <a:t/>
            </a:r>
            <a:endParaRPr sz="1200">
              <a:latin typeface="Poppins"/>
              <a:ea typeface="Poppins"/>
              <a:cs typeface="Poppins"/>
              <a:sym typeface="Poppins"/>
            </a:endParaRPr>
          </a:p>
          <a:p>
            <a:pPr indent="0" lvl="0" marL="0" rtl="0" algn="l">
              <a:spcBef>
                <a:spcPts val="0"/>
              </a:spcBef>
              <a:spcAft>
                <a:spcPts val="0"/>
              </a:spcAft>
              <a:buNone/>
            </a:pPr>
            <a:r>
              <a:rPr b="1" lang="en" sz="1200">
                <a:latin typeface="Poppins"/>
                <a:ea typeface="Poppins"/>
                <a:cs typeface="Poppins"/>
                <a:sym typeface="Poppins"/>
              </a:rPr>
              <a:t>TELL: </a:t>
            </a:r>
            <a:r>
              <a:rPr lang="en" sz="1200">
                <a:latin typeface="Poppins"/>
                <a:ea typeface="Poppins"/>
                <a:cs typeface="Poppins"/>
                <a:sym typeface="Poppins"/>
              </a:rPr>
              <a:t>If there is a clear street name and street number in the address, those values must go into Street 1.</a:t>
            </a:r>
            <a:endParaRPr sz="1200">
              <a:latin typeface="Poppins"/>
              <a:ea typeface="Poppins"/>
              <a:cs typeface="Poppins"/>
              <a:sym typeface="Poppins"/>
            </a:endParaRPr>
          </a:p>
          <a:p>
            <a:pPr indent="0" lvl="0" marL="0" rtl="0" algn="l">
              <a:spcBef>
                <a:spcPts val="0"/>
              </a:spcBef>
              <a:spcAft>
                <a:spcPts val="0"/>
              </a:spcAft>
              <a:buNone/>
            </a:pPr>
            <a:r>
              <a:t/>
            </a:r>
            <a:endParaRPr b="1" sz="12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n" sz="1200">
                <a:latin typeface="Poppins"/>
                <a:ea typeface="Poppins"/>
                <a:cs typeface="Poppins"/>
                <a:sym typeface="Poppins"/>
              </a:rPr>
              <a:t>If you find directional or non-specific information and you have confirmed it to be the only or main official address that the business uses on most places online, it should be saved in Street 1. </a:t>
            </a:r>
            <a:endParaRPr sz="12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12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12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12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1200">
              <a:latin typeface="Poppins"/>
              <a:ea typeface="Poppins"/>
              <a:cs typeface="Poppins"/>
              <a:sym typeface="Poppin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2d7d71aeece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2d7d71aeece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Poppins"/>
                <a:ea typeface="Poppins"/>
                <a:cs typeface="Poppins"/>
                <a:sym typeface="Poppins"/>
              </a:rPr>
              <a:t>TELL: </a:t>
            </a:r>
            <a:r>
              <a:rPr lang="en" sz="1200">
                <a:solidFill>
                  <a:schemeClr val="dk1"/>
                </a:solidFill>
                <a:latin typeface="Poppins"/>
                <a:ea typeface="Poppins"/>
                <a:cs typeface="Poppins"/>
                <a:sym typeface="Poppins"/>
              </a:rPr>
              <a:t>There’re some more guidelines on Street1 &amp; Street2 fields. </a:t>
            </a:r>
            <a:endParaRPr sz="1200">
              <a:solidFill>
                <a:schemeClr val="dk1"/>
              </a:solidFill>
              <a:latin typeface="Poppins"/>
              <a:ea typeface="Poppins"/>
              <a:cs typeface="Poppins"/>
              <a:sym typeface="Poppins"/>
            </a:endParaRPr>
          </a:p>
          <a:p>
            <a:pPr indent="0" lvl="0" marL="0" rtl="0" algn="l">
              <a:spcBef>
                <a:spcPts val="0"/>
              </a:spcBef>
              <a:spcAft>
                <a:spcPts val="0"/>
              </a:spcAft>
              <a:buNone/>
            </a:pPr>
            <a:r>
              <a:t/>
            </a:r>
            <a:endParaRPr b="1" sz="1200">
              <a:solidFill>
                <a:schemeClr val="dk1"/>
              </a:solidFill>
              <a:latin typeface="Poppins"/>
              <a:ea typeface="Poppins"/>
              <a:cs typeface="Poppins"/>
              <a:sym typeface="Poppins"/>
            </a:endParaRPr>
          </a:p>
          <a:p>
            <a:pPr indent="0" lvl="0" marL="0" rtl="0" algn="l">
              <a:spcBef>
                <a:spcPts val="0"/>
              </a:spcBef>
              <a:spcAft>
                <a:spcPts val="0"/>
              </a:spcAft>
              <a:buNone/>
            </a:pPr>
            <a:r>
              <a:rPr b="1" lang="en" sz="1200">
                <a:solidFill>
                  <a:schemeClr val="dk1"/>
                </a:solidFill>
                <a:latin typeface="Poppins"/>
                <a:ea typeface="Poppins"/>
                <a:cs typeface="Poppins"/>
                <a:sym typeface="Poppins"/>
              </a:rPr>
              <a:t>Green bubble: </a:t>
            </a:r>
            <a:endParaRPr b="1" sz="1200">
              <a:solidFill>
                <a:schemeClr val="dk1"/>
              </a:solidFill>
              <a:latin typeface="Poppins"/>
              <a:ea typeface="Poppins"/>
              <a:cs typeface="Poppins"/>
              <a:sym typeface="Poppins"/>
            </a:endParaRPr>
          </a:p>
          <a:p>
            <a:pPr indent="-304800" lvl="0" marL="457200" rtl="0" algn="l">
              <a:spcBef>
                <a:spcPts val="0"/>
              </a:spcBef>
              <a:spcAft>
                <a:spcPts val="0"/>
              </a:spcAft>
              <a:buClr>
                <a:schemeClr val="dk1"/>
              </a:buClr>
              <a:buSzPts val="1200"/>
              <a:buFont typeface="Poppins"/>
              <a:buChar char="●"/>
            </a:pPr>
            <a:r>
              <a:rPr lang="en" sz="1200">
                <a:solidFill>
                  <a:schemeClr val="dk1"/>
                </a:solidFill>
                <a:latin typeface="Poppins"/>
                <a:ea typeface="Poppins"/>
                <a:cs typeface="Poppins"/>
                <a:sym typeface="Poppins"/>
              </a:rPr>
              <a:t>Sometimes Street1 may contain a lot of address details in one line, and it might be hard for you to identify what goes into which field. If you are unsure, save the data in Street1 and make sure it’s not left blank!</a:t>
            </a:r>
            <a:endParaRPr sz="1200">
              <a:solidFill>
                <a:schemeClr val="dk1"/>
              </a:solidFill>
              <a:latin typeface="Poppins"/>
              <a:ea typeface="Poppins"/>
              <a:cs typeface="Poppins"/>
              <a:sym typeface="Poppins"/>
            </a:endParaRPr>
          </a:p>
          <a:p>
            <a:pPr indent="-304800" lvl="0" marL="457200" rtl="0" algn="l">
              <a:spcBef>
                <a:spcPts val="0"/>
              </a:spcBef>
              <a:spcAft>
                <a:spcPts val="0"/>
              </a:spcAft>
              <a:buClr>
                <a:schemeClr val="dk1"/>
              </a:buClr>
              <a:buSzPts val="1200"/>
              <a:buFont typeface="Poppins"/>
              <a:buChar char="●"/>
            </a:pPr>
            <a:r>
              <a:rPr lang="en" sz="1200">
                <a:solidFill>
                  <a:schemeClr val="dk1"/>
                </a:solidFill>
                <a:latin typeface="Poppins"/>
                <a:ea typeface="Poppins"/>
                <a:cs typeface="Poppins"/>
                <a:sym typeface="Poppins"/>
              </a:rPr>
              <a:t>If there is address info in Street2, there is no reason to have a blank Street1, so you should move it to Street1 if Street1 is blank.</a:t>
            </a:r>
            <a:endParaRPr sz="1200">
              <a:solidFill>
                <a:schemeClr val="dk1"/>
              </a:solidFill>
              <a:latin typeface="Poppins"/>
              <a:ea typeface="Poppins"/>
              <a:cs typeface="Poppins"/>
              <a:sym typeface="Poppins"/>
            </a:endParaRPr>
          </a:p>
          <a:p>
            <a:pPr indent="0" lvl="0" marL="0" rtl="0" algn="l">
              <a:spcBef>
                <a:spcPts val="0"/>
              </a:spcBef>
              <a:spcAft>
                <a:spcPts val="0"/>
              </a:spcAft>
              <a:buNone/>
            </a:pPr>
            <a:r>
              <a:t/>
            </a:r>
            <a:endParaRPr sz="1200">
              <a:solidFill>
                <a:schemeClr val="dk1"/>
              </a:solidFill>
              <a:latin typeface="Poppins"/>
              <a:ea typeface="Poppins"/>
              <a:cs typeface="Poppins"/>
              <a:sym typeface="Poppins"/>
            </a:endParaRPr>
          </a:p>
          <a:p>
            <a:pPr indent="0" lvl="0" marL="0" rtl="0" algn="l">
              <a:spcBef>
                <a:spcPts val="0"/>
              </a:spcBef>
              <a:spcAft>
                <a:spcPts val="0"/>
              </a:spcAft>
              <a:buNone/>
            </a:pPr>
            <a:r>
              <a:rPr b="1" lang="en" sz="1200">
                <a:solidFill>
                  <a:schemeClr val="dk1"/>
                </a:solidFill>
                <a:latin typeface="Poppins"/>
                <a:ea typeface="Poppins"/>
                <a:cs typeface="Poppins"/>
                <a:sym typeface="Poppins"/>
              </a:rPr>
              <a:t>Yellow bubble: </a:t>
            </a:r>
            <a:endParaRPr b="1" sz="1200">
              <a:solidFill>
                <a:schemeClr val="dk1"/>
              </a:solidFill>
              <a:latin typeface="Poppins"/>
              <a:ea typeface="Poppins"/>
              <a:cs typeface="Poppins"/>
              <a:sym typeface="Poppins"/>
            </a:endParaRPr>
          </a:p>
          <a:p>
            <a:pPr indent="-304800" lvl="0" marL="457200" rtl="0" algn="l">
              <a:spcBef>
                <a:spcPts val="0"/>
              </a:spcBef>
              <a:spcAft>
                <a:spcPts val="0"/>
              </a:spcAft>
              <a:buClr>
                <a:schemeClr val="dk1"/>
              </a:buClr>
              <a:buSzPts val="1200"/>
              <a:buFont typeface="Poppins"/>
              <a:buChar char="●"/>
            </a:pPr>
            <a:r>
              <a:rPr lang="en" sz="1200">
                <a:solidFill>
                  <a:schemeClr val="dk1"/>
                </a:solidFill>
                <a:latin typeface="Poppins"/>
                <a:ea typeface="Poppins"/>
                <a:cs typeface="Poppins"/>
                <a:sym typeface="Poppins"/>
              </a:rPr>
              <a:t>Sometimes Street 1 can be left blank, e.g. Food trucks (unless they have one permanent location), Tour companies that don’t have one permanent meeting/departure point </a:t>
            </a:r>
            <a:endParaRPr sz="1200">
              <a:solidFill>
                <a:schemeClr val="dk1"/>
              </a:solidFill>
              <a:latin typeface="Poppins"/>
              <a:ea typeface="Poppins"/>
              <a:cs typeface="Poppins"/>
              <a:sym typeface="Poppins"/>
            </a:endParaRPr>
          </a:p>
          <a:p>
            <a:pPr indent="-304800" lvl="0" marL="457200" rtl="0" algn="l">
              <a:spcBef>
                <a:spcPts val="0"/>
              </a:spcBef>
              <a:spcAft>
                <a:spcPts val="0"/>
              </a:spcAft>
              <a:buClr>
                <a:schemeClr val="dk1"/>
              </a:buClr>
              <a:buSzPts val="1200"/>
              <a:buFont typeface="Poppins"/>
              <a:buChar char="●"/>
            </a:pPr>
            <a:r>
              <a:rPr lang="en" sz="1200">
                <a:solidFill>
                  <a:schemeClr val="dk1"/>
                </a:solidFill>
                <a:latin typeface="Poppins"/>
                <a:ea typeface="Poppins"/>
                <a:cs typeface="Poppins"/>
                <a:sym typeface="Poppins"/>
              </a:rPr>
              <a:t>We’ll cover these again when we work on the Restaurants and Attractions modules.</a:t>
            </a:r>
            <a:endParaRPr sz="1200">
              <a:solidFill>
                <a:schemeClr val="dk1"/>
              </a:solidFill>
              <a:latin typeface="Poppins"/>
              <a:ea typeface="Poppins"/>
              <a:cs typeface="Poppins"/>
              <a:sym typeface="Poppins"/>
            </a:endParaRPr>
          </a:p>
          <a:p>
            <a:pPr indent="0" lvl="0" marL="457200" rtl="0" algn="l">
              <a:spcBef>
                <a:spcPts val="0"/>
              </a:spcBef>
              <a:spcAft>
                <a:spcPts val="0"/>
              </a:spcAft>
              <a:buNone/>
            </a:pPr>
            <a:r>
              <a:t/>
            </a:r>
            <a:endParaRPr sz="1200">
              <a:solidFill>
                <a:schemeClr val="dk1"/>
              </a:solidFill>
              <a:latin typeface="Poppins"/>
              <a:ea typeface="Poppins"/>
              <a:cs typeface="Poppins"/>
              <a:sym typeface="Poppins"/>
            </a:endParaRPr>
          </a:p>
          <a:p>
            <a:pPr indent="0" lvl="0" marL="0" rtl="0" algn="l">
              <a:spcBef>
                <a:spcPts val="0"/>
              </a:spcBef>
              <a:spcAft>
                <a:spcPts val="0"/>
              </a:spcAft>
              <a:buNone/>
            </a:pPr>
            <a:r>
              <a:rPr b="1" lang="en" sz="1200">
                <a:solidFill>
                  <a:schemeClr val="dk1"/>
                </a:solidFill>
                <a:latin typeface="Poppins"/>
                <a:ea typeface="Poppins"/>
                <a:cs typeface="Poppins"/>
                <a:sym typeface="Poppins"/>
              </a:rPr>
              <a:t>Pink bubble: </a:t>
            </a:r>
            <a:endParaRPr b="1" sz="1200">
              <a:solidFill>
                <a:schemeClr val="dk1"/>
              </a:solidFill>
              <a:latin typeface="Poppins"/>
              <a:ea typeface="Poppins"/>
              <a:cs typeface="Poppins"/>
              <a:sym typeface="Poppins"/>
            </a:endParaRPr>
          </a:p>
          <a:p>
            <a:pPr indent="-304800" lvl="0" marL="457200" rtl="0" algn="l">
              <a:spcBef>
                <a:spcPts val="0"/>
              </a:spcBef>
              <a:spcAft>
                <a:spcPts val="0"/>
              </a:spcAft>
              <a:buClr>
                <a:schemeClr val="dk1"/>
              </a:buClr>
              <a:buSzPts val="1200"/>
              <a:buFont typeface="Poppins"/>
              <a:buChar char="●"/>
            </a:pPr>
            <a:r>
              <a:rPr lang="en" sz="1200">
                <a:solidFill>
                  <a:schemeClr val="dk1"/>
                </a:solidFill>
                <a:latin typeface="Poppins"/>
                <a:ea typeface="Poppins"/>
                <a:cs typeface="Poppins"/>
                <a:sym typeface="Poppins"/>
              </a:rPr>
              <a:t>If the street name and street number are split between Street1 and Street2 on the request, </a:t>
            </a:r>
            <a:r>
              <a:rPr b="1" lang="en" sz="1200">
                <a:solidFill>
                  <a:schemeClr val="dk1"/>
                </a:solidFill>
                <a:latin typeface="Poppins"/>
                <a:ea typeface="Poppins"/>
                <a:cs typeface="Poppins"/>
                <a:sym typeface="Poppins"/>
              </a:rPr>
              <a:t>BOTH</a:t>
            </a:r>
            <a:r>
              <a:rPr lang="en" sz="1200">
                <a:solidFill>
                  <a:schemeClr val="dk1"/>
                </a:solidFill>
                <a:latin typeface="Poppins"/>
                <a:ea typeface="Poppins"/>
                <a:cs typeface="Poppins"/>
                <a:sym typeface="Poppins"/>
              </a:rPr>
              <a:t> must be moved to Street 1. </a:t>
            </a:r>
            <a:endParaRPr sz="1200">
              <a:solidFill>
                <a:schemeClr val="dk1"/>
              </a:solidFill>
              <a:latin typeface="Poppins"/>
              <a:ea typeface="Poppins"/>
              <a:cs typeface="Poppins"/>
              <a:sym typeface="Poppins"/>
            </a:endParaRPr>
          </a:p>
          <a:p>
            <a:pPr indent="0" lvl="0" marL="0" rtl="0" algn="l">
              <a:spcBef>
                <a:spcPts val="0"/>
              </a:spcBef>
              <a:spcAft>
                <a:spcPts val="0"/>
              </a:spcAft>
              <a:buNone/>
            </a:pPr>
            <a:r>
              <a:t/>
            </a:r>
            <a:endParaRPr sz="1200">
              <a:solidFill>
                <a:schemeClr val="dk1"/>
              </a:solidFill>
              <a:latin typeface="Poppins"/>
              <a:ea typeface="Poppins"/>
              <a:cs typeface="Poppins"/>
              <a:sym typeface="Poppins"/>
            </a:endParaRPr>
          </a:p>
          <a:p>
            <a:pPr indent="0" lvl="0" marL="0" rtl="0" algn="l">
              <a:spcBef>
                <a:spcPts val="0"/>
              </a:spcBef>
              <a:spcAft>
                <a:spcPts val="0"/>
              </a:spcAft>
              <a:buNone/>
            </a:pPr>
            <a:r>
              <a:rPr b="1" lang="en" sz="1200">
                <a:solidFill>
                  <a:schemeClr val="dk1"/>
                </a:solidFill>
                <a:latin typeface="Poppins"/>
                <a:ea typeface="Poppins"/>
                <a:cs typeface="Poppins"/>
                <a:sym typeface="Poppins"/>
              </a:rPr>
              <a:t>Red bubble: </a:t>
            </a:r>
            <a:endParaRPr b="1" sz="1200">
              <a:solidFill>
                <a:schemeClr val="dk1"/>
              </a:solidFill>
              <a:latin typeface="Poppins"/>
              <a:ea typeface="Poppins"/>
              <a:cs typeface="Poppins"/>
              <a:sym typeface="Poppins"/>
            </a:endParaRPr>
          </a:p>
          <a:p>
            <a:pPr indent="-304800" lvl="0" marL="457200" rtl="0" algn="l">
              <a:spcBef>
                <a:spcPts val="0"/>
              </a:spcBef>
              <a:spcAft>
                <a:spcPts val="0"/>
              </a:spcAft>
              <a:buClr>
                <a:schemeClr val="dk1"/>
              </a:buClr>
              <a:buSzPts val="1200"/>
              <a:buFont typeface="Poppins"/>
              <a:buChar char="●"/>
            </a:pPr>
            <a:r>
              <a:rPr lang="en" sz="1200">
                <a:solidFill>
                  <a:schemeClr val="dk1"/>
                </a:solidFill>
                <a:latin typeface="Poppins"/>
                <a:ea typeface="Poppins"/>
                <a:cs typeface="Poppins"/>
                <a:sym typeface="Poppins"/>
              </a:rPr>
              <a:t>Street 1 &amp; 2 should never contain: </a:t>
            </a:r>
            <a:endParaRPr sz="1200">
              <a:solidFill>
                <a:schemeClr val="dk1"/>
              </a:solidFill>
              <a:latin typeface="Poppins"/>
              <a:ea typeface="Poppins"/>
              <a:cs typeface="Poppins"/>
              <a:sym typeface="Poppins"/>
            </a:endParaRPr>
          </a:p>
          <a:p>
            <a:pPr indent="-304800" lvl="1" marL="914400" rtl="0" algn="l">
              <a:spcBef>
                <a:spcPts val="0"/>
              </a:spcBef>
              <a:spcAft>
                <a:spcPts val="0"/>
              </a:spcAft>
              <a:buClr>
                <a:schemeClr val="dk1"/>
              </a:buClr>
              <a:buSzPts val="1200"/>
              <a:buFont typeface="Poppins"/>
              <a:buChar char="○"/>
            </a:pPr>
            <a:r>
              <a:rPr lang="en" sz="1200">
                <a:solidFill>
                  <a:schemeClr val="dk1"/>
                </a:solidFill>
                <a:latin typeface="Poppins"/>
                <a:ea typeface="Poppins"/>
                <a:cs typeface="Poppins"/>
                <a:sym typeface="Poppins"/>
              </a:rPr>
              <a:t>Geo data (city or any higher level)</a:t>
            </a:r>
            <a:endParaRPr sz="1200">
              <a:solidFill>
                <a:schemeClr val="dk1"/>
              </a:solidFill>
              <a:latin typeface="Poppins"/>
              <a:ea typeface="Poppins"/>
              <a:cs typeface="Poppins"/>
              <a:sym typeface="Poppins"/>
            </a:endParaRPr>
          </a:p>
          <a:p>
            <a:pPr indent="-304800" lvl="1" marL="914400" rtl="0" algn="l">
              <a:spcBef>
                <a:spcPts val="0"/>
              </a:spcBef>
              <a:spcAft>
                <a:spcPts val="0"/>
              </a:spcAft>
              <a:buClr>
                <a:schemeClr val="dk1"/>
              </a:buClr>
              <a:buSzPts val="1200"/>
              <a:buFont typeface="Poppins"/>
              <a:buChar char="○"/>
            </a:pPr>
            <a:r>
              <a:rPr lang="en" sz="1200">
                <a:solidFill>
                  <a:schemeClr val="dk1"/>
                </a:solidFill>
                <a:latin typeface="Poppins"/>
                <a:ea typeface="Poppins"/>
                <a:cs typeface="Poppins"/>
                <a:sym typeface="Poppins"/>
              </a:rPr>
              <a:t>Postal code</a:t>
            </a:r>
            <a:endParaRPr sz="1200">
              <a:solidFill>
                <a:schemeClr val="dk1"/>
              </a:solidFill>
              <a:latin typeface="Poppins"/>
              <a:ea typeface="Poppins"/>
              <a:cs typeface="Poppins"/>
              <a:sym typeface="Poppins"/>
            </a:endParaRPr>
          </a:p>
          <a:p>
            <a:pPr indent="-304800" lvl="1" marL="914400" rtl="0" algn="l">
              <a:spcBef>
                <a:spcPts val="0"/>
              </a:spcBef>
              <a:spcAft>
                <a:spcPts val="0"/>
              </a:spcAft>
              <a:buClr>
                <a:schemeClr val="dk1"/>
              </a:buClr>
              <a:buSzPts val="1200"/>
              <a:buFont typeface="Poppins"/>
              <a:buChar char="○"/>
            </a:pPr>
            <a:r>
              <a:rPr lang="en" sz="1200">
                <a:solidFill>
                  <a:schemeClr val="dk1"/>
                </a:solidFill>
                <a:latin typeface="Poppins"/>
                <a:ea typeface="Poppins"/>
                <a:cs typeface="Poppins"/>
                <a:sym typeface="Poppins"/>
              </a:rPr>
              <a:t>P.O Box</a:t>
            </a:r>
            <a:endParaRPr sz="1200">
              <a:solidFill>
                <a:schemeClr val="dk1"/>
              </a:solidFill>
              <a:latin typeface="Poppins"/>
              <a:ea typeface="Poppins"/>
              <a:cs typeface="Poppins"/>
              <a:sym typeface="Poppins"/>
            </a:endParaRPr>
          </a:p>
          <a:p>
            <a:pPr indent="-304800" lvl="1" marL="914400" rtl="0" algn="l">
              <a:spcBef>
                <a:spcPts val="0"/>
              </a:spcBef>
              <a:spcAft>
                <a:spcPts val="0"/>
              </a:spcAft>
              <a:buClr>
                <a:schemeClr val="dk1"/>
              </a:buClr>
              <a:buSzPts val="1200"/>
              <a:buFont typeface="Poppins"/>
              <a:buChar char="○"/>
            </a:pPr>
            <a:r>
              <a:rPr lang="en" sz="1200">
                <a:solidFill>
                  <a:schemeClr val="dk1"/>
                </a:solidFill>
                <a:latin typeface="Poppins"/>
                <a:ea typeface="Poppins"/>
                <a:cs typeface="Poppins"/>
                <a:sym typeface="Poppins"/>
              </a:rPr>
              <a:t>Plus codes</a:t>
            </a:r>
            <a:endParaRPr sz="1200">
              <a:solidFill>
                <a:schemeClr val="dk1"/>
              </a:solidFill>
              <a:latin typeface="Poppins"/>
              <a:ea typeface="Poppins"/>
              <a:cs typeface="Poppins"/>
              <a:sym typeface="Poppins"/>
            </a:endParaRPr>
          </a:p>
          <a:p>
            <a:pPr indent="-304800" lvl="1" marL="914400" rtl="0" algn="l">
              <a:spcBef>
                <a:spcPts val="0"/>
              </a:spcBef>
              <a:spcAft>
                <a:spcPts val="0"/>
              </a:spcAft>
              <a:buClr>
                <a:schemeClr val="dk1"/>
              </a:buClr>
              <a:buSzPts val="1200"/>
              <a:buFont typeface="Poppins"/>
              <a:buChar char="○"/>
            </a:pPr>
            <a:r>
              <a:rPr lang="en" sz="1200">
                <a:solidFill>
                  <a:schemeClr val="dk1"/>
                </a:solidFill>
                <a:latin typeface="Poppins"/>
                <a:ea typeface="Poppins"/>
                <a:cs typeface="Poppins"/>
                <a:sym typeface="Poppins"/>
              </a:rPr>
              <a:t>Any other value that belongs in another field on the form</a:t>
            </a:r>
            <a:endParaRPr sz="1200">
              <a:latin typeface="Poppins"/>
              <a:ea typeface="Poppins"/>
              <a:cs typeface="Poppins"/>
              <a:sym typeface="Poppin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2f0bffe0d4c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2f0bffe0d4c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Poppins"/>
                <a:ea typeface="Poppins"/>
                <a:cs typeface="Poppins"/>
                <a:sym typeface="Poppins"/>
              </a:rPr>
              <a:t>DO: </a:t>
            </a:r>
            <a:r>
              <a:rPr lang="en">
                <a:latin typeface="Poppins"/>
                <a:ea typeface="Poppins"/>
                <a:cs typeface="Poppins"/>
                <a:sym typeface="Poppins"/>
              </a:rPr>
              <a:t>(read slide)</a:t>
            </a:r>
            <a:endParaRPr>
              <a:latin typeface="Poppins"/>
              <a:ea typeface="Poppins"/>
              <a:cs typeface="Poppins"/>
              <a:sym typeface="Poppins"/>
            </a:endParaRPr>
          </a:p>
          <a:p>
            <a:pPr indent="0" lvl="0" marL="0" rtl="0" algn="l">
              <a:spcBef>
                <a:spcPts val="0"/>
              </a:spcBef>
              <a:spcAft>
                <a:spcPts val="0"/>
              </a:spcAft>
              <a:buNone/>
            </a:pPr>
            <a:r>
              <a:t/>
            </a:r>
            <a:endParaRPr>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b="1" lang="en">
                <a:latin typeface="Poppins"/>
                <a:ea typeface="Poppins"/>
                <a:cs typeface="Poppins"/>
                <a:sym typeface="Poppins"/>
              </a:rPr>
              <a:t>TELL: </a:t>
            </a:r>
            <a:r>
              <a:rPr lang="en">
                <a:latin typeface="Poppins"/>
                <a:ea typeface="Poppins"/>
                <a:cs typeface="Poppins"/>
                <a:sym typeface="Poppins"/>
              </a:rPr>
              <a:t>For the scenario where a place is in between two other cities/towns, it’s actually pretty rare that this happens. But just in case you come across a request like this, there’s </a:t>
            </a:r>
            <a:r>
              <a:rPr lang="en" u="sng">
                <a:solidFill>
                  <a:schemeClr val="hlink"/>
                </a:solidFill>
                <a:latin typeface="Poppins"/>
                <a:ea typeface="Poppins"/>
                <a:cs typeface="Poppins"/>
                <a:sym typeface="Poppins"/>
                <a:hlinkClick r:id="rId2"/>
              </a:rPr>
              <a:t>a KB article on geo research guidelines</a:t>
            </a:r>
            <a:r>
              <a:rPr lang="en">
                <a:latin typeface="Poppins"/>
                <a:ea typeface="Poppins"/>
                <a:cs typeface="Poppins"/>
                <a:sym typeface="Poppins"/>
              </a:rPr>
              <a:t> that you can reference to.</a:t>
            </a:r>
            <a:endParaRPr>
              <a:latin typeface="Poppins"/>
              <a:ea typeface="Poppins"/>
              <a:cs typeface="Poppins"/>
              <a:sym typeface="Poppins"/>
            </a:endParaRPr>
          </a:p>
          <a:p>
            <a:pPr indent="0" lvl="0" marL="0" rtl="0" algn="l">
              <a:spcBef>
                <a:spcPts val="0"/>
              </a:spcBef>
              <a:spcAft>
                <a:spcPts val="0"/>
              </a:spcAft>
              <a:buNone/>
            </a:pPr>
            <a:r>
              <a:rPr lang="en">
                <a:latin typeface="Poppins"/>
                <a:ea typeface="Poppins"/>
                <a:cs typeface="Poppins"/>
                <a:sym typeface="Poppins"/>
              </a:rPr>
              <a:t>Remember, it’s extremely important that we list a place in the correct geo. </a:t>
            </a:r>
            <a:endParaRPr>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n">
                <a:latin typeface="Poppins"/>
                <a:ea typeface="Poppins"/>
                <a:cs typeface="Poppins"/>
                <a:sym typeface="Poppins"/>
              </a:rPr>
              <a:t>A listing will display on the live site according to its parent geo. Saving the wrong geo means a listing will display under the wrong city. This creates a poor experience when a member is using our site and looking for listings in specific locations. </a:t>
            </a:r>
            <a:endParaRPr>
              <a:latin typeface="Poppins"/>
              <a:ea typeface="Poppins"/>
              <a:cs typeface="Poppins"/>
              <a:sym typeface="Poppin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2f0bffe0d4c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g2f0bffe0d4c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Poppins"/>
                <a:ea typeface="Poppins"/>
                <a:cs typeface="Poppins"/>
                <a:sym typeface="Poppins"/>
              </a:rPr>
              <a:t>TELL: </a:t>
            </a:r>
            <a:r>
              <a:rPr lang="en">
                <a:latin typeface="Poppins"/>
                <a:ea typeface="Poppins"/>
                <a:cs typeface="Poppins"/>
                <a:sym typeface="Poppins"/>
              </a:rPr>
              <a:t>The next data field we should check is Description. As you can see on these three images, the Description fields is seen under the "</a:t>
            </a:r>
            <a:r>
              <a:rPr b="1" lang="en">
                <a:latin typeface="Poppins"/>
                <a:ea typeface="Poppins"/>
                <a:cs typeface="Poppins"/>
                <a:sym typeface="Poppins"/>
              </a:rPr>
              <a:t>About</a:t>
            </a:r>
            <a:r>
              <a:rPr lang="en">
                <a:latin typeface="Poppins"/>
                <a:ea typeface="Poppins"/>
                <a:cs typeface="Poppins"/>
                <a:sym typeface="Poppins"/>
              </a:rPr>
              <a:t>" heading on all 3 placetypes on our live site.</a:t>
            </a:r>
            <a:endParaRPr>
              <a:latin typeface="Poppins"/>
              <a:ea typeface="Poppins"/>
              <a:cs typeface="Poppins"/>
              <a:sym typeface="Poppins"/>
            </a:endParaRPr>
          </a:p>
          <a:p>
            <a:pPr indent="0" lvl="0" marL="0" rtl="0" algn="l">
              <a:spcBef>
                <a:spcPts val="0"/>
              </a:spcBef>
              <a:spcAft>
                <a:spcPts val="0"/>
              </a:spcAft>
              <a:buNone/>
            </a:pPr>
            <a:r>
              <a:t/>
            </a:r>
            <a:endParaRPr>
              <a:latin typeface="Poppins"/>
              <a:ea typeface="Poppins"/>
              <a:cs typeface="Poppins"/>
              <a:sym typeface="Poppins"/>
            </a:endParaRPr>
          </a:p>
          <a:p>
            <a:pPr indent="0" lvl="0" marL="0" rtl="0" algn="l">
              <a:spcBef>
                <a:spcPts val="0"/>
              </a:spcBef>
              <a:spcAft>
                <a:spcPts val="0"/>
              </a:spcAft>
              <a:buNone/>
            </a:pPr>
            <a:r>
              <a:rPr lang="en">
                <a:solidFill>
                  <a:schemeClr val="dk1"/>
                </a:solidFill>
                <a:latin typeface="Poppins"/>
                <a:ea typeface="Poppins"/>
                <a:cs typeface="Poppins"/>
                <a:sym typeface="Poppins"/>
              </a:rPr>
              <a:t>Go over the slide content.</a:t>
            </a:r>
            <a:endParaRPr>
              <a:solidFill>
                <a:schemeClr val="dk1"/>
              </a:solidFill>
              <a:latin typeface="Poppins"/>
              <a:ea typeface="Poppins"/>
              <a:cs typeface="Poppins"/>
              <a:sym typeface="Poppins"/>
            </a:endParaRPr>
          </a:p>
          <a:p>
            <a:pPr indent="0" lvl="0" marL="0" rtl="0" algn="l">
              <a:spcBef>
                <a:spcPts val="0"/>
              </a:spcBef>
              <a:spcAft>
                <a:spcPts val="0"/>
              </a:spcAft>
              <a:buNone/>
            </a:pPr>
            <a:r>
              <a:t/>
            </a:r>
            <a:endParaRPr>
              <a:solidFill>
                <a:schemeClr val="dk1"/>
              </a:solidFill>
              <a:latin typeface="Poppins"/>
              <a:ea typeface="Poppins"/>
              <a:cs typeface="Poppins"/>
              <a:sym typeface="Poppins"/>
            </a:endParaRPr>
          </a:p>
          <a:p>
            <a:pPr indent="0" lvl="0" marL="0" rtl="0" algn="l">
              <a:spcBef>
                <a:spcPts val="0"/>
              </a:spcBef>
              <a:spcAft>
                <a:spcPts val="0"/>
              </a:spcAft>
              <a:buNone/>
            </a:pPr>
            <a:r>
              <a:rPr lang="en">
                <a:solidFill>
                  <a:schemeClr val="dk1"/>
                </a:solidFill>
                <a:latin typeface="Poppins"/>
                <a:ea typeface="Poppins"/>
                <a:cs typeface="Poppins"/>
                <a:sym typeface="Poppins"/>
              </a:rPr>
              <a:t>For promotional language: This refers to language that offers discounts or incentives to customers in exchange for reviews.</a:t>
            </a:r>
            <a:endParaRPr>
              <a:solidFill>
                <a:schemeClr val="dk1"/>
              </a:solidFill>
              <a:latin typeface="Poppins"/>
              <a:ea typeface="Poppins"/>
              <a:cs typeface="Poppins"/>
              <a:sym typeface="Poppins"/>
            </a:endParaRPr>
          </a:p>
          <a:p>
            <a:pPr indent="0" lvl="0" marL="0" rtl="0" algn="l">
              <a:spcBef>
                <a:spcPts val="0"/>
              </a:spcBef>
              <a:spcAft>
                <a:spcPts val="0"/>
              </a:spcAft>
              <a:buNone/>
            </a:pPr>
            <a:r>
              <a:rPr lang="en">
                <a:solidFill>
                  <a:schemeClr val="dk1"/>
                </a:solidFill>
                <a:latin typeface="Poppins"/>
                <a:ea typeface="Poppins"/>
                <a:cs typeface="Poppins"/>
                <a:sym typeface="Poppins"/>
              </a:rPr>
              <a:t>For example: </a:t>
            </a:r>
            <a:endParaRPr>
              <a:solidFill>
                <a:schemeClr val="dk1"/>
              </a:solidFill>
              <a:latin typeface="Poppins"/>
              <a:ea typeface="Poppins"/>
              <a:cs typeface="Poppins"/>
              <a:sym typeface="Poppins"/>
            </a:endParaRPr>
          </a:p>
          <a:p>
            <a:pPr indent="-298450" lvl="0" marL="457200" rtl="0" algn="l">
              <a:spcBef>
                <a:spcPts val="0"/>
              </a:spcBef>
              <a:spcAft>
                <a:spcPts val="0"/>
              </a:spcAft>
              <a:buClr>
                <a:schemeClr val="dk1"/>
              </a:buClr>
              <a:buSzPts val="1100"/>
              <a:buFont typeface="Poppins"/>
              <a:buChar char="●"/>
            </a:pPr>
            <a:r>
              <a:rPr lang="en">
                <a:solidFill>
                  <a:schemeClr val="dk1"/>
                </a:solidFill>
                <a:latin typeface="Poppins"/>
                <a:ea typeface="Poppins"/>
                <a:cs typeface="Poppins"/>
                <a:sym typeface="Poppins"/>
              </a:rPr>
              <a:t>Leave a 5-star review and get a 10% discount!</a:t>
            </a:r>
            <a:endParaRPr>
              <a:solidFill>
                <a:schemeClr val="dk1"/>
              </a:solidFill>
              <a:latin typeface="Poppins"/>
              <a:ea typeface="Poppins"/>
              <a:cs typeface="Poppins"/>
              <a:sym typeface="Poppins"/>
            </a:endParaRPr>
          </a:p>
          <a:p>
            <a:pPr indent="-298450" lvl="0" marL="457200" rtl="0" algn="l">
              <a:spcBef>
                <a:spcPts val="0"/>
              </a:spcBef>
              <a:spcAft>
                <a:spcPts val="0"/>
              </a:spcAft>
              <a:buClr>
                <a:schemeClr val="dk1"/>
              </a:buClr>
              <a:buSzPts val="1100"/>
              <a:buFont typeface="Poppins"/>
              <a:buChar char="●"/>
            </a:pPr>
            <a:r>
              <a:rPr lang="en">
                <a:solidFill>
                  <a:schemeClr val="dk1"/>
                </a:solidFill>
                <a:latin typeface="Poppins"/>
                <a:ea typeface="Poppins"/>
                <a:cs typeface="Poppins"/>
                <a:sym typeface="Poppins"/>
              </a:rPr>
              <a:t>Mention Tripadvisor when you you come for a free appetizer!</a:t>
            </a:r>
            <a:endParaRPr>
              <a:solidFill>
                <a:schemeClr val="dk1"/>
              </a:solidFill>
              <a:latin typeface="Poppins"/>
              <a:ea typeface="Poppins"/>
              <a:cs typeface="Poppins"/>
              <a:sym typeface="Poppins"/>
            </a:endParaRPr>
          </a:p>
          <a:p>
            <a:pPr indent="-298450" lvl="0" marL="457200" rtl="0" algn="l">
              <a:spcBef>
                <a:spcPts val="0"/>
              </a:spcBef>
              <a:spcAft>
                <a:spcPts val="0"/>
              </a:spcAft>
              <a:buClr>
                <a:schemeClr val="dk1"/>
              </a:buClr>
              <a:buSzPts val="1100"/>
              <a:buFont typeface="Poppins"/>
              <a:buChar char="●"/>
            </a:pPr>
            <a:r>
              <a:rPr lang="en">
                <a:solidFill>
                  <a:schemeClr val="dk1"/>
                </a:solidFill>
                <a:latin typeface="Poppins"/>
                <a:ea typeface="Poppins"/>
                <a:cs typeface="Poppins"/>
                <a:sym typeface="Poppins"/>
              </a:rPr>
              <a:t>Write a review and enjoy a complimentary dessert on your next visit!</a:t>
            </a:r>
            <a:endParaRPr>
              <a:solidFill>
                <a:schemeClr val="dk1"/>
              </a:solidFill>
              <a:latin typeface="Poppins"/>
              <a:ea typeface="Poppins"/>
              <a:cs typeface="Poppins"/>
              <a:sym typeface="Poppins"/>
            </a:endParaRPr>
          </a:p>
          <a:p>
            <a:pPr indent="0" lvl="0" marL="0" rtl="0" algn="l">
              <a:spcBef>
                <a:spcPts val="0"/>
              </a:spcBef>
              <a:spcAft>
                <a:spcPts val="0"/>
              </a:spcAft>
              <a:buNone/>
            </a:pPr>
            <a:r>
              <a:t/>
            </a:r>
            <a:endParaRPr>
              <a:solidFill>
                <a:schemeClr val="dk1"/>
              </a:solidFill>
              <a:latin typeface="Poppins"/>
              <a:ea typeface="Poppins"/>
              <a:cs typeface="Poppins"/>
              <a:sym typeface="Poppins"/>
            </a:endParaRPr>
          </a:p>
          <a:p>
            <a:pPr indent="0" lvl="0" marL="0" rtl="0" algn="l">
              <a:spcBef>
                <a:spcPts val="0"/>
              </a:spcBef>
              <a:spcAft>
                <a:spcPts val="0"/>
              </a:spcAft>
              <a:buNone/>
            </a:pPr>
            <a:r>
              <a:rPr lang="en">
                <a:solidFill>
                  <a:schemeClr val="dk1"/>
                </a:solidFill>
                <a:latin typeface="Poppins"/>
                <a:ea typeface="Poppins"/>
                <a:cs typeface="Poppins"/>
                <a:sym typeface="Poppins"/>
              </a:rPr>
              <a:t>If you come across a description that includes these wordings, make sure to remove only the bad content, and you can keep the rest of the description that describes the place.</a:t>
            </a:r>
            <a:endParaRPr>
              <a:solidFill>
                <a:schemeClr val="dk1"/>
              </a:solidFill>
              <a:latin typeface="Poppins"/>
              <a:ea typeface="Poppins"/>
              <a:cs typeface="Poppins"/>
              <a:sym typeface="Poppins"/>
            </a:endParaRPr>
          </a:p>
          <a:p>
            <a:pPr indent="0" lvl="0" marL="0" rtl="0" algn="l">
              <a:spcBef>
                <a:spcPts val="0"/>
              </a:spcBef>
              <a:spcAft>
                <a:spcPts val="0"/>
              </a:spcAft>
              <a:buNone/>
            </a:pPr>
            <a:r>
              <a:t/>
            </a:r>
            <a:endParaRPr>
              <a:latin typeface="Poppins"/>
              <a:ea typeface="Poppins"/>
              <a:cs typeface="Poppins"/>
              <a:sym typeface="Poppins"/>
            </a:endParaRPr>
          </a:p>
          <a:p>
            <a:pPr indent="0" lvl="0" marL="0" rtl="0" algn="l">
              <a:spcBef>
                <a:spcPts val="0"/>
              </a:spcBef>
              <a:spcAft>
                <a:spcPts val="0"/>
              </a:spcAft>
              <a:buNone/>
            </a:pPr>
            <a:r>
              <a:rPr b="1" lang="en">
                <a:latin typeface="Poppins"/>
                <a:ea typeface="Poppins"/>
                <a:cs typeface="Poppins"/>
                <a:sym typeface="Poppins"/>
              </a:rPr>
              <a:t>TELL: </a:t>
            </a:r>
            <a:r>
              <a:rPr lang="en">
                <a:latin typeface="Poppins"/>
                <a:ea typeface="Poppins"/>
                <a:cs typeface="Poppins"/>
                <a:sym typeface="Poppins"/>
              </a:rPr>
              <a:t>Keep in mind that innocent, general statements like: </a:t>
            </a:r>
            <a:endParaRPr>
              <a:latin typeface="Poppins"/>
              <a:ea typeface="Poppins"/>
              <a:cs typeface="Poppins"/>
              <a:sym typeface="Poppins"/>
            </a:endParaRPr>
          </a:p>
          <a:p>
            <a:pPr indent="-298450" lvl="0" marL="457200" rtl="0" algn="l">
              <a:spcBef>
                <a:spcPts val="0"/>
              </a:spcBef>
              <a:spcAft>
                <a:spcPts val="0"/>
              </a:spcAft>
              <a:buSzPts val="1100"/>
              <a:buFont typeface="Poppins"/>
              <a:buChar char="●"/>
            </a:pPr>
            <a:r>
              <a:rPr lang="en">
                <a:latin typeface="Poppins"/>
                <a:ea typeface="Poppins"/>
                <a:cs typeface="Poppins"/>
                <a:sym typeface="Poppins"/>
              </a:rPr>
              <a:t>Come visit us for delicious food!</a:t>
            </a:r>
            <a:endParaRPr>
              <a:latin typeface="Poppins"/>
              <a:ea typeface="Poppins"/>
              <a:cs typeface="Poppins"/>
              <a:sym typeface="Poppins"/>
            </a:endParaRPr>
          </a:p>
          <a:p>
            <a:pPr indent="-298450" lvl="0" marL="457200" rtl="0" algn="l">
              <a:spcBef>
                <a:spcPts val="0"/>
              </a:spcBef>
              <a:spcAft>
                <a:spcPts val="0"/>
              </a:spcAft>
              <a:buSzPts val="1100"/>
              <a:buFont typeface="Poppins"/>
              <a:buChar char="●"/>
            </a:pPr>
            <a:r>
              <a:rPr lang="en">
                <a:latin typeface="Poppins"/>
                <a:ea typeface="Poppins"/>
                <a:cs typeface="Poppins"/>
                <a:sym typeface="Poppins"/>
              </a:rPr>
              <a:t>Check out Instagram for awesome pics of our tours.</a:t>
            </a:r>
            <a:endParaRPr>
              <a:latin typeface="Poppins"/>
              <a:ea typeface="Poppins"/>
              <a:cs typeface="Poppins"/>
              <a:sym typeface="Poppins"/>
            </a:endParaRPr>
          </a:p>
          <a:p>
            <a:pPr indent="-298450" lvl="0" marL="457200" rtl="0" algn="l">
              <a:spcBef>
                <a:spcPts val="0"/>
              </a:spcBef>
              <a:spcAft>
                <a:spcPts val="0"/>
              </a:spcAft>
              <a:buSzPts val="1100"/>
              <a:buFont typeface="Poppins"/>
              <a:buChar char="●"/>
            </a:pPr>
            <a:r>
              <a:rPr lang="en">
                <a:latin typeface="Poppins"/>
                <a:ea typeface="Poppins"/>
                <a:cs typeface="Poppins"/>
                <a:sym typeface="Poppins"/>
              </a:rPr>
              <a:t>Call us for more information.</a:t>
            </a:r>
            <a:endParaRPr>
              <a:latin typeface="Poppins"/>
              <a:ea typeface="Poppins"/>
              <a:cs typeface="Poppins"/>
              <a:sym typeface="Poppins"/>
            </a:endParaRPr>
          </a:p>
          <a:p>
            <a:pPr indent="0" lvl="0" marL="0" rtl="0" algn="l">
              <a:spcBef>
                <a:spcPts val="0"/>
              </a:spcBef>
              <a:spcAft>
                <a:spcPts val="0"/>
              </a:spcAft>
              <a:buNone/>
            </a:pPr>
            <a:r>
              <a:t/>
            </a:r>
            <a:endParaRPr>
              <a:latin typeface="Poppins"/>
              <a:ea typeface="Poppins"/>
              <a:cs typeface="Poppins"/>
              <a:sym typeface="Poppins"/>
            </a:endParaRPr>
          </a:p>
          <a:p>
            <a:pPr indent="0" lvl="0" marL="0" rtl="0" algn="l">
              <a:spcBef>
                <a:spcPts val="0"/>
              </a:spcBef>
              <a:spcAft>
                <a:spcPts val="0"/>
              </a:spcAft>
              <a:buNone/>
            </a:pPr>
            <a:r>
              <a:rPr lang="en">
                <a:latin typeface="Poppins"/>
                <a:ea typeface="Poppins"/>
                <a:cs typeface="Poppins"/>
                <a:sym typeface="Poppins"/>
              </a:rPr>
              <a:t>Are okay to have in the description.</a:t>
            </a:r>
            <a:endParaRPr>
              <a:latin typeface="Poppins"/>
              <a:ea typeface="Poppins"/>
              <a:cs typeface="Poppins"/>
              <a:sym typeface="Poppin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3257682ed4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g3257682ed4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Poppins"/>
                <a:ea typeface="Poppins"/>
                <a:cs typeface="Poppins"/>
                <a:sym typeface="Poppins"/>
              </a:rPr>
              <a:t>DO: (read slide)</a:t>
            </a:r>
            <a:endParaRPr b="1" sz="1200">
              <a:latin typeface="Poppins"/>
              <a:ea typeface="Poppins"/>
              <a:cs typeface="Poppins"/>
              <a:sym typeface="Poppins"/>
            </a:endParaRPr>
          </a:p>
          <a:p>
            <a:pPr indent="0" lvl="0" marL="0" rtl="0" algn="l">
              <a:spcBef>
                <a:spcPts val="0"/>
              </a:spcBef>
              <a:spcAft>
                <a:spcPts val="0"/>
              </a:spcAft>
              <a:buNone/>
            </a:pPr>
            <a:r>
              <a:t/>
            </a:r>
            <a:endParaRPr b="1" sz="1200">
              <a:latin typeface="Poppins"/>
              <a:ea typeface="Poppins"/>
              <a:cs typeface="Poppins"/>
              <a:sym typeface="Poppins"/>
            </a:endParaRPr>
          </a:p>
          <a:p>
            <a:pPr indent="0" lvl="0" marL="0" rtl="0" algn="l">
              <a:spcBef>
                <a:spcPts val="0"/>
              </a:spcBef>
              <a:spcAft>
                <a:spcPts val="0"/>
              </a:spcAft>
              <a:buNone/>
            </a:pPr>
            <a:r>
              <a:rPr b="1" lang="en" sz="1200">
                <a:latin typeface="Poppins"/>
                <a:ea typeface="Poppins"/>
                <a:cs typeface="Poppins"/>
                <a:sym typeface="Poppins"/>
              </a:rPr>
              <a:t>TELL: </a:t>
            </a:r>
            <a:r>
              <a:rPr lang="en" sz="1200">
                <a:latin typeface="Poppins"/>
                <a:ea typeface="Poppins"/>
                <a:cs typeface="Poppins"/>
                <a:sym typeface="Poppins"/>
              </a:rPr>
              <a:t>Hours of operation (hours) should always be added to the Location Hours section of Calypso and/or LMT when found. Even if it’s not part of the request and the information is available on the official source, agents should add this data. </a:t>
            </a:r>
            <a:endParaRPr sz="1200">
              <a:latin typeface="Poppins"/>
              <a:ea typeface="Poppins"/>
              <a:cs typeface="Poppins"/>
              <a:sym typeface="Poppins"/>
            </a:endParaRPr>
          </a:p>
          <a:p>
            <a:pPr indent="0" lvl="0" marL="0" rtl="0" algn="l">
              <a:spcBef>
                <a:spcPts val="0"/>
              </a:spcBef>
              <a:spcAft>
                <a:spcPts val="0"/>
              </a:spcAft>
              <a:buNone/>
            </a:pPr>
            <a:r>
              <a:t/>
            </a:r>
            <a:endParaRPr sz="1200">
              <a:latin typeface="Poppins"/>
              <a:ea typeface="Poppins"/>
              <a:cs typeface="Poppins"/>
              <a:sym typeface="Poppins"/>
            </a:endParaRPr>
          </a:p>
          <a:p>
            <a:pPr indent="0" lvl="0" marL="0" rtl="0" algn="l">
              <a:spcBef>
                <a:spcPts val="0"/>
              </a:spcBef>
              <a:spcAft>
                <a:spcPts val="0"/>
              </a:spcAft>
              <a:buNone/>
            </a:pPr>
            <a:r>
              <a:rPr lang="en" sz="1200">
                <a:latin typeface="Poppins"/>
                <a:ea typeface="Poppins"/>
                <a:cs typeface="Poppins"/>
                <a:sym typeface="Poppins"/>
              </a:rPr>
              <a:t>Our tools express hours in a 24 hour format (military time). </a:t>
            </a:r>
            <a:endParaRPr sz="1200">
              <a:latin typeface="Poppins"/>
              <a:ea typeface="Poppins"/>
              <a:cs typeface="Poppins"/>
              <a:sym typeface="Poppins"/>
            </a:endParaRPr>
          </a:p>
          <a:p>
            <a:pPr indent="0" lvl="0" marL="0" rtl="0" algn="l">
              <a:spcBef>
                <a:spcPts val="0"/>
              </a:spcBef>
              <a:spcAft>
                <a:spcPts val="0"/>
              </a:spcAft>
              <a:buNone/>
            </a:pPr>
            <a:r>
              <a:t/>
            </a:r>
            <a:endParaRPr sz="1200">
              <a:latin typeface="Poppins"/>
              <a:ea typeface="Poppins"/>
              <a:cs typeface="Poppins"/>
              <a:sym typeface="Poppins"/>
            </a:endParaRPr>
          </a:p>
          <a:p>
            <a:pPr indent="0" lvl="0" marL="0" rtl="0" algn="l">
              <a:spcBef>
                <a:spcPts val="0"/>
              </a:spcBef>
              <a:spcAft>
                <a:spcPts val="0"/>
              </a:spcAft>
              <a:buNone/>
            </a:pPr>
            <a:r>
              <a:rPr lang="en" sz="1200">
                <a:latin typeface="Poppins"/>
                <a:ea typeface="Poppins"/>
                <a:cs typeface="Poppins"/>
                <a:sym typeface="Poppins"/>
              </a:rPr>
              <a:t>Hours is the only field that can be excluded from the hierarchy we talked about a little earlier. </a:t>
            </a:r>
            <a:endParaRPr sz="1200">
              <a:latin typeface="Poppins"/>
              <a:ea typeface="Poppins"/>
              <a:cs typeface="Poppins"/>
              <a:sym typeface="Poppins"/>
            </a:endParaRPr>
          </a:p>
          <a:p>
            <a:pPr indent="0" lvl="0" marL="0" rtl="0" algn="l">
              <a:spcBef>
                <a:spcPts val="0"/>
              </a:spcBef>
              <a:spcAft>
                <a:spcPts val="0"/>
              </a:spcAft>
              <a:buNone/>
            </a:pPr>
            <a:r>
              <a:rPr lang="en" sz="1200">
                <a:latin typeface="Poppins"/>
                <a:ea typeface="Poppins"/>
                <a:cs typeface="Poppins"/>
                <a:sym typeface="Poppins"/>
              </a:rPr>
              <a:t>If you encounter different hours on social media that don't have recent updates compared to the hours listed on Google, it's acceptable to use the information listed on Google, as it may receive updates more frequently. Hours should NOT be a compilation of hours found on multiple sources. Choose one source and have the listing reflect that information.</a:t>
            </a:r>
            <a:endParaRPr sz="1200">
              <a:latin typeface="Poppins"/>
              <a:ea typeface="Poppins"/>
              <a:cs typeface="Poppins"/>
              <a:sym typeface="Poppins"/>
            </a:endParaRPr>
          </a:p>
          <a:p>
            <a:pPr indent="0" lvl="0" marL="0" rtl="0" algn="l">
              <a:spcBef>
                <a:spcPts val="0"/>
              </a:spcBef>
              <a:spcAft>
                <a:spcPts val="0"/>
              </a:spcAft>
              <a:buNone/>
            </a:pPr>
            <a:r>
              <a:t/>
            </a:r>
            <a:endParaRPr sz="1200">
              <a:latin typeface="Poppins"/>
              <a:ea typeface="Poppins"/>
              <a:cs typeface="Poppins"/>
              <a:sym typeface="Poppins"/>
            </a:endParaRPr>
          </a:p>
          <a:p>
            <a:pPr indent="0" lvl="0" marL="0" rtl="0" algn="l">
              <a:spcBef>
                <a:spcPts val="0"/>
              </a:spcBef>
              <a:spcAft>
                <a:spcPts val="0"/>
              </a:spcAft>
              <a:buNone/>
            </a:pPr>
            <a:r>
              <a:rPr lang="en" sz="1200">
                <a:latin typeface="Poppins"/>
                <a:ea typeface="Poppins"/>
                <a:cs typeface="Poppins"/>
                <a:sym typeface="Poppins"/>
              </a:rPr>
              <a:t>Let’s take a look at what hours looks like in our tools.</a:t>
            </a:r>
            <a:endParaRPr sz="1200">
              <a:latin typeface="Poppins"/>
              <a:ea typeface="Poppins"/>
              <a:cs typeface="Poppins"/>
              <a:sym typeface="Poppins"/>
            </a:endParaRPr>
          </a:p>
          <a:p>
            <a:pPr indent="0" lvl="0" marL="0" rtl="0" algn="l">
              <a:spcBef>
                <a:spcPts val="0"/>
              </a:spcBef>
              <a:spcAft>
                <a:spcPts val="0"/>
              </a:spcAft>
              <a:buNone/>
            </a:pPr>
            <a:r>
              <a:t/>
            </a:r>
            <a:endParaRPr sz="1200">
              <a:latin typeface="Poppins"/>
              <a:ea typeface="Poppins"/>
              <a:cs typeface="Poppins"/>
              <a:sym typeface="Poppins"/>
            </a:endParaRPr>
          </a:p>
          <a:p>
            <a:pPr indent="0" lvl="0" marL="0" rtl="0" algn="l">
              <a:spcBef>
                <a:spcPts val="0"/>
              </a:spcBef>
              <a:spcAft>
                <a:spcPts val="0"/>
              </a:spcAft>
              <a:buNone/>
            </a:pPr>
            <a:r>
              <a:rPr b="1" lang="en" sz="1200">
                <a:latin typeface="Poppins"/>
                <a:ea typeface="Poppins"/>
                <a:cs typeface="Poppins"/>
                <a:sym typeface="Poppins"/>
              </a:rPr>
              <a:t>Trainer’s eyes only:</a:t>
            </a:r>
            <a:endParaRPr b="1" sz="1200">
              <a:latin typeface="Poppins"/>
              <a:ea typeface="Poppins"/>
              <a:cs typeface="Poppins"/>
              <a:sym typeface="Poppins"/>
            </a:endParaRPr>
          </a:p>
          <a:p>
            <a:pPr indent="0" lvl="0" marL="0" rtl="0" algn="l">
              <a:spcBef>
                <a:spcPts val="0"/>
              </a:spcBef>
              <a:spcAft>
                <a:spcPts val="0"/>
              </a:spcAft>
              <a:buNone/>
            </a:pPr>
            <a:r>
              <a:rPr lang="en" sz="1200">
                <a:latin typeface="Poppins"/>
                <a:ea typeface="Poppins"/>
                <a:cs typeface="Poppins"/>
                <a:sym typeface="Poppins"/>
              </a:rPr>
              <a:t>Open Calypso and LMT to show agents where they will see the Location Hours in the tools, how they can edit those fields and how to enter the time using the 24 hour </a:t>
            </a:r>
            <a:r>
              <a:rPr lang="en" sz="1200">
                <a:latin typeface="Poppins"/>
                <a:ea typeface="Poppins"/>
                <a:cs typeface="Poppins"/>
                <a:sym typeface="Poppins"/>
              </a:rPr>
              <a:t>format</a:t>
            </a:r>
            <a:r>
              <a:rPr lang="en" sz="1200">
                <a:latin typeface="Poppins"/>
                <a:ea typeface="Poppins"/>
                <a:cs typeface="Poppins"/>
                <a:sym typeface="Poppins"/>
              </a:rPr>
              <a:t>.</a:t>
            </a:r>
            <a:endParaRPr sz="1200">
              <a:latin typeface="Poppins"/>
              <a:ea typeface="Poppins"/>
              <a:cs typeface="Poppins"/>
              <a:sym typeface="Poppins"/>
            </a:endParaRPr>
          </a:p>
          <a:p>
            <a:pPr indent="0" lvl="0" marL="0" rtl="0" algn="l">
              <a:spcBef>
                <a:spcPts val="0"/>
              </a:spcBef>
              <a:spcAft>
                <a:spcPts val="0"/>
              </a:spcAft>
              <a:buNone/>
            </a:pPr>
            <a:r>
              <a:t/>
            </a:r>
            <a:endParaRPr sz="1200">
              <a:latin typeface="Poppins"/>
              <a:ea typeface="Poppins"/>
              <a:cs typeface="Poppins"/>
              <a:sym typeface="Poppins"/>
            </a:endParaRPr>
          </a:p>
          <a:p>
            <a:pPr indent="0" lvl="0" marL="0" rtl="0" algn="l">
              <a:spcBef>
                <a:spcPts val="0"/>
              </a:spcBef>
              <a:spcAft>
                <a:spcPts val="0"/>
              </a:spcAft>
              <a:buNone/>
            </a:pPr>
            <a:r>
              <a:rPr b="1" lang="en" sz="1200">
                <a:latin typeface="Poppins"/>
                <a:ea typeface="Poppins"/>
                <a:cs typeface="Poppins"/>
                <a:sym typeface="Poppins"/>
              </a:rPr>
              <a:t>TELL:</a:t>
            </a:r>
            <a:r>
              <a:rPr lang="en" sz="1200">
                <a:latin typeface="Poppins"/>
                <a:ea typeface="Poppins"/>
                <a:cs typeface="Poppins"/>
                <a:sym typeface="Poppins"/>
              </a:rPr>
              <a:t> No matter what queue you’re working in, these field guidelines for all of these fields we just reviewed represent our ideal level of accuracy. </a:t>
            </a:r>
            <a:endParaRPr sz="1200">
              <a:latin typeface="Poppins"/>
              <a:ea typeface="Poppins"/>
              <a:cs typeface="Poppins"/>
              <a:sym typeface="Poppin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2f15e2fda46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2f15e2fda46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300">
                <a:solidFill>
                  <a:schemeClr val="dk1"/>
                </a:solidFill>
                <a:latin typeface="Poppins"/>
                <a:ea typeface="Poppins"/>
                <a:cs typeface="Poppins"/>
                <a:sym typeface="Poppins"/>
              </a:rPr>
              <a:t>Activity duration: 15 mins</a:t>
            </a:r>
            <a:endParaRPr b="1" sz="1300">
              <a:solidFill>
                <a:schemeClr val="dk1"/>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b="1" sz="1300">
              <a:solidFill>
                <a:schemeClr val="dk1"/>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b="1" lang="en" sz="1300">
                <a:solidFill>
                  <a:schemeClr val="dk1"/>
                </a:solidFill>
                <a:latin typeface="Poppins"/>
                <a:ea typeface="Poppins"/>
                <a:cs typeface="Poppins"/>
                <a:sym typeface="Poppins"/>
              </a:rPr>
              <a:t>Objective: </a:t>
            </a:r>
            <a:r>
              <a:rPr lang="en" sz="1300">
                <a:solidFill>
                  <a:schemeClr val="dk1"/>
                </a:solidFill>
                <a:latin typeface="Poppins"/>
                <a:ea typeface="Poppins"/>
                <a:cs typeface="Poppins"/>
                <a:sym typeface="Poppins"/>
              </a:rPr>
              <a:t>Apply the fields guidelines. </a:t>
            </a:r>
            <a:endParaRPr sz="1300">
              <a:solidFill>
                <a:schemeClr val="dk1"/>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1300">
              <a:solidFill>
                <a:schemeClr val="dk1"/>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n" sz="1300">
                <a:solidFill>
                  <a:schemeClr val="dk1"/>
                </a:solidFill>
                <a:latin typeface="Poppins"/>
                <a:ea typeface="Poppins"/>
                <a:cs typeface="Poppins"/>
                <a:sym typeface="Poppins"/>
              </a:rPr>
              <a:t>Related KB: </a:t>
            </a:r>
            <a:r>
              <a:rPr lang="en" sz="1300" u="sng">
                <a:solidFill>
                  <a:schemeClr val="hlink"/>
                </a:solidFill>
                <a:latin typeface="Poppins"/>
                <a:ea typeface="Poppins"/>
                <a:cs typeface="Poppins"/>
                <a:sym typeface="Poppins"/>
                <a:hlinkClick r:id="rId2"/>
              </a:rPr>
              <a:t>https://tripadvisor.atlassian.net/wiki/spaces/ASK/pages/300102857/Field+Guidelines+and+Research+Expectations</a:t>
            </a:r>
            <a:r>
              <a:rPr lang="en" sz="1300">
                <a:solidFill>
                  <a:schemeClr val="dk1"/>
                </a:solidFill>
                <a:latin typeface="Poppins"/>
                <a:ea typeface="Poppins"/>
                <a:cs typeface="Poppins"/>
                <a:sym typeface="Poppins"/>
              </a:rPr>
              <a:t> </a:t>
            </a:r>
            <a:endParaRPr sz="1300">
              <a:solidFill>
                <a:schemeClr val="dk1"/>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b="1" sz="1200">
              <a:solidFill>
                <a:schemeClr val="dk1"/>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b="1" lang="en" sz="1200">
                <a:solidFill>
                  <a:schemeClr val="dk1"/>
                </a:solidFill>
                <a:latin typeface="Poppins"/>
                <a:ea typeface="Poppins"/>
                <a:cs typeface="Poppins"/>
                <a:sym typeface="Poppins"/>
              </a:rPr>
              <a:t>Game board link: </a:t>
            </a:r>
            <a:r>
              <a:rPr b="1" lang="en" sz="1200" u="sng">
                <a:solidFill>
                  <a:schemeClr val="hlink"/>
                </a:solidFill>
                <a:latin typeface="Poppins"/>
                <a:ea typeface="Poppins"/>
                <a:cs typeface="Poppins"/>
                <a:sym typeface="Poppins"/>
                <a:hlinkClick r:id="rId3"/>
              </a:rPr>
              <a:t>https://view.genially.com/677fa3f243e37473b375d7b9</a:t>
            </a:r>
            <a:r>
              <a:rPr b="1" lang="en" sz="1200">
                <a:solidFill>
                  <a:schemeClr val="dk1"/>
                </a:solidFill>
                <a:latin typeface="Poppins"/>
                <a:ea typeface="Poppins"/>
                <a:cs typeface="Poppins"/>
                <a:sym typeface="Poppins"/>
              </a:rPr>
              <a:t> </a:t>
            </a:r>
            <a:endParaRPr b="1" sz="1200">
              <a:solidFill>
                <a:schemeClr val="dk1"/>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b="1" sz="1200">
              <a:solidFill>
                <a:schemeClr val="dk1"/>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n" sz="1200">
                <a:solidFill>
                  <a:schemeClr val="dk1"/>
                </a:solidFill>
                <a:latin typeface="Poppins"/>
                <a:ea typeface="Poppins"/>
                <a:cs typeface="Poppins"/>
                <a:sym typeface="Poppins"/>
              </a:rPr>
              <a:t>Trainer Info:</a:t>
            </a:r>
            <a:endParaRPr sz="1200">
              <a:solidFill>
                <a:schemeClr val="dk1"/>
              </a:solidFill>
              <a:latin typeface="Poppins"/>
              <a:ea typeface="Poppins"/>
              <a:cs typeface="Poppins"/>
              <a:sym typeface="Poppins"/>
            </a:endParaRPr>
          </a:p>
          <a:p>
            <a:pPr indent="-304800" lvl="0" marL="457200" rtl="0" algn="l">
              <a:spcBef>
                <a:spcPts val="0"/>
              </a:spcBef>
              <a:spcAft>
                <a:spcPts val="0"/>
              </a:spcAft>
              <a:buClr>
                <a:schemeClr val="dk1"/>
              </a:buClr>
              <a:buSzPts val="1200"/>
              <a:buFont typeface="Poppins"/>
              <a:buChar char="-"/>
            </a:pPr>
            <a:r>
              <a:rPr lang="en" sz="1200">
                <a:solidFill>
                  <a:schemeClr val="dk1"/>
                </a:solidFill>
                <a:latin typeface="Poppins"/>
                <a:ea typeface="Poppins"/>
                <a:cs typeface="Poppins"/>
                <a:sym typeface="Poppins"/>
              </a:rPr>
              <a:t>There are two rounds. Each round has 10 cards with statements or data. </a:t>
            </a:r>
            <a:endParaRPr sz="1200">
              <a:solidFill>
                <a:schemeClr val="dk1"/>
              </a:solidFill>
              <a:latin typeface="Poppins"/>
              <a:ea typeface="Poppins"/>
              <a:cs typeface="Poppins"/>
              <a:sym typeface="Poppins"/>
            </a:endParaRPr>
          </a:p>
          <a:p>
            <a:pPr indent="-304800" lvl="0" marL="457200" rtl="0" algn="l">
              <a:spcBef>
                <a:spcPts val="0"/>
              </a:spcBef>
              <a:spcAft>
                <a:spcPts val="0"/>
              </a:spcAft>
              <a:buClr>
                <a:schemeClr val="dk1"/>
              </a:buClr>
              <a:buSzPts val="1200"/>
              <a:buFont typeface="Poppins"/>
              <a:buChar char="-"/>
            </a:pPr>
            <a:r>
              <a:rPr lang="en" sz="1200">
                <a:solidFill>
                  <a:schemeClr val="dk1"/>
                </a:solidFill>
                <a:latin typeface="Poppins"/>
                <a:ea typeface="Poppins"/>
                <a:cs typeface="Poppins"/>
                <a:sym typeface="Poppins"/>
              </a:rPr>
              <a:t>Trainer will </a:t>
            </a:r>
            <a:r>
              <a:rPr b="1" lang="en" sz="1200">
                <a:solidFill>
                  <a:schemeClr val="dk1"/>
                </a:solidFill>
                <a:latin typeface="Poppins"/>
                <a:ea typeface="Poppins"/>
                <a:cs typeface="Poppins"/>
                <a:sym typeface="Poppins"/>
              </a:rPr>
              <a:t>share </a:t>
            </a:r>
            <a:r>
              <a:rPr lang="en" sz="1200">
                <a:solidFill>
                  <a:schemeClr val="dk1"/>
                </a:solidFill>
                <a:latin typeface="Poppins"/>
                <a:ea typeface="Poppins"/>
                <a:cs typeface="Poppins"/>
                <a:sym typeface="Poppins"/>
              </a:rPr>
              <a:t>the interactive game board link with the agents. Agents will be working in groups.</a:t>
            </a:r>
            <a:endParaRPr sz="1200">
              <a:solidFill>
                <a:schemeClr val="dk1"/>
              </a:solidFill>
              <a:latin typeface="Poppins"/>
              <a:ea typeface="Poppins"/>
              <a:cs typeface="Poppins"/>
              <a:sym typeface="Poppins"/>
            </a:endParaRPr>
          </a:p>
          <a:p>
            <a:pPr indent="-304800" lvl="0" marL="457200" rtl="0" algn="l">
              <a:spcBef>
                <a:spcPts val="0"/>
              </a:spcBef>
              <a:spcAft>
                <a:spcPts val="0"/>
              </a:spcAft>
              <a:buClr>
                <a:schemeClr val="dk1"/>
              </a:buClr>
              <a:buSzPts val="1200"/>
              <a:buFont typeface="Poppins"/>
              <a:buChar char="-"/>
            </a:pPr>
            <a:r>
              <a:rPr lang="en" sz="1200">
                <a:solidFill>
                  <a:schemeClr val="dk1"/>
                </a:solidFill>
                <a:latin typeface="Poppins"/>
                <a:ea typeface="Poppins"/>
                <a:cs typeface="Poppins"/>
                <a:sym typeface="Poppins"/>
              </a:rPr>
              <a:t>Correct answers on Slide 14 and 15.</a:t>
            </a:r>
            <a:endParaRPr sz="1200">
              <a:solidFill>
                <a:schemeClr val="dk1"/>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1200">
              <a:solidFill>
                <a:schemeClr val="dk1"/>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b="1" lang="en" sz="1200">
                <a:solidFill>
                  <a:schemeClr val="dk1"/>
                </a:solidFill>
                <a:latin typeface="Poppins"/>
                <a:ea typeface="Poppins"/>
                <a:cs typeface="Poppins"/>
                <a:sym typeface="Poppins"/>
              </a:rPr>
              <a:t>DO:</a:t>
            </a:r>
            <a:r>
              <a:rPr lang="en" sz="1200">
                <a:solidFill>
                  <a:schemeClr val="dk1"/>
                </a:solidFill>
                <a:latin typeface="Poppins"/>
                <a:ea typeface="Poppins"/>
                <a:cs typeface="Poppins"/>
                <a:sym typeface="Poppins"/>
              </a:rPr>
              <a:t> Split agents into groups of 3-4.</a:t>
            </a:r>
            <a:endParaRPr sz="1200">
              <a:solidFill>
                <a:schemeClr val="dk1"/>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1200">
              <a:solidFill>
                <a:schemeClr val="dk1"/>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b="1" lang="en" sz="1200">
                <a:solidFill>
                  <a:schemeClr val="dk1"/>
                </a:solidFill>
                <a:latin typeface="Poppins"/>
                <a:ea typeface="Poppins"/>
                <a:cs typeface="Poppins"/>
                <a:sym typeface="Poppins"/>
              </a:rPr>
              <a:t>TELL: </a:t>
            </a:r>
            <a:endParaRPr b="1" sz="1200">
              <a:solidFill>
                <a:schemeClr val="dk1"/>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n" sz="1200">
                <a:solidFill>
                  <a:schemeClr val="dk1"/>
                </a:solidFill>
                <a:latin typeface="Poppins"/>
                <a:ea typeface="Poppins"/>
                <a:cs typeface="Poppins"/>
                <a:sym typeface="Poppins"/>
              </a:rPr>
              <a:t>Agents will work in groups. Each group will be responsible for sorting the cards. One agent will display the Genially board for discussion among the team</a:t>
            </a:r>
            <a:endParaRPr sz="1200">
              <a:solidFill>
                <a:schemeClr val="dk1"/>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1200">
              <a:solidFill>
                <a:schemeClr val="dk1"/>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n" sz="1200">
                <a:solidFill>
                  <a:schemeClr val="dk1"/>
                </a:solidFill>
                <a:latin typeface="Poppins"/>
                <a:ea typeface="Poppins"/>
                <a:cs typeface="Poppins"/>
                <a:sym typeface="Poppins"/>
              </a:rPr>
              <a:t>Explain that their task is to collaboratively discuss and decide whether each of the cards should be placed in the "Correct" or "Incorrect" pile. </a:t>
            </a:r>
            <a:endParaRPr sz="1200">
              <a:solidFill>
                <a:schemeClr val="dk1"/>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1200">
              <a:solidFill>
                <a:schemeClr val="dk1"/>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n" sz="1200">
                <a:solidFill>
                  <a:schemeClr val="dk1"/>
                </a:solidFill>
                <a:latin typeface="Poppins"/>
                <a:ea typeface="Poppins"/>
                <a:cs typeface="Poppins"/>
                <a:sym typeface="Poppins"/>
              </a:rPr>
              <a:t>Each group will have a set amount of time (e.g., 15 minutes) to review the cards and sort them on the game board.</a:t>
            </a:r>
            <a:endParaRPr sz="1200">
              <a:solidFill>
                <a:schemeClr val="dk1"/>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b="1" sz="1200">
              <a:latin typeface="Poppins"/>
              <a:ea typeface="Poppins"/>
              <a:cs typeface="Poppins"/>
              <a:sym typeface="Poppins"/>
            </a:endParaRPr>
          </a:p>
          <a:p>
            <a:pPr indent="0" lvl="0" marL="0" rtl="0" algn="l">
              <a:spcBef>
                <a:spcPts val="0"/>
              </a:spcBef>
              <a:spcAft>
                <a:spcPts val="0"/>
              </a:spcAft>
              <a:buNone/>
            </a:pPr>
            <a:r>
              <a:t/>
            </a:r>
            <a:endParaRPr>
              <a:latin typeface="Poppins"/>
              <a:ea typeface="Poppins"/>
              <a:cs typeface="Poppins"/>
              <a:sym typeface="Poppin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249a6c37d1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1" name="Google Shape;531;g3249a6c37d1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latin typeface="Poppins"/>
                <a:ea typeface="Poppins"/>
                <a:cs typeface="Poppins"/>
                <a:sym typeface="Poppins"/>
              </a:rPr>
              <a:t>[For Trainer’s eyes only] </a:t>
            </a:r>
            <a:endParaRPr b="1" sz="1400">
              <a:latin typeface="Poppins"/>
              <a:ea typeface="Poppins"/>
              <a:cs typeface="Poppins"/>
              <a:sym typeface="Poppins"/>
            </a:endParaRPr>
          </a:p>
          <a:p>
            <a:pPr indent="0" lvl="0" marL="0" rtl="0" algn="l">
              <a:spcBef>
                <a:spcPts val="0"/>
              </a:spcBef>
              <a:spcAft>
                <a:spcPts val="0"/>
              </a:spcAft>
              <a:buNone/>
            </a:pPr>
            <a:r>
              <a:t/>
            </a:r>
            <a:endParaRPr b="1" sz="1400">
              <a:latin typeface="Poppins"/>
              <a:ea typeface="Poppins"/>
              <a:cs typeface="Poppins"/>
              <a:sym typeface="Poppins"/>
            </a:endParaRPr>
          </a:p>
          <a:p>
            <a:pPr indent="0" lvl="0" marL="0" rtl="0" algn="l">
              <a:spcBef>
                <a:spcPts val="0"/>
              </a:spcBef>
              <a:spcAft>
                <a:spcPts val="0"/>
              </a:spcAft>
              <a:buNone/>
            </a:pPr>
            <a:r>
              <a:rPr b="1" lang="en" sz="1400">
                <a:latin typeface="Poppins"/>
                <a:ea typeface="Poppins"/>
                <a:cs typeface="Poppins"/>
                <a:sym typeface="Poppins"/>
              </a:rPr>
              <a:t>TELL: </a:t>
            </a:r>
            <a:r>
              <a:rPr lang="en" sz="1400">
                <a:latin typeface="Poppins"/>
                <a:ea typeface="Poppins"/>
                <a:cs typeface="Poppins"/>
                <a:sym typeface="Poppins"/>
              </a:rPr>
              <a:t> Here is the overview of all the cards. </a:t>
            </a:r>
            <a:endParaRPr sz="1400">
              <a:latin typeface="Poppins"/>
              <a:ea typeface="Poppins"/>
              <a:cs typeface="Poppins"/>
              <a:sym typeface="Poppins"/>
            </a:endParaRPr>
          </a:p>
          <a:p>
            <a:pPr indent="0" lvl="0" marL="0" rtl="0" algn="l">
              <a:spcBef>
                <a:spcPts val="0"/>
              </a:spcBef>
              <a:spcAft>
                <a:spcPts val="0"/>
              </a:spcAft>
              <a:buNone/>
            </a:pPr>
            <a:r>
              <a:t/>
            </a:r>
            <a:endParaRPr sz="1400">
              <a:latin typeface="Poppins"/>
              <a:ea typeface="Poppins"/>
              <a:cs typeface="Poppins"/>
              <a:sym typeface="Poppins"/>
            </a:endParaRPr>
          </a:p>
          <a:p>
            <a:pPr indent="0" lvl="0" marL="0" rtl="0" algn="l">
              <a:spcBef>
                <a:spcPts val="0"/>
              </a:spcBef>
              <a:spcAft>
                <a:spcPts val="0"/>
              </a:spcAft>
              <a:buNone/>
            </a:pPr>
            <a:r>
              <a:rPr lang="en" sz="1400">
                <a:latin typeface="Poppins"/>
                <a:ea typeface="Poppins"/>
                <a:cs typeface="Poppins"/>
                <a:sym typeface="Poppins"/>
              </a:rPr>
              <a:t>(trainer: go over any other tricky cards that agents had the wrong answer to prior to starting the next round.)</a:t>
            </a:r>
            <a:endParaRPr sz="1400">
              <a:latin typeface="Poppins"/>
              <a:ea typeface="Poppins"/>
              <a:cs typeface="Poppins"/>
              <a:sym typeface="Poppin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3249a6c37d1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3249a6c37d1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latin typeface="Poppins"/>
                <a:ea typeface="Poppins"/>
                <a:cs typeface="Poppins"/>
                <a:sym typeface="Poppins"/>
              </a:rPr>
              <a:t>TELL: </a:t>
            </a:r>
            <a:r>
              <a:rPr lang="en" sz="1400">
                <a:latin typeface="Poppins"/>
                <a:ea typeface="Poppins"/>
                <a:cs typeface="Poppins"/>
                <a:sym typeface="Poppins"/>
              </a:rPr>
              <a:t> Here is the overview of all the cards. </a:t>
            </a:r>
            <a:endParaRPr sz="1400">
              <a:latin typeface="Poppins"/>
              <a:ea typeface="Poppins"/>
              <a:cs typeface="Poppins"/>
              <a:sym typeface="Poppins"/>
            </a:endParaRPr>
          </a:p>
          <a:p>
            <a:pPr indent="0" lvl="0" marL="0" rtl="0" algn="l">
              <a:spcBef>
                <a:spcPts val="0"/>
              </a:spcBef>
              <a:spcAft>
                <a:spcPts val="0"/>
              </a:spcAft>
              <a:buNone/>
            </a:pPr>
            <a:r>
              <a:t/>
            </a:r>
            <a:endParaRPr sz="1400">
              <a:latin typeface="Poppins"/>
              <a:ea typeface="Poppins"/>
              <a:cs typeface="Poppins"/>
              <a:sym typeface="Poppins"/>
            </a:endParaRPr>
          </a:p>
          <a:p>
            <a:pPr indent="0" lvl="0" marL="0" rtl="0" algn="l">
              <a:spcBef>
                <a:spcPts val="0"/>
              </a:spcBef>
              <a:spcAft>
                <a:spcPts val="0"/>
              </a:spcAft>
              <a:buNone/>
            </a:pPr>
            <a:r>
              <a:rPr lang="en" sz="1400">
                <a:latin typeface="Poppins"/>
                <a:ea typeface="Poppins"/>
                <a:cs typeface="Poppins"/>
                <a:sym typeface="Poppins"/>
              </a:rPr>
              <a:t>(trainer: go over any other tricky cards that agents had the wrong answer to prior to reviewing the 5 tricky cards)</a:t>
            </a:r>
            <a:endParaRPr sz="1400">
              <a:latin typeface="Poppins"/>
              <a:ea typeface="Poppins"/>
              <a:cs typeface="Poppins"/>
              <a:sym typeface="Poppin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g3249a6c37d1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9" name="Google Shape;569;g3249a6c37d1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500">
                <a:latin typeface="Poppins"/>
                <a:ea typeface="Poppins"/>
                <a:cs typeface="Poppins"/>
                <a:sym typeface="Poppins"/>
              </a:rPr>
              <a:t>Info for trainer:</a:t>
            </a:r>
            <a:r>
              <a:rPr lang="en" sz="1400">
                <a:solidFill>
                  <a:schemeClr val="dk1"/>
                </a:solidFill>
                <a:latin typeface="Poppins"/>
                <a:ea typeface="Poppins"/>
                <a:cs typeface="Poppins"/>
                <a:sym typeface="Poppins"/>
              </a:rPr>
              <a:t> Go over the following tricky cards on Slide 16-20.</a:t>
            </a:r>
            <a:endParaRPr b="1" sz="1500">
              <a:latin typeface="Poppins"/>
              <a:ea typeface="Poppins"/>
              <a:cs typeface="Poppins"/>
              <a:sym typeface="Poppins"/>
            </a:endParaRPr>
          </a:p>
          <a:p>
            <a:pPr indent="0" lvl="0" marL="0" rtl="0" algn="l">
              <a:spcBef>
                <a:spcPts val="0"/>
              </a:spcBef>
              <a:spcAft>
                <a:spcPts val="0"/>
              </a:spcAft>
              <a:buNone/>
            </a:pPr>
            <a:r>
              <a:rPr b="1" lang="en" sz="1500">
                <a:latin typeface="Poppins"/>
                <a:ea typeface="Poppins"/>
                <a:cs typeface="Poppins"/>
                <a:sym typeface="Poppins"/>
              </a:rPr>
              <a:t> </a:t>
            </a:r>
            <a:endParaRPr b="1" sz="1500">
              <a:latin typeface="Poppins"/>
              <a:ea typeface="Poppins"/>
              <a:cs typeface="Poppins"/>
              <a:sym typeface="Poppins"/>
            </a:endParaRPr>
          </a:p>
          <a:p>
            <a:pPr indent="0" lvl="0" marL="0" rtl="0" algn="l">
              <a:spcBef>
                <a:spcPts val="0"/>
              </a:spcBef>
              <a:spcAft>
                <a:spcPts val="0"/>
              </a:spcAft>
              <a:buNone/>
            </a:pPr>
            <a:r>
              <a:rPr b="1" lang="en" sz="1500">
                <a:latin typeface="Poppins"/>
                <a:ea typeface="Poppins"/>
                <a:cs typeface="Poppins"/>
                <a:sym typeface="Poppins"/>
              </a:rPr>
              <a:t>ASK: </a:t>
            </a:r>
            <a:r>
              <a:rPr lang="en" sz="1500">
                <a:latin typeface="Poppins"/>
                <a:ea typeface="Poppins"/>
                <a:cs typeface="Poppins"/>
                <a:sym typeface="Poppins"/>
              </a:rPr>
              <a:t>Do these fields have the right data?</a:t>
            </a:r>
            <a:endParaRPr sz="1500">
              <a:latin typeface="Poppins"/>
              <a:ea typeface="Poppins"/>
              <a:cs typeface="Poppins"/>
              <a:sym typeface="Poppins"/>
            </a:endParaRPr>
          </a:p>
          <a:p>
            <a:pPr indent="0" lvl="0" marL="0" rtl="0" algn="l">
              <a:spcBef>
                <a:spcPts val="0"/>
              </a:spcBef>
              <a:spcAft>
                <a:spcPts val="0"/>
              </a:spcAft>
              <a:buNone/>
            </a:pPr>
            <a:r>
              <a:t/>
            </a:r>
            <a:endParaRPr b="1" sz="1500">
              <a:latin typeface="Poppins"/>
              <a:ea typeface="Poppins"/>
              <a:cs typeface="Poppins"/>
              <a:sym typeface="Poppins"/>
            </a:endParaRPr>
          </a:p>
          <a:p>
            <a:pPr indent="0" lvl="0" marL="0" rtl="0" algn="l">
              <a:spcBef>
                <a:spcPts val="0"/>
              </a:spcBef>
              <a:spcAft>
                <a:spcPts val="0"/>
              </a:spcAft>
              <a:buNone/>
            </a:pPr>
            <a:r>
              <a:rPr b="1" lang="en" sz="1500">
                <a:latin typeface="Poppins"/>
                <a:ea typeface="Poppins"/>
                <a:cs typeface="Poppins"/>
                <a:sym typeface="Poppins"/>
              </a:rPr>
              <a:t>EXPLAIN: </a:t>
            </a:r>
            <a:r>
              <a:rPr lang="en" sz="1500">
                <a:latin typeface="Poppins"/>
                <a:ea typeface="Poppins"/>
                <a:cs typeface="Poppins"/>
                <a:sym typeface="Poppins"/>
              </a:rPr>
              <a:t>This is incorrect because the street address should be in Street 1 and the directional information should be in Street 2. </a:t>
            </a:r>
            <a:endParaRPr sz="1500">
              <a:latin typeface="Poppins"/>
              <a:ea typeface="Poppins"/>
              <a:cs typeface="Poppins"/>
              <a:sym typeface="Poppin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3249a6c37d1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6" name="Google Shape;576;g3249a6c37d1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500">
                <a:latin typeface="Poppins"/>
                <a:ea typeface="Poppins"/>
                <a:cs typeface="Poppins"/>
                <a:sym typeface="Poppins"/>
              </a:rPr>
              <a:t>ASK: </a:t>
            </a:r>
            <a:r>
              <a:rPr lang="en" sz="1500">
                <a:latin typeface="Poppins"/>
                <a:ea typeface="Poppins"/>
                <a:cs typeface="Poppins"/>
                <a:sym typeface="Poppins"/>
              </a:rPr>
              <a:t>What about this description?</a:t>
            </a:r>
            <a:endParaRPr sz="1500">
              <a:latin typeface="Poppins"/>
              <a:ea typeface="Poppins"/>
              <a:cs typeface="Poppins"/>
              <a:sym typeface="Poppins"/>
            </a:endParaRPr>
          </a:p>
          <a:p>
            <a:pPr indent="0" lvl="0" marL="0" rtl="0" algn="l">
              <a:spcBef>
                <a:spcPts val="0"/>
              </a:spcBef>
              <a:spcAft>
                <a:spcPts val="0"/>
              </a:spcAft>
              <a:buNone/>
            </a:pPr>
            <a:r>
              <a:t/>
            </a:r>
            <a:endParaRPr b="1" sz="1500">
              <a:latin typeface="Poppins"/>
              <a:ea typeface="Poppins"/>
              <a:cs typeface="Poppins"/>
              <a:sym typeface="Poppins"/>
            </a:endParaRPr>
          </a:p>
          <a:p>
            <a:pPr indent="0" lvl="0" marL="0" rtl="0" algn="l">
              <a:spcBef>
                <a:spcPts val="0"/>
              </a:spcBef>
              <a:spcAft>
                <a:spcPts val="0"/>
              </a:spcAft>
              <a:buNone/>
            </a:pPr>
            <a:r>
              <a:rPr b="1" lang="en" sz="1500">
                <a:latin typeface="Poppins"/>
                <a:ea typeface="Poppins"/>
                <a:cs typeface="Poppins"/>
                <a:sym typeface="Poppins"/>
              </a:rPr>
              <a:t>EXPLAIN: </a:t>
            </a:r>
            <a:r>
              <a:rPr lang="en" sz="1500">
                <a:latin typeface="Poppins"/>
                <a:ea typeface="Poppins"/>
                <a:cs typeface="Poppins"/>
                <a:sym typeface="Poppins"/>
              </a:rPr>
              <a:t>This might seem like promotional text but innocent, general statements like this is okay to be in a listing’s description.</a:t>
            </a:r>
            <a:endParaRPr sz="15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1500">
              <a:latin typeface="Poppins"/>
              <a:ea typeface="Poppins"/>
              <a:cs typeface="Poppins"/>
              <a:sym typeface="Poppins"/>
            </a:endParaRPr>
          </a:p>
          <a:p>
            <a:pPr indent="0" lvl="0" marL="0" rtl="0" algn="l">
              <a:spcBef>
                <a:spcPts val="0"/>
              </a:spcBef>
              <a:spcAft>
                <a:spcPts val="0"/>
              </a:spcAft>
              <a:buNone/>
            </a:pPr>
            <a:r>
              <a:t/>
            </a:r>
            <a:endParaRPr sz="1500">
              <a:latin typeface="Poppins"/>
              <a:ea typeface="Poppins"/>
              <a:cs typeface="Poppins"/>
              <a:sym typeface="Poppin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3249a6c37d1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3" name="Google Shape;583;g3249a6c37d1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500">
                <a:latin typeface="Poppins"/>
                <a:ea typeface="Poppins"/>
                <a:cs typeface="Poppins"/>
                <a:sym typeface="Poppins"/>
              </a:rPr>
              <a:t>ASK: </a:t>
            </a:r>
            <a:r>
              <a:rPr lang="en" sz="1500">
                <a:latin typeface="Poppins"/>
                <a:ea typeface="Poppins"/>
                <a:cs typeface="Poppins"/>
                <a:sym typeface="Poppins"/>
              </a:rPr>
              <a:t>Is this name okay to keep on a listing?</a:t>
            </a:r>
            <a:endParaRPr sz="1500">
              <a:latin typeface="Poppins"/>
              <a:ea typeface="Poppins"/>
              <a:cs typeface="Poppins"/>
              <a:sym typeface="Poppins"/>
            </a:endParaRPr>
          </a:p>
          <a:p>
            <a:pPr indent="0" lvl="0" marL="0" rtl="0" algn="l">
              <a:spcBef>
                <a:spcPts val="0"/>
              </a:spcBef>
              <a:spcAft>
                <a:spcPts val="0"/>
              </a:spcAft>
              <a:buNone/>
            </a:pPr>
            <a:r>
              <a:t/>
            </a:r>
            <a:endParaRPr b="1" sz="1500">
              <a:latin typeface="Poppins"/>
              <a:ea typeface="Poppins"/>
              <a:cs typeface="Poppins"/>
              <a:sym typeface="Poppins"/>
            </a:endParaRPr>
          </a:p>
          <a:p>
            <a:pPr indent="0" lvl="0" marL="0" rtl="0" algn="l">
              <a:spcBef>
                <a:spcPts val="0"/>
              </a:spcBef>
              <a:spcAft>
                <a:spcPts val="0"/>
              </a:spcAft>
              <a:buNone/>
            </a:pPr>
            <a:r>
              <a:rPr b="1" lang="en" sz="1500">
                <a:latin typeface="Poppins"/>
                <a:ea typeface="Poppins"/>
                <a:cs typeface="Poppins"/>
                <a:sym typeface="Poppins"/>
              </a:rPr>
              <a:t>EXPLAIN: </a:t>
            </a:r>
            <a:r>
              <a:rPr lang="en" sz="1500">
                <a:latin typeface="Poppins"/>
                <a:ea typeface="Poppins"/>
                <a:cs typeface="Poppins"/>
                <a:sym typeface="Poppins"/>
              </a:rPr>
              <a:t>This is incorrect because trademark symbols should not be part of the official name.</a:t>
            </a:r>
            <a:endParaRPr sz="1500">
              <a:latin typeface="Poppins"/>
              <a:ea typeface="Poppins"/>
              <a:cs typeface="Poppins"/>
              <a:sym typeface="Poppin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3249a6c37d1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0" name="Google Shape;590;g3249a6c37d1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500">
                <a:latin typeface="Poppins"/>
                <a:ea typeface="Poppins"/>
                <a:cs typeface="Poppins"/>
                <a:sym typeface="Poppins"/>
              </a:rPr>
              <a:t>ASK:</a:t>
            </a:r>
            <a:r>
              <a:rPr lang="en" sz="1500">
                <a:latin typeface="Poppins"/>
                <a:ea typeface="Poppins"/>
                <a:cs typeface="Poppins"/>
                <a:sym typeface="Poppins"/>
              </a:rPr>
              <a:t> Do we think this is correct or incorrect?</a:t>
            </a:r>
            <a:endParaRPr sz="1500">
              <a:latin typeface="Poppins"/>
              <a:ea typeface="Poppins"/>
              <a:cs typeface="Poppins"/>
              <a:sym typeface="Poppins"/>
            </a:endParaRPr>
          </a:p>
          <a:p>
            <a:pPr indent="0" lvl="0" marL="0" rtl="0" algn="l">
              <a:spcBef>
                <a:spcPts val="0"/>
              </a:spcBef>
              <a:spcAft>
                <a:spcPts val="0"/>
              </a:spcAft>
              <a:buNone/>
            </a:pPr>
            <a:r>
              <a:t/>
            </a:r>
            <a:endParaRPr b="1" sz="1500">
              <a:latin typeface="Poppins"/>
              <a:ea typeface="Poppins"/>
              <a:cs typeface="Poppins"/>
              <a:sym typeface="Poppins"/>
            </a:endParaRPr>
          </a:p>
          <a:p>
            <a:pPr indent="0" lvl="0" marL="0" rtl="0" algn="l">
              <a:spcBef>
                <a:spcPts val="0"/>
              </a:spcBef>
              <a:spcAft>
                <a:spcPts val="0"/>
              </a:spcAft>
              <a:buNone/>
            </a:pPr>
            <a:r>
              <a:rPr b="1" lang="en" sz="1500">
                <a:latin typeface="Poppins"/>
                <a:ea typeface="Poppins"/>
                <a:cs typeface="Poppins"/>
                <a:sym typeface="Poppins"/>
              </a:rPr>
              <a:t>EXPLAIN: </a:t>
            </a:r>
            <a:r>
              <a:rPr lang="en" sz="1500">
                <a:latin typeface="Poppins"/>
                <a:ea typeface="Poppins"/>
                <a:cs typeface="Poppins"/>
                <a:sym typeface="Poppins"/>
              </a:rPr>
              <a:t>Listing names should not include any stars or star ratings.</a:t>
            </a:r>
            <a:endParaRPr sz="1500">
              <a:latin typeface="Poppins"/>
              <a:ea typeface="Poppins"/>
              <a:cs typeface="Poppins"/>
              <a:sym typeface="Poppin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3249a6c37d1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7" name="Google Shape;597;g3249a6c37d1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500">
                <a:latin typeface="Poppins"/>
                <a:ea typeface="Poppins"/>
                <a:cs typeface="Poppins"/>
                <a:sym typeface="Poppins"/>
              </a:rPr>
              <a:t>ASK: </a:t>
            </a:r>
            <a:r>
              <a:rPr lang="en" sz="1500">
                <a:latin typeface="Poppins"/>
                <a:ea typeface="Poppins"/>
                <a:cs typeface="Poppins"/>
                <a:sym typeface="Poppins"/>
              </a:rPr>
              <a:t>Is Street 1 and Street 2 fine in this example?</a:t>
            </a:r>
            <a:endParaRPr sz="1500">
              <a:latin typeface="Poppins"/>
              <a:ea typeface="Poppins"/>
              <a:cs typeface="Poppins"/>
              <a:sym typeface="Poppins"/>
            </a:endParaRPr>
          </a:p>
          <a:p>
            <a:pPr indent="0" lvl="0" marL="0" rtl="0" algn="l">
              <a:spcBef>
                <a:spcPts val="0"/>
              </a:spcBef>
              <a:spcAft>
                <a:spcPts val="0"/>
              </a:spcAft>
              <a:buNone/>
            </a:pPr>
            <a:r>
              <a:t/>
            </a:r>
            <a:endParaRPr b="1" sz="1500">
              <a:latin typeface="Poppins"/>
              <a:ea typeface="Poppins"/>
              <a:cs typeface="Poppins"/>
              <a:sym typeface="Poppins"/>
            </a:endParaRPr>
          </a:p>
          <a:p>
            <a:pPr indent="0" lvl="0" marL="0" rtl="0" algn="l">
              <a:spcBef>
                <a:spcPts val="0"/>
              </a:spcBef>
              <a:spcAft>
                <a:spcPts val="0"/>
              </a:spcAft>
              <a:buNone/>
            </a:pPr>
            <a:r>
              <a:rPr b="1" lang="en" sz="1500">
                <a:latin typeface="Poppins"/>
                <a:ea typeface="Poppins"/>
                <a:cs typeface="Poppins"/>
                <a:sym typeface="Poppins"/>
              </a:rPr>
              <a:t>EXPLAIN: </a:t>
            </a:r>
            <a:r>
              <a:rPr lang="en" sz="1500">
                <a:latin typeface="Poppins"/>
                <a:ea typeface="Poppins"/>
                <a:cs typeface="Poppins"/>
                <a:sym typeface="Poppins"/>
              </a:rPr>
              <a:t>We can have directional information in Street 2 since we have a valid street number and name in Street 1.</a:t>
            </a:r>
            <a:endParaRPr sz="1500">
              <a:latin typeface="Poppins"/>
              <a:ea typeface="Poppins"/>
              <a:cs typeface="Poppins"/>
              <a:sym typeface="Poppin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2ee23a2f427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4" name="Google Shape;604;g2ee23a2f427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dk1"/>
                </a:solidFill>
                <a:latin typeface="Poppins"/>
                <a:ea typeface="Poppins"/>
                <a:cs typeface="Poppins"/>
                <a:sym typeface="Poppins"/>
              </a:rPr>
              <a:t>Objective: </a:t>
            </a:r>
            <a:r>
              <a:rPr lang="en" sz="1300">
                <a:solidFill>
                  <a:schemeClr val="dk1"/>
                </a:solidFill>
                <a:latin typeface="Poppins"/>
                <a:ea typeface="Poppins"/>
                <a:cs typeface="Poppins"/>
                <a:sym typeface="Poppins"/>
              </a:rPr>
              <a:t>Apply the </a:t>
            </a:r>
            <a:r>
              <a:rPr lang="en" sz="1300">
                <a:solidFill>
                  <a:schemeClr val="dk1"/>
                </a:solidFill>
                <a:latin typeface="Poppins"/>
                <a:ea typeface="Poppins"/>
                <a:cs typeface="Poppins"/>
                <a:sym typeface="Poppins"/>
              </a:rPr>
              <a:t>field guidelines, particularly on Street 1 &amp; Street 2 and postal code</a:t>
            </a:r>
            <a:endParaRPr sz="1300">
              <a:solidFill>
                <a:schemeClr val="dk1"/>
              </a:solidFill>
              <a:latin typeface="Poppins"/>
              <a:ea typeface="Poppins"/>
              <a:cs typeface="Poppins"/>
              <a:sym typeface="Poppins"/>
            </a:endParaRPr>
          </a:p>
          <a:p>
            <a:pPr indent="0" lvl="0" marL="0" rtl="0" algn="l">
              <a:spcBef>
                <a:spcPts val="0"/>
              </a:spcBef>
              <a:spcAft>
                <a:spcPts val="0"/>
              </a:spcAft>
              <a:buNone/>
            </a:pPr>
            <a:r>
              <a:t/>
            </a:r>
            <a:endParaRPr b="1" sz="1300">
              <a:solidFill>
                <a:schemeClr val="dk1"/>
              </a:solidFill>
              <a:latin typeface="Poppins"/>
              <a:ea typeface="Poppins"/>
              <a:cs typeface="Poppins"/>
              <a:sym typeface="Poppins"/>
            </a:endParaRPr>
          </a:p>
          <a:p>
            <a:pPr indent="0" lvl="0" marL="0" rtl="0" algn="l">
              <a:spcBef>
                <a:spcPts val="0"/>
              </a:spcBef>
              <a:spcAft>
                <a:spcPts val="0"/>
              </a:spcAft>
              <a:buNone/>
            </a:pPr>
            <a:r>
              <a:rPr b="1" lang="en" sz="1300">
                <a:solidFill>
                  <a:schemeClr val="dk1"/>
                </a:solidFill>
                <a:latin typeface="Poppins"/>
                <a:ea typeface="Poppins"/>
                <a:cs typeface="Poppins"/>
                <a:sym typeface="Poppins"/>
              </a:rPr>
              <a:t>Activity duration: </a:t>
            </a:r>
            <a:r>
              <a:rPr lang="en" sz="1300">
                <a:solidFill>
                  <a:schemeClr val="dk1"/>
                </a:solidFill>
                <a:latin typeface="Poppins"/>
                <a:ea typeface="Poppins"/>
                <a:cs typeface="Poppins"/>
                <a:sym typeface="Poppins"/>
              </a:rPr>
              <a:t>15 mins</a:t>
            </a:r>
            <a:endParaRPr sz="1300">
              <a:solidFill>
                <a:schemeClr val="dk1"/>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1300">
              <a:solidFill>
                <a:schemeClr val="dk1"/>
              </a:solidFill>
              <a:latin typeface="Poppins"/>
              <a:ea typeface="Poppins"/>
              <a:cs typeface="Poppins"/>
              <a:sym typeface="Poppins"/>
            </a:endParaRPr>
          </a:p>
          <a:p>
            <a:pPr indent="0" lvl="0" marL="0" rtl="0" algn="l">
              <a:spcBef>
                <a:spcPts val="0"/>
              </a:spcBef>
              <a:spcAft>
                <a:spcPts val="0"/>
              </a:spcAft>
              <a:buNone/>
            </a:pPr>
            <a:r>
              <a:rPr b="1" lang="en" sz="1300">
                <a:latin typeface="Poppins"/>
                <a:ea typeface="Poppins"/>
                <a:cs typeface="Poppins"/>
                <a:sym typeface="Poppins"/>
              </a:rPr>
              <a:t>TELL: </a:t>
            </a:r>
            <a:r>
              <a:rPr lang="en" sz="1300">
                <a:latin typeface="Poppins"/>
                <a:ea typeface="Poppins"/>
                <a:cs typeface="Poppins"/>
                <a:sym typeface="Poppins"/>
              </a:rPr>
              <a:t>You will be playing this game on your own. </a:t>
            </a:r>
            <a:r>
              <a:rPr lang="en" sz="1300">
                <a:latin typeface="Poppins"/>
                <a:ea typeface="Poppins"/>
                <a:cs typeface="Poppins"/>
                <a:sym typeface="Poppins"/>
              </a:rPr>
              <a:t>In this game, you’ll be helping Ollie to deliver presents by correctly applying the street addresses based on the field guidelines, particularly on Street 1 &amp; Street 2 and postal code. </a:t>
            </a:r>
            <a:endParaRPr sz="1300">
              <a:latin typeface="Poppins"/>
              <a:ea typeface="Poppins"/>
              <a:cs typeface="Poppins"/>
              <a:sym typeface="Poppins"/>
            </a:endParaRPr>
          </a:p>
          <a:p>
            <a:pPr indent="0" lvl="0" marL="0" rtl="0" algn="l">
              <a:spcBef>
                <a:spcPts val="0"/>
              </a:spcBef>
              <a:spcAft>
                <a:spcPts val="0"/>
              </a:spcAft>
              <a:buNone/>
            </a:pPr>
            <a:r>
              <a:t/>
            </a:r>
            <a:endParaRPr sz="1300">
              <a:latin typeface="Poppins"/>
              <a:ea typeface="Poppins"/>
              <a:cs typeface="Poppins"/>
              <a:sym typeface="Poppins"/>
            </a:endParaRPr>
          </a:p>
          <a:p>
            <a:pPr indent="0" lvl="0" marL="0" rtl="0" algn="l">
              <a:spcBef>
                <a:spcPts val="0"/>
              </a:spcBef>
              <a:spcAft>
                <a:spcPts val="0"/>
              </a:spcAft>
              <a:buNone/>
            </a:pPr>
            <a:r>
              <a:rPr b="1" lang="en" sz="1300">
                <a:latin typeface="Poppins"/>
                <a:ea typeface="Poppins"/>
                <a:cs typeface="Poppins"/>
                <a:sym typeface="Poppins"/>
              </a:rPr>
              <a:t>TELL:</a:t>
            </a:r>
            <a:r>
              <a:rPr lang="en" sz="1300">
                <a:latin typeface="Poppins"/>
                <a:ea typeface="Poppins"/>
                <a:cs typeface="Poppins"/>
                <a:sym typeface="Poppins"/>
              </a:rPr>
              <a:t> Recall what you have learnt in this module and apply correct field data about the street addresses. You can refer to the KB to help you answer the questions!</a:t>
            </a:r>
            <a:endParaRPr sz="1300">
              <a:latin typeface="Poppins"/>
              <a:ea typeface="Poppins"/>
              <a:cs typeface="Poppins"/>
              <a:sym typeface="Poppins"/>
            </a:endParaRPr>
          </a:p>
          <a:p>
            <a:pPr indent="0" lvl="0" marL="0" rtl="0" algn="l">
              <a:spcBef>
                <a:spcPts val="0"/>
              </a:spcBef>
              <a:spcAft>
                <a:spcPts val="0"/>
              </a:spcAft>
              <a:buNone/>
            </a:pPr>
            <a:r>
              <a:t/>
            </a:r>
            <a:endParaRPr sz="1300">
              <a:latin typeface="Poppins"/>
              <a:ea typeface="Poppins"/>
              <a:cs typeface="Poppins"/>
              <a:sym typeface="Poppins"/>
            </a:endParaRPr>
          </a:p>
          <a:p>
            <a:pPr indent="0" lvl="0" marL="0" rtl="0" algn="l">
              <a:spcBef>
                <a:spcPts val="0"/>
              </a:spcBef>
              <a:spcAft>
                <a:spcPts val="0"/>
              </a:spcAft>
              <a:buNone/>
            </a:pPr>
            <a:r>
              <a:rPr b="1" lang="en" sz="1300">
                <a:latin typeface="Poppins"/>
                <a:ea typeface="Poppins"/>
                <a:cs typeface="Poppins"/>
                <a:sym typeface="Poppins"/>
              </a:rPr>
              <a:t>DO: </a:t>
            </a:r>
            <a:r>
              <a:rPr lang="en" sz="1300">
                <a:latin typeface="Poppins"/>
                <a:ea typeface="Poppins"/>
                <a:cs typeface="Poppins"/>
                <a:sym typeface="Poppins"/>
              </a:rPr>
              <a:t>Trainer will make sure agents can access the </a:t>
            </a:r>
            <a:r>
              <a:rPr lang="en" sz="1300">
                <a:latin typeface="Poppins"/>
                <a:ea typeface="Poppins"/>
                <a:cs typeface="Poppins"/>
                <a:sym typeface="Poppins"/>
              </a:rPr>
              <a:t>game board.</a:t>
            </a:r>
            <a:endParaRPr sz="1300">
              <a:latin typeface="Poppins"/>
              <a:ea typeface="Poppins"/>
              <a:cs typeface="Poppins"/>
              <a:sym typeface="Poppins"/>
            </a:endParaRPr>
          </a:p>
          <a:p>
            <a:pPr indent="0" lvl="0" marL="0" rtl="0" algn="l">
              <a:spcBef>
                <a:spcPts val="0"/>
              </a:spcBef>
              <a:spcAft>
                <a:spcPts val="0"/>
              </a:spcAft>
              <a:buNone/>
            </a:pPr>
            <a:r>
              <a:rPr b="1" lang="en" sz="1300">
                <a:latin typeface="Poppins"/>
                <a:ea typeface="Poppins"/>
                <a:cs typeface="Poppins"/>
                <a:sym typeface="Poppins"/>
              </a:rPr>
              <a:t>I</a:t>
            </a:r>
            <a:r>
              <a:rPr b="1" lang="en" sz="1300">
                <a:latin typeface="Poppins"/>
                <a:ea typeface="Poppins"/>
                <a:cs typeface="Poppins"/>
                <a:sym typeface="Poppins"/>
              </a:rPr>
              <a:t>nteractive game: </a:t>
            </a:r>
            <a:r>
              <a:rPr b="1" lang="en" sz="1300" u="sng">
                <a:solidFill>
                  <a:srgbClr val="1155CC"/>
                </a:solidFill>
                <a:latin typeface="Poppins"/>
                <a:ea typeface="Poppins"/>
                <a:cs typeface="Poppins"/>
                <a:sym typeface="Poppins"/>
                <a:hlinkClick r:id="rId2">
                  <a:extLst>
                    <a:ext uri="{A12FA001-AC4F-418D-AE19-62706E023703}">
                      <ahyp:hlinkClr val="tx"/>
                    </a:ext>
                  </a:extLst>
                </a:hlinkClick>
              </a:rPr>
              <a:t>https://view.genial.ly/65cb9eb9c76a8c0014451666/interactive-content-street-1-and-street-2-postal-code</a:t>
            </a:r>
            <a:r>
              <a:rPr b="1" lang="en" sz="1300">
                <a:solidFill>
                  <a:schemeClr val="dk1"/>
                </a:solidFill>
                <a:latin typeface="Poppins"/>
                <a:ea typeface="Poppins"/>
                <a:cs typeface="Poppins"/>
                <a:sym typeface="Poppins"/>
              </a:rPr>
              <a:t>  </a:t>
            </a:r>
            <a:endParaRPr b="1" sz="1300">
              <a:solidFill>
                <a:schemeClr val="dk1"/>
              </a:solidFill>
              <a:latin typeface="Poppins"/>
              <a:ea typeface="Poppins"/>
              <a:cs typeface="Poppins"/>
              <a:sym typeface="Poppins"/>
            </a:endParaRPr>
          </a:p>
          <a:p>
            <a:pPr indent="0" lvl="0" marL="457200" rtl="0" algn="l">
              <a:spcBef>
                <a:spcPts val="0"/>
              </a:spcBef>
              <a:spcAft>
                <a:spcPts val="0"/>
              </a:spcAft>
              <a:buNone/>
            </a:pPr>
            <a:r>
              <a:t/>
            </a:r>
            <a:endParaRPr sz="1300">
              <a:solidFill>
                <a:schemeClr val="dk1"/>
              </a:solidFill>
              <a:latin typeface="Poppins"/>
              <a:ea typeface="Poppins"/>
              <a:cs typeface="Poppins"/>
              <a:sym typeface="Poppins"/>
            </a:endParaRPr>
          </a:p>
          <a:p>
            <a:pPr indent="0" lvl="0" marL="0" rtl="0" algn="l">
              <a:spcBef>
                <a:spcPts val="0"/>
              </a:spcBef>
              <a:spcAft>
                <a:spcPts val="0"/>
              </a:spcAft>
              <a:buNone/>
            </a:pPr>
            <a:r>
              <a:rPr b="1" lang="en" sz="1300">
                <a:solidFill>
                  <a:schemeClr val="dk1"/>
                </a:solidFill>
                <a:latin typeface="Poppins"/>
                <a:ea typeface="Poppins"/>
                <a:cs typeface="Poppins"/>
                <a:sym typeface="Poppins"/>
              </a:rPr>
              <a:t>For Trainer’s </a:t>
            </a:r>
            <a:r>
              <a:rPr b="1" lang="en" sz="1300">
                <a:solidFill>
                  <a:schemeClr val="dk1"/>
                </a:solidFill>
                <a:latin typeface="Poppins"/>
                <a:ea typeface="Poppins"/>
                <a:cs typeface="Poppins"/>
                <a:sym typeface="Poppins"/>
              </a:rPr>
              <a:t>reference: </a:t>
            </a:r>
            <a:endParaRPr b="1" sz="1300">
              <a:solidFill>
                <a:schemeClr val="dk1"/>
              </a:solidFill>
              <a:latin typeface="Poppins"/>
              <a:ea typeface="Poppins"/>
              <a:cs typeface="Poppins"/>
              <a:sym typeface="Poppins"/>
            </a:endParaRPr>
          </a:p>
          <a:p>
            <a:pPr indent="-311150" lvl="0" marL="457200" rtl="0" algn="l">
              <a:spcBef>
                <a:spcPts val="0"/>
              </a:spcBef>
              <a:spcAft>
                <a:spcPts val="0"/>
              </a:spcAft>
              <a:buSzPts val="1300"/>
              <a:buFont typeface="Poppins"/>
              <a:buChar char="●"/>
            </a:pPr>
            <a:r>
              <a:rPr lang="en" sz="1300">
                <a:solidFill>
                  <a:schemeClr val="dk1"/>
                </a:solidFill>
                <a:latin typeface="Poppins"/>
                <a:ea typeface="Poppins"/>
                <a:cs typeface="Poppins"/>
                <a:sym typeface="Poppins"/>
              </a:rPr>
              <a:t>Be ready to answer agents’ questions</a:t>
            </a:r>
            <a:endParaRPr sz="1300">
              <a:solidFill>
                <a:schemeClr val="dk1"/>
              </a:solidFill>
              <a:latin typeface="Poppins"/>
              <a:ea typeface="Poppins"/>
              <a:cs typeface="Poppins"/>
              <a:sym typeface="Poppins"/>
            </a:endParaRPr>
          </a:p>
          <a:p>
            <a:pPr indent="-311150" lvl="0" marL="457200" rtl="0" algn="l">
              <a:spcBef>
                <a:spcPts val="0"/>
              </a:spcBef>
              <a:spcAft>
                <a:spcPts val="0"/>
              </a:spcAft>
              <a:buSzPts val="1300"/>
              <a:buFont typeface="Poppins"/>
              <a:buChar char="●"/>
            </a:pPr>
            <a:r>
              <a:rPr lang="en" sz="1300">
                <a:solidFill>
                  <a:schemeClr val="dk1"/>
                </a:solidFill>
                <a:latin typeface="Poppins"/>
                <a:ea typeface="Poppins"/>
                <a:cs typeface="Poppins"/>
                <a:sym typeface="Poppins"/>
              </a:rPr>
              <a:t>Questions and answers for trainer’s reference: </a:t>
            </a:r>
            <a:r>
              <a:rPr lang="en" sz="1300" u="sng">
                <a:solidFill>
                  <a:schemeClr val="hlink"/>
                </a:solidFill>
                <a:latin typeface="Poppins"/>
                <a:ea typeface="Poppins"/>
                <a:cs typeface="Poppins"/>
                <a:sym typeface="Poppins"/>
                <a:hlinkClick r:id="rId3"/>
              </a:rPr>
              <a:t>https://docs.google.com/spreadsheets/d/1Fb-Yxhp1QekeSPaVDMojoA8N-NSY_yW4pf7So9W1d2g/edit?gid=0#gid=0</a:t>
            </a:r>
            <a:r>
              <a:rPr lang="en" sz="1300">
                <a:solidFill>
                  <a:schemeClr val="dk1"/>
                </a:solidFill>
                <a:latin typeface="Poppins"/>
                <a:ea typeface="Poppins"/>
                <a:cs typeface="Poppins"/>
                <a:sym typeface="Poppins"/>
              </a:rPr>
              <a:t> </a:t>
            </a:r>
            <a:endParaRPr sz="1300">
              <a:solidFill>
                <a:schemeClr val="dk1"/>
              </a:solidFill>
              <a:latin typeface="Poppins"/>
              <a:ea typeface="Poppins"/>
              <a:cs typeface="Poppins"/>
              <a:sym typeface="Poppin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g32d88da590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3" name="Google Shape;613;g32d88da590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dk1"/>
                </a:solidFill>
                <a:latin typeface="Poppins"/>
                <a:ea typeface="Poppins"/>
                <a:cs typeface="Poppins"/>
                <a:sym typeface="Poppins"/>
              </a:rPr>
              <a:t>TELL: </a:t>
            </a:r>
            <a:r>
              <a:rPr lang="en" sz="1300">
                <a:solidFill>
                  <a:schemeClr val="dk1"/>
                </a:solidFill>
                <a:latin typeface="Poppins"/>
                <a:ea typeface="Poppins"/>
                <a:cs typeface="Poppins"/>
                <a:sym typeface="Poppins"/>
              </a:rPr>
              <a:t> When you’re processing, there are specific expectations depending on if the language is a Latin language or a non-Latin language. </a:t>
            </a:r>
            <a:endParaRPr sz="1300">
              <a:solidFill>
                <a:schemeClr val="dk1"/>
              </a:solidFill>
              <a:latin typeface="Poppins"/>
              <a:ea typeface="Poppins"/>
              <a:cs typeface="Poppins"/>
              <a:sym typeface="Poppins"/>
            </a:endParaRPr>
          </a:p>
          <a:p>
            <a:pPr indent="0" lvl="0" marL="0" rtl="0" algn="l">
              <a:spcBef>
                <a:spcPts val="0"/>
              </a:spcBef>
              <a:spcAft>
                <a:spcPts val="0"/>
              </a:spcAft>
              <a:buNone/>
            </a:pPr>
            <a:r>
              <a:t/>
            </a:r>
            <a:endParaRPr sz="1300">
              <a:solidFill>
                <a:schemeClr val="dk1"/>
              </a:solidFill>
              <a:latin typeface="Poppins"/>
              <a:ea typeface="Poppins"/>
              <a:cs typeface="Poppins"/>
              <a:sym typeface="Poppins"/>
            </a:endParaRPr>
          </a:p>
          <a:p>
            <a:pPr indent="0" lvl="0" marL="0" rtl="0" algn="l">
              <a:spcBef>
                <a:spcPts val="0"/>
              </a:spcBef>
              <a:spcAft>
                <a:spcPts val="0"/>
              </a:spcAft>
              <a:buNone/>
            </a:pPr>
            <a:r>
              <a:rPr lang="en" sz="1300">
                <a:solidFill>
                  <a:schemeClr val="dk1"/>
                </a:solidFill>
                <a:latin typeface="Poppins"/>
                <a:ea typeface="Poppins"/>
                <a:cs typeface="Poppins"/>
                <a:sym typeface="Poppins"/>
              </a:rPr>
              <a:t>Latin languages use the same alphabet as the English language, while non-Latin languages use their own alphabet and/or characters.</a:t>
            </a:r>
            <a:endParaRPr sz="1300">
              <a:solidFill>
                <a:schemeClr val="dk1"/>
              </a:solidFill>
              <a:latin typeface="Poppins"/>
              <a:ea typeface="Poppins"/>
              <a:cs typeface="Poppins"/>
              <a:sym typeface="Poppins"/>
            </a:endParaRPr>
          </a:p>
          <a:p>
            <a:pPr indent="0" lvl="0" marL="0" rtl="0" algn="l">
              <a:spcBef>
                <a:spcPts val="0"/>
              </a:spcBef>
              <a:spcAft>
                <a:spcPts val="0"/>
              </a:spcAft>
              <a:buNone/>
            </a:pPr>
            <a:r>
              <a:t/>
            </a:r>
            <a:endParaRPr sz="1300">
              <a:solidFill>
                <a:schemeClr val="dk1"/>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1300">
              <a:solidFill>
                <a:schemeClr val="dk1"/>
              </a:solidFill>
              <a:latin typeface="Poppins"/>
              <a:ea typeface="Poppins"/>
              <a:cs typeface="Poppins"/>
              <a:sym typeface="Poppins"/>
            </a:endParaRPr>
          </a:p>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3477eb0329e_0_4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0" name="Google Shape;620;g3477eb0329e_0_4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Poppins"/>
                <a:ea typeface="Poppins"/>
                <a:cs typeface="Poppins"/>
                <a:sym typeface="Poppins"/>
              </a:rPr>
              <a:t>TELL: </a:t>
            </a:r>
            <a:r>
              <a:rPr lang="en" sz="1200">
                <a:latin typeface="Poppins"/>
                <a:ea typeface="Poppins"/>
                <a:cs typeface="Poppins"/>
                <a:sym typeface="Poppins"/>
              </a:rPr>
              <a:t>So what does this look like when you’re processing?</a:t>
            </a:r>
            <a:endParaRPr sz="1200">
              <a:latin typeface="Poppins"/>
              <a:ea typeface="Poppins"/>
              <a:cs typeface="Poppins"/>
              <a:sym typeface="Poppins"/>
            </a:endParaRPr>
          </a:p>
          <a:p>
            <a:pPr indent="0" lvl="0" marL="0" rtl="0" algn="l">
              <a:spcBef>
                <a:spcPts val="0"/>
              </a:spcBef>
              <a:spcAft>
                <a:spcPts val="0"/>
              </a:spcAft>
              <a:buNone/>
            </a:pPr>
            <a:r>
              <a:t/>
            </a:r>
            <a:endParaRPr sz="1200">
              <a:latin typeface="Poppins"/>
              <a:ea typeface="Poppins"/>
              <a:cs typeface="Poppins"/>
              <a:sym typeface="Poppins"/>
            </a:endParaRPr>
          </a:p>
          <a:p>
            <a:pPr indent="0" lvl="0" marL="0" rtl="0" algn="l">
              <a:spcBef>
                <a:spcPts val="0"/>
              </a:spcBef>
              <a:spcAft>
                <a:spcPts val="0"/>
              </a:spcAft>
              <a:buNone/>
            </a:pPr>
            <a:r>
              <a:rPr lang="en" sz="1200">
                <a:latin typeface="Poppins"/>
                <a:ea typeface="Poppins"/>
                <a:cs typeface="Poppins"/>
                <a:sym typeface="Poppins"/>
              </a:rPr>
              <a:t>When you’re working in Calypso, you’ll initially see the EN fields, also known as the primary fields. </a:t>
            </a:r>
            <a:endParaRPr sz="1200">
              <a:latin typeface="Poppins"/>
              <a:ea typeface="Poppins"/>
              <a:cs typeface="Poppins"/>
              <a:sym typeface="Poppins"/>
            </a:endParaRPr>
          </a:p>
          <a:p>
            <a:pPr indent="0" lvl="0" marL="0" rtl="0" algn="l">
              <a:spcBef>
                <a:spcPts val="0"/>
              </a:spcBef>
              <a:spcAft>
                <a:spcPts val="0"/>
              </a:spcAft>
              <a:buNone/>
            </a:pPr>
            <a:r>
              <a:t/>
            </a:r>
            <a:endParaRPr sz="1200">
              <a:latin typeface="Poppins"/>
              <a:ea typeface="Poppins"/>
              <a:cs typeface="Poppins"/>
              <a:sym typeface="Poppins"/>
            </a:endParaRPr>
          </a:p>
          <a:p>
            <a:pPr indent="0" lvl="0" marL="0" rtl="0" algn="l">
              <a:spcBef>
                <a:spcPts val="0"/>
              </a:spcBef>
              <a:spcAft>
                <a:spcPts val="0"/>
              </a:spcAft>
              <a:buNone/>
            </a:pPr>
            <a:r>
              <a:rPr lang="en" sz="1200">
                <a:latin typeface="Poppins"/>
                <a:ea typeface="Poppins"/>
                <a:cs typeface="Poppins"/>
                <a:sym typeface="Poppins"/>
              </a:rPr>
              <a:t>In order to see the local fields, you will need to select the locale from the drop down as shown in this clip. </a:t>
            </a:r>
            <a:endParaRPr sz="1200">
              <a:latin typeface="Poppins"/>
              <a:ea typeface="Poppins"/>
              <a:cs typeface="Poppins"/>
              <a:sym typeface="Poppins"/>
            </a:endParaRPr>
          </a:p>
          <a:p>
            <a:pPr indent="0" lvl="0" marL="0" rtl="0" algn="l">
              <a:spcBef>
                <a:spcPts val="0"/>
              </a:spcBef>
              <a:spcAft>
                <a:spcPts val="0"/>
              </a:spcAft>
              <a:buNone/>
            </a:pPr>
            <a:r>
              <a:t/>
            </a:r>
            <a:endParaRPr sz="1200">
              <a:latin typeface="Poppins"/>
              <a:ea typeface="Poppins"/>
              <a:cs typeface="Poppins"/>
              <a:sym typeface="Poppins"/>
            </a:endParaRPr>
          </a:p>
          <a:p>
            <a:pPr indent="0" lvl="0" marL="0" rtl="0" algn="l">
              <a:spcBef>
                <a:spcPts val="0"/>
              </a:spcBef>
              <a:spcAft>
                <a:spcPts val="0"/>
              </a:spcAft>
              <a:buNone/>
            </a:pPr>
            <a:r>
              <a:rPr lang="en" sz="1200">
                <a:latin typeface="Poppins"/>
                <a:ea typeface="Poppins"/>
                <a:cs typeface="Poppins"/>
                <a:sym typeface="Poppins"/>
              </a:rPr>
              <a:t>Then you’ll see the primary fields (EN) and the local field(s).</a:t>
            </a:r>
            <a:endParaRPr sz="1200">
              <a:latin typeface="Poppins"/>
              <a:ea typeface="Poppins"/>
              <a:cs typeface="Poppins"/>
              <a:sym typeface="Poppin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g3477eb0329e_0_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7" name="Google Shape;627;g3477eb0329e_0_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Poppins"/>
                <a:ea typeface="Poppins"/>
                <a:cs typeface="Poppins"/>
                <a:sym typeface="Poppins"/>
              </a:rPr>
              <a:t>TELL: </a:t>
            </a:r>
            <a:r>
              <a:rPr lang="en" sz="1200">
                <a:latin typeface="Poppins"/>
                <a:ea typeface="Poppins"/>
                <a:cs typeface="Poppins"/>
                <a:sym typeface="Poppins"/>
              </a:rPr>
              <a:t>You will also be able to tell if the request has local fields by looking at the top of the request here (click).</a:t>
            </a:r>
            <a:endParaRPr sz="1200">
              <a:latin typeface="Poppins"/>
              <a:ea typeface="Poppins"/>
              <a:cs typeface="Poppins"/>
              <a:sym typeface="Poppin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g3477eb0329e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3" name="Google Shape;633;g3477eb0329e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300">
                <a:latin typeface="Poppins"/>
                <a:ea typeface="Poppins"/>
                <a:cs typeface="Poppins"/>
                <a:sym typeface="Poppins"/>
              </a:rPr>
              <a:t>TELL: </a:t>
            </a:r>
            <a:r>
              <a:rPr lang="en" sz="1300">
                <a:latin typeface="Poppins"/>
                <a:ea typeface="Poppins"/>
                <a:cs typeface="Poppins"/>
                <a:sym typeface="Poppins"/>
              </a:rPr>
              <a:t>When you’re processing, you’ll need to check the local fields for only Name, Street 1 &amp; Street 2.</a:t>
            </a:r>
            <a:endParaRPr sz="1300">
              <a:latin typeface="Poppins"/>
              <a:ea typeface="Poppins"/>
              <a:cs typeface="Poppins"/>
              <a:sym typeface="Poppins"/>
            </a:endParaRPr>
          </a:p>
          <a:p>
            <a:pPr indent="0" lvl="0" marL="0" rtl="0" algn="l">
              <a:spcBef>
                <a:spcPts val="0"/>
              </a:spcBef>
              <a:spcAft>
                <a:spcPts val="0"/>
              </a:spcAft>
              <a:buNone/>
            </a:pPr>
            <a:r>
              <a:t/>
            </a:r>
            <a:endParaRPr sz="1300">
              <a:latin typeface="Poppins"/>
              <a:ea typeface="Poppins"/>
              <a:cs typeface="Poppins"/>
              <a:sym typeface="Poppins"/>
            </a:endParaRPr>
          </a:p>
          <a:p>
            <a:pPr indent="0" lvl="0" marL="0" rtl="0" algn="l">
              <a:spcBef>
                <a:spcPts val="0"/>
              </a:spcBef>
              <a:spcAft>
                <a:spcPts val="0"/>
              </a:spcAft>
              <a:buNone/>
            </a:pPr>
            <a:r>
              <a:rPr b="1" lang="en" sz="1300">
                <a:latin typeface="Poppins"/>
                <a:ea typeface="Poppins"/>
                <a:cs typeface="Poppins"/>
                <a:sym typeface="Poppins"/>
              </a:rPr>
              <a:t>DO: </a:t>
            </a:r>
            <a:r>
              <a:rPr lang="en" sz="1300">
                <a:latin typeface="Poppins"/>
                <a:ea typeface="Poppins"/>
                <a:cs typeface="Poppins"/>
                <a:sym typeface="Poppins"/>
              </a:rPr>
              <a:t>Read the slide</a:t>
            </a:r>
            <a:endParaRPr sz="1300">
              <a:latin typeface="Poppins"/>
              <a:ea typeface="Poppins"/>
              <a:cs typeface="Poppins"/>
              <a:sym typeface="Poppins"/>
            </a:endParaRPr>
          </a:p>
          <a:p>
            <a:pPr indent="0" lvl="0" marL="0" rtl="0" algn="l">
              <a:spcBef>
                <a:spcPts val="0"/>
              </a:spcBef>
              <a:spcAft>
                <a:spcPts val="0"/>
              </a:spcAft>
              <a:buNone/>
            </a:pPr>
            <a:r>
              <a:t/>
            </a:r>
            <a:endParaRPr sz="1300">
              <a:latin typeface="Poppins"/>
              <a:ea typeface="Poppins"/>
              <a:cs typeface="Poppins"/>
              <a:sym typeface="Poppins"/>
            </a:endParaRPr>
          </a:p>
          <a:p>
            <a:pPr indent="0" lvl="0" marL="0" rtl="0" algn="l">
              <a:spcBef>
                <a:spcPts val="0"/>
              </a:spcBef>
              <a:spcAft>
                <a:spcPts val="0"/>
              </a:spcAft>
              <a:buNone/>
            </a:pPr>
            <a:r>
              <a:rPr b="1" lang="en" sz="1300">
                <a:latin typeface="Poppins"/>
                <a:ea typeface="Poppins"/>
                <a:cs typeface="Poppins"/>
                <a:sym typeface="Poppins"/>
              </a:rPr>
              <a:t>TELL: </a:t>
            </a:r>
            <a:r>
              <a:rPr lang="en" sz="1300">
                <a:latin typeface="Poppins"/>
                <a:ea typeface="Poppins"/>
                <a:cs typeface="Poppins"/>
                <a:sym typeface="Poppins"/>
              </a:rPr>
              <a:t>We’ll go over this more throughout the next few days and we’ll learn what it looks like to process requests that have local fields for both Latin and non-Latin languages. </a:t>
            </a:r>
            <a:endParaRPr sz="1300">
              <a:latin typeface="Poppins"/>
              <a:ea typeface="Poppins"/>
              <a:cs typeface="Poppins"/>
              <a:sym typeface="Poppin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g36239836aeb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1" name="Google Shape;641;g36239836aeb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g2ee23a2f427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7" name="Google Shape;647;g2ee23a2f427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2ee23a2f427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1" name="Google Shape;651;g2ee23a2f427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9.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9.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7.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4.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9.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9.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 Id="rId3" Type="http://schemas.openxmlformats.org/officeDocument/2006/relationships/image" Target="../media/image9.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9.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8.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7.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9.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0.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2.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7.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5.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4.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1.pn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8.pn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9.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6.pn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9.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png"/><Relationship Id="rId3" Type="http://schemas.openxmlformats.org/officeDocument/2006/relationships/image" Target="../media/image9.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9.pn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Agenda">
  <p:cSld name="TITLE_2_1_1_1_2">
    <p:bg>
      <p:bgPr>
        <a:solidFill>
          <a:schemeClr val="accent1"/>
        </a:solidFill>
      </p:bgPr>
    </p:bg>
    <p:spTree>
      <p:nvGrpSpPr>
        <p:cNvPr id="9" name="Shape 9"/>
        <p:cNvGrpSpPr/>
        <p:nvPr/>
      </p:nvGrpSpPr>
      <p:grpSpPr>
        <a:xfrm>
          <a:off x="0" y="0"/>
          <a:ext cx="0" cy="0"/>
          <a:chOff x="0" y="0"/>
          <a:chExt cx="0" cy="0"/>
        </a:xfrm>
      </p:grpSpPr>
      <p:sp>
        <p:nvSpPr>
          <p:cNvPr id="10" name="Google Shape;10;p2"/>
          <p:cNvSpPr/>
          <p:nvPr>
            <p:ph idx="2" type="pic"/>
          </p:nvPr>
        </p:nvSpPr>
        <p:spPr>
          <a:xfrm>
            <a:off x="4572000" y="0"/>
            <a:ext cx="4572000" cy="5143500"/>
          </a:xfrm>
          <a:prstGeom prst="rect">
            <a:avLst/>
          </a:prstGeom>
          <a:noFill/>
          <a:ln>
            <a:noFill/>
          </a:ln>
        </p:spPr>
      </p:sp>
      <p:sp>
        <p:nvSpPr>
          <p:cNvPr id="11" name="Google Shape;11;p2"/>
          <p:cNvSpPr txBox="1"/>
          <p:nvPr>
            <p:ph type="ctrTitle"/>
          </p:nvPr>
        </p:nvSpPr>
        <p:spPr>
          <a:xfrm>
            <a:off x="402925" y="1747425"/>
            <a:ext cx="2911800" cy="24558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600"/>
              <a:buAutoNum type="arabicPeriod"/>
              <a:defRPr sz="1600"/>
            </a:lvl1pPr>
            <a:lvl2pPr lvl="1" rtl="0">
              <a:lnSpc>
                <a:spcPct val="87000"/>
              </a:lnSpc>
              <a:spcBef>
                <a:spcPts val="0"/>
              </a:spcBef>
              <a:spcAft>
                <a:spcPts val="0"/>
              </a:spcAft>
              <a:buSzPts val="3600"/>
              <a:buFont typeface="Poppins"/>
              <a:buAutoNum type="alphaLcPeriod"/>
              <a:defRPr b="1" sz="3600">
                <a:latin typeface="Poppins"/>
                <a:ea typeface="Poppins"/>
                <a:cs typeface="Poppins"/>
                <a:sym typeface="Poppins"/>
              </a:defRPr>
            </a:lvl2pPr>
            <a:lvl3pPr lvl="2" rtl="0">
              <a:lnSpc>
                <a:spcPct val="87000"/>
              </a:lnSpc>
              <a:spcBef>
                <a:spcPts val="0"/>
              </a:spcBef>
              <a:spcAft>
                <a:spcPts val="0"/>
              </a:spcAft>
              <a:buSzPts val="3600"/>
              <a:buFont typeface="Poppins"/>
              <a:buAutoNum type="romanLcPeriod"/>
              <a:defRPr b="1" sz="3600">
                <a:latin typeface="Poppins"/>
                <a:ea typeface="Poppins"/>
                <a:cs typeface="Poppins"/>
                <a:sym typeface="Poppins"/>
              </a:defRPr>
            </a:lvl3pPr>
            <a:lvl4pPr lvl="3" rtl="0">
              <a:lnSpc>
                <a:spcPct val="87000"/>
              </a:lnSpc>
              <a:spcBef>
                <a:spcPts val="0"/>
              </a:spcBef>
              <a:spcAft>
                <a:spcPts val="0"/>
              </a:spcAft>
              <a:buSzPts val="3600"/>
              <a:buFont typeface="Poppins"/>
              <a:buAutoNum type="arabicPeriod"/>
              <a:defRPr b="1" sz="3600">
                <a:latin typeface="Poppins"/>
                <a:ea typeface="Poppins"/>
                <a:cs typeface="Poppins"/>
                <a:sym typeface="Poppins"/>
              </a:defRPr>
            </a:lvl4pPr>
            <a:lvl5pPr lvl="4" rtl="0">
              <a:lnSpc>
                <a:spcPct val="87000"/>
              </a:lnSpc>
              <a:spcBef>
                <a:spcPts val="0"/>
              </a:spcBef>
              <a:spcAft>
                <a:spcPts val="0"/>
              </a:spcAft>
              <a:buSzPts val="3600"/>
              <a:buFont typeface="Poppins"/>
              <a:buAutoNum type="alphaLcPeriod"/>
              <a:defRPr b="1" sz="3600">
                <a:latin typeface="Poppins"/>
                <a:ea typeface="Poppins"/>
                <a:cs typeface="Poppins"/>
                <a:sym typeface="Poppins"/>
              </a:defRPr>
            </a:lvl5pPr>
            <a:lvl6pPr lvl="5" rtl="0">
              <a:lnSpc>
                <a:spcPct val="87000"/>
              </a:lnSpc>
              <a:spcBef>
                <a:spcPts val="0"/>
              </a:spcBef>
              <a:spcAft>
                <a:spcPts val="0"/>
              </a:spcAft>
              <a:buSzPts val="3600"/>
              <a:buFont typeface="Poppins"/>
              <a:buAutoNum type="romanLcPeriod"/>
              <a:defRPr b="1" sz="3600">
                <a:latin typeface="Poppins"/>
                <a:ea typeface="Poppins"/>
                <a:cs typeface="Poppins"/>
                <a:sym typeface="Poppins"/>
              </a:defRPr>
            </a:lvl6pPr>
            <a:lvl7pPr lvl="6" rtl="0">
              <a:lnSpc>
                <a:spcPct val="87000"/>
              </a:lnSpc>
              <a:spcBef>
                <a:spcPts val="0"/>
              </a:spcBef>
              <a:spcAft>
                <a:spcPts val="0"/>
              </a:spcAft>
              <a:buSzPts val="3600"/>
              <a:buFont typeface="Poppins"/>
              <a:buAutoNum type="arabicPeriod"/>
              <a:defRPr b="1" sz="3600">
                <a:latin typeface="Poppins"/>
                <a:ea typeface="Poppins"/>
                <a:cs typeface="Poppins"/>
                <a:sym typeface="Poppins"/>
              </a:defRPr>
            </a:lvl7pPr>
            <a:lvl8pPr lvl="7" rtl="0">
              <a:lnSpc>
                <a:spcPct val="87000"/>
              </a:lnSpc>
              <a:spcBef>
                <a:spcPts val="0"/>
              </a:spcBef>
              <a:spcAft>
                <a:spcPts val="0"/>
              </a:spcAft>
              <a:buSzPts val="3600"/>
              <a:buFont typeface="Poppins"/>
              <a:buAutoNum type="alphaLcPeriod"/>
              <a:defRPr b="1" sz="3600">
                <a:latin typeface="Poppins"/>
                <a:ea typeface="Poppins"/>
                <a:cs typeface="Poppins"/>
                <a:sym typeface="Poppins"/>
              </a:defRPr>
            </a:lvl8pPr>
            <a:lvl9pPr lvl="8" rtl="0">
              <a:lnSpc>
                <a:spcPct val="87000"/>
              </a:lnSpc>
              <a:spcBef>
                <a:spcPts val="0"/>
              </a:spcBef>
              <a:spcAft>
                <a:spcPts val="0"/>
              </a:spcAft>
              <a:buSzPts val="3600"/>
              <a:buFont typeface="Poppins"/>
              <a:buAutoNum type="romanLcPeriod"/>
              <a:defRPr b="1" sz="3600">
                <a:latin typeface="Poppins"/>
                <a:ea typeface="Poppins"/>
                <a:cs typeface="Poppins"/>
                <a:sym typeface="Poppins"/>
              </a:defRPr>
            </a:lvl9pPr>
          </a:lstStyle>
          <a:p/>
        </p:txBody>
      </p:sp>
      <p:pic>
        <p:nvPicPr>
          <p:cNvPr id="12" name="Google Shape;12;p2"/>
          <p:cNvPicPr preferRelativeResize="0"/>
          <p:nvPr/>
        </p:nvPicPr>
        <p:blipFill>
          <a:blip r:embed="rId2">
            <a:alphaModFix/>
          </a:blip>
          <a:stretch>
            <a:fillRect/>
          </a:stretch>
        </p:blipFill>
        <p:spPr>
          <a:xfrm>
            <a:off x="115676" y="4859127"/>
            <a:ext cx="165327" cy="165346"/>
          </a:xfrm>
          <a:prstGeom prst="rect">
            <a:avLst/>
          </a:prstGeom>
          <a:noFill/>
          <a:ln>
            <a:noFill/>
          </a:ln>
        </p:spPr>
      </p:pic>
      <p:sp>
        <p:nvSpPr>
          <p:cNvPr id="13" name="Google Shape;13;p2"/>
          <p:cNvSpPr txBox="1"/>
          <p:nvPr>
            <p:ph idx="12" type="sldNum"/>
          </p:nvPr>
        </p:nvSpPr>
        <p:spPr>
          <a:xfrm>
            <a:off x="8557171" y="4944643"/>
            <a:ext cx="548700" cy="256800"/>
          </a:xfrm>
          <a:prstGeom prst="rect">
            <a:avLst/>
          </a:prstGeom>
        </p:spPr>
        <p:txBody>
          <a:bodyPr anchorCtr="0" anchor="t" bIns="0" lIns="91425" spcFirstLastPara="1" rIns="91425" wrap="square" tIns="0">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4" name="Google Shape;14;p2"/>
          <p:cNvSpPr txBox="1"/>
          <p:nvPr>
            <p:ph idx="1" type="subTitle"/>
          </p:nvPr>
        </p:nvSpPr>
        <p:spPr>
          <a:xfrm>
            <a:off x="402925" y="411150"/>
            <a:ext cx="3302400" cy="256800"/>
          </a:xfrm>
          <a:prstGeom prst="rect">
            <a:avLst/>
          </a:prstGeom>
        </p:spPr>
        <p:txBody>
          <a:bodyPr anchorCtr="0" anchor="t" bIns="0" lIns="0" spcFirstLastPara="1" rIns="228600" wrap="square" tIns="0">
            <a:noAutofit/>
          </a:bodyPr>
          <a:lstStyle>
            <a:lvl1pPr lvl="0" rtl="0">
              <a:lnSpc>
                <a:spcPct val="115000"/>
              </a:lnSpc>
              <a:spcBef>
                <a:spcPts val="0"/>
              </a:spcBef>
              <a:spcAft>
                <a:spcPts val="0"/>
              </a:spcAft>
              <a:buClr>
                <a:schemeClr val="dk1"/>
              </a:buClr>
              <a:buSzPts val="800"/>
              <a:buFont typeface="Roboto Mono"/>
              <a:buNone/>
              <a:defRPr sz="800">
                <a:solidFill>
                  <a:schemeClr val="dk1"/>
                </a:solidFill>
                <a:latin typeface="Roboto Mono"/>
                <a:ea typeface="Roboto Mono"/>
                <a:cs typeface="Roboto Mono"/>
                <a:sym typeface="Roboto Mono"/>
              </a:defRPr>
            </a:lvl1pPr>
            <a:lvl2pPr lvl="1" rtl="0">
              <a:lnSpc>
                <a:spcPct val="115000"/>
              </a:lnSpc>
              <a:spcBef>
                <a:spcPts val="0"/>
              </a:spcBef>
              <a:spcAft>
                <a:spcPts val="0"/>
              </a:spcAft>
              <a:buClr>
                <a:schemeClr val="dk1"/>
              </a:buClr>
              <a:buSzPts val="800"/>
              <a:buFont typeface="Roboto Mono"/>
              <a:buNone/>
              <a:defRPr sz="800">
                <a:solidFill>
                  <a:schemeClr val="dk1"/>
                </a:solidFill>
                <a:latin typeface="Roboto Mono"/>
                <a:ea typeface="Roboto Mono"/>
                <a:cs typeface="Roboto Mono"/>
                <a:sym typeface="Roboto Mono"/>
              </a:defRPr>
            </a:lvl2pPr>
            <a:lvl3pPr lvl="2" rtl="0">
              <a:lnSpc>
                <a:spcPct val="115000"/>
              </a:lnSpc>
              <a:spcBef>
                <a:spcPts val="0"/>
              </a:spcBef>
              <a:spcAft>
                <a:spcPts val="0"/>
              </a:spcAft>
              <a:buClr>
                <a:schemeClr val="dk1"/>
              </a:buClr>
              <a:buSzPts val="800"/>
              <a:buFont typeface="Roboto Mono"/>
              <a:buNone/>
              <a:defRPr sz="800">
                <a:solidFill>
                  <a:schemeClr val="dk1"/>
                </a:solidFill>
                <a:latin typeface="Roboto Mono"/>
                <a:ea typeface="Roboto Mono"/>
                <a:cs typeface="Roboto Mono"/>
                <a:sym typeface="Roboto Mono"/>
              </a:defRPr>
            </a:lvl3pPr>
            <a:lvl4pPr lvl="3" rtl="0">
              <a:lnSpc>
                <a:spcPct val="115000"/>
              </a:lnSpc>
              <a:spcBef>
                <a:spcPts val="0"/>
              </a:spcBef>
              <a:spcAft>
                <a:spcPts val="0"/>
              </a:spcAft>
              <a:buClr>
                <a:schemeClr val="dk1"/>
              </a:buClr>
              <a:buSzPts val="800"/>
              <a:buFont typeface="Roboto Mono"/>
              <a:buNone/>
              <a:defRPr sz="800">
                <a:solidFill>
                  <a:schemeClr val="dk1"/>
                </a:solidFill>
                <a:latin typeface="Roboto Mono"/>
                <a:ea typeface="Roboto Mono"/>
                <a:cs typeface="Roboto Mono"/>
                <a:sym typeface="Roboto Mono"/>
              </a:defRPr>
            </a:lvl4pPr>
            <a:lvl5pPr lvl="4" rtl="0">
              <a:lnSpc>
                <a:spcPct val="115000"/>
              </a:lnSpc>
              <a:spcBef>
                <a:spcPts val="0"/>
              </a:spcBef>
              <a:spcAft>
                <a:spcPts val="0"/>
              </a:spcAft>
              <a:buClr>
                <a:schemeClr val="dk1"/>
              </a:buClr>
              <a:buSzPts val="800"/>
              <a:buNone/>
              <a:defRPr>
                <a:solidFill>
                  <a:schemeClr val="dk1"/>
                </a:solidFill>
              </a:defRPr>
            </a:lvl5pPr>
            <a:lvl6pPr lvl="5" rtl="0">
              <a:lnSpc>
                <a:spcPct val="115000"/>
              </a:lnSpc>
              <a:spcBef>
                <a:spcPts val="0"/>
              </a:spcBef>
              <a:spcAft>
                <a:spcPts val="0"/>
              </a:spcAft>
              <a:buClr>
                <a:schemeClr val="dk1"/>
              </a:buClr>
              <a:buSzPts val="800"/>
              <a:buFont typeface="Roboto Mono"/>
              <a:buNone/>
              <a:defRPr sz="800">
                <a:solidFill>
                  <a:schemeClr val="dk1"/>
                </a:solidFill>
                <a:latin typeface="Roboto Mono"/>
                <a:ea typeface="Roboto Mono"/>
                <a:cs typeface="Roboto Mono"/>
                <a:sym typeface="Roboto Mono"/>
              </a:defRPr>
            </a:lvl6pPr>
            <a:lvl7pPr lvl="6" rtl="0">
              <a:lnSpc>
                <a:spcPct val="115000"/>
              </a:lnSpc>
              <a:spcBef>
                <a:spcPts val="0"/>
              </a:spcBef>
              <a:spcAft>
                <a:spcPts val="0"/>
              </a:spcAft>
              <a:buClr>
                <a:schemeClr val="dk1"/>
              </a:buClr>
              <a:buSzPts val="800"/>
              <a:buFont typeface="Roboto Mono"/>
              <a:buNone/>
              <a:defRPr sz="800">
                <a:solidFill>
                  <a:schemeClr val="dk1"/>
                </a:solidFill>
                <a:latin typeface="Roboto Mono"/>
                <a:ea typeface="Roboto Mono"/>
                <a:cs typeface="Roboto Mono"/>
                <a:sym typeface="Roboto Mono"/>
              </a:defRPr>
            </a:lvl7pPr>
            <a:lvl8pPr lvl="7" rtl="0">
              <a:lnSpc>
                <a:spcPct val="115000"/>
              </a:lnSpc>
              <a:spcBef>
                <a:spcPts val="0"/>
              </a:spcBef>
              <a:spcAft>
                <a:spcPts val="0"/>
              </a:spcAft>
              <a:buClr>
                <a:schemeClr val="dk1"/>
              </a:buClr>
              <a:buSzPts val="800"/>
              <a:buFont typeface="Roboto Mono"/>
              <a:buNone/>
              <a:defRPr sz="800">
                <a:solidFill>
                  <a:schemeClr val="dk1"/>
                </a:solidFill>
                <a:latin typeface="Roboto Mono"/>
                <a:ea typeface="Roboto Mono"/>
                <a:cs typeface="Roboto Mono"/>
                <a:sym typeface="Roboto Mono"/>
              </a:defRPr>
            </a:lvl8pPr>
            <a:lvl9pPr lvl="8" rtl="0">
              <a:lnSpc>
                <a:spcPct val="115000"/>
              </a:lnSpc>
              <a:spcBef>
                <a:spcPts val="0"/>
              </a:spcBef>
              <a:spcAft>
                <a:spcPts val="0"/>
              </a:spcAft>
              <a:buClr>
                <a:schemeClr val="dk1"/>
              </a:buClr>
              <a:buSzPts val="800"/>
              <a:buFont typeface="Roboto Mono"/>
              <a:buNone/>
              <a:defRPr sz="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cesIAT_title1">
  <p:cSld name="CUSTOM">
    <p:spTree>
      <p:nvGrpSpPr>
        <p:cNvPr id="15" name="Shape 15"/>
        <p:cNvGrpSpPr/>
        <p:nvPr/>
      </p:nvGrpSpPr>
      <p:grpSpPr>
        <a:xfrm>
          <a:off x="0" y="0"/>
          <a:ext cx="0" cy="0"/>
          <a:chOff x="0" y="0"/>
          <a:chExt cx="0" cy="0"/>
        </a:xfrm>
      </p:grpSpPr>
      <p:pic>
        <p:nvPicPr>
          <p:cNvPr id="16" name="Google Shape;16;p3"/>
          <p:cNvPicPr preferRelativeResize="0"/>
          <p:nvPr/>
        </p:nvPicPr>
        <p:blipFill>
          <a:blip r:embed="rId2">
            <a:alphaModFix/>
          </a:blip>
          <a:stretch>
            <a:fillRect/>
          </a:stretch>
        </p:blipFill>
        <p:spPr>
          <a:xfrm>
            <a:off x="-33325" y="0"/>
            <a:ext cx="9144000" cy="5143500"/>
          </a:xfrm>
          <a:prstGeom prst="rect">
            <a:avLst/>
          </a:prstGeom>
          <a:noFill/>
          <a:ln>
            <a:noFill/>
          </a:ln>
        </p:spPr>
      </p:pic>
      <p:sp>
        <p:nvSpPr>
          <p:cNvPr id="17" name="Google Shape;17;p3"/>
          <p:cNvSpPr txBox="1"/>
          <p:nvPr>
            <p:ph type="title"/>
          </p:nvPr>
        </p:nvSpPr>
        <p:spPr>
          <a:xfrm>
            <a:off x="1459775" y="1577100"/>
            <a:ext cx="6157800" cy="1989300"/>
          </a:xfrm>
          <a:prstGeom prst="rect">
            <a:avLst/>
          </a:prstGeom>
        </p:spPr>
        <p:txBody>
          <a:bodyPr anchorCtr="0" anchor="ctr" bIns="91425" lIns="0" spcFirstLastPara="1" rIns="91425" wrap="square" tIns="0">
            <a:noAutofit/>
          </a:bodyPr>
          <a:lstStyle>
            <a:lvl1pPr lvl="0" algn="ctr">
              <a:spcBef>
                <a:spcPts val="0"/>
              </a:spcBef>
              <a:spcAft>
                <a:spcPts val="0"/>
              </a:spcAft>
              <a:buSzPts val="2700"/>
              <a:buNone/>
              <a:defRPr sz="27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cesIAT_title2">
  <p:cSld name="CUSTOM_1">
    <p:spTree>
      <p:nvGrpSpPr>
        <p:cNvPr id="18" name="Shape 18"/>
        <p:cNvGrpSpPr/>
        <p:nvPr/>
      </p:nvGrpSpPr>
      <p:grpSpPr>
        <a:xfrm>
          <a:off x="0" y="0"/>
          <a:ext cx="0" cy="0"/>
          <a:chOff x="0" y="0"/>
          <a:chExt cx="0" cy="0"/>
        </a:xfrm>
      </p:grpSpPr>
      <p:pic>
        <p:nvPicPr>
          <p:cNvPr id="19" name="Google Shape;19;p4"/>
          <p:cNvPicPr preferRelativeResize="0"/>
          <p:nvPr/>
        </p:nvPicPr>
        <p:blipFill>
          <a:blip r:embed="rId2">
            <a:alphaModFix/>
          </a:blip>
          <a:stretch>
            <a:fillRect/>
          </a:stretch>
        </p:blipFill>
        <p:spPr>
          <a:xfrm>
            <a:off x="0" y="0"/>
            <a:ext cx="9144000" cy="5143500"/>
          </a:xfrm>
          <a:prstGeom prst="rect">
            <a:avLst/>
          </a:prstGeom>
          <a:noFill/>
          <a:ln>
            <a:noFill/>
          </a:ln>
        </p:spPr>
      </p:pic>
      <p:sp>
        <p:nvSpPr>
          <p:cNvPr id="20" name="Google Shape;20;p4"/>
          <p:cNvSpPr txBox="1"/>
          <p:nvPr>
            <p:ph type="title"/>
          </p:nvPr>
        </p:nvSpPr>
        <p:spPr>
          <a:xfrm>
            <a:off x="1459775" y="1577100"/>
            <a:ext cx="6157800" cy="1989300"/>
          </a:xfrm>
          <a:prstGeom prst="rect">
            <a:avLst/>
          </a:prstGeom>
        </p:spPr>
        <p:txBody>
          <a:bodyPr anchorCtr="0" anchor="ctr" bIns="91425" lIns="0" spcFirstLastPara="1" rIns="91425" wrap="square" tIns="0">
            <a:noAutofit/>
          </a:bodyPr>
          <a:lstStyle>
            <a:lvl1pPr lvl="0" rtl="0" algn="ctr">
              <a:spcBef>
                <a:spcPts val="0"/>
              </a:spcBef>
              <a:spcAft>
                <a:spcPts val="0"/>
              </a:spcAft>
              <a:buClr>
                <a:schemeClr val="lt1"/>
              </a:buClr>
              <a:buSzPts val="2700"/>
              <a:buNone/>
              <a:defRPr sz="2700">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cesIAT_title3">
  <p:cSld name="CUSTOM_1_1">
    <p:spTree>
      <p:nvGrpSpPr>
        <p:cNvPr id="21" name="Shape 21"/>
        <p:cNvGrpSpPr/>
        <p:nvPr/>
      </p:nvGrpSpPr>
      <p:grpSpPr>
        <a:xfrm>
          <a:off x="0" y="0"/>
          <a:ext cx="0" cy="0"/>
          <a:chOff x="0" y="0"/>
          <a:chExt cx="0" cy="0"/>
        </a:xfrm>
      </p:grpSpPr>
      <p:pic>
        <p:nvPicPr>
          <p:cNvPr id="22" name="Google Shape;22;p5"/>
          <p:cNvPicPr preferRelativeResize="0"/>
          <p:nvPr/>
        </p:nvPicPr>
        <p:blipFill>
          <a:blip r:embed="rId2">
            <a:alphaModFix/>
          </a:blip>
          <a:stretch>
            <a:fillRect/>
          </a:stretch>
        </p:blipFill>
        <p:spPr>
          <a:xfrm>
            <a:off x="0" y="0"/>
            <a:ext cx="9144000" cy="5143500"/>
          </a:xfrm>
          <a:prstGeom prst="rect">
            <a:avLst/>
          </a:prstGeom>
          <a:noFill/>
          <a:ln>
            <a:noFill/>
          </a:ln>
        </p:spPr>
      </p:pic>
      <p:sp>
        <p:nvSpPr>
          <p:cNvPr id="23" name="Google Shape;23;p5"/>
          <p:cNvSpPr txBox="1"/>
          <p:nvPr>
            <p:ph type="title"/>
          </p:nvPr>
        </p:nvSpPr>
        <p:spPr>
          <a:xfrm>
            <a:off x="1459775" y="1577100"/>
            <a:ext cx="6157800" cy="1989300"/>
          </a:xfrm>
          <a:prstGeom prst="rect">
            <a:avLst/>
          </a:prstGeom>
        </p:spPr>
        <p:txBody>
          <a:bodyPr anchorCtr="0" anchor="ctr" bIns="91425" lIns="0" spcFirstLastPara="1" rIns="91425" wrap="square" tIns="0">
            <a:noAutofit/>
          </a:bodyPr>
          <a:lstStyle>
            <a:lvl1pPr lvl="0" rtl="0" algn="ctr">
              <a:spcBef>
                <a:spcPts val="0"/>
              </a:spcBef>
              <a:spcAft>
                <a:spcPts val="0"/>
              </a:spcAft>
              <a:buSzPts val="2700"/>
              <a:buNone/>
              <a:defRPr sz="27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cesIAT_title4">
  <p:cSld name="CUSTOM_1_2">
    <p:spTree>
      <p:nvGrpSpPr>
        <p:cNvPr id="24" name="Shape 24"/>
        <p:cNvGrpSpPr/>
        <p:nvPr/>
      </p:nvGrpSpPr>
      <p:grpSpPr>
        <a:xfrm>
          <a:off x="0" y="0"/>
          <a:ext cx="0" cy="0"/>
          <a:chOff x="0" y="0"/>
          <a:chExt cx="0" cy="0"/>
        </a:xfrm>
      </p:grpSpPr>
      <p:pic>
        <p:nvPicPr>
          <p:cNvPr id="25" name="Google Shape;25;p6"/>
          <p:cNvPicPr preferRelativeResize="0"/>
          <p:nvPr/>
        </p:nvPicPr>
        <p:blipFill>
          <a:blip r:embed="rId2">
            <a:alphaModFix/>
          </a:blip>
          <a:stretch>
            <a:fillRect/>
          </a:stretch>
        </p:blipFill>
        <p:spPr>
          <a:xfrm>
            <a:off x="0" y="0"/>
            <a:ext cx="9144000" cy="5143500"/>
          </a:xfrm>
          <a:prstGeom prst="rect">
            <a:avLst/>
          </a:prstGeom>
          <a:noFill/>
          <a:ln>
            <a:noFill/>
          </a:ln>
        </p:spPr>
      </p:pic>
      <p:sp>
        <p:nvSpPr>
          <p:cNvPr id="26" name="Google Shape;26;p6"/>
          <p:cNvSpPr txBox="1"/>
          <p:nvPr>
            <p:ph type="title"/>
          </p:nvPr>
        </p:nvSpPr>
        <p:spPr>
          <a:xfrm>
            <a:off x="1459775" y="1577100"/>
            <a:ext cx="6157800" cy="1989300"/>
          </a:xfrm>
          <a:prstGeom prst="rect">
            <a:avLst/>
          </a:prstGeom>
        </p:spPr>
        <p:txBody>
          <a:bodyPr anchorCtr="0" anchor="ctr" bIns="91425" lIns="0" spcFirstLastPara="1" rIns="91425" wrap="square" tIns="0">
            <a:noAutofit/>
          </a:bodyPr>
          <a:lstStyle>
            <a:lvl1pPr lvl="0" rtl="0" algn="ctr">
              <a:spcBef>
                <a:spcPts val="0"/>
              </a:spcBef>
              <a:spcAft>
                <a:spcPts val="0"/>
              </a:spcAft>
              <a:buSzPts val="2700"/>
              <a:buNone/>
              <a:defRPr sz="27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cesIAT_title5">
  <p:cSld name="CUSTOM_1_2_1">
    <p:spTree>
      <p:nvGrpSpPr>
        <p:cNvPr id="27" name="Shape 27"/>
        <p:cNvGrpSpPr/>
        <p:nvPr/>
      </p:nvGrpSpPr>
      <p:grpSpPr>
        <a:xfrm>
          <a:off x="0" y="0"/>
          <a:ext cx="0" cy="0"/>
          <a:chOff x="0" y="0"/>
          <a:chExt cx="0" cy="0"/>
        </a:xfrm>
      </p:grpSpPr>
      <p:pic>
        <p:nvPicPr>
          <p:cNvPr id="28" name="Google Shape;28;p7"/>
          <p:cNvPicPr preferRelativeResize="0"/>
          <p:nvPr/>
        </p:nvPicPr>
        <p:blipFill>
          <a:blip r:embed="rId2">
            <a:alphaModFix/>
          </a:blip>
          <a:stretch>
            <a:fillRect/>
          </a:stretch>
        </p:blipFill>
        <p:spPr>
          <a:xfrm>
            <a:off x="0" y="0"/>
            <a:ext cx="9144000" cy="5143500"/>
          </a:xfrm>
          <a:prstGeom prst="rect">
            <a:avLst/>
          </a:prstGeom>
          <a:noFill/>
          <a:ln>
            <a:noFill/>
          </a:ln>
        </p:spPr>
      </p:pic>
      <p:sp>
        <p:nvSpPr>
          <p:cNvPr id="29" name="Google Shape;29;p7"/>
          <p:cNvSpPr txBox="1"/>
          <p:nvPr>
            <p:ph type="title"/>
          </p:nvPr>
        </p:nvSpPr>
        <p:spPr>
          <a:xfrm>
            <a:off x="1459775" y="1577100"/>
            <a:ext cx="6157800" cy="1989300"/>
          </a:xfrm>
          <a:prstGeom prst="rect">
            <a:avLst/>
          </a:prstGeom>
        </p:spPr>
        <p:txBody>
          <a:bodyPr anchorCtr="0" anchor="ctr" bIns="91425" lIns="0" spcFirstLastPara="1" rIns="91425" wrap="square" tIns="0">
            <a:noAutofit/>
          </a:bodyPr>
          <a:lstStyle>
            <a:lvl1pPr lvl="0" rtl="0" algn="ctr">
              <a:spcBef>
                <a:spcPts val="0"/>
              </a:spcBef>
              <a:spcAft>
                <a:spcPts val="0"/>
              </a:spcAft>
              <a:buSzPts val="2700"/>
              <a:buNone/>
              <a:defRPr sz="27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cesIAT_title6">
  <p:cSld name="CUSTOM_1_2_2">
    <p:spTree>
      <p:nvGrpSpPr>
        <p:cNvPr id="30" name="Shape 30"/>
        <p:cNvGrpSpPr/>
        <p:nvPr/>
      </p:nvGrpSpPr>
      <p:grpSpPr>
        <a:xfrm>
          <a:off x="0" y="0"/>
          <a:ext cx="0" cy="0"/>
          <a:chOff x="0" y="0"/>
          <a:chExt cx="0" cy="0"/>
        </a:xfrm>
      </p:grpSpPr>
      <p:pic>
        <p:nvPicPr>
          <p:cNvPr id="31" name="Google Shape;31;p8"/>
          <p:cNvPicPr preferRelativeResize="0"/>
          <p:nvPr/>
        </p:nvPicPr>
        <p:blipFill>
          <a:blip r:embed="rId2">
            <a:alphaModFix/>
          </a:blip>
          <a:stretch>
            <a:fillRect/>
          </a:stretch>
        </p:blipFill>
        <p:spPr>
          <a:xfrm>
            <a:off x="0" y="0"/>
            <a:ext cx="9144000" cy="5143500"/>
          </a:xfrm>
          <a:prstGeom prst="rect">
            <a:avLst/>
          </a:prstGeom>
          <a:noFill/>
          <a:ln>
            <a:noFill/>
          </a:ln>
        </p:spPr>
      </p:pic>
      <p:sp>
        <p:nvSpPr>
          <p:cNvPr id="32" name="Google Shape;32;p8"/>
          <p:cNvSpPr txBox="1"/>
          <p:nvPr>
            <p:ph type="title"/>
          </p:nvPr>
        </p:nvSpPr>
        <p:spPr>
          <a:xfrm>
            <a:off x="1459775" y="1577100"/>
            <a:ext cx="6157800" cy="1989300"/>
          </a:xfrm>
          <a:prstGeom prst="rect">
            <a:avLst/>
          </a:prstGeom>
        </p:spPr>
        <p:txBody>
          <a:bodyPr anchorCtr="0" anchor="ctr" bIns="91425" lIns="0" spcFirstLastPara="1" rIns="91425" wrap="square" tIns="0">
            <a:noAutofit/>
          </a:bodyPr>
          <a:lstStyle>
            <a:lvl1pPr lvl="0" rtl="0" algn="ctr">
              <a:spcBef>
                <a:spcPts val="0"/>
              </a:spcBef>
              <a:spcAft>
                <a:spcPts val="0"/>
              </a:spcAft>
              <a:buSzPts val="2700"/>
              <a:buNone/>
              <a:defRPr sz="27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cesIAT_title7">
  <p:cSld name="CUSTOM_1_2_3">
    <p:spTree>
      <p:nvGrpSpPr>
        <p:cNvPr id="33" name="Shape 33"/>
        <p:cNvGrpSpPr/>
        <p:nvPr/>
      </p:nvGrpSpPr>
      <p:grpSpPr>
        <a:xfrm>
          <a:off x="0" y="0"/>
          <a:ext cx="0" cy="0"/>
          <a:chOff x="0" y="0"/>
          <a:chExt cx="0" cy="0"/>
        </a:xfrm>
      </p:grpSpPr>
      <p:pic>
        <p:nvPicPr>
          <p:cNvPr id="34" name="Google Shape;34;p9"/>
          <p:cNvPicPr preferRelativeResize="0"/>
          <p:nvPr/>
        </p:nvPicPr>
        <p:blipFill>
          <a:blip r:embed="rId2">
            <a:alphaModFix/>
          </a:blip>
          <a:stretch>
            <a:fillRect/>
          </a:stretch>
        </p:blipFill>
        <p:spPr>
          <a:xfrm>
            <a:off x="0" y="0"/>
            <a:ext cx="9144000" cy="5143500"/>
          </a:xfrm>
          <a:prstGeom prst="rect">
            <a:avLst/>
          </a:prstGeom>
          <a:noFill/>
          <a:ln>
            <a:noFill/>
          </a:ln>
        </p:spPr>
      </p:pic>
      <p:sp>
        <p:nvSpPr>
          <p:cNvPr id="35" name="Google Shape;35;p9"/>
          <p:cNvSpPr txBox="1"/>
          <p:nvPr>
            <p:ph type="title"/>
          </p:nvPr>
        </p:nvSpPr>
        <p:spPr>
          <a:xfrm>
            <a:off x="1459775" y="1577100"/>
            <a:ext cx="6157800" cy="1989300"/>
          </a:xfrm>
          <a:prstGeom prst="rect">
            <a:avLst/>
          </a:prstGeom>
        </p:spPr>
        <p:txBody>
          <a:bodyPr anchorCtr="0" anchor="ctr" bIns="91425" lIns="0" spcFirstLastPara="1" rIns="91425" wrap="square" tIns="0">
            <a:noAutofit/>
          </a:bodyPr>
          <a:lstStyle>
            <a:lvl1pPr lvl="0" rtl="0" algn="ctr">
              <a:spcBef>
                <a:spcPts val="0"/>
              </a:spcBef>
              <a:spcAft>
                <a:spcPts val="0"/>
              </a:spcAft>
              <a:buSzPts val="2700"/>
              <a:buNone/>
              <a:defRPr sz="27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cesIAT_title8">
  <p:cSld name="CUSTOM_1_2_4">
    <p:spTree>
      <p:nvGrpSpPr>
        <p:cNvPr id="36" name="Shape 36"/>
        <p:cNvGrpSpPr/>
        <p:nvPr/>
      </p:nvGrpSpPr>
      <p:grpSpPr>
        <a:xfrm>
          <a:off x="0" y="0"/>
          <a:ext cx="0" cy="0"/>
          <a:chOff x="0" y="0"/>
          <a:chExt cx="0" cy="0"/>
        </a:xfrm>
      </p:grpSpPr>
      <p:pic>
        <p:nvPicPr>
          <p:cNvPr id="37" name="Google Shape;37;p10"/>
          <p:cNvPicPr preferRelativeResize="0"/>
          <p:nvPr/>
        </p:nvPicPr>
        <p:blipFill>
          <a:blip r:embed="rId2">
            <a:alphaModFix/>
          </a:blip>
          <a:stretch>
            <a:fillRect/>
          </a:stretch>
        </p:blipFill>
        <p:spPr>
          <a:xfrm>
            <a:off x="0" y="0"/>
            <a:ext cx="9144000" cy="5143500"/>
          </a:xfrm>
          <a:prstGeom prst="rect">
            <a:avLst/>
          </a:prstGeom>
          <a:noFill/>
          <a:ln>
            <a:noFill/>
          </a:ln>
        </p:spPr>
      </p:pic>
      <p:sp>
        <p:nvSpPr>
          <p:cNvPr id="38" name="Google Shape;38;p10"/>
          <p:cNvSpPr txBox="1"/>
          <p:nvPr>
            <p:ph type="title"/>
          </p:nvPr>
        </p:nvSpPr>
        <p:spPr>
          <a:xfrm>
            <a:off x="1459775" y="1577100"/>
            <a:ext cx="6157800" cy="1989300"/>
          </a:xfrm>
          <a:prstGeom prst="rect">
            <a:avLst/>
          </a:prstGeom>
        </p:spPr>
        <p:txBody>
          <a:bodyPr anchorCtr="0" anchor="ctr" bIns="91425" lIns="0" spcFirstLastPara="1" rIns="91425" wrap="square" tIns="0">
            <a:noAutofit/>
          </a:bodyPr>
          <a:lstStyle>
            <a:lvl1pPr lvl="0" rtl="0" algn="ctr">
              <a:spcBef>
                <a:spcPts val="0"/>
              </a:spcBef>
              <a:spcAft>
                <a:spcPts val="0"/>
              </a:spcAft>
              <a:buSzPts val="2700"/>
              <a:buNone/>
              <a:defRPr sz="27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cesIAT_title9">
  <p:cSld name="CUSTOM_1_2_5">
    <p:spTree>
      <p:nvGrpSpPr>
        <p:cNvPr id="39" name="Shape 39"/>
        <p:cNvGrpSpPr/>
        <p:nvPr/>
      </p:nvGrpSpPr>
      <p:grpSpPr>
        <a:xfrm>
          <a:off x="0" y="0"/>
          <a:ext cx="0" cy="0"/>
          <a:chOff x="0" y="0"/>
          <a:chExt cx="0" cy="0"/>
        </a:xfrm>
      </p:grpSpPr>
      <p:pic>
        <p:nvPicPr>
          <p:cNvPr id="40" name="Google Shape;40;p11"/>
          <p:cNvPicPr preferRelativeResize="0"/>
          <p:nvPr/>
        </p:nvPicPr>
        <p:blipFill>
          <a:blip r:embed="rId2">
            <a:alphaModFix/>
          </a:blip>
          <a:stretch>
            <a:fillRect/>
          </a:stretch>
        </p:blipFill>
        <p:spPr>
          <a:xfrm>
            <a:off x="0" y="0"/>
            <a:ext cx="9144000" cy="5143500"/>
          </a:xfrm>
          <a:prstGeom prst="rect">
            <a:avLst/>
          </a:prstGeom>
          <a:noFill/>
          <a:ln>
            <a:noFill/>
          </a:ln>
        </p:spPr>
      </p:pic>
      <p:sp>
        <p:nvSpPr>
          <p:cNvPr id="41" name="Google Shape;41;p11"/>
          <p:cNvSpPr txBox="1"/>
          <p:nvPr>
            <p:ph type="title"/>
          </p:nvPr>
        </p:nvSpPr>
        <p:spPr>
          <a:xfrm>
            <a:off x="1459775" y="1577100"/>
            <a:ext cx="6157800" cy="1989300"/>
          </a:xfrm>
          <a:prstGeom prst="rect">
            <a:avLst/>
          </a:prstGeom>
        </p:spPr>
        <p:txBody>
          <a:bodyPr anchorCtr="0" anchor="ctr" bIns="91425" lIns="0" spcFirstLastPara="1" rIns="91425" wrap="square" tIns="0">
            <a:noAutofit/>
          </a:bodyPr>
          <a:lstStyle>
            <a:lvl1pPr lvl="0" rtl="0" algn="ctr">
              <a:spcBef>
                <a:spcPts val="0"/>
              </a:spcBef>
              <a:spcAft>
                <a:spcPts val="0"/>
              </a:spcAft>
              <a:buClr>
                <a:schemeClr val="lt1"/>
              </a:buClr>
              <a:buSzPts val="2700"/>
              <a:buNone/>
              <a:defRPr sz="2700">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cesIAT_title10">
  <p:cSld name="CUSTOM_1_2_4_1">
    <p:spTree>
      <p:nvGrpSpPr>
        <p:cNvPr id="42" name="Shape 42"/>
        <p:cNvGrpSpPr/>
        <p:nvPr/>
      </p:nvGrpSpPr>
      <p:grpSpPr>
        <a:xfrm>
          <a:off x="0" y="0"/>
          <a:ext cx="0" cy="0"/>
          <a:chOff x="0" y="0"/>
          <a:chExt cx="0" cy="0"/>
        </a:xfrm>
      </p:grpSpPr>
      <p:pic>
        <p:nvPicPr>
          <p:cNvPr id="43" name="Google Shape;43;p12"/>
          <p:cNvPicPr preferRelativeResize="0"/>
          <p:nvPr/>
        </p:nvPicPr>
        <p:blipFill>
          <a:blip r:embed="rId2">
            <a:alphaModFix/>
          </a:blip>
          <a:stretch>
            <a:fillRect/>
          </a:stretch>
        </p:blipFill>
        <p:spPr>
          <a:xfrm>
            <a:off x="0" y="0"/>
            <a:ext cx="9144000" cy="5143500"/>
          </a:xfrm>
          <a:prstGeom prst="rect">
            <a:avLst/>
          </a:prstGeom>
          <a:noFill/>
          <a:ln>
            <a:noFill/>
          </a:ln>
        </p:spPr>
      </p:pic>
      <p:sp>
        <p:nvSpPr>
          <p:cNvPr id="44" name="Google Shape;44;p12"/>
          <p:cNvSpPr txBox="1"/>
          <p:nvPr>
            <p:ph type="title"/>
          </p:nvPr>
        </p:nvSpPr>
        <p:spPr>
          <a:xfrm>
            <a:off x="1459775" y="1577100"/>
            <a:ext cx="6157800" cy="1989300"/>
          </a:xfrm>
          <a:prstGeom prst="rect">
            <a:avLst/>
          </a:prstGeom>
        </p:spPr>
        <p:txBody>
          <a:bodyPr anchorCtr="0" anchor="ctr" bIns="91425" lIns="0" spcFirstLastPara="1" rIns="91425" wrap="square" tIns="0">
            <a:noAutofit/>
          </a:bodyPr>
          <a:lstStyle>
            <a:lvl1pPr lvl="0" rtl="0" algn="ctr">
              <a:spcBef>
                <a:spcPts val="0"/>
              </a:spcBef>
              <a:spcAft>
                <a:spcPts val="0"/>
              </a:spcAft>
              <a:buSzPts val="2700"/>
              <a:buNone/>
              <a:defRPr sz="27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_2">
    <p:spTree>
      <p:nvGrpSpPr>
        <p:cNvPr id="45" name="Shape 45"/>
        <p:cNvGrpSpPr/>
        <p:nvPr/>
      </p:nvGrpSpPr>
      <p:grpSpPr>
        <a:xfrm>
          <a:off x="0" y="0"/>
          <a:ext cx="0" cy="0"/>
          <a:chOff x="0" y="0"/>
          <a:chExt cx="0" cy="0"/>
        </a:xfrm>
      </p:grpSpPr>
      <p:pic>
        <p:nvPicPr>
          <p:cNvPr id="46" name="Google Shape;46;p13"/>
          <p:cNvPicPr preferRelativeResize="0"/>
          <p:nvPr/>
        </p:nvPicPr>
        <p:blipFill>
          <a:blip r:embed="rId2">
            <a:alphaModFix/>
          </a:blip>
          <a:stretch>
            <a:fillRect/>
          </a:stretch>
        </p:blipFill>
        <p:spPr>
          <a:xfrm>
            <a:off x="0" y="0"/>
            <a:ext cx="9144000" cy="5143500"/>
          </a:xfrm>
          <a:prstGeom prst="rect">
            <a:avLst/>
          </a:prstGeom>
          <a:noFill/>
          <a:ln>
            <a:noFill/>
          </a:ln>
        </p:spPr>
      </p:pic>
      <p:sp>
        <p:nvSpPr>
          <p:cNvPr id="47" name="Google Shape;47;p13"/>
          <p:cNvSpPr txBox="1"/>
          <p:nvPr>
            <p:ph idx="1" type="body"/>
          </p:nvPr>
        </p:nvSpPr>
        <p:spPr>
          <a:xfrm>
            <a:off x="3221800" y="2282950"/>
            <a:ext cx="5545500" cy="2655000"/>
          </a:xfrm>
          <a:prstGeom prst="rect">
            <a:avLst/>
          </a:prstGeom>
        </p:spPr>
        <p:txBody>
          <a:bodyPr anchorCtr="0" anchor="t" bIns="0" lIns="0" spcFirstLastPara="1" rIns="91425" wrap="square" tIns="0">
            <a:noAutofit/>
          </a:bodyPr>
          <a:lstStyle>
            <a:lvl1pPr indent="-381000" lvl="0" marL="457200" rtl="0">
              <a:lnSpc>
                <a:spcPct val="115000"/>
              </a:lnSpc>
              <a:spcBef>
                <a:spcPts val="0"/>
              </a:spcBef>
              <a:spcAft>
                <a:spcPts val="0"/>
              </a:spcAft>
              <a:buClr>
                <a:schemeClr val="dk1"/>
              </a:buClr>
              <a:buSzPts val="2400"/>
              <a:buFont typeface="Poppins"/>
              <a:buChar char="●"/>
              <a:defRPr sz="2400">
                <a:solidFill>
                  <a:schemeClr val="dk1"/>
                </a:solidFill>
                <a:latin typeface="Poppins"/>
                <a:ea typeface="Poppins"/>
                <a:cs typeface="Poppins"/>
                <a:sym typeface="Poppins"/>
              </a:defRPr>
            </a:lvl1pPr>
            <a:lvl2pPr indent="-342900" lvl="1" marL="914400" rtl="0">
              <a:lnSpc>
                <a:spcPct val="115000"/>
              </a:lnSpc>
              <a:spcBef>
                <a:spcPts val="16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04800" lvl="2" marL="1371600" rtl="0">
              <a:lnSpc>
                <a:spcPct val="115000"/>
              </a:lnSpc>
              <a:spcBef>
                <a:spcPts val="1600"/>
              </a:spcBef>
              <a:spcAft>
                <a:spcPts val="0"/>
              </a:spcAft>
              <a:buClr>
                <a:schemeClr val="dk1"/>
              </a:buClr>
              <a:buSzPts val="1200"/>
              <a:buFont typeface="Poppins"/>
              <a:buChar char="■"/>
              <a:defRPr sz="1200">
                <a:solidFill>
                  <a:schemeClr val="dk1"/>
                </a:solidFill>
                <a:latin typeface="Poppins"/>
                <a:ea typeface="Poppins"/>
                <a:cs typeface="Poppins"/>
                <a:sym typeface="Poppins"/>
              </a:defRPr>
            </a:lvl3pPr>
            <a:lvl4pPr indent="-292100" lvl="3" marL="1828800" rtl="0">
              <a:lnSpc>
                <a:spcPct val="115000"/>
              </a:lnSpc>
              <a:spcBef>
                <a:spcPts val="1600"/>
              </a:spcBef>
              <a:spcAft>
                <a:spcPts val="0"/>
              </a:spcAft>
              <a:buClr>
                <a:schemeClr val="dk1"/>
              </a:buClr>
              <a:buSzPts val="1000"/>
              <a:buFont typeface="Poppins"/>
              <a:buChar char="●"/>
              <a:defRPr sz="1000">
                <a:solidFill>
                  <a:schemeClr val="dk1"/>
                </a:solidFill>
                <a:latin typeface="Poppins"/>
                <a:ea typeface="Poppins"/>
                <a:cs typeface="Poppins"/>
                <a:sym typeface="Poppins"/>
              </a:defRPr>
            </a:lvl4pPr>
            <a:lvl5pPr indent="-279400" lvl="4" marL="2286000" rtl="0">
              <a:lnSpc>
                <a:spcPct val="115000"/>
              </a:lnSpc>
              <a:spcBef>
                <a:spcPts val="1600"/>
              </a:spcBef>
              <a:spcAft>
                <a:spcPts val="0"/>
              </a:spcAft>
              <a:buClr>
                <a:schemeClr val="dk1"/>
              </a:buClr>
              <a:buSzPts val="800"/>
              <a:buFont typeface="Poppins"/>
              <a:buChar char="○"/>
              <a:defRPr sz="800">
                <a:solidFill>
                  <a:schemeClr val="dk1"/>
                </a:solidFill>
                <a:latin typeface="Poppins"/>
                <a:ea typeface="Poppins"/>
                <a:cs typeface="Poppins"/>
                <a:sym typeface="Poppins"/>
              </a:defRPr>
            </a:lvl5pPr>
            <a:lvl6pPr indent="-317500" lvl="5" marL="2743200" rtl="0">
              <a:lnSpc>
                <a:spcPct val="115000"/>
              </a:lnSpc>
              <a:spcBef>
                <a:spcPts val="1600"/>
              </a:spcBef>
              <a:spcAft>
                <a:spcPts val="0"/>
              </a:spcAft>
              <a:buClr>
                <a:schemeClr val="dk1"/>
              </a:buClr>
              <a:buSzPts val="1400"/>
              <a:buFont typeface="Poppins"/>
              <a:buChar char="■"/>
              <a:defRPr>
                <a:solidFill>
                  <a:schemeClr val="dk1"/>
                </a:solidFill>
                <a:latin typeface="Poppins"/>
                <a:ea typeface="Poppins"/>
                <a:cs typeface="Poppins"/>
                <a:sym typeface="Poppins"/>
              </a:defRPr>
            </a:lvl6pPr>
            <a:lvl7pPr indent="-317500" lvl="6" marL="3200400" rtl="0">
              <a:lnSpc>
                <a:spcPct val="115000"/>
              </a:lnSpc>
              <a:spcBef>
                <a:spcPts val="1600"/>
              </a:spcBef>
              <a:spcAft>
                <a:spcPts val="0"/>
              </a:spcAft>
              <a:buClr>
                <a:schemeClr val="dk1"/>
              </a:buClr>
              <a:buSzPts val="1400"/>
              <a:buFont typeface="Poppins"/>
              <a:buChar char="●"/>
              <a:defRPr>
                <a:solidFill>
                  <a:schemeClr val="dk1"/>
                </a:solidFill>
                <a:latin typeface="Poppins"/>
                <a:ea typeface="Poppins"/>
                <a:cs typeface="Poppins"/>
                <a:sym typeface="Poppins"/>
              </a:defRPr>
            </a:lvl7pPr>
            <a:lvl8pPr indent="-317500" lvl="7" marL="3657600" rtl="0">
              <a:lnSpc>
                <a:spcPct val="115000"/>
              </a:lnSpc>
              <a:spcBef>
                <a:spcPts val="1600"/>
              </a:spcBef>
              <a:spcAft>
                <a:spcPts val="0"/>
              </a:spcAft>
              <a:buClr>
                <a:schemeClr val="dk1"/>
              </a:buClr>
              <a:buSzPts val="1400"/>
              <a:buFont typeface="Poppins"/>
              <a:buChar char="○"/>
              <a:defRPr>
                <a:solidFill>
                  <a:schemeClr val="dk1"/>
                </a:solidFill>
                <a:latin typeface="Poppins"/>
                <a:ea typeface="Poppins"/>
                <a:cs typeface="Poppins"/>
                <a:sym typeface="Poppins"/>
              </a:defRPr>
            </a:lvl8pPr>
            <a:lvl9pPr indent="-317500" lvl="8" marL="4114800" rtl="0">
              <a:lnSpc>
                <a:spcPct val="115000"/>
              </a:lnSpc>
              <a:spcBef>
                <a:spcPts val="1600"/>
              </a:spcBef>
              <a:spcAft>
                <a:spcPts val="1600"/>
              </a:spcAft>
              <a:buClr>
                <a:schemeClr val="dk1"/>
              </a:buClr>
              <a:buSzPts val="1400"/>
              <a:buFont typeface="Poppins"/>
              <a:buChar char="■"/>
              <a:defRPr>
                <a:solidFill>
                  <a:schemeClr val="dk1"/>
                </a:solidFill>
                <a:latin typeface="Poppins"/>
                <a:ea typeface="Poppins"/>
                <a:cs typeface="Poppins"/>
                <a:sym typeface="Poppins"/>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Cover Option 1">
  <p:cSld name="TITLE_2_1_1_1">
    <p:bg>
      <p:bgPr>
        <a:solidFill>
          <a:srgbClr val="34E0A1"/>
        </a:solidFill>
      </p:bgPr>
    </p:bg>
    <p:spTree>
      <p:nvGrpSpPr>
        <p:cNvPr id="48" name="Shape 48"/>
        <p:cNvGrpSpPr/>
        <p:nvPr/>
      </p:nvGrpSpPr>
      <p:grpSpPr>
        <a:xfrm>
          <a:off x="0" y="0"/>
          <a:ext cx="0" cy="0"/>
          <a:chOff x="0" y="0"/>
          <a:chExt cx="0" cy="0"/>
        </a:xfrm>
      </p:grpSpPr>
      <p:pic>
        <p:nvPicPr>
          <p:cNvPr id="49" name="Google Shape;49;p14"/>
          <p:cNvPicPr preferRelativeResize="0"/>
          <p:nvPr/>
        </p:nvPicPr>
        <p:blipFill rotWithShape="1">
          <a:blip r:embed="rId2">
            <a:alphaModFix/>
          </a:blip>
          <a:srcRect b="377" l="0" r="0" t="377"/>
          <a:stretch/>
        </p:blipFill>
        <p:spPr>
          <a:xfrm>
            <a:off x="402925" y="4423975"/>
            <a:ext cx="1704201" cy="362650"/>
          </a:xfrm>
          <a:prstGeom prst="rect">
            <a:avLst/>
          </a:prstGeom>
          <a:noFill/>
          <a:ln>
            <a:noFill/>
          </a:ln>
        </p:spPr>
      </p:pic>
      <p:sp>
        <p:nvSpPr>
          <p:cNvPr id="50" name="Google Shape;50;p14"/>
          <p:cNvSpPr txBox="1"/>
          <p:nvPr>
            <p:ph type="title"/>
          </p:nvPr>
        </p:nvSpPr>
        <p:spPr>
          <a:xfrm>
            <a:off x="402935" y="755550"/>
            <a:ext cx="6681900" cy="3267000"/>
          </a:xfrm>
          <a:prstGeom prst="rect">
            <a:avLst/>
          </a:prstGeom>
        </p:spPr>
        <p:txBody>
          <a:bodyPr anchorCtr="0" anchor="t" bIns="0" lIns="0" spcFirstLastPara="1" rIns="0" wrap="square" tIns="0">
            <a:noAutofit/>
          </a:bodyPr>
          <a:lstStyle>
            <a:lvl1pPr lvl="0" rtl="0">
              <a:lnSpc>
                <a:spcPct val="75000"/>
              </a:lnSpc>
              <a:spcBef>
                <a:spcPts val="0"/>
              </a:spcBef>
              <a:spcAft>
                <a:spcPts val="0"/>
              </a:spcAft>
              <a:buSzPts val="6000"/>
              <a:buFont typeface="Poppins"/>
              <a:buNone/>
              <a:defRPr sz="6000">
                <a:latin typeface="Poppins"/>
                <a:ea typeface="Poppins"/>
                <a:cs typeface="Poppins"/>
                <a:sym typeface="Poppins"/>
              </a:defRPr>
            </a:lvl1pPr>
            <a:lvl2pPr lvl="1" rtl="0">
              <a:lnSpc>
                <a:spcPct val="75000"/>
              </a:lnSpc>
              <a:spcBef>
                <a:spcPts val="0"/>
              </a:spcBef>
              <a:spcAft>
                <a:spcPts val="0"/>
              </a:spcAft>
              <a:buSzPts val="2800"/>
              <a:buNone/>
              <a:defRPr/>
            </a:lvl2pPr>
            <a:lvl3pPr lvl="2" rtl="0">
              <a:lnSpc>
                <a:spcPct val="75000"/>
              </a:lnSpc>
              <a:spcBef>
                <a:spcPts val="0"/>
              </a:spcBef>
              <a:spcAft>
                <a:spcPts val="0"/>
              </a:spcAft>
              <a:buSzPts val="2800"/>
              <a:buNone/>
              <a:defRPr/>
            </a:lvl3pPr>
            <a:lvl4pPr lvl="3" rtl="0">
              <a:lnSpc>
                <a:spcPct val="75000"/>
              </a:lnSpc>
              <a:spcBef>
                <a:spcPts val="0"/>
              </a:spcBef>
              <a:spcAft>
                <a:spcPts val="0"/>
              </a:spcAft>
              <a:buSzPts val="2800"/>
              <a:buNone/>
              <a:defRPr/>
            </a:lvl4pPr>
            <a:lvl5pPr lvl="4" rtl="0">
              <a:lnSpc>
                <a:spcPct val="75000"/>
              </a:lnSpc>
              <a:spcBef>
                <a:spcPts val="0"/>
              </a:spcBef>
              <a:spcAft>
                <a:spcPts val="0"/>
              </a:spcAft>
              <a:buSzPts val="2800"/>
              <a:buNone/>
              <a:defRPr/>
            </a:lvl5pPr>
            <a:lvl6pPr lvl="5" rtl="0">
              <a:lnSpc>
                <a:spcPct val="75000"/>
              </a:lnSpc>
              <a:spcBef>
                <a:spcPts val="0"/>
              </a:spcBef>
              <a:spcAft>
                <a:spcPts val="0"/>
              </a:spcAft>
              <a:buSzPts val="2800"/>
              <a:buNone/>
              <a:defRPr/>
            </a:lvl6pPr>
            <a:lvl7pPr lvl="6" rtl="0">
              <a:lnSpc>
                <a:spcPct val="75000"/>
              </a:lnSpc>
              <a:spcBef>
                <a:spcPts val="0"/>
              </a:spcBef>
              <a:spcAft>
                <a:spcPts val="0"/>
              </a:spcAft>
              <a:buSzPts val="2800"/>
              <a:buNone/>
              <a:defRPr/>
            </a:lvl7pPr>
            <a:lvl8pPr lvl="7" rtl="0">
              <a:lnSpc>
                <a:spcPct val="75000"/>
              </a:lnSpc>
              <a:spcBef>
                <a:spcPts val="0"/>
              </a:spcBef>
              <a:spcAft>
                <a:spcPts val="0"/>
              </a:spcAft>
              <a:buSzPts val="2800"/>
              <a:buNone/>
              <a:defRPr/>
            </a:lvl8pPr>
            <a:lvl9pPr lvl="8" rtl="0">
              <a:lnSpc>
                <a:spcPct val="75000"/>
              </a:lnSpc>
              <a:spcBef>
                <a:spcPts val="0"/>
              </a:spcBef>
              <a:spcAft>
                <a:spcPts val="0"/>
              </a:spcAft>
              <a:buSzPts val="2800"/>
              <a:buNone/>
              <a:defRPr/>
            </a:lvl9pPr>
          </a:lstStyle>
          <a:p/>
        </p:txBody>
      </p:sp>
      <p:sp>
        <p:nvSpPr>
          <p:cNvPr id="51" name="Google Shape;51;p14"/>
          <p:cNvSpPr txBox="1"/>
          <p:nvPr>
            <p:ph idx="1" type="subTitle"/>
          </p:nvPr>
        </p:nvSpPr>
        <p:spPr>
          <a:xfrm>
            <a:off x="402935" y="411150"/>
            <a:ext cx="3711900" cy="344400"/>
          </a:xfrm>
          <a:prstGeom prst="rect">
            <a:avLst/>
          </a:prstGeom>
        </p:spPr>
        <p:txBody>
          <a:bodyPr anchorCtr="0" anchor="t" bIns="0" lIns="0" spcFirstLastPara="1" rIns="0" wrap="square" tIns="0">
            <a:noAutofit/>
          </a:bodyPr>
          <a:lstStyle>
            <a:lvl1pPr lvl="0" rtl="0">
              <a:spcBef>
                <a:spcPts val="0"/>
              </a:spcBef>
              <a:spcAft>
                <a:spcPts val="0"/>
              </a:spcAft>
              <a:buClr>
                <a:schemeClr val="dk1"/>
              </a:buClr>
              <a:buSzPts val="1000"/>
              <a:buFont typeface="Roboto Mono"/>
              <a:buNone/>
              <a:defRPr sz="1000">
                <a:solidFill>
                  <a:schemeClr val="dk1"/>
                </a:solidFill>
                <a:latin typeface="Roboto Mono"/>
                <a:ea typeface="Roboto Mono"/>
                <a:cs typeface="Roboto Mono"/>
                <a:sym typeface="Roboto Mono"/>
              </a:defRPr>
            </a:lvl1pPr>
            <a:lvl2pPr lvl="1" rtl="0">
              <a:spcBef>
                <a:spcPts val="1600"/>
              </a:spcBef>
              <a:spcAft>
                <a:spcPts val="0"/>
              </a:spcAft>
              <a:buClr>
                <a:schemeClr val="dk1"/>
              </a:buClr>
              <a:buSzPts val="1100"/>
              <a:buFont typeface="Roboto Mono"/>
              <a:buNone/>
              <a:defRPr sz="1100">
                <a:solidFill>
                  <a:schemeClr val="dk1"/>
                </a:solidFill>
                <a:latin typeface="Roboto Mono"/>
                <a:ea typeface="Roboto Mono"/>
                <a:cs typeface="Roboto Mono"/>
                <a:sym typeface="Roboto Mono"/>
              </a:defRPr>
            </a:lvl2pPr>
            <a:lvl3pPr lvl="2" rtl="0">
              <a:spcBef>
                <a:spcPts val="1600"/>
              </a:spcBef>
              <a:spcAft>
                <a:spcPts val="0"/>
              </a:spcAft>
              <a:buClr>
                <a:schemeClr val="dk1"/>
              </a:buClr>
              <a:buSzPts val="1100"/>
              <a:buFont typeface="Roboto Mono"/>
              <a:buNone/>
              <a:defRPr sz="1100">
                <a:solidFill>
                  <a:schemeClr val="dk1"/>
                </a:solidFill>
                <a:latin typeface="Roboto Mono"/>
                <a:ea typeface="Roboto Mono"/>
                <a:cs typeface="Roboto Mono"/>
                <a:sym typeface="Roboto Mono"/>
              </a:defRPr>
            </a:lvl3pPr>
            <a:lvl4pPr lvl="3" rtl="0">
              <a:spcBef>
                <a:spcPts val="1600"/>
              </a:spcBef>
              <a:spcAft>
                <a:spcPts val="0"/>
              </a:spcAft>
              <a:buClr>
                <a:schemeClr val="dk1"/>
              </a:buClr>
              <a:buSzPts val="1100"/>
              <a:buFont typeface="Roboto Mono"/>
              <a:buNone/>
              <a:defRPr sz="1100">
                <a:solidFill>
                  <a:schemeClr val="dk1"/>
                </a:solidFill>
                <a:latin typeface="Roboto Mono"/>
                <a:ea typeface="Roboto Mono"/>
                <a:cs typeface="Roboto Mono"/>
                <a:sym typeface="Roboto Mono"/>
              </a:defRPr>
            </a:lvl4pPr>
            <a:lvl5pPr lvl="4" rtl="0">
              <a:spcBef>
                <a:spcPts val="1600"/>
              </a:spcBef>
              <a:spcAft>
                <a:spcPts val="0"/>
              </a:spcAft>
              <a:buClr>
                <a:schemeClr val="dk1"/>
              </a:buClr>
              <a:buSzPts val="1100"/>
              <a:buFont typeface="Roboto Mono"/>
              <a:buNone/>
              <a:defRPr sz="1100">
                <a:solidFill>
                  <a:schemeClr val="dk1"/>
                </a:solidFill>
                <a:latin typeface="Roboto Mono"/>
                <a:ea typeface="Roboto Mono"/>
                <a:cs typeface="Roboto Mono"/>
                <a:sym typeface="Roboto Mono"/>
              </a:defRPr>
            </a:lvl5pPr>
            <a:lvl6pPr lvl="5" rtl="0">
              <a:spcBef>
                <a:spcPts val="1600"/>
              </a:spcBef>
              <a:spcAft>
                <a:spcPts val="0"/>
              </a:spcAft>
              <a:buClr>
                <a:schemeClr val="dk1"/>
              </a:buClr>
              <a:buSzPts val="1100"/>
              <a:buFont typeface="Roboto Mono"/>
              <a:buNone/>
              <a:defRPr sz="1100">
                <a:solidFill>
                  <a:schemeClr val="dk1"/>
                </a:solidFill>
                <a:latin typeface="Roboto Mono"/>
                <a:ea typeface="Roboto Mono"/>
                <a:cs typeface="Roboto Mono"/>
                <a:sym typeface="Roboto Mono"/>
              </a:defRPr>
            </a:lvl6pPr>
            <a:lvl7pPr lvl="6" rtl="0">
              <a:spcBef>
                <a:spcPts val="1600"/>
              </a:spcBef>
              <a:spcAft>
                <a:spcPts val="0"/>
              </a:spcAft>
              <a:buClr>
                <a:schemeClr val="dk1"/>
              </a:buClr>
              <a:buSzPts val="1100"/>
              <a:buFont typeface="Roboto Mono"/>
              <a:buNone/>
              <a:defRPr sz="1100">
                <a:solidFill>
                  <a:schemeClr val="dk1"/>
                </a:solidFill>
                <a:latin typeface="Roboto Mono"/>
                <a:ea typeface="Roboto Mono"/>
                <a:cs typeface="Roboto Mono"/>
                <a:sym typeface="Roboto Mono"/>
              </a:defRPr>
            </a:lvl7pPr>
            <a:lvl8pPr lvl="7" rtl="0">
              <a:spcBef>
                <a:spcPts val="1600"/>
              </a:spcBef>
              <a:spcAft>
                <a:spcPts val="0"/>
              </a:spcAft>
              <a:buClr>
                <a:schemeClr val="dk1"/>
              </a:buClr>
              <a:buSzPts val="1100"/>
              <a:buFont typeface="Roboto Mono"/>
              <a:buNone/>
              <a:defRPr sz="1100">
                <a:solidFill>
                  <a:schemeClr val="dk1"/>
                </a:solidFill>
                <a:latin typeface="Roboto Mono"/>
                <a:ea typeface="Roboto Mono"/>
                <a:cs typeface="Roboto Mono"/>
                <a:sym typeface="Roboto Mono"/>
              </a:defRPr>
            </a:lvl8pPr>
            <a:lvl9pPr lvl="8" rtl="0">
              <a:spcBef>
                <a:spcPts val="1600"/>
              </a:spcBef>
              <a:spcAft>
                <a:spcPts val="1600"/>
              </a:spcAft>
              <a:buClr>
                <a:schemeClr val="dk1"/>
              </a:buClr>
              <a:buSzPts val="1100"/>
              <a:buFont typeface="Roboto Mono"/>
              <a:buNone/>
              <a:defRPr sz="1100">
                <a:solidFill>
                  <a:schemeClr val="dk1"/>
                </a:solidFill>
                <a:latin typeface="Roboto Mono"/>
                <a:ea typeface="Roboto Mono"/>
                <a:cs typeface="Roboto Mono"/>
                <a:sym typeface="Roboto Mono"/>
              </a:defRPr>
            </a:lvl9pPr>
          </a:lstStyle>
          <a:p/>
        </p:txBody>
      </p:sp>
    </p:spTree>
  </p:cSld>
  <p:clrMapOvr>
    <a:masterClrMapping/>
  </p:clrMapOvr>
  <p:extLst>
    <p:ext uri="{DCECCB84-F9BA-43D5-87BE-67443E8EF086}">
      <p15:sldGuideLst>
        <p15:guide id="1" orient="horz" pos="3240">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Cover Option 2">
  <p:cSld name="TITLE_2_1_1_1_3">
    <p:bg>
      <p:bgPr>
        <a:solidFill>
          <a:srgbClr val="004F35"/>
        </a:solidFill>
      </p:bgPr>
    </p:bg>
    <p:spTree>
      <p:nvGrpSpPr>
        <p:cNvPr id="52" name="Shape 52"/>
        <p:cNvGrpSpPr/>
        <p:nvPr/>
      </p:nvGrpSpPr>
      <p:grpSpPr>
        <a:xfrm>
          <a:off x="0" y="0"/>
          <a:ext cx="0" cy="0"/>
          <a:chOff x="0" y="0"/>
          <a:chExt cx="0" cy="0"/>
        </a:xfrm>
      </p:grpSpPr>
      <p:sp>
        <p:nvSpPr>
          <p:cNvPr id="53" name="Google Shape;53;p15"/>
          <p:cNvSpPr txBox="1"/>
          <p:nvPr>
            <p:ph type="title"/>
          </p:nvPr>
        </p:nvSpPr>
        <p:spPr>
          <a:xfrm>
            <a:off x="402919" y="956263"/>
            <a:ext cx="6682500" cy="3267000"/>
          </a:xfrm>
          <a:prstGeom prst="rect">
            <a:avLst/>
          </a:prstGeom>
        </p:spPr>
        <p:txBody>
          <a:bodyPr anchorCtr="0" anchor="t" bIns="0" lIns="0" spcFirstLastPara="1" rIns="0" wrap="square" tIns="0">
            <a:noAutofit/>
          </a:bodyPr>
          <a:lstStyle>
            <a:lvl1pPr lvl="0" rtl="0">
              <a:lnSpc>
                <a:spcPct val="75000"/>
              </a:lnSpc>
              <a:spcBef>
                <a:spcPts val="0"/>
              </a:spcBef>
              <a:spcAft>
                <a:spcPts val="0"/>
              </a:spcAft>
              <a:buClr>
                <a:schemeClr val="lt1"/>
              </a:buClr>
              <a:buSzPts val="6000"/>
              <a:buFont typeface="Poppins"/>
              <a:buNone/>
              <a:defRPr sz="6000">
                <a:solidFill>
                  <a:schemeClr val="lt1"/>
                </a:solidFill>
                <a:latin typeface="Poppins"/>
                <a:ea typeface="Poppins"/>
                <a:cs typeface="Poppins"/>
                <a:sym typeface="Poppins"/>
              </a:defRPr>
            </a:lvl1pPr>
            <a:lvl2pPr lvl="1" rtl="0">
              <a:lnSpc>
                <a:spcPct val="75000"/>
              </a:lnSpc>
              <a:spcBef>
                <a:spcPts val="0"/>
              </a:spcBef>
              <a:spcAft>
                <a:spcPts val="0"/>
              </a:spcAft>
              <a:buSzPts val="2800"/>
              <a:buNone/>
              <a:defRPr/>
            </a:lvl2pPr>
            <a:lvl3pPr lvl="2" rtl="0">
              <a:lnSpc>
                <a:spcPct val="75000"/>
              </a:lnSpc>
              <a:spcBef>
                <a:spcPts val="0"/>
              </a:spcBef>
              <a:spcAft>
                <a:spcPts val="0"/>
              </a:spcAft>
              <a:buSzPts val="2800"/>
              <a:buNone/>
              <a:defRPr/>
            </a:lvl3pPr>
            <a:lvl4pPr lvl="3" rtl="0">
              <a:lnSpc>
                <a:spcPct val="75000"/>
              </a:lnSpc>
              <a:spcBef>
                <a:spcPts val="0"/>
              </a:spcBef>
              <a:spcAft>
                <a:spcPts val="0"/>
              </a:spcAft>
              <a:buSzPts val="2800"/>
              <a:buNone/>
              <a:defRPr/>
            </a:lvl4pPr>
            <a:lvl5pPr lvl="4" rtl="0">
              <a:lnSpc>
                <a:spcPct val="75000"/>
              </a:lnSpc>
              <a:spcBef>
                <a:spcPts val="0"/>
              </a:spcBef>
              <a:spcAft>
                <a:spcPts val="0"/>
              </a:spcAft>
              <a:buSzPts val="2800"/>
              <a:buNone/>
              <a:defRPr/>
            </a:lvl5pPr>
            <a:lvl6pPr lvl="5" rtl="0">
              <a:lnSpc>
                <a:spcPct val="75000"/>
              </a:lnSpc>
              <a:spcBef>
                <a:spcPts val="0"/>
              </a:spcBef>
              <a:spcAft>
                <a:spcPts val="0"/>
              </a:spcAft>
              <a:buSzPts val="2800"/>
              <a:buNone/>
              <a:defRPr/>
            </a:lvl6pPr>
            <a:lvl7pPr lvl="6" rtl="0">
              <a:lnSpc>
                <a:spcPct val="75000"/>
              </a:lnSpc>
              <a:spcBef>
                <a:spcPts val="0"/>
              </a:spcBef>
              <a:spcAft>
                <a:spcPts val="0"/>
              </a:spcAft>
              <a:buSzPts val="2800"/>
              <a:buNone/>
              <a:defRPr/>
            </a:lvl7pPr>
            <a:lvl8pPr lvl="7" rtl="0">
              <a:lnSpc>
                <a:spcPct val="75000"/>
              </a:lnSpc>
              <a:spcBef>
                <a:spcPts val="0"/>
              </a:spcBef>
              <a:spcAft>
                <a:spcPts val="0"/>
              </a:spcAft>
              <a:buSzPts val="2800"/>
              <a:buNone/>
              <a:defRPr/>
            </a:lvl8pPr>
            <a:lvl9pPr lvl="8" rtl="0">
              <a:lnSpc>
                <a:spcPct val="75000"/>
              </a:lnSpc>
              <a:spcBef>
                <a:spcPts val="0"/>
              </a:spcBef>
              <a:spcAft>
                <a:spcPts val="0"/>
              </a:spcAft>
              <a:buSzPts val="2800"/>
              <a:buNone/>
              <a:defRPr/>
            </a:lvl9pPr>
          </a:lstStyle>
          <a:p/>
        </p:txBody>
      </p:sp>
      <p:sp>
        <p:nvSpPr>
          <p:cNvPr id="54" name="Google Shape;54;p15"/>
          <p:cNvSpPr txBox="1"/>
          <p:nvPr>
            <p:ph idx="1" type="subTitle"/>
          </p:nvPr>
        </p:nvSpPr>
        <p:spPr>
          <a:xfrm>
            <a:off x="402919" y="411150"/>
            <a:ext cx="3710100" cy="3444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1000"/>
              <a:buFont typeface="Roboto Mono"/>
              <a:buNone/>
              <a:defRPr sz="1000">
                <a:solidFill>
                  <a:schemeClr val="lt1"/>
                </a:solidFill>
                <a:latin typeface="Roboto Mono"/>
                <a:ea typeface="Roboto Mono"/>
                <a:cs typeface="Roboto Mono"/>
                <a:sym typeface="Roboto Mono"/>
              </a:defRPr>
            </a:lvl1pPr>
            <a:lvl2pPr lvl="1" rtl="0">
              <a:spcBef>
                <a:spcPts val="1600"/>
              </a:spcBef>
              <a:spcAft>
                <a:spcPts val="0"/>
              </a:spcAft>
              <a:buSzPts val="1100"/>
              <a:buFont typeface="Roboto Mono"/>
              <a:buNone/>
              <a:defRPr sz="1100">
                <a:latin typeface="Roboto Mono"/>
                <a:ea typeface="Roboto Mono"/>
                <a:cs typeface="Roboto Mono"/>
                <a:sym typeface="Roboto Mono"/>
              </a:defRPr>
            </a:lvl2pPr>
            <a:lvl3pPr lvl="2" rtl="0">
              <a:spcBef>
                <a:spcPts val="1600"/>
              </a:spcBef>
              <a:spcAft>
                <a:spcPts val="0"/>
              </a:spcAft>
              <a:buSzPts val="1100"/>
              <a:buFont typeface="Roboto Mono"/>
              <a:buNone/>
              <a:defRPr sz="1100">
                <a:latin typeface="Roboto Mono"/>
                <a:ea typeface="Roboto Mono"/>
                <a:cs typeface="Roboto Mono"/>
                <a:sym typeface="Roboto Mono"/>
              </a:defRPr>
            </a:lvl3pPr>
            <a:lvl4pPr lvl="3" rtl="0">
              <a:spcBef>
                <a:spcPts val="1600"/>
              </a:spcBef>
              <a:spcAft>
                <a:spcPts val="0"/>
              </a:spcAft>
              <a:buSzPts val="1100"/>
              <a:buFont typeface="Roboto Mono"/>
              <a:buNone/>
              <a:defRPr sz="1100">
                <a:latin typeface="Roboto Mono"/>
                <a:ea typeface="Roboto Mono"/>
                <a:cs typeface="Roboto Mono"/>
                <a:sym typeface="Roboto Mono"/>
              </a:defRPr>
            </a:lvl4pPr>
            <a:lvl5pPr lvl="4" rtl="0">
              <a:spcBef>
                <a:spcPts val="1600"/>
              </a:spcBef>
              <a:spcAft>
                <a:spcPts val="0"/>
              </a:spcAft>
              <a:buSzPts val="1100"/>
              <a:buFont typeface="Roboto Mono"/>
              <a:buNone/>
              <a:defRPr sz="1100">
                <a:latin typeface="Roboto Mono"/>
                <a:ea typeface="Roboto Mono"/>
                <a:cs typeface="Roboto Mono"/>
                <a:sym typeface="Roboto Mono"/>
              </a:defRPr>
            </a:lvl5pPr>
            <a:lvl6pPr lvl="5" rtl="0">
              <a:spcBef>
                <a:spcPts val="1600"/>
              </a:spcBef>
              <a:spcAft>
                <a:spcPts val="0"/>
              </a:spcAft>
              <a:buSzPts val="1100"/>
              <a:buFont typeface="Roboto Mono"/>
              <a:buNone/>
              <a:defRPr sz="1100">
                <a:latin typeface="Roboto Mono"/>
                <a:ea typeface="Roboto Mono"/>
                <a:cs typeface="Roboto Mono"/>
                <a:sym typeface="Roboto Mono"/>
              </a:defRPr>
            </a:lvl6pPr>
            <a:lvl7pPr lvl="6" rtl="0">
              <a:spcBef>
                <a:spcPts val="1600"/>
              </a:spcBef>
              <a:spcAft>
                <a:spcPts val="0"/>
              </a:spcAft>
              <a:buSzPts val="1100"/>
              <a:buFont typeface="Roboto Mono"/>
              <a:buNone/>
              <a:defRPr sz="1100">
                <a:latin typeface="Roboto Mono"/>
                <a:ea typeface="Roboto Mono"/>
                <a:cs typeface="Roboto Mono"/>
                <a:sym typeface="Roboto Mono"/>
              </a:defRPr>
            </a:lvl7pPr>
            <a:lvl8pPr lvl="7" rtl="0">
              <a:spcBef>
                <a:spcPts val="1600"/>
              </a:spcBef>
              <a:spcAft>
                <a:spcPts val="0"/>
              </a:spcAft>
              <a:buSzPts val="1100"/>
              <a:buFont typeface="Roboto Mono"/>
              <a:buNone/>
              <a:defRPr sz="1100">
                <a:latin typeface="Roboto Mono"/>
                <a:ea typeface="Roboto Mono"/>
                <a:cs typeface="Roboto Mono"/>
                <a:sym typeface="Roboto Mono"/>
              </a:defRPr>
            </a:lvl8pPr>
            <a:lvl9pPr lvl="8" rtl="0">
              <a:spcBef>
                <a:spcPts val="1600"/>
              </a:spcBef>
              <a:spcAft>
                <a:spcPts val="1600"/>
              </a:spcAft>
              <a:buSzPts val="1100"/>
              <a:buFont typeface="Roboto Mono"/>
              <a:buNone/>
              <a:defRPr sz="1100">
                <a:latin typeface="Roboto Mono"/>
                <a:ea typeface="Roboto Mono"/>
                <a:cs typeface="Roboto Mono"/>
                <a:sym typeface="Roboto Mono"/>
              </a:defRPr>
            </a:lvl9pPr>
          </a:lstStyle>
          <a:p/>
        </p:txBody>
      </p:sp>
      <p:sp>
        <p:nvSpPr>
          <p:cNvPr id="55" name="Google Shape;55;p15"/>
          <p:cNvSpPr txBox="1"/>
          <p:nvPr>
            <p:ph idx="12" type="sldNum"/>
          </p:nvPr>
        </p:nvSpPr>
        <p:spPr>
          <a:xfrm>
            <a:off x="8556784" y="4749851"/>
            <a:ext cx="548700" cy="393600"/>
          </a:xfrm>
          <a:prstGeom prst="rect">
            <a:avLst/>
          </a:prstGeom>
        </p:spPr>
        <p:txBody>
          <a:bodyPr anchorCtr="0" anchor="t" bIns="0" lIns="91425" spcFirstLastPara="1" rIns="91425" wrap="square" tIns="0">
            <a:noAutofit/>
          </a:bodyPr>
          <a:lstStyle>
            <a:lvl1pPr lvl="0" rtl="0">
              <a:buNone/>
              <a:defRPr sz="200">
                <a:solidFill>
                  <a:srgbClr val="004F35"/>
                </a:solidFill>
                <a:latin typeface="Poppins"/>
                <a:ea typeface="Poppins"/>
                <a:cs typeface="Poppins"/>
                <a:sym typeface="Poppins"/>
              </a:defRPr>
            </a:lvl1pPr>
            <a:lvl2pPr lvl="1" rtl="0">
              <a:buNone/>
              <a:defRPr sz="200">
                <a:solidFill>
                  <a:srgbClr val="004F35"/>
                </a:solidFill>
                <a:latin typeface="Poppins"/>
                <a:ea typeface="Poppins"/>
                <a:cs typeface="Poppins"/>
                <a:sym typeface="Poppins"/>
              </a:defRPr>
            </a:lvl2pPr>
            <a:lvl3pPr lvl="2" rtl="0">
              <a:buNone/>
              <a:defRPr sz="200">
                <a:solidFill>
                  <a:srgbClr val="004F35"/>
                </a:solidFill>
                <a:latin typeface="Poppins"/>
                <a:ea typeface="Poppins"/>
                <a:cs typeface="Poppins"/>
                <a:sym typeface="Poppins"/>
              </a:defRPr>
            </a:lvl3pPr>
            <a:lvl4pPr lvl="3" rtl="0">
              <a:buNone/>
              <a:defRPr sz="200">
                <a:solidFill>
                  <a:srgbClr val="004F35"/>
                </a:solidFill>
                <a:latin typeface="Poppins"/>
                <a:ea typeface="Poppins"/>
                <a:cs typeface="Poppins"/>
                <a:sym typeface="Poppins"/>
              </a:defRPr>
            </a:lvl4pPr>
            <a:lvl5pPr lvl="4" rtl="0">
              <a:buNone/>
              <a:defRPr sz="200">
                <a:solidFill>
                  <a:srgbClr val="004F35"/>
                </a:solidFill>
                <a:latin typeface="Poppins"/>
                <a:ea typeface="Poppins"/>
                <a:cs typeface="Poppins"/>
                <a:sym typeface="Poppins"/>
              </a:defRPr>
            </a:lvl5pPr>
            <a:lvl6pPr lvl="5" rtl="0">
              <a:buNone/>
              <a:defRPr sz="200">
                <a:solidFill>
                  <a:srgbClr val="004F35"/>
                </a:solidFill>
                <a:latin typeface="Poppins"/>
                <a:ea typeface="Poppins"/>
                <a:cs typeface="Poppins"/>
                <a:sym typeface="Poppins"/>
              </a:defRPr>
            </a:lvl6pPr>
            <a:lvl7pPr lvl="6" rtl="0">
              <a:buNone/>
              <a:defRPr sz="200">
                <a:solidFill>
                  <a:srgbClr val="004F35"/>
                </a:solidFill>
                <a:latin typeface="Poppins"/>
                <a:ea typeface="Poppins"/>
                <a:cs typeface="Poppins"/>
                <a:sym typeface="Poppins"/>
              </a:defRPr>
            </a:lvl7pPr>
            <a:lvl8pPr lvl="7" rtl="0">
              <a:buNone/>
              <a:defRPr sz="200">
                <a:solidFill>
                  <a:srgbClr val="004F35"/>
                </a:solidFill>
                <a:latin typeface="Poppins"/>
                <a:ea typeface="Poppins"/>
                <a:cs typeface="Poppins"/>
                <a:sym typeface="Poppins"/>
              </a:defRPr>
            </a:lvl8pPr>
            <a:lvl9pPr lvl="8" rtl="0">
              <a:buNone/>
              <a:defRPr sz="200">
                <a:solidFill>
                  <a:srgbClr val="004F35"/>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56" name="Google Shape;56;p15"/>
          <p:cNvPicPr preferRelativeResize="0"/>
          <p:nvPr/>
        </p:nvPicPr>
        <p:blipFill rotWithShape="1">
          <a:blip r:embed="rId2">
            <a:alphaModFix/>
          </a:blip>
          <a:srcRect b="377" l="0" r="0" t="377"/>
          <a:stretch/>
        </p:blipFill>
        <p:spPr>
          <a:xfrm>
            <a:off x="402923" y="4424003"/>
            <a:ext cx="1704201" cy="362647"/>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Thanks 1">
  <p:cSld name="TITLE_1_1_1_1_1_1_1_1_1_2">
    <p:bg>
      <p:bgPr>
        <a:solidFill>
          <a:srgbClr val="004F35"/>
        </a:solidFill>
      </p:bgPr>
    </p:bg>
    <p:spTree>
      <p:nvGrpSpPr>
        <p:cNvPr id="57" name="Shape 57"/>
        <p:cNvGrpSpPr/>
        <p:nvPr/>
      </p:nvGrpSpPr>
      <p:grpSpPr>
        <a:xfrm>
          <a:off x="0" y="0"/>
          <a:ext cx="0" cy="0"/>
          <a:chOff x="0" y="0"/>
          <a:chExt cx="0" cy="0"/>
        </a:xfrm>
      </p:grpSpPr>
      <p:pic>
        <p:nvPicPr>
          <p:cNvPr id="58" name="Google Shape;58;p16"/>
          <p:cNvPicPr preferRelativeResize="0"/>
          <p:nvPr/>
        </p:nvPicPr>
        <p:blipFill rotWithShape="1">
          <a:blip r:embed="rId2">
            <a:alphaModFix/>
          </a:blip>
          <a:srcRect b="0" l="0" r="84364" t="0"/>
          <a:stretch/>
        </p:blipFill>
        <p:spPr>
          <a:xfrm>
            <a:off x="396400" y="411150"/>
            <a:ext cx="825599" cy="806789"/>
          </a:xfrm>
          <a:prstGeom prst="rect">
            <a:avLst/>
          </a:prstGeom>
          <a:noFill/>
          <a:ln>
            <a:noFill/>
          </a:ln>
        </p:spPr>
      </p:pic>
      <p:sp>
        <p:nvSpPr>
          <p:cNvPr id="59" name="Google Shape;59;p16"/>
          <p:cNvSpPr txBox="1"/>
          <p:nvPr/>
        </p:nvSpPr>
        <p:spPr>
          <a:xfrm>
            <a:off x="402921" y="3987903"/>
            <a:ext cx="3539700" cy="812700"/>
          </a:xfrm>
          <a:prstGeom prst="rect">
            <a:avLst/>
          </a:prstGeom>
          <a:noFill/>
          <a:ln>
            <a:noFill/>
          </a:ln>
        </p:spPr>
        <p:txBody>
          <a:bodyPr anchorCtr="0" anchor="t" bIns="91425" lIns="91425" spcFirstLastPara="1" rIns="91425" wrap="square" tIns="91425">
            <a:spAutoFit/>
          </a:bodyPr>
          <a:lstStyle/>
          <a:p>
            <a:pPr indent="0" lvl="0" marL="0" rtl="0" algn="l">
              <a:lnSpc>
                <a:spcPct val="85000"/>
              </a:lnSpc>
              <a:spcBef>
                <a:spcPts val="0"/>
              </a:spcBef>
              <a:spcAft>
                <a:spcPts val="0"/>
              </a:spcAft>
              <a:buNone/>
            </a:pPr>
            <a:r>
              <a:rPr lang="en" sz="4800">
                <a:solidFill>
                  <a:schemeClr val="lt1"/>
                </a:solidFill>
                <a:latin typeface="Poppins"/>
                <a:ea typeface="Poppins"/>
                <a:cs typeface="Poppins"/>
                <a:sym typeface="Poppins"/>
              </a:rPr>
              <a:t>Thanks.</a:t>
            </a:r>
            <a:endParaRPr sz="4800">
              <a:solidFill>
                <a:schemeClr val="lt1"/>
              </a:solidFill>
              <a:latin typeface="Poppins"/>
              <a:ea typeface="Poppins"/>
              <a:cs typeface="Poppins"/>
              <a:sym typeface="Poppin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_3">
    <p:spTree>
      <p:nvGrpSpPr>
        <p:cNvPr id="60" name="Shape 60"/>
        <p:cNvGrpSpPr/>
        <p:nvPr/>
      </p:nvGrpSpPr>
      <p:grpSpPr>
        <a:xfrm>
          <a:off x="0" y="0"/>
          <a:ext cx="0" cy="0"/>
          <a:chOff x="0" y="0"/>
          <a:chExt cx="0" cy="0"/>
        </a:xfrm>
      </p:grpSpPr>
      <p:sp>
        <p:nvSpPr>
          <p:cNvPr id="61" name="Google Shape;61;p17"/>
          <p:cNvSpPr txBox="1"/>
          <p:nvPr>
            <p:ph type="title"/>
          </p:nvPr>
        </p:nvSpPr>
        <p:spPr>
          <a:xfrm>
            <a:off x="809200" y="818125"/>
            <a:ext cx="7727700" cy="572700"/>
          </a:xfrm>
          <a:prstGeom prst="rect">
            <a:avLst/>
          </a:prstGeom>
        </p:spPr>
        <p:txBody>
          <a:bodyPr anchorCtr="0" anchor="t" bIns="91425" lIns="0" spcFirstLastPara="1" rIns="91425" wrap="square" tIns="0">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2" name="Google Shape;62;p17"/>
          <p:cNvSpPr txBox="1"/>
          <p:nvPr>
            <p:ph idx="1" type="body"/>
          </p:nvPr>
        </p:nvSpPr>
        <p:spPr>
          <a:xfrm>
            <a:off x="883075" y="1667050"/>
            <a:ext cx="5401500" cy="2921400"/>
          </a:xfrm>
          <a:prstGeom prst="rect">
            <a:avLst/>
          </a:prstGeom>
        </p:spPr>
        <p:txBody>
          <a:bodyPr anchorCtr="0" anchor="t" bIns="0" lIns="0" spcFirstLastPara="1" rIns="91425" wrap="square" tIns="0">
            <a:noAutofit/>
          </a:bodyPr>
          <a:lstStyle>
            <a:lvl1pPr indent="-381000" lvl="0" marL="457200">
              <a:spcBef>
                <a:spcPts val="0"/>
              </a:spcBef>
              <a:spcAft>
                <a:spcPts val="0"/>
              </a:spcAft>
              <a:buSzPts val="2400"/>
              <a:buChar char="●"/>
              <a:defRPr/>
            </a:lvl1pPr>
            <a:lvl2pPr indent="-342900" lvl="1" marL="914400">
              <a:spcBef>
                <a:spcPts val="1600"/>
              </a:spcBef>
              <a:spcAft>
                <a:spcPts val="0"/>
              </a:spcAft>
              <a:buSzPts val="1800"/>
              <a:buChar char="○"/>
              <a:defRPr/>
            </a:lvl2pPr>
            <a:lvl3pPr indent="-304800" lvl="2" marL="1371600">
              <a:spcBef>
                <a:spcPts val="1600"/>
              </a:spcBef>
              <a:spcAft>
                <a:spcPts val="0"/>
              </a:spcAft>
              <a:buSzPts val="1200"/>
              <a:buChar char="■"/>
              <a:defRPr/>
            </a:lvl3pPr>
            <a:lvl4pPr indent="-292100" lvl="3" marL="1828800">
              <a:spcBef>
                <a:spcPts val="1600"/>
              </a:spcBef>
              <a:spcAft>
                <a:spcPts val="0"/>
              </a:spcAft>
              <a:buSzPts val="1000"/>
              <a:buChar char="●"/>
              <a:defRPr/>
            </a:lvl4pPr>
            <a:lvl5pPr indent="-279400" lvl="4" marL="2286000">
              <a:spcBef>
                <a:spcPts val="1600"/>
              </a:spcBef>
              <a:spcAft>
                <a:spcPts val="0"/>
              </a:spcAft>
              <a:buSzPts val="8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withGrid">
  <p:cSld name="CUSTOM_3_1">
    <p:spTree>
      <p:nvGrpSpPr>
        <p:cNvPr id="63" name="Shape 63"/>
        <p:cNvGrpSpPr/>
        <p:nvPr/>
      </p:nvGrpSpPr>
      <p:grpSpPr>
        <a:xfrm>
          <a:off x="0" y="0"/>
          <a:ext cx="0" cy="0"/>
          <a:chOff x="0" y="0"/>
          <a:chExt cx="0" cy="0"/>
        </a:xfrm>
      </p:grpSpPr>
      <p:pic>
        <p:nvPicPr>
          <p:cNvPr id="64" name="Google Shape;64;p18"/>
          <p:cNvPicPr preferRelativeResize="0"/>
          <p:nvPr/>
        </p:nvPicPr>
        <p:blipFill>
          <a:blip r:embed="rId2">
            <a:alphaModFix amt="40000"/>
          </a:blip>
          <a:stretch>
            <a:fillRect/>
          </a:stretch>
        </p:blipFill>
        <p:spPr>
          <a:xfrm>
            <a:off x="0" y="0"/>
            <a:ext cx="9144000" cy="5143500"/>
          </a:xfrm>
          <a:prstGeom prst="rect">
            <a:avLst/>
          </a:prstGeom>
          <a:noFill/>
          <a:ln>
            <a:noFill/>
          </a:ln>
        </p:spPr>
      </p:pic>
      <p:sp>
        <p:nvSpPr>
          <p:cNvPr id="65" name="Google Shape;65;p18"/>
          <p:cNvSpPr txBox="1"/>
          <p:nvPr>
            <p:ph type="title"/>
          </p:nvPr>
        </p:nvSpPr>
        <p:spPr>
          <a:xfrm>
            <a:off x="809200" y="818125"/>
            <a:ext cx="7727700" cy="572700"/>
          </a:xfrm>
          <a:prstGeom prst="rect">
            <a:avLst/>
          </a:prstGeom>
        </p:spPr>
        <p:txBody>
          <a:bodyPr anchorCtr="0" anchor="t" bIns="91425" lIns="0" spcFirstLastPara="1" rIns="91425" wrap="square" tIns="0">
            <a:noAutofit/>
          </a:bodyPr>
          <a:lstStyle>
            <a:lvl1pPr lvl="0" rtl="0">
              <a:spcBef>
                <a:spcPts val="0"/>
              </a:spcBef>
              <a:spcAft>
                <a:spcPts val="0"/>
              </a:spcAft>
              <a:buSzPts val="2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6" name="Google Shape;66;p18"/>
          <p:cNvSpPr txBox="1"/>
          <p:nvPr>
            <p:ph idx="1" type="body"/>
          </p:nvPr>
        </p:nvSpPr>
        <p:spPr>
          <a:xfrm>
            <a:off x="883075" y="1667050"/>
            <a:ext cx="5401500" cy="2921400"/>
          </a:xfrm>
          <a:prstGeom prst="rect">
            <a:avLst/>
          </a:prstGeom>
        </p:spPr>
        <p:txBody>
          <a:bodyPr anchorCtr="0" anchor="t" bIns="0" lIns="0" spcFirstLastPara="1" rIns="91425" wrap="square" tIns="0">
            <a:noAutofit/>
          </a:bodyPr>
          <a:lstStyle>
            <a:lvl1pPr indent="-381000" lvl="0" marL="457200" rtl="0">
              <a:spcBef>
                <a:spcPts val="0"/>
              </a:spcBef>
              <a:spcAft>
                <a:spcPts val="0"/>
              </a:spcAft>
              <a:buSzPts val="2400"/>
              <a:buChar char="●"/>
              <a:defRPr/>
            </a:lvl1pPr>
            <a:lvl2pPr indent="-342900" lvl="1" marL="914400" rtl="0">
              <a:spcBef>
                <a:spcPts val="1600"/>
              </a:spcBef>
              <a:spcAft>
                <a:spcPts val="0"/>
              </a:spcAft>
              <a:buSzPts val="1800"/>
              <a:buChar char="○"/>
              <a:defRPr/>
            </a:lvl2pPr>
            <a:lvl3pPr indent="-304800" lvl="2" marL="1371600" rtl="0">
              <a:spcBef>
                <a:spcPts val="1600"/>
              </a:spcBef>
              <a:spcAft>
                <a:spcPts val="0"/>
              </a:spcAft>
              <a:buSzPts val="1200"/>
              <a:buChar char="■"/>
              <a:defRPr/>
            </a:lvl3pPr>
            <a:lvl4pPr indent="-292100" lvl="3" marL="1828800" rtl="0">
              <a:spcBef>
                <a:spcPts val="1600"/>
              </a:spcBef>
              <a:spcAft>
                <a:spcPts val="0"/>
              </a:spcAft>
              <a:buSzPts val="1000"/>
              <a:buChar char="●"/>
              <a:defRPr/>
            </a:lvl4pPr>
            <a:lvl5pPr indent="-279400" lvl="4" marL="2286000" rtl="0">
              <a:spcBef>
                <a:spcPts val="1600"/>
              </a:spcBef>
              <a:spcAft>
                <a:spcPts val="0"/>
              </a:spcAft>
              <a:buSzPts val="8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withGrid2">
  <p:cSld name="CUSTOM_3_1_1">
    <p:spTree>
      <p:nvGrpSpPr>
        <p:cNvPr id="67" name="Shape 67"/>
        <p:cNvGrpSpPr/>
        <p:nvPr/>
      </p:nvGrpSpPr>
      <p:grpSpPr>
        <a:xfrm>
          <a:off x="0" y="0"/>
          <a:ext cx="0" cy="0"/>
          <a:chOff x="0" y="0"/>
          <a:chExt cx="0" cy="0"/>
        </a:xfrm>
      </p:grpSpPr>
      <p:pic>
        <p:nvPicPr>
          <p:cNvPr id="68" name="Google Shape;68;p19"/>
          <p:cNvPicPr preferRelativeResize="0"/>
          <p:nvPr/>
        </p:nvPicPr>
        <p:blipFill>
          <a:blip r:embed="rId2">
            <a:alphaModFix amt="30000"/>
          </a:blip>
          <a:stretch>
            <a:fillRect/>
          </a:stretch>
        </p:blipFill>
        <p:spPr>
          <a:xfrm>
            <a:off x="0" y="0"/>
            <a:ext cx="9144000" cy="5143500"/>
          </a:xfrm>
          <a:prstGeom prst="rect">
            <a:avLst/>
          </a:prstGeom>
          <a:noFill/>
          <a:ln>
            <a:noFill/>
          </a:ln>
        </p:spPr>
      </p:pic>
      <p:sp>
        <p:nvSpPr>
          <p:cNvPr id="69" name="Google Shape;69;p19"/>
          <p:cNvSpPr txBox="1"/>
          <p:nvPr>
            <p:ph type="title"/>
          </p:nvPr>
        </p:nvSpPr>
        <p:spPr>
          <a:xfrm>
            <a:off x="809200" y="818125"/>
            <a:ext cx="7727700" cy="572700"/>
          </a:xfrm>
          <a:prstGeom prst="rect">
            <a:avLst/>
          </a:prstGeom>
        </p:spPr>
        <p:txBody>
          <a:bodyPr anchorCtr="0" anchor="t" bIns="91425" lIns="0" spcFirstLastPara="1" rIns="91425" wrap="square" tIns="0">
            <a:noAutofit/>
          </a:bodyPr>
          <a:lstStyle>
            <a:lvl1pPr lvl="0" rtl="0">
              <a:spcBef>
                <a:spcPts val="0"/>
              </a:spcBef>
              <a:spcAft>
                <a:spcPts val="0"/>
              </a:spcAft>
              <a:buSzPts val="2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0" name="Google Shape;70;p19"/>
          <p:cNvSpPr txBox="1"/>
          <p:nvPr>
            <p:ph idx="1" type="body"/>
          </p:nvPr>
        </p:nvSpPr>
        <p:spPr>
          <a:xfrm>
            <a:off x="883075" y="1667050"/>
            <a:ext cx="5401500" cy="2921400"/>
          </a:xfrm>
          <a:prstGeom prst="rect">
            <a:avLst/>
          </a:prstGeom>
        </p:spPr>
        <p:txBody>
          <a:bodyPr anchorCtr="0" anchor="t" bIns="0" lIns="0" spcFirstLastPara="1" rIns="91425" wrap="square" tIns="0">
            <a:noAutofit/>
          </a:bodyPr>
          <a:lstStyle>
            <a:lvl1pPr indent="-381000" lvl="0" marL="457200" rtl="0">
              <a:spcBef>
                <a:spcPts val="0"/>
              </a:spcBef>
              <a:spcAft>
                <a:spcPts val="0"/>
              </a:spcAft>
              <a:buSzPts val="2400"/>
              <a:buChar char="●"/>
              <a:defRPr/>
            </a:lvl1pPr>
            <a:lvl2pPr indent="-342900" lvl="1" marL="914400" rtl="0">
              <a:spcBef>
                <a:spcPts val="1600"/>
              </a:spcBef>
              <a:spcAft>
                <a:spcPts val="0"/>
              </a:spcAft>
              <a:buSzPts val="1800"/>
              <a:buChar char="○"/>
              <a:defRPr/>
            </a:lvl2pPr>
            <a:lvl3pPr indent="-304800" lvl="2" marL="1371600" rtl="0">
              <a:spcBef>
                <a:spcPts val="1600"/>
              </a:spcBef>
              <a:spcAft>
                <a:spcPts val="0"/>
              </a:spcAft>
              <a:buSzPts val="1200"/>
              <a:buChar char="■"/>
              <a:defRPr/>
            </a:lvl3pPr>
            <a:lvl4pPr indent="-292100" lvl="3" marL="1828800" rtl="0">
              <a:spcBef>
                <a:spcPts val="1600"/>
              </a:spcBef>
              <a:spcAft>
                <a:spcPts val="0"/>
              </a:spcAft>
              <a:buSzPts val="1000"/>
              <a:buChar char="●"/>
              <a:defRPr/>
            </a:lvl4pPr>
            <a:lvl5pPr indent="-279400" lvl="4" marL="2286000" rtl="0">
              <a:spcBef>
                <a:spcPts val="1600"/>
              </a:spcBef>
              <a:spcAft>
                <a:spcPts val="0"/>
              </a:spcAft>
              <a:buSzPts val="8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withGrid3">
  <p:cSld name="CUSTOM_3_1_1_1">
    <p:spTree>
      <p:nvGrpSpPr>
        <p:cNvPr id="71" name="Shape 71"/>
        <p:cNvGrpSpPr/>
        <p:nvPr/>
      </p:nvGrpSpPr>
      <p:grpSpPr>
        <a:xfrm>
          <a:off x="0" y="0"/>
          <a:ext cx="0" cy="0"/>
          <a:chOff x="0" y="0"/>
          <a:chExt cx="0" cy="0"/>
        </a:xfrm>
      </p:grpSpPr>
      <p:pic>
        <p:nvPicPr>
          <p:cNvPr id="72" name="Google Shape;72;p20"/>
          <p:cNvPicPr preferRelativeResize="0"/>
          <p:nvPr/>
        </p:nvPicPr>
        <p:blipFill>
          <a:blip r:embed="rId2">
            <a:alphaModFix amt="30000"/>
          </a:blip>
          <a:stretch>
            <a:fillRect/>
          </a:stretch>
        </p:blipFill>
        <p:spPr>
          <a:xfrm>
            <a:off x="0" y="0"/>
            <a:ext cx="9144000" cy="5143500"/>
          </a:xfrm>
          <a:prstGeom prst="rect">
            <a:avLst/>
          </a:prstGeom>
          <a:noFill/>
          <a:ln>
            <a:noFill/>
          </a:ln>
        </p:spPr>
      </p:pic>
      <p:sp>
        <p:nvSpPr>
          <p:cNvPr id="73" name="Google Shape;73;p20"/>
          <p:cNvSpPr txBox="1"/>
          <p:nvPr>
            <p:ph type="title"/>
          </p:nvPr>
        </p:nvSpPr>
        <p:spPr>
          <a:xfrm>
            <a:off x="809200" y="818125"/>
            <a:ext cx="7727700" cy="572700"/>
          </a:xfrm>
          <a:prstGeom prst="rect">
            <a:avLst/>
          </a:prstGeom>
        </p:spPr>
        <p:txBody>
          <a:bodyPr anchorCtr="0" anchor="t" bIns="91425" lIns="0" spcFirstLastPara="1" rIns="91425" wrap="square" tIns="0">
            <a:noAutofit/>
          </a:bodyPr>
          <a:lstStyle>
            <a:lvl1pPr lvl="0" rtl="0">
              <a:spcBef>
                <a:spcPts val="0"/>
              </a:spcBef>
              <a:spcAft>
                <a:spcPts val="0"/>
              </a:spcAft>
              <a:buSzPts val="2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 name="Google Shape;74;p20"/>
          <p:cNvSpPr txBox="1"/>
          <p:nvPr>
            <p:ph idx="1" type="body"/>
          </p:nvPr>
        </p:nvSpPr>
        <p:spPr>
          <a:xfrm>
            <a:off x="883075" y="1667050"/>
            <a:ext cx="5401500" cy="2921400"/>
          </a:xfrm>
          <a:prstGeom prst="rect">
            <a:avLst/>
          </a:prstGeom>
        </p:spPr>
        <p:txBody>
          <a:bodyPr anchorCtr="0" anchor="t" bIns="0" lIns="0" spcFirstLastPara="1" rIns="91425" wrap="square" tIns="0">
            <a:noAutofit/>
          </a:bodyPr>
          <a:lstStyle>
            <a:lvl1pPr indent="-381000" lvl="0" marL="457200" rtl="0">
              <a:spcBef>
                <a:spcPts val="0"/>
              </a:spcBef>
              <a:spcAft>
                <a:spcPts val="0"/>
              </a:spcAft>
              <a:buSzPts val="2400"/>
              <a:buChar char="●"/>
              <a:defRPr/>
            </a:lvl1pPr>
            <a:lvl2pPr indent="-342900" lvl="1" marL="914400" rtl="0">
              <a:spcBef>
                <a:spcPts val="1600"/>
              </a:spcBef>
              <a:spcAft>
                <a:spcPts val="0"/>
              </a:spcAft>
              <a:buSzPts val="1800"/>
              <a:buChar char="○"/>
              <a:defRPr/>
            </a:lvl2pPr>
            <a:lvl3pPr indent="-304800" lvl="2" marL="1371600" rtl="0">
              <a:spcBef>
                <a:spcPts val="1600"/>
              </a:spcBef>
              <a:spcAft>
                <a:spcPts val="0"/>
              </a:spcAft>
              <a:buSzPts val="1200"/>
              <a:buChar char="■"/>
              <a:defRPr/>
            </a:lvl3pPr>
            <a:lvl4pPr indent="-292100" lvl="3" marL="1828800" rtl="0">
              <a:spcBef>
                <a:spcPts val="1600"/>
              </a:spcBef>
              <a:spcAft>
                <a:spcPts val="0"/>
              </a:spcAft>
              <a:buSzPts val="1000"/>
              <a:buChar char="●"/>
              <a:defRPr/>
            </a:lvl4pPr>
            <a:lvl5pPr indent="-279400" lvl="4" marL="2286000" rtl="0">
              <a:spcBef>
                <a:spcPts val="1600"/>
              </a:spcBef>
              <a:spcAft>
                <a:spcPts val="0"/>
              </a:spcAft>
              <a:buSzPts val="8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idBackground1">
  <p:cSld name="CUSTOM_4">
    <p:spTree>
      <p:nvGrpSpPr>
        <p:cNvPr id="75" name="Shape 75"/>
        <p:cNvGrpSpPr/>
        <p:nvPr/>
      </p:nvGrpSpPr>
      <p:grpSpPr>
        <a:xfrm>
          <a:off x="0" y="0"/>
          <a:ext cx="0" cy="0"/>
          <a:chOff x="0" y="0"/>
          <a:chExt cx="0" cy="0"/>
        </a:xfrm>
      </p:grpSpPr>
      <p:pic>
        <p:nvPicPr>
          <p:cNvPr id="76" name="Google Shape;76;p21"/>
          <p:cNvPicPr preferRelativeResize="0"/>
          <p:nvPr/>
        </p:nvPicPr>
        <p:blipFill>
          <a:blip r:embed="rId2">
            <a:alphaModFix amt="30000"/>
          </a:blip>
          <a:stretch>
            <a:fillRect/>
          </a:stretch>
        </p:blipFill>
        <p:spPr>
          <a:xfrm>
            <a:off x="0" y="0"/>
            <a:ext cx="9144000" cy="5143500"/>
          </a:xfrm>
          <a:prstGeom prst="rect">
            <a:avLst/>
          </a:prstGeom>
          <a:noFill/>
          <a:ln>
            <a:noFill/>
          </a:ln>
        </p:spPr>
      </p:pic>
      <p:sp>
        <p:nvSpPr>
          <p:cNvPr id="77" name="Google Shape;77;p21"/>
          <p:cNvSpPr/>
          <p:nvPr/>
        </p:nvSpPr>
        <p:spPr>
          <a:xfrm>
            <a:off x="-353875" y="321100"/>
            <a:ext cx="6881700" cy="682800"/>
          </a:xfrm>
          <a:prstGeom prst="roundRect">
            <a:avLst>
              <a:gd fmla="val 16667" name="adj"/>
            </a:avLst>
          </a:prstGeom>
          <a:solidFill>
            <a:srgbClr val="F2B20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78" name="Google Shape;78;p21"/>
          <p:cNvSpPr txBox="1"/>
          <p:nvPr>
            <p:ph type="title"/>
          </p:nvPr>
        </p:nvSpPr>
        <p:spPr>
          <a:xfrm>
            <a:off x="424950" y="431200"/>
            <a:ext cx="7727700" cy="572700"/>
          </a:xfrm>
          <a:prstGeom prst="rect">
            <a:avLst/>
          </a:prstGeom>
        </p:spPr>
        <p:txBody>
          <a:bodyPr anchorCtr="0" anchor="ctr" bIns="91425" lIns="0" spcFirstLastPara="1" rIns="91425" wrap="square" tIns="0">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9" name="Google Shape;79;p21"/>
          <p:cNvSpPr txBox="1"/>
          <p:nvPr>
            <p:ph idx="1" type="body"/>
          </p:nvPr>
        </p:nvSpPr>
        <p:spPr>
          <a:xfrm>
            <a:off x="883075" y="1667050"/>
            <a:ext cx="5401500" cy="2921400"/>
          </a:xfrm>
          <a:prstGeom prst="rect">
            <a:avLst/>
          </a:prstGeom>
        </p:spPr>
        <p:txBody>
          <a:bodyPr anchorCtr="0" anchor="t" bIns="0" lIns="0" spcFirstLastPara="1" rIns="91425" wrap="square" tIns="0">
            <a:noAutofit/>
          </a:bodyPr>
          <a:lstStyle>
            <a:lvl1pPr indent="-381000" lvl="0" marL="457200" rtl="0">
              <a:spcBef>
                <a:spcPts val="0"/>
              </a:spcBef>
              <a:spcAft>
                <a:spcPts val="0"/>
              </a:spcAft>
              <a:buSzPts val="2400"/>
              <a:buChar char="●"/>
              <a:defRPr/>
            </a:lvl1pPr>
            <a:lvl2pPr indent="-342900" lvl="1" marL="914400" rtl="0">
              <a:spcBef>
                <a:spcPts val="1600"/>
              </a:spcBef>
              <a:spcAft>
                <a:spcPts val="0"/>
              </a:spcAft>
              <a:buSzPts val="1800"/>
              <a:buChar char="○"/>
              <a:defRPr/>
            </a:lvl2pPr>
            <a:lvl3pPr indent="-304800" lvl="2" marL="1371600" rtl="0">
              <a:spcBef>
                <a:spcPts val="1600"/>
              </a:spcBef>
              <a:spcAft>
                <a:spcPts val="0"/>
              </a:spcAft>
              <a:buSzPts val="1200"/>
              <a:buChar char="■"/>
              <a:defRPr/>
            </a:lvl3pPr>
            <a:lvl4pPr indent="-292100" lvl="3" marL="1828800" rtl="0">
              <a:spcBef>
                <a:spcPts val="1600"/>
              </a:spcBef>
              <a:spcAft>
                <a:spcPts val="0"/>
              </a:spcAft>
              <a:buSzPts val="1000"/>
              <a:buChar char="●"/>
              <a:defRPr/>
            </a:lvl4pPr>
            <a:lvl5pPr indent="-279400" lvl="4" marL="2286000" rtl="0">
              <a:spcBef>
                <a:spcPts val="1600"/>
              </a:spcBef>
              <a:spcAft>
                <a:spcPts val="0"/>
              </a:spcAft>
              <a:buSzPts val="8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idBackground2">
  <p:cSld name="CUSTOM_4_1">
    <p:spTree>
      <p:nvGrpSpPr>
        <p:cNvPr id="80" name="Shape 80"/>
        <p:cNvGrpSpPr/>
        <p:nvPr/>
      </p:nvGrpSpPr>
      <p:grpSpPr>
        <a:xfrm>
          <a:off x="0" y="0"/>
          <a:ext cx="0" cy="0"/>
          <a:chOff x="0" y="0"/>
          <a:chExt cx="0" cy="0"/>
        </a:xfrm>
      </p:grpSpPr>
      <p:pic>
        <p:nvPicPr>
          <p:cNvPr id="81" name="Google Shape;81;p22"/>
          <p:cNvPicPr preferRelativeResize="0"/>
          <p:nvPr/>
        </p:nvPicPr>
        <p:blipFill>
          <a:blip r:embed="rId2">
            <a:alphaModFix amt="30000"/>
          </a:blip>
          <a:stretch>
            <a:fillRect/>
          </a:stretch>
        </p:blipFill>
        <p:spPr>
          <a:xfrm>
            <a:off x="0" y="0"/>
            <a:ext cx="9144000" cy="5143500"/>
          </a:xfrm>
          <a:prstGeom prst="rect">
            <a:avLst/>
          </a:prstGeom>
          <a:noFill/>
          <a:ln>
            <a:noFill/>
          </a:ln>
        </p:spPr>
      </p:pic>
      <p:sp>
        <p:nvSpPr>
          <p:cNvPr id="82" name="Google Shape;82;p22"/>
          <p:cNvSpPr txBox="1"/>
          <p:nvPr>
            <p:ph idx="1" type="body"/>
          </p:nvPr>
        </p:nvSpPr>
        <p:spPr>
          <a:xfrm>
            <a:off x="883075" y="1667050"/>
            <a:ext cx="5401500" cy="2921400"/>
          </a:xfrm>
          <a:prstGeom prst="rect">
            <a:avLst/>
          </a:prstGeom>
        </p:spPr>
        <p:txBody>
          <a:bodyPr anchorCtr="0" anchor="t" bIns="0" lIns="0" spcFirstLastPara="1" rIns="91425" wrap="square" tIns="0">
            <a:noAutofit/>
          </a:bodyPr>
          <a:lstStyle>
            <a:lvl1pPr indent="-381000" lvl="0" marL="457200" rtl="0">
              <a:spcBef>
                <a:spcPts val="0"/>
              </a:spcBef>
              <a:spcAft>
                <a:spcPts val="0"/>
              </a:spcAft>
              <a:buSzPts val="2400"/>
              <a:buChar char="●"/>
              <a:defRPr/>
            </a:lvl1pPr>
            <a:lvl2pPr indent="-342900" lvl="1" marL="914400" rtl="0">
              <a:spcBef>
                <a:spcPts val="1600"/>
              </a:spcBef>
              <a:spcAft>
                <a:spcPts val="0"/>
              </a:spcAft>
              <a:buSzPts val="1800"/>
              <a:buChar char="○"/>
              <a:defRPr/>
            </a:lvl2pPr>
            <a:lvl3pPr indent="-304800" lvl="2" marL="1371600" rtl="0">
              <a:spcBef>
                <a:spcPts val="1600"/>
              </a:spcBef>
              <a:spcAft>
                <a:spcPts val="0"/>
              </a:spcAft>
              <a:buSzPts val="1200"/>
              <a:buChar char="■"/>
              <a:defRPr/>
            </a:lvl3pPr>
            <a:lvl4pPr indent="-292100" lvl="3" marL="1828800" rtl="0">
              <a:spcBef>
                <a:spcPts val="1600"/>
              </a:spcBef>
              <a:spcAft>
                <a:spcPts val="0"/>
              </a:spcAft>
              <a:buSzPts val="1000"/>
              <a:buChar char="●"/>
              <a:defRPr/>
            </a:lvl4pPr>
            <a:lvl5pPr indent="-279400" lvl="4" marL="2286000" rtl="0">
              <a:spcBef>
                <a:spcPts val="1600"/>
              </a:spcBef>
              <a:spcAft>
                <a:spcPts val="0"/>
              </a:spcAft>
              <a:buSzPts val="8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83" name="Google Shape;83;p22"/>
          <p:cNvSpPr/>
          <p:nvPr/>
        </p:nvSpPr>
        <p:spPr>
          <a:xfrm>
            <a:off x="-353875" y="321100"/>
            <a:ext cx="6881700" cy="682800"/>
          </a:xfrm>
          <a:prstGeom prst="roundRect">
            <a:avLst>
              <a:gd fmla="val 16667" name="adj"/>
            </a:avLst>
          </a:prstGeom>
          <a:solidFill>
            <a:srgbClr val="34E0A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84" name="Google Shape;84;p22"/>
          <p:cNvSpPr txBox="1"/>
          <p:nvPr>
            <p:ph type="title"/>
          </p:nvPr>
        </p:nvSpPr>
        <p:spPr>
          <a:xfrm>
            <a:off x="424950" y="431200"/>
            <a:ext cx="7727700" cy="572700"/>
          </a:xfrm>
          <a:prstGeom prst="rect">
            <a:avLst/>
          </a:prstGeom>
        </p:spPr>
        <p:txBody>
          <a:bodyPr anchorCtr="0" anchor="ctr" bIns="91425" lIns="0" spcFirstLastPara="1" rIns="91425" wrap="square" tIns="0">
            <a:noAutofit/>
          </a:bodyPr>
          <a:lstStyle>
            <a:lvl1pPr lvl="0" rtl="0">
              <a:spcBef>
                <a:spcPts val="0"/>
              </a:spcBef>
              <a:spcAft>
                <a:spcPts val="0"/>
              </a:spcAft>
              <a:buSzPts val="2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idBackground3">
  <p:cSld name="CUSTOM_4_2">
    <p:spTree>
      <p:nvGrpSpPr>
        <p:cNvPr id="85" name="Shape 85"/>
        <p:cNvGrpSpPr/>
        <p:nvPr/>
      </p:nvGrpSpPr>
      <p:grpSpPr>
        <a:xfrm>
          <a:off x="0" y="0"/>
          <a:ext cx="0" cy="0"/>
          <a:chOff x="0" y="0"/>
          <a:chExt cx="0" cy="0"/>
        </a:xfrm>
      </p:grpSpPr>
      <p:pic>
        <p:nvPicPr>
          <p:cNvPr id="86" name="Google Shape;86;p23"/>
          <p:cNvPicPr preferRelativeResize="0"/>
          <p:nvPr/>
        </p:nvPicPr>
        <p:blipFill>
          <a:blip r:embed="rId2">
            <a:alphaModFix amt="30000"/>
          </a:blip>
          <a:stretch>
            <a:fillRect/>
          </a:stretch>
        </p:blipFill>
        <p:spPr>
          <a:xfrm>
            <a:off x="0" y="0"/>
            <a:ext cx="9144000" cy="5143500"/>
          </a:xfrm>
          <a:prstGeom prst="rect">
            <a:avLst/>
          </a:prstGeom>
          <a:noFill/>
          <a:ln>
            <a:noFill/>
          </a:ln>
        </p:spPr>
      </p:pic>
      <p:sp>
        <p:nvSpPr>
          <p:cNvPr id="87" name="Google Shape;87;p23"/>
          <p:cNvSpPr txBox="1"/>
          <p:nvPr>
            <p:ph idx="1" type="body"/>
          </p:nvPr>
        </p:nvSpPr>
        <p:spPr>
          <a:xfrm>
            <a:off x="883075" y="1667050"/>
            <a:ext cx="5401500" cy="2921400"/>
          </a:xfrm>
          <a:prstGeom prst="rect">
            <a:avLst/>
          </a:prstGeom>
        </p:spPr>
        <p:txBody>
          <a:bodyPr anchorCtr="0" anchor="t" bIns="0" lIns="0" spcFirstLastPara="1" rIns="91425" wrap="square" tIns="0">
            <a:noAutofit/>
          </a:bodyPr>
          <a:lstStyle>
            <a:lvl1pPr indent="-381000" lvl="0" marL="457200" rtl="0">
              <a:spcBef>
                <a:spcPts val="0"/>
              </a:spcBef>
              <a:spcAft>
                <a:spcPts val="0"/>
              </a:spcAft>
              <a:buSzPts val="2400"/>
              <a:buChar char="●"/>
              <a:defRPr/>
            </a:lvl1pPr>
            <a:lvl2pPr indent="-342900" lvl="1" marL="914400" rtl="0">
              <a:spcBef>
                <a:spcPts val="1600"/>
              </a:spcBef>
              <a:spcAft>
                <a:spcPts val="0"/>
              </a:spcAft>
              <a:buSzPts val="1800"/>
              <a:buChar char="○"/>
              <a:defRPr/>
            </a:lvl2pPr>
            <a:lvl3pPr indent="-304800" lvl="2" marL="1371600" rtl="0">
              <a:spcBef>
                <a:spcPts val="1600"/>
              </a:spcBef>
              <a:spcAft>
                <a:spcPts val="0"/>
              </a:spcAft>
              <a:buSzPts val="1200"/>
              <a:buChar char="■"/>
              <a:defRPr/>
            </a:lvl3pPr>
            <a:lvl4pPr indent="-292100" lvl="3" marL="1828800" rtl="0">
              <a:spcBef>
                <a:spcPts val="1600"/>
              </a:spcBef>
              <a:spcAft>
                <a:spcPts val="0"/>
              </a:spcAft>
              <a:buSzPts val="1000"/>
              <a:buChar char="●"/>
              <a:defRPr/>
            </a:lvl4pPr>
            <a:lvl5pPr indent="-279400" lvl="4" marL="2286000" rtl="0">
              <a:spcBef>
                <a:spcPts val="1600"/>
              </a:spcBef>
              <a:spcAft>
                <a:spcPts val="0"/>
              </a:spcAft>
              <a:buSzPts val="8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88" name="Google Shape;88;p23"/>
          <p:cNvSpPr/>
          <p:nvPr/>
        </p:nvSpPr>
        <p:spPr>
          <a:xfrm>
            <a:off x="-353875" y="321100"/>
            <a:ext cx="6881700" cy="682800"/>
          </a:xfrm>
          <a:prstGeom prst="roundRect">
            <a:avLst>
              <a:gd fmla="val 16667"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89" name="Google Shape;89;p23"/>
          <p:cNvSpPr txBox="1"/>
          <p:nvPr>
            <p:ph type="title"/>
          </p:nvPr>
        </p:nvSpPr>
        <p:spPr>
          <a:xfrm>
            <a:off x="424950" y="431200"/>
            <a:ext cx="7727700" cy="572700"/>
          </a:xfrm>
          <a:prstGeom prst="rect">
            <a:avLst/>
          </a:prstGeom>
        </p:spPr>
        <p:txBody>
          <a:bodyPr anchorCtr="0" anchor="ctr" bIns="91425" lIns="0" spcFirstLastPara="1" rIns="91425" wrap="square" tIns="0">
            <a:noAutofit/>
          </a:bodyPr>
          <a:lstStyle>
            <a:lvl1pPr lvl="0" rtl="0">
              <a:spcBef>
                <a:spcPts val="0"/>
              </a:spcBef>
              <a:spcAft>
                <a:spcPts val="0"/>
              </a:spcAft>
              <a:buSzPts val="2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idBackground4">
  <p:cSld name="CUSTOM_4_3">
    <p:spTree>
      <p:nvGrpSpPr>
        <p:cNvPr id="90" name="Shape 90"/>
        <p:cNvGrpSpPr/>
        <p:nvPr/>
      </p:nvGrpSpPr>
      <p:grpSpPr>
        <a:xfrm>
          <a:off x="0" y="0"/>
          <a:ext cx="0" cy="0"/>
          <a:chOff x="0" y="0"/>
          <a:chExt cx="0" cy="0"/>
        </a:xfrm>
      </p:grpSpPr>
      <p:pic>
        <p:nvPicPr>
          <p:cNvPr id="91" name="Google Shape;91;p24"/>
          <p:cNvPicPr preferRelativeResize="0"/>
          <p:nvPr/>
        </p:nvPicPr>
        <p:blipFill>
          <a:blip r:embed="rId2">
            <a:alphaModFix amt="30000"/>
          </a:blip>
          <a:stretch>
            <a:fillRect/>
          </a:stretch>
        </p:blipFill>
        <p:spPr>
          <a:xfrm>
            <a:off x="0" y="0"/>
            <a:ext cx="9144000" cy="5143500"/>
          </a:xfrm>
          <a:prstGeom prst="rect">
            <a:avLst/>
          </a:prstGeom>
          <a:noFill/>
          <a:ln>
            <a:noFill/>
          </a:ln>
        </p:spPr>
      </p:pic>
      <p:sp>
        <p:nvSpPr>
          <p:cNvPr id="92" name="Google Shape;92;p24"/>
          <p:cNvSpPr txBox="1"/>
          <p:nvPr>
            <p:ph idx="1" type="body"/>
          </p:nvPr>
        </p:nvSpPr>
        <p:spPr>
          <a:xfrm>
            <a:off x="883075" y="1667050"/>
            <a:ext cx="5401500" cy="2921400"/>
          </a:xfrm>
          <a:prstGeom prst="rect">
            <a:avLst/>
          </a:prstGeom>
        </p:spPr>
        <p:txBody>
          <a:bodyPr anchorCtr="0" anchor="t" bIns="0" lIns="0" spcFirstLastPara="1" rIns="91425" wrap="square" tIns="0">
            <a:noAutofit/>
          </a:bodyPr>
          <a:lstStyle>
            <a:lvl1pPr indent="-381000" lvl="0" marL="457200" rtl="0">
              <a:spcBef>
                <a:spcPts val="0"/>
              </a:spcBef>
              <a:spcAft>
                <a:spcPts val="0"/>
              </a:spcAft>
              <a:buSzPts val="2400"/>
              <a:buChar char="●"/>
              <a:defRPr/>
            </a:lvl1pPr>
            <a:lvl2pPr indent="-342900" lvl="1" marL="914400" rtl="0">
              <a:spcBef>
                <a:spcPts val="1600"/>
              </a:spcBef>
              <a:spcAft>
                <a:spcPts val="0"/>
              </a:spcAft>
              <a:buSzPts val="1800"/>
              <a:buChar char="○"/>
              <a:defRPr/>
            </a:lvl2pPr>
            <a:lvl3pPr indent="-304800" lvl="2" marL="1371600" rtl="0">
              <a:spcBef>
                <a:spcPts val="1600"/>
              </a:spcBef>
              <a:spcAft>
                <a:spcPts val="0"/>
              </a:spcAft>
              <a:buSzPts val="1200"/>
              <a:buChar char="■"/>
              <a:defRPr/>
            </a:lvl3pPr>
            <a:lvl4pPr indent="-292100" lvl="3" marL="1828800" rtl="0">
              <a:spcBef>
                <a:spcPts val="1600"/>
              </a:spcBef>
              <a:spcAft>
                <a:spcPts val="0"/>
              </a:spcAft>
              <a:buSzPts val="1000"/>
              <a:buChar char="●"/>
              <a:defRPr/>
            </a:lvl4pPr>
            <a:lvl5pPr indent="-279400" lvl="4" marL="2286000" rtl="0">
              <a:spcBef>
                <a:spcPts val="1600"/>
              </a:spcBef>
              <a:spcAft>
                <a:spcPts val="0"/>
              </a:spcAft>
              <a:buSzPts val="8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93" name="Google Shape;93;p24"/>
          <p:cNvSpPr/>
          <p:nvPr/>
        </p:nvSpPr>
        <p:spPr>
          <a:xfrm>
            <a:off x="-353875" y="321100"/>
            <a:ext cx="6881700" cy="682800"/>
          </a:xfrm>
          <a:prstGeom prst="roundRect">
            <a:avLst>
              <a:gd fmla="val 16667" name="adj"/>
            </a:avLst>
          </a:prstGeom>
          <a:solidFill>
            <a:srgbClr val="004F3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94" name="Google Shape;94;p24"/>
          <p:cNvSpPr txBox="1"/>
          <p:nvPr>
            <p:ph type="title"/>
          </p:nvPr>
        </p:nvSpPr>
        <p:spPr>
          <a:xfrm>
            <a:off x="424950" y="431200"/>
            <a:ext cx="7727700" cy="572700"/>
          </a:xfrm>
          <a:prstGeom prst="rect">
            <a:avLst/>
          </a:prstGeom>
        </p:spPr>
        <p:txBody>
          <a:bodyPr anchorCtr="0" anchor="ctr" bIns="91425" lIns="0" spcFirstLastPara="1" rIns="91425" wrap="square" tIns="0">
            <a:noAutofit/>
          </a:bodyPr>
          <a:lstStyle>
            <a:lvl1pPr lvl="0" rtl="0">
              <a:spcBef>
                <a:spcPts val="0"/>
              </a:spcBef>
              <a:spcAft>
                <a:spcPts val="0"/>
              </a:spcAft>
              <a:buClr>
                <a:schemeClr val="lt1"/>
              </a:buClr>
              <a:buSzPts val="2400"/>
              <a:buNone/>
              <a:defRPr>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idBackground5">
  <p:cSld name="CUSTOM_4_4">
    <p:spTree>
      <p:nvGrpSpPr>
        <p:cNvPr id="95" name="Shape 95"/>
        <p:cNvGrpSpPr/>
        <p:nvPr/>
      </p:nvGrpSpPr>
      <p:grpSpPr>
        <a:xfrm>
          <a:off x="0" y="0"/>
          <a:ext cx="0" cy="0"/>
          <a:chOff x="0" y="0"/>
          <a:chExt cx="0" cy="0"/>
        </a:xfrm>
      </p:grpSpPr>
      <p:pic>
        <p:nvPicPr>
          <p:cNvPr id="96" name="Google Shape;96;p25"/>
          <p:cNvPicPr preferRelativeResize="0"/>
          <p:nvPr/>
        </p:nvPicPr>
        <p:blipFill>
          <a:blip r:embed="rId2">
            <a:alphaModFix amt="30000"/>
          </a:blip>
          <a:stretch>
            <a:fillRect/>
          </a:stretch>
        </p:blipFill>
        <p:spPr>
          <a:xfrm>
            <a:off x="0" y="0"/>
            <a:ext cx="9144000" cy="5143500"/>
          </a:xfrm>
          <a:prstGeom prst="rect">
            <a:avLst/>
          </a:prstGeom>
          <a:noFill/>
          <a:ln>
            <a:noFill/>
          </a:ln>
        </p:spPr>
      </p:pic>
      <p:sp>
        <p:nvSpPr>
          <p:cNvPr id="97" name="Google Shape;97;p25"/>
          <p:cNvSpPr txBox="1"/>
          <p:nvPr>
            <p:ph idx="1" type="body"/>
          </p:nvPr>
        </p:nvSpPr>
        <p:spPr>
          <a:xfrm>
            <a:off x="883075" y="1667050"/>
            <a:ext cx="5401500" cy="2921400"/>
          </a:xfrm>
          <a:prstGeom prst="rect">
            <a:avLst/>
          </a:prstGeom>
        </p:spPr>
        <p:txBody>
          <a:bodyPr anchorCtr="0" anchor="t" bIns="0" lIns="0" spcFirstLastPara="1" rIns="91425" wrap="square" tIns="0">
            <a:noAutofit/>
          </a:bodyPr>
          <a:lstStyle>
            <a:lvl1pPr indent="-381000" lvl="0" marL="457200" rtl="0">
              <a:spcBef>
                <a:spcPts val="0"/>
              </a:spcBef>
              <a:spcAft>
                <a:spcPts val="0"/>
              </a:spcAft>
              <a:buSzPts val="2400"/>
              <a:buChar char="●"/>
              <a:defRPr/>
            </a:lvl1pPr>
            <a:lvl2pPr indent="-342900" lvl="1" marL="914400" rtl="0">
              <a:spcBef>
                <a:spcPts val="1600"/>
              </a:spcBef>
              <a:spcAft>
                <a:spcPts val="0"/>
              </a:spcAft>
              <a:buSzPts val="1800"/>
              <a:buChar char="○"/>
              <a:defRPr/>
            </a:lvl2pPr>
            <a:lvl3pPr indent="-304800" lvl="2" marL="1371600" rtl="0">
              <a:spcBef>
                <a:spcPts val="1600"/>
              </a:spcBef>
              <a:spcAft>
                <a:spcPts val="0"/>
              </a:spcAft>
              <a:buSzPts val="1200"/>
              <a:buChar char="■"/>
              <a:defRPr/>
            </a:lvl3pPr>
            <a:lvl4pPr indent="-292100" lvl="3" marL="1828800" rtl="0">
              <a:spcBef>
                <a:spcPts val="1600"/>
              </a:spcBef>
              <a:spcAft>
                <a:spcPts val="0"/>
              </a:spcAft>
              <a:buSzPts val="1000"/>
              <a:buChar char="●"/>
              <a:defRPr/>
            </a:lvl4pPr>
            <a:lvl5pPr indent="-279400" lvl="4" marL="2286000" rtl="0">
              <a:spcBef>
                <a:spcPts val="1600"/>
              </a:spcBef>
              <a:spcAft>
                <a:spcPts val="0"/>
              </a:spcAft>
              <a:buSzPts val="8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98" name="Google Shape;98;p25"/>
          <p:cNvSpPr/>
          <p:nvPr/>
        </p:nvSpPr>
        <p:spPr>
          <a:xfrm>
            <a:off x="-353875" y="321100"/>
            <a:ext cx="6881700" cy="682800"/>
          </a:xfrm>
          <a:prstGeom prst="roundRect">
            <a:avLst>
              <a:gd fmla="val 16667"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99" name="Google Shape;99;p25"/>
          <p:cNvSpPr txBox="1"/>
          <p:nvPr>
            <p:ph type="title"/>
          </p:nvPr>
        </p:nvSpPr>
        <p:spPr>
          <a:xfrm>
            <a:off x="424950" y="431200"/>
            <a:ext cx="7727700" cy="572700"/>
          </a:xfrm>
          <a:prstGeom prst="rect">
            <a:avLst/>
          </a:prstGeom>
        </p:spPr>
        <p:txBody>
          <a:bodyPr anchorCtr="0" anchor="ctr" bIns="91425" lIns="0" spcFirstLastPara="1" rIns="91425" wrap="square" tIns="0">
            <a:noAutofit/>
          </a:bodyPr>
          <a:lstStyle>
            <a:lvl1pPr lvl="0" rtl="0">
              <a:spcBef>
                <a:spcPts val="0"/>
              </a:spcBef>
              <a:spcAft>
                <a:spcPts val="0"/>
              </a:spcAft>
              <a:buSzPts val="2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amp;A1">
  <p:cSld name="CUSTOM_5">
    <p:spTree>
      <p:nvGrpSpPr>
        <p:cNvPr id="100" name="Shape 100"/>
        <p:cNvGrpSpPr/>
        <p:nvPr/>
      </p:nvGrpSpPr>
      <p:grpSpPr>
        <a:xfrm>
          <a:off x="0" y="0"/>
          <a:ext cx="0" cy="0"/>
          <a:chOff x="0" y="0"/>
          <a:chExt cx="0" cy="0"/>
        </a:xfrm>
      </p:grpSpPr>
      <p:pic>
        <p:nvPicPr>
          <p:cNvPr id="101" name="Google Shape;101;p26"/>
          <p:cNvPicPr preferRelativeResize="0"/>
          <p:nvPr/>
        </p:nvPicPr>
        <p:blipFill>
          <a:blip r:embed="rId2">
            <a:alphaModFix/>
          </a:blip>
          <a:stretch>
            <a:fillRect/>
          </a:stretch>
        </p:blipFill>
        <p:spPr>
          <a:xfrm>
            <a:off x="0" y="0"/>
            <a:ext cx="9144000" cy="5143505"/>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amp;A2">
  <p:cSld name="CUSTOM_5_1">
    <p:spTree>
      <p:nvGrpSpPr>
        <p:cNvPr id="102" name="Shape 102"/>
        <p:cNvGrpSpPr/>
        <p:nvPr/>
      </p:nvGrpSpPr>
      <p:grpSpPr>
        <a:xfrm>
          <a:off x="0" y="0"/>
          <a:ext cx="0" cy="0"/>
          <a:chOff x="0" y="0"/>
          <a:chExt cx="0" cy="0"/>
        </a:xfrm>
      </p:grpSpPr>
      <p:pic>
        <p:nvPicPr>
          <p:cNvPr id="103" name="Google Shape;103;p27"/>
          <p:cNvPicPr preferRelativeResize="0"/>
          <p:nvPr/>
        </p:nvPicPr>
        <p:blipFill>
          <a:blip r:embed="rId2">
            <a:alphaModFix/>
          </a:blip>
          <a:stretch>
            <a:fillRect/>
          </a:stretch>
        </p:blipFill>
        <p:spPr>
          <a:xfrm>
            <a:off x="0" y="0"/>
            <a:ext cx="9144000" cy="5143505"/>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amp;A3">
  <p:cSld name="CUSTOM_5_2">
    <p:spTree>
      <p:nvGrpSpPr>
        <p:cNvPr id="104" name="Shape 104"/>
        <p:cNvGrpSpPr/>
        <p:nvPr/>
      </p:nvGrpSpPr>
      <p:grpSpPr>
        <a:xfrm>
          <a:off x="0" y="0"/>
          <a:ext cx="0" cy="0"/>
          <a:chOff x="0" y="0"/>
          <a:chExt cx="0" cy="0"/>
        </a:xfrm>
      </p:grpSpPr>
      <p:pic>
        <p:nvPicPr>
          <p:cNvPr id="105" name="Google Shape;105;p28"/>
          <p:cNvPicPr preferRelativeResize="0"/>
          <p:nvPr/>
        </p:nvPicPr>
        <p:blipFill>
          <a:blip r:embed="rId2">
            <a:alphaModFix/>
          </a:blip>
          <a:stretch>
            <a:fillRect/>
          </a:stretch>
        </p:blipFill>
        <p:spPr>
          <a:xfrm>
            <a:off x="0" y="0"/>
            <a:ext cx="9144000" cy="5143505"/>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YouSlide">
  <p:cSld name="CUSTOM_6">
    <p:spTree>
      <p:nvGrpSpPr>
        <p:cNvPr id="106" name="Shape 106"/>
        <p:cNvGrpSpPr/>
        <p:nvPr/>
      </p:nvGrpSpPr>
      <p:grpSpPr>
        <a:xfrm>
          <a:off x="0" y="0"/>
          <a:ext cx="0" cy="0"/>
          <a:chOff x="0" y="0"/>
          <a:chExt cx="0" cy="0"/>
        </a:xfrm>
      </p:grpSpPr>
      <p:pic>
        <p:nvPicPr>
          <p:cNvPr id="107" name="Google Shape;107;p29"/>
          <p:cNvPicPr preferRelativeResize="0"/>
          <p:nvPr/>
        </p:nvPicPr>
        <p:blipFill>
          <a:blip r:embed="rId2">
            <a:alphaModFix/>
          </a:blip>
          <a:stretch>
            <a:fillRect/>
          </a:stretch>
        </p:blipFill>
        <p:spPr>
          <a:xfrm>
            <a:off x="0" y="0"/>
            <a:ext cx="9144000" cy="5143505"/>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p:cSld name="CUSTOM_7">
    <p:spTree>
      <p:nvGrpSpPr>
        <p:cNvPr id="108" name="Shape 108"/>
        <p:cNvGrpSpPr/>
        <p:nvPr/>
      </p:nvGrpSpPr>
      <p:grpSpPr>
        <a:xfrm>
          <a:off x="0" y="0"/>
          <a:ext cx="0" cy="0"/>
          <a:chOff x="0" y="0"/>
          <a:chExt cx="0" cy="0"/>
        </a:xfrm>
      </p:grpSpPr>
      <p:pic>
        <p:nvPicPr>
          <p:cNvPr id="109" name="Google Shape;109;p30"/>
          <p:cNvPicPr preferRelativeResize="0"/>
          <p:nvPr/>
        </p:nvPicPr>
        <p:blipFill>
          <a:blip r:embed="rId2">
            <a:alphaModFix/>
          </a:blip>
          <a:stretch>
            <a:fillRect/>
          </a:stretch>
        </p:blipFill>
        <p:spPr>
          <a:xfrm>
            <a:off x="0" y="0"/>
            <a:ext cx="9144000" cy="5143500"/>
          </a:xfrm>
          <a:prstGeom prst="rect">
            <a:avLst/>
          </a:prstGeom>
          <a:noFill/>
          <a:ln>
            <a:noFill/>
          </a:ln>
        </p:spPr>
      </p:pic>
      <p:sp>
        <p:nvSpPr>
          <p:cNvPr id="110" name="Google Shape;110;p30"/>
          <p:cNvSpPr txBox="1"/>
          <p:nvPr/>
        </p:nvSpPr>
        <p:spPr>
          <a:xfrm>
            <a:off x="2356250" y="112800"/>
            <a:ext cx="6604500" cy="1749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7500">
                <a:solidFill>
                  <a:srgbClr val="FF6666"/>
                </a:solidFill>
                <a:latin typeface="Poppins Black"/>
                <a:ea typeface="Poppins Black"/>
                <a:cs typeface="Poppins Black"/>
                <a:sym typeface="Poppins Black"/>
              </a:rPr>
              <a:t>Break time</a:t>
            </a:r>
            <a:endParaRPr sz="7500">
              <a:solidFill>
                <a:srgbClr val="FF6666"/>
              </a:solidFill>
              <a:latin typeface="Poppins Black"/>
              <a:ea typeface="Poppins Black"/>
              <a:cs typeface="Poppins Black"/>
              <a:sym typeface="Poppins Black"/>
            </a:endParaRPr>
          </a:p>
        </p:txBody>
      </p:sp>
      <p:sp>
        <p:nvSpPr>
          <p:cNvPr id="111" name="Google Shape;111;p30"/>
          <p:cNvSpPr/>
          <p:nvPr/>
        </p:nvSpPr>
        <p:spPr>
          <a:xfrm>
            <a:off x="-134375" y="1638675"/>
            <a:ext cx="4087647" cy="3653334"/>
          </a:xfrm>
          <a:custGeom>
            <a:rect b="b" l="l" r="r" t="t"/>
            <a:pathLst>
              <a:path extrusionOk="0" h="2726369" w="3050483">
                <a:moveTo>
                  <a:pt x="0" y="0"/>
                </a:moveTo>
                <a:lnTo>
                  <a:pt x="3050483" y="0"/>
                </a:lnTo>
                <a:lnTo>
                  <a:pt x="3050483" y="2726369"/>
                </a:lnTo>
                <a:lnTo>
                  <a:pt x="0" y="2726369"/>
                </a:lnTo>
                <a:lnTo>
                  <a:pt x="0" y="0"/>
                </a:lnTo>
                <a:close/>
              </a:path>
            </a:pathLst>
          </a:custGeom>
          <a:blipFill rotWithShape="1">
            <a:blip r:embed="rId3">
              <a:alphaModFix/>
            </a:blip>
            <a:stretch>
              <a:fillRect b="0" l="0" r="0" t="0"/>
            </a:stretch>
          </a:blipFill>
          <a:ln>
            <a:noFill/>
          </a:ln>
        </p:spPr>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1">
  <p:cSld name="CUSTOM_7_1">
    <p:spTree>
      <p:nvGrpSpPr>
        <p:cNvPr id="112" name="Shape 112"/>
        <p:cNvGrpSpPr/>
        <p:nvPr/>
      </p:nvGrpSpPr>
      <p:grpSpPr>
        <a:xfrm>
          <a:off x="0" y="0"/>
          <a:ext cx="0" cy="0"/>
          <a:chOff x="0" y="0"/>
          <a:chExt cx="0" cy="0"/>
        </a:xfrm>
      </p:grpSpPr>
      <p:pic>
        <p:nvPicPr>
          <p:cNvPr id="113" name="Google Shape;113;p31"/>
          <p:cNvPicPr preferRelativeResize="0"/>
          <p:nvPr/>
        </p:nvPicPr>
        <p:blipFill>
          <a:blip r:embed="rId2">
            <a:alphaModFix/>
          </a:blip>
          <a:stretch>
            <a:fillRect/>
          </a:stretch>
        </p:blipFill>
        <p:spPr>
          <a:xfrm>
            <a:off x="0" y="0"/>
            <a:ext cx="9144000" cy="5143500"/>
          </a:xfrm>
          <a:prstGeom prst="rect">
            <a:avLst/>
          </a:prstGeom>
          <a:noFill/>
          <a:ln>
            <a:noFill/>
          </a:ln>
        </p:spPr>
      </p:pic>
      <p:sp>
        <p:nvSpPr>
          <p:cNvPr id="114" name="Google Shape;114;p31"/>
          <p:cNvSpPr txBox="1"/>
          <p:nvPr/>
        </p:nvSpPr>
        <p:spPr>
          <a:xfrm>
            <a:off x="2356250" y="112800"/>
            <a:ext cx="6604500" cy="1749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7500">
                <a:solidFill>
                  <a:schemeClr val="accent4"/>
                </a:solidFill>
                <a:latin typeface="Poppins Black"/>
                <a:ea typeface="Poppins Black"/>
                <a:cs typeface="Poppins Black"/>
                <a:sym typeface="Poppins Black"/>
              </a:rPr>
              <a:t>Break time</a:t>
            </a:r>
            <a:endParaRPr sz="7500">
              <a:solidFill>
                <a:schemeClr val="accent4"/>
              </a:solidFill>
              <a:latin typeface="Poppins Black"/>
              <a:ea typeface="Poppins Black"/>
              <a:cs typeface="Poppins Black"/>
              <a:sym typeface="Poppins Black"/>
            </a:endParaRPr>
          </a:p>
        </p:txBody>
      </p:sp>
      <p:sp>
        <p:nvSpPr>
          <p:cNvPr id="115" name="Google Shape;115;p31"/>
          <p:cNvSpPr/>
          <p:nvPr/>
        </p:nvSpPr>
        <p:spPr>
          <a:xfrm>
            <a:off x="-134375" y="1638675"/>
            <a:ext cx="4087647" cy="3653334"/>
          </a:xfrm>
          <a:custGeom>
            <a:rect b="b" l="l" r="r" t="t"/>
            <a:pathLst>
              <a:path extrusionOk="0" h="2726369" w="3050483">
                <a:moveTo>
                  <a:pt x="0" y="0"/>
                </a:moveTo>
                <a:lnTo>
                  <a:pt x="3050483" y="0"/>
                </a:lnTo>
                <a:lnTo>
                  <a:pt x="3050483" y="2726369"/>
                </a:lnTo>
                <a:lnTo>
                  <a:pt x="0" y="2726369"/>
                </a:lnTo>
                <a:lnTo>
                  <a:pt x="0" y="0"/>
                </a:lnTo>
                <a:close/>
              </a:path>
            </a:pathLst>
          </a:custGeom>
          <a:blipFill rotWithShape="1">
            <a:blip r:embed="rId3">
              <a:alphaModFix/>
            </a:blip>
            <a:stretch>
              <a:fillRect b="0" l="0" r="0" t="0"/>
            </a:stretch>
          </a:blipFill>
          <a:ln>
            <a:noFill/>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1 1">
  <p:cSld name="CUSTOM_7_1_1">
    <p:spTree>
      <p:nvGrpSpPr>
        <p:cNvPr id="116" name="Shape 116"/>
        <p:cNvGrpSpPr/>
        <p:nvPr/>
      </p:nvGrpSpPr>
      <p:grpSpPr>
        <a:xfrm>
          <a:off x="0" y="0"/>
          <a:ext cx="0" cy="0"/>
          <a:chOff x="0" y="0"/>
          <a:chExt cx="0" cy="0"/>
        </a:xfrm>
      </p:grpSpPr>
      <p:pic>
        <p:nvPicPr>
          <p:cNvPr id="117" name="Google Shape;117;p32"/>
          <p:cNvPicPr preferRelativeResize="0"/>
          <p:nvPr/>
        </p:nvPicPr>
        <p:blipFill>
          <a:blip r:embed="rId2">
            <a:alphaModFix/>
          </a:blip>
          <a:stretch>
            <a:fillRect/>
          </a:stretch>
        </p:blipFill>
        <p:spPr>
          <a:xfrm>
            <a:off x="0" y="0"/>
            <a:ext cx="9144000" cy="5143500"/>
          </a:xfrm>
          <a:prstGeom prst="rect">
            <a:avLst/>
          </a:prstGeom>
          <a:noFill/>
          <a:ln>
            <a:noFill/>
          </a:ln>
        </p:spPr>
      </p:pic>
      <p:sp>
        <p:nvSpPr>
          <p:cNvPr id="118" name="Google Shape;118;p32"/>
          <p:cNvSpPr txBox="1"/>
          <p:nvPr/>
        </p:nvSpPr>
        <p:spPr>
          <a:xfrm>
            <a:off x="2356250" y="112800"/>
            <a:ext cx="6604500" cy="1749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7500">
                <a:solidFill>
                  <a:schemeClr val="accent6"/>
                </a:solidFill>
                <a:latin typeface="Poppins Black"/>
                <a:ea typeface="Poppins Black"/>
                <a:cs typeface="Poppins Black"/>
                <a:sym typeface="Poppins Black"/>
              </a:rPr>
              <a:t>Break time</a:t>
            </a:r>
            <a:endParaRPr sz="7500">
              <a:solidFill>
                <a:schemeClr val="accent6"/>
              </a:solidFill>
              <a:latin typeface="Poppins Black"/>
              <a:ea typeface="Poppins Black"/>
              <a:cs typeface="Poppins Black"/>
              <a:sym typeface="Poppins Black"/>
            </a:endParaRPr>
          </a:p>
        </p:txBody>
      </p:sp>
      <p:sp>
        <p:nvSpPr>
          <p:cNvPr id="119" name="Google Shape;119;p32"/>
          <p:cNvSpPr/>
          <p:nvPr/>
        </p:nvSpPr>
        <p:spPr>
          <a:xfrm>
            <a:off x="-134375" y="1638675"/>
            <a:ext cx="4087647" cy="3653334"/>
          </a:xfrm>
          <a:custGeom>
            <a:rect b="b" l="l" r="r" t="t"/>
            <a:pathLst>
              <a:path extrusionOk="0" h="2726369" w="3050483">
                <a:moveTo>
                  <a:pt x="0" y="0"/>
                </a:moveTo>
                <a:lnTo>
                  <a:pt x="3050483" y="0"/>
                </a:lnTo>
                <a:lnTo>
                  <a:pt x="3050483" y="2726369"/>
                </a:lnTo>
                <a:lnTo>
                  <a:pt x="0" y="2726369"/>
                </a:lnTo>
                <a:lnTo>
                  <a:pt x="0" y="0"/>
                </a:lnTo>
                <a:close/>
              </a:path>
            </a:pathLst>
          </a:custGeom>
          <a:blipFill rotWithShape="1">
            <a:blip r:embed="rId3">
              <a:alphaModFix/>
            </a:blip>
            <a:stretch>
              <a:fillRect b="0" l="0" r="0" t="0"/>
            </a:stretch>
          </a:blipFill>
          <a:ln>
            <a:no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Thanks 2">
  <p:cSld name="TITLE_1_1_1_1_1_1_1_1_1_1">
    <p:bg>
      <p:bgPr>
        <a:solidFill>
          <a:schemeClr val="accent1"/>
        </a:solidFill>
      </p:bgPr>
    </p:bg>
    <p:spTree>
      <p:nvGrpSpPr>
        <p:cNvPr id="120" name="Shape 120"/>
        <p:cNvGrpSpPr/>
        <p:nvPr/>
      </p:nvGrpSpPr>
      <p:grpSpPr>
        <a:xfrm>
          <a:off x="0" y="0"/>
          <a:ext cx="0" cy="0"/>
          <a:chOff x="0" y="0"/>
          <a:chExt cx="0" cy="0"/>
        </a:xfrm>
      </p:grpSpPr>
      <p:pic>
        <p:nvPicPr>
          <p:cNvPr id="121" name="Google Shape;121;p33"/>
          <p:cNvPicPr preferRelativeResize="0"/>
          <p:nvPr/>
        </p:nvPicPr>
        <p:blipFill>
          <a:blip r:embed="rId2">
            <a:alphaModFix/>
          </a:blip>
          <a:stretch>
            <a:fillRect/>
          </a:stretch>
        </p:blipFill>
        <p:spPr>
          <a:xfrm>
            <a:off x="405838" y="411150"/>
            <a:ext cx="806721" cy="806800"/>
          </a:xfrm>
          <a:prstGeom prst="rect">
            <a:avLst/>
          </a:prstGeom>
          <a:noFill/>
          <a:ln>
            <a:noFill/>
          </a:ln>
        </p:spPr>
      </p:pic>
      <p:sp>
        <p:nvSpPr>
          <p:cNvPr id="122" name="Google Shape;122;p33"/>
          <p:cNvSpPr txBox="1"/>
          <p:nvPr/>
        </p:nvSpPr>
        <p:spPr>
          <a:xfrm>
            <a:off x="402921" y="4017628"/>
            <a:ext cx="3539700" cy="812700"/>
          </a:xfrm>
          <a:prstGeom prst="rect">
            <a:avLst/>
          </a:prstGeom>
          <a:noFill/>
          <a:ln>
            <a:noFill/>
          </a:ln>
        </p:spPr>
        <p:txBody>
          <a:bodyPr anchorCtr="0" anchor="t" bIns="91425" lIns="91425" spcFirstLastPara="1" rIns="91425" wrap="square" tIns="91425">
            <a:spAutoFit/>
          </a:bodyPr>
          <a:lstStyle/>
          <a:p>
            <a:pPr indent="0" lvl="0" marL="0" rtl="0" algn="l">
              <a:lnSpc>
                <a:spcPct val="85000"/>
              </a:lnSpc>
              <a:spcBef>
                <a:spcPts val="0"/>
              </a:spcBef>
              <a:spcAft>
                <a:spcPts val="0"/>
              </a:spcAft>
              <a:buNone/>
            </a:pPr>
            <a:r>
              <a:rPr lang="en" sz="4800">
                <a:solidFill>
                  <a:schemeClr val="dk1"/>
                </a:solidFill>
                <a:latin typeface="Poppins"/>
                <a:ea typeface="Poppins"/>
                <a:cs typeface="Poppins"/>
                <a:sym typeface="Poppins"/>
              </a:rPr>
              <a:t>Thanks.</a:t>
            </a:r>
            <a:endParaRPr sz="4800">
              <a:solidFill>
                <a:schemeClr val="dk1"/>
              </a:solidFill>
              <a:latin typeface="Poppins"/>
              <a:ea typeface="Poppins"/>
              <a:cs typeface="Poppins"/>
              <a:sym typeface="Poppins"/>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3" name="Shape 123"/>
        <p:cNvGrpSpPr/>
        <p:nvPr/>
      </p:nvGrpSpPr>
      <p:grpSpPr>
        <a:xfrm>
          <a:off x="0" y="0"/>
          <a:ext cx="0" cy="0"/>
          <a:chOff x="0" y="0"/>
          <a:chExt cx="0" cy="0"/>
        </a:xfrm>
      </p:grpSpPr>
      <p:sp>
        <p:nvSpPr>
          <p:cNvPr id="124" name="Google Shape;124;p34"/>
          <p:cNvSpPr txBox="1"/>
          <p:nvPr>
            <p:ph type="ctrTitle"/>
          </p:nvPr>
        </p:nvSpPr>
        <p:spPr>
          <a:xfrm>
            <a:off x="311708" y="744575"/>
            <a:ext cx="8520600" cy="2052600"/>
          </a:xfrm>
          <a:prstGeom prst="rect">
            <a:avLst/>
          </a:prstGeom>
        </p:spPr>
        <p:txBody>
          <a:bodyPr anchorCtr="0" anchor="b" bIns="91425" lIns="0" spcFirstLastPara="1" rIns="91425" wrap="square" tIns="0">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25" name="Google Shape;125;p34"/>
          <p:cNvSpPr txBox="1"/>
          <p:nvPr>
            <p:ph idx="1" type="subTitle"/>
          </p:nvPr>
        </p:nvSpPr>
        <p:spPr>
          <a:xfrm>
            <a:off x="311700" y="2834125"/>
            <a:ext cx="8520600" cy="792600"/>
          </a:xfrm>
          <a:prstGeom prst="rect">
            <a:avLst/>
          </a:prstGeom>
        </p:spPr>
        <p:txBody>
          <a:bodyPr anchorCtr="0" anchor="t" bIns="0" lIns="0" spcFirstLastPara="1" rIns="91425" wrap="square" tIns="0">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6" name="Google Shape;126;p34"/>
          <p:cNvSpPr txBox="1"/>
          <p:nvPr>
            <p:ph idx="12" type="sldNum"/>
          </p:nvPr>
        </p:nvSpPr>
        <p:spPr>
          <a:xfrm>
            <a:off x="8472458" y="4663217"/>
            <a:ext cx="548700" cy="393600"/>
          </a:xfrm>
          <a:prstGeom prst="rect">
            <a:avLst/>
          </a:prstGeom>
        </p:spPr>
        <p:txBody>
          <a:bodyPr anchorCtr="0" anchor="t" bIns="0" lIns="91425" spcFirstLastPara="1" rIns="91425"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type="blank">
  <p:cSld name="BLANK">
    <p:spTree>
      <p:nvGrpSpPr>
        <p:cNvPr id="127" name="Shape 127"/>
        <p:cNvGrpSpPr/>
        <p:nvPr/>
      </p:nvGrpSpPr>
      <p:grpSpPr>
        <a:xfrm>
          <a:off x="0" y="0"/>
          <a:ext cx="0" cy="0"/>
          <a:chOff x="0" y="0"/>
          <a:chExt cx="0" cy="0"/>
        </a:xfrm>
      </p:grpSpPr>
      <p:sp>
        <p:nvSpPr>
          <p:cNvPr id="128" name="Google Shape;128;p3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sz="1100"/>
            </a:lvl1pPr>
            <a:lvl2pPr lvl="1" rtl="0" algn="l">
              <a:spcBef>
                <a:spcPts val="0"/>
              </a:spcBef>
              <a:spcAft>
                <a:spcPts val="0"/>
              </a:spcAft>
              <a:buSzPts val="1100"/>
              <a:buNone/>
              <a:defRPr sz="1100"/>
            </a:lvl2pPr>
            <a:lvl3pPr lvl="2" rtl="0" algn="l">
              <a:spcBef>
                <a:spcPts val="0"/>
              </a:spcBef>
              <a:spcAft>
                <a:spcPts val="0"/>
              </a:spcAft>
              <a:buSzPts val="1100"/>
              <a:buNone/>
              <a:defRPr sz="1100"/>
            </a:lvl3pPr>
            <a:lvl4pPr lvl="3" rtl="0" algn="l">
              <a:spcBef>
                <a:spcPts val="0"/>
              </a:spcBef>
              <a:spcAft>
                <a:spcPts val="0"/>
              </a:spcAft>
              <a:buSzPts val="1100"/>
              <a:buNone/>
              <a:defRPr sz="1100"/>
            </a:lvl4pPr>
            <a:lvl5pPr lvl="4" rtl="0" algn="l">
              <a:spcBef>
                <a:spcPts val="0"/>
              </a:spcBef>
              <a:spcAft>
                <a:spcPts val="0"/>
              </a:spcAft>
              <a:buSzPts val="1100"/>
              <a:buNone/>
              <a:defRPr sz="1100"/>
            </a:lvl5pPr>
            <a:lvl6pPr lvl="5" rtl="0" algn="l">
              <a:spcBef>
                <a:spcPts val="0"/>
              </a:spcBef>
              <a:spcAft>
                <a:spcPts val="0"/>
              </a:spcAft>
              <a:buSzPts val="1100"/>
              <a:buNone/>
              <a:defRPr sz="1100"/>
            </a:lvl6pPr>
            <a:lvl7pPr lvl="6" rtl="0" algn="l">
              <a:spcBef>
                <a:spcPts val="0"/>
              </a:spcBef>
              <a:spcAft>
                <a:spcPts val="0"/>
              </a:spcAft>
              <a:buSzPts val="1100"/>
              <a:buNone/>
              <a:defRPr sz="1100"/>
            </a:lvl7pPr>
            <a:lvl8pPr lvl="7" rtl="0" algn="l">
              <a:spcBef>
                <a:spcPts val="0"/>
              </a:spcBef>
              <a:spcAft>
                <a:spcPts val="0"/>
              </a:spcAft>
              <a:buSzPts val="1100"/>
              <a:buNone/>
              <a:defRPr sz="1100"/>
            </a:lvl8pPr>
            <a:lvl9pPr lvl="8" rtl="0" algn="l">
              <a:spcBef>
                <a:spcPts val="0"/>
              </a:spcBef>
              <a:spcAft>
                <a:spcPts val="0"/>
              </a:spcAft>
              <a:buSzPts val="1100"/>
              <a:buNone/>
              <a:defRPr sz="1100"/>
            </a:lvl9pPr>
          </a:lstStyle>
          <a:p/>
        </p:txBody>
      </p:sp>
      <p:sp>
        <p:nvSpPr>
          <p:cNvPr id="129" name="Google Shape;129;p3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sz="1100"/>
            </a:lvl1pPr>
            <a:lvl2pPr lvl="1" rtl="0" algn="l">
              <a:spcBef>
                <a:spcPts val="0"/>
              </a:spcBef>
              <a:spcAft>
                <a:spcPts val="0"/>
              </a:spcAft>
              <a:buSzPts val="1100"/>
              <a:buNone/>
              <a:defRPr sz="1100"/>
            </a:lvl2pPr>
            <a:lvl3pPr lvl="2" rtl="0" algn="l">
              <a:spcBef>
                <a:spcPts val="0"/>
              </a:spcBef>
              <a:spcAft>
                <a:spcPts val="0"/>
              </a:spcAft>
              <a:buSzPts val="1100"/>
              <a:buNone/>
              <a:defRPr sz="1100"/>
            </a:lvl3pPr>
            <a:lvl4pPr lvl="3" rtl="0" algn="l">
              <a:spcBef>
                <a:spcPts val="0"/>
              </a:spcBef>
              <a:spcAft>
                <a:spcPts val="0"/>
              </a:spcAft>
              <a:buSzPts val="1100"/>
              <a:buNone/>
              <a:defRPr sz="1100"/>
            </a:lvl4pPr>
            <a:lvl5pPr lvl="4" rtl="0" algn="l">
              <a:spcBef>
                <a:spcPts val="0"/>
              </a:spcBef>
              <a:spcAft>
                <a:spcPts val="0"/>
              </a:spcAft>
              <a:buSzPts val="1100"/>
              <a:buNone/>
              <a:defRPr sz="1100"/>
            </a:lvl5pPr>
            <a:lvl6pPr lvl="5" rtl="0" algn="l">
              <a:spcBef>
                <a:spcPts val="0"/>
              </a:spcBef>
              <a:spcAft>
                <a:spcPts val="0"/>
              </a:spcAft>
              <a:buSzPts val="1100"/>
              <a:buNone/>
              <a:defRPr sz="1100"/>
            </a:lvl6pPr>
            <a:lvl7pPr lvl="6" rtl="0" algn="l">
              <a:spcBef>
                <a:spcPts val="0"/>
              </a:spcBef>
              <a:spcAft>
                <a:spcPts val="0"/>
              </a:spcAft>
              <a:buSzPts val="1100"/>
              <a:buNone/>
              <a:defRPr sz="1100"/>
            </a:lvl7pPr>
            <a:lvl8pPr lvl="7" rtl="0" algn="l">
              <a:spcBef>
                <a:spcPts val="0"/>
              </a:spcBef>
              <a:spcAft>
                <a:spcPts val="0"/>
              </a:spcAft>
              <a:buSzPts val="1100"/>
              <a:buNone/>
              <a:defRPr sz="1100"/>
            </a:lvl8pPr>
            <a:lvl9pPr lvl="8" rtl="0" algn="l">
              <a:spcBef>
                <a:spcPts val="0"/>
              </a:spcBef>
              <a:spcAft>
                <a:spcPts val="0"/>
              </a:spcAft>
              <a:buSzPts val="1100"/>
              <a:buNone/>
              <a:defRPr sz="1100"/>
            </a:lvl9pPr>
          </a:lstStyle>
          <a:p/>
        </p:txBody>
      </p:sp>
      <p:sp>
        <p:nvSpPr>
          <p:cNvPr id="130" name="Google Shape;130;p3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Agenda">
  <p:cSld name="TITLE_2_1_1_1_2">
    <p:bg>
      <p:bgPr>
        <a:solidFill>
          <a:schemeClr val="accent1"/>
        </a:solidFill>
      </p:bgPr>
    </p:bg>
    <p:spTree>
      <p:nvGrpSpPr>
        <p:cNvPr id="135" name="Shape 135"/>
        <p:cNvGrpSpPr/>
        <p:nvPr/>
      </p:nvGrpSpPr>
      <p:grpSpPr>
        <a:xfrm>
          <a:off x="0" y="0"/>
          <a:ext cx="0" cy="0"/>
          <a:chOff x="0" y="0"/>
          <a:chExt cx="0" cy="0"/>
        </a:xfrm>
      </p:grpSpPr>
      <p:sp>
        <p:nvSpPr>
          <p:cNvPr id="136" name="Google Shape;136;p37"/>
          <p:cNvSpPr/>
          <p:nvPr>
            <p:ph idx="2" type="pic"/>
          </p:nvPr>
        </p:nvSpPr>
        <p:spPr>
          <a:xfrm>
            <a:off x="4572000" y="0"/>
            <a:ext cx="4572000" cy="5143500"/>
          </a:xfrm>
          <a:prstGeom prst="rect">
            <a:avLst/>
          </a:prstGeom>
          <a:noFill/>
          <a:ln>
            <a:noFill/>
          </a:ln>
        </p:spPr>
      </p:sp>
      <p:sp>
        <p:nvSpPr>
          <p:cNvPr id="137" name="Google Shape;137;p37"/>
          <p:cNvSpPr txBox="1"/>
          <p:nvPr>
            <p:ph type="ctrTitle"/>
          </p:nvPr>
        </p:nvSpPr>
        <p:spPr>
          <a:xfrm>
            <a:off x="402925" y="1747425"/>
            <a:ext cx="2911800" cy="24558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600"/>
              <a:buAutoNum type="arabicPeriod"/>
              <a:defRPr sz="1600"/>
            </a:lvl1pPr>
            <a:lvl2pPr lvl="1">
              <a:lnSpc>
                <a:spcPct val="87000"/>
              </a:lnSpc>
              <a:spcBef>
                <a:spcPts val="0"/>
              </a:spcBef>
              <a:spcAft>
                <a:spcPts val="0"/>
              </a:spcAft>
              <a:buSzPts val="3600"/>
              <a:buFont typeface="Poppins"/>
              <a:buAutoNum type="alphaLcPeriod"/>
              <a:defRPr b="1" sz="3600">
                <a:latin typeface="Poppins"/>
                <a:ea typeface="Poppins"/>
                <a:cs typeface="Poppins"/>
                <a:sym typeface="Poppins"/>
              </a:defRPr>
            </a:lvl2pPr>
            <a:lvl3pPr lvl="2">
              <a:lnSpc>
                <a:spcPct val="87000"/>
              </a:lnSpc>
              <a:spcBef>
                <a:spcPts val="0"/>
              </a:spcBef>
              <a:spcAft>
                <a:spcPts val="0"/>
              </a:spcAft>
              <a:buSzPts val="3600"/>
              <a:buFont typeface="Poppins"/>
              <a:buAutoNum type="romanLcPeriod"/>
              <a:defRPr b="1" sz="3600">
                <a:latin typeface="Poppins"/>
                <a:ea typeface="Poppins"/>
                <a:cs typeface="Poppins"/>
                <a:sym typeface="Poppins"/>
              </a:defRPr>
            </a:lvl3pPr>
            <a:lvl4pPr lvl="3">
              <a:lnSpc>
                <a:spcPct val="87000"/>
              </a:lnSpc>
              <a:spcBef>
                <a:spcPts val="0"/>
              </a:spcBef>
              <a:spcAft>
                <a:spcPts val="0"/>
              </a:spcAft>
              <a:buSzPts val="3600"/>
              <a:buFont typeface="Poppins"/>
              <a:buAutoNum type="arabicPeriod"/>
              <a:defRPr b="1" sz="3600">
                <a:latin typeface="Poppins"/>
                <a:ea typeface="Poppins"/>
                <a:cs typeface="Poppins"/>
                <a:sym typeface="Poppins"/>
              </a:defRPr>
            </a:lvl4pPr>
            <a:lvl5pPr lvl="4">
              <a:lnSpc>
                <a:spcPct val="87000"/>
              </a:lnSpc>
              <a:spcBef>
                <a:spcPts val="0"/>
              </a:spcBef>
              <a:spcAft>
                <a:spcPts val="0"/>
              </a:spcAft>
              <a:buSzPts val="3600"/>
              <a:buFont typeface="Poppins"/>
              <a:buAutoNum type="alphaLcPeriod"/>
              <a:defRPr b="1" sz="3600">
                <a:latin typeface="Poppins"/>
                <a:ea typeface="Poppins"/>
                <a:cs typeface="Poppins"/>
                <a:sym typeface="Poppins"/>
              </a:defRPr>
            </a:lvl5pPr>
            <a:lvl6pPr lvl="5">
              <a:lnSpc>
                <a:spcPct val="87000"/>
              </a:lnSpc>
              <a:spcBef>
                <a:spcPts val="0"/>
              </a:spcBef>
              <a:spcAft>
                <a:spcPts val="0"/>
              </a:spcAft>
              <a:buSzPts val="3600"/>
              <a:buFont typeface="Poppins"/>
              <a:buAutoNum type="romanLcPeriod"/>
              <a:defRPr b="1" sz="3600">
                <a:latin typeface="Poppins"/>
                <a:ea typeface="Poppins"/>
                <a:cs typeface="Poppins"/>
                <a:sym typeface="Poppins"/>
              </a:defRPr>
            </a:lvl6pPr>
            <a:lvl7pPr lvl="6">
              <a:lnSpc>
                <a:spcPct val="87000"/>
              </a:lnSpc>
              <a:spcBef>
                <a:spcPts val="0"/>
              </a:spcBef>
              <a:spcAft>
                <a:spcPts val="0"/>
              </a:spcAft>
              <a:buSzPts val="3600"/>
              <a:buFont typeface="Poppins"/>
              <a:buAutoNum type="arabicPeriod"/>
              <a:defRPr b="1" sz="3600">
                <a:latin typeface="Poppins"/>
                <a:ea typeface="Poppins"/>
                <a:cs typeface="Poppins"/>
                <a:sym typeface="Poppins"/>
              </a:defRPr>
            </a:lvl7pPr>
            <a:lvl8pPr lvl="7">
              <a:lnSpc>
                <a:spcPct val="87000"/>
              </a:lnSpc>
              <a:spcBef>
                <a:spcPts val="0"/>
              </a:spcBef>
              <a:spcAft>
                <a:spcPts val="0"/>
              </a:spcAft>
              <a:buSzPts val="3600"/>
              <a:buFont typeface="Poppins"/>
              <a:buAutoNum type="alphaLcPeriod"/>
              <a:defRPr b="1" sz="3600">
                <a:latin typeface="Poppins"/>
                <a:ea typeface="Poppins"/>
                <a:cs typeface="Poppins"/>
                <a:sym typeface="Poppins"/>
              </a:defRPr>
            </a:lvl8pPr>
            <a:lvl9pPr lvl="8">
              <a:lnSpc>
                <a:spcPct val="87000"/>
              </a:lnSpc>
              <a:spcBef>
                <a:spcPts val="0"/>
              </a:spcBef>
              <a:spcAft>
                <a:spcPts val="0"/>
              </a:spcAft>
              <a:buSzPts val="3600"/>
              <a:buFont typeface="Poppins"/>
              <a:buAutoNum type="romanLcPeriod"/>
              <a:defRPr b="1" sz="3600">
                <a:latin typeface="Poppins"/>
                <a:ea typeface="Poppins"/>
                <a:cs typeface="Poppins"/>
                <a:sym typeface="Poppins"/>
              </a:defRPr>
            </a:lvl9pPr>
          </a:lstStyle>
          <a:p/>
        </p:txBody>
      </p:sp>
      <p:pic>
        <p:nvPicPr>
          <p:cNvPr id="138" name="Google Shape;138;p37"/>
          <p:cNvPicPr preferRelativeResize="0"/>
          <p:nvPr/>
        </p:nvPicPr>
        <p:blipFill>
          <a:blip r:embed="rId2">
            <a:alphaModFix/>
          </a:blip>
          <a:stretch>
            <a:fillRect/>
          </a:stretch>
        </p:blipFill>
        <p:spPr>
          <a:xfrm>
            <a:off x="115676" y="4859127"/>
            <a:ext cx="165327" cy="165346"/>
          </a:xfrm>
          <a:prstGeom prst="rect">
            <a:avLst/>
          </a:prstGeom>
          <a:noFill/>
          <a:ln>
            <a:noFill/>
          </a:ln>
        </p:spPr>
      </p:pic>
      <p:sp>
        <p:nvSpPr>
          <p:cNvPr id="139" name="Google Shape;139;p37"/>
          <p:cNvSpPr txBox="1"/>
          <p:nvPr>
            <p:ph idx="12" type="sldNum"/>
          </p:nvPr>
        </p:nvSpPr>
        <p:spPr>
          <a:xfrm>
            <a:off x="8557171" y="4944643"/>
            <a:ext cx="548700" cy="256800"/>
          </a:xfrm>
          <a:prstGeom prst="rect">
            <a:avLst/>
          </a:prstGeom>
        </p:spPr>
        <p:txBody>
          <a:bodyPr anchorCtr="0" anchor="t" bIns="0" lIns="91425" spcFirstLastPara="1" rIns="91425"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40" name="Google Shape;140;p37"/>
          <p:cNvSpPr txBox="1"/>
          <p:nvPr>
            <p:ph idx="1" type="subTitle"/>
          </p:nvPr>
        </p:nvSpPr>
        <p:spPr>
          <a:xfrm>
            <a:off x="402925" y="411150"/>
            <a:ext cx="3302400" cy="256800"/>
          </a:xfrm>
          <a:prstGeom prst="rect">
            <a:avLst/>
          </a:prstGeom>
        </p:spPr>
        <p:txBody>
          <a:bodyPr anchorCtr="0" anchor="t" bIns="0" lIns="0" spcFirstLastPara="1" rIns="228600" wrap="square" tIns="0">
            <a:noAutofit/>
          </a:bodyPr>
          <a:lstStyle>
            <a:lvl1pPr lvl="0">
              <a:lnSpc>
                <a:spcPct val="115000"/>
              </a:lnSpc>
              <a:spcBef>
                <a:spcPts val="0"/>
              </a:spcBef>
              <a:spcAft>
                <a:spcPts val="0"/>
              </a:spcAft>
              <a:buClr>
                <a:schemeClr val="dk1"/>
              </a:buClr>
              <a:buSzPts val="800"/>
              <a:buFont typeface="Roboto Mono"/>
              <a:buNone/>
              <a:defRPr sz="800">
                <a:solidFill>
                  <a:schemeClr val="dk1"/>
                </a:solidFill>
                <a:latin typeface="Roboto Mono"/>
                <a:ea typeface="Roboto Mono"/>
                <a:cs typeface="Roboto Mono"/>
                <a:sym typeface="Roboto Mono"/>
              </a:defRPr>
            </a:lvl1pPr>
            <a:lvl2pPr lvl="1">
              <a:lnSpc>
                <a:spcPct val="115000"/>
              </a:lnSpc>
              <a:spcBef>
                <a:spcPts val="0"/>
              </a:spcBef>
              <a:spcAft>
                <a:spcPts val="0"/>
              </a:spcAft>
              <a:buClr>
                <a:schemeClr val="dk1"/>
              </a:buClr>
              <a:buSzPts val="800"/>
              <a:buFont typeface="Roboto Mono"/>
              <a:buNone/>
              <a:defRPr sz="800">
                <a:solidFill>
                  <a:schemeClr val="dk1"/>
                </a:solidFill>
                <a:latin typeface="Roboto Mono"/>
                <a:ea typeface="Roboto Mono"/>
                <a:cs typeface="Roboto Mono"/>
                <a:sym typeface="Roboto Mono"/>
              </a:defRPr>
            </a:lvl2pPr>
            <a:lvl3pPr lvl="2">
              <a:lnSpc>
                <a:spcPct val="115000"/>
              </a:lnSpc>
              <a:spcBef>
                <a:spcPts val="0"/>
              </a:spcBef>
              <a:spcAft>
                <a:spcPts val="0"/>
              </a:spcAft>
              <a:buClr>
                <a:schemeClr val="dk1"/>
              </a:buClr>
              <a:buSzPts val="800"/>
              <a:buFont typeface="Roboto Mono"/>
              <a:buNone/>
              <a:defRPr sz="800">
                <a:solidFill>
                  <a:schemeClr val="dk1"/>
                </a:solidFill>
                <a:latin typeface="Roboto Mono"/>
                <a:ea typeface="Roboto Mono"/>
                <a:cs typeface="Roboto Mono"/>
                <a:sym typeface="Roboto Mono"/>
              </a:defRPr>
            </a:lvl3pPr>
            <a:lvl4pPr lvl="3">
              <a:lnSpc>
                <a:spcPct val="115000"/>
              </a:lnSpc>
              <a:spcBef>
                <a:spcPts val="0"/>
              </a:spcBef>
              <a:spcAft>
                <a:spcPts val="0"/>
              </a:spcAft>
              <a:buClr>
                <a:schemeClr val="dk1"/>
              </a:buClr>
              <a:buSzPts val="800"/>
              <a:buFont typeface="Roboto Mono"/>
              <a:buNone/>
              <a:defRPr sz="800">
                <a:solidFill>
                  <a:schemeClr val="dk1"/>
                </a:solidFill>
                <a:latin typeface="Roboto Mono"/>
                <a:ea typeface="Roboto Mono"/>
                <a:cs typeface="Roboto Mono"/>
                <a:sym typeface="Roboto Mono"/>
              </a:defRPr>
            </a:lvl4pPr>
            <a:lvl5pPr lvl="4">
              <a:lnSpc>
                <a:spcPct val="115000"/>
              </a:lnSpc>
              <a:spcBef>
                <a:spcPts val="0"/>
              </a:spcBef>
              <a:spcAft>
                <a:spcPts val="0"/>
              </a:spcAft>
              <a:buClr>
                <a:schemeClr val="dk1"/>
              </a:buClr>
              <a:buSzPts val="800"/>
              <a:buNone/>
              <a:defRPr>
                <a:solidFill>
                  <a:schemeClr val="dk1"/>
                </a:solidFill>
              </a:defRPr>
            </a:lvl5pPr>
            <a:lvl6pPr lvl="5">
              <a:lnSpc>
                <a:spcPct val="115000"/>
              </a:lnSpc>
              <a:spcBef>
                <a:spcPts val="0"/>
              </a:spcBef>
              <a:spcAft>
                <a:spcPts val="0"/>
              </a:spcAft>
              <a:buClr>
                <a:schemeClr val="dk1"/>
              </a:buClr>
              <a:buSzPts val="800"/>
              <a:buFont typeface="Roboto Mono"/>
              <a:buNone/>
              <a:defRPr sz="800">
                <a:solidFill>
                  <a:schemeClr val="dk1"/>
                </a:solidFill>
                <a:latin typeface="Roboto Mono"/>
                <a:ea typeface="Roboto Mono"/>
                <a:cs typeface="Roboto Mono"/>
                <a:sym typeface="Roboto Mono"/>
              </a:defRPr>
            </a:lvl6pPr>
            <a:lvl7pPr lvl="6">
              <a:lnSpc>
                <a:spcPct val="115000"/>
              </a:lnSpc>
              <a:spcBef>
                <a:spcPts val="0"/>
              </a:spcBef>
              <a:spcAft>
                <a:spcPts val="0"/>
              </a:spcAft>
              <a:buClr>
                <a:schemeClr val="dk1"/>
              </a:buClr>
              <a:buSzPts val="800"/>
              <a:buFont typeface="Roboto Mono"/>
              <a:buNone/>
              <a:defRPr sz="800">
                <a:solidFill>
                  <a:schemeClr val="dk1"/>
                </a:solidFill>
                <a:latin typeface="Roboto Mono"/>
                <a:ea typeface="Roboto Mono"/>
                <a:cs typeface="Roboto Mono"/>
                <a:sym typeface="Roboto Mono"/>
              </a:defRPr>
            </a:lvl7pPr>
            <a:lvl8pPr lvl="7">
              <a:lnSpc>
                <a:spcPct val="115000"/>
              </a:lnSpc>
              <a:spcBef>
                <a:spcPts val="0"/>
              </a:spcBef>
              <a:spcAft>
                <a:spcPts val="0"/>
              </a:spcAft>
              <a:buClr>
                <a:schemeClr val="dk1"/>
              </a:buClr>
              <a:buSzPts val="800"/>
              <a:buFont typeface="Roboto Mono"/>
              <a:buNone/>
              <a:defRPr sz="800">
                <a:solidFill>
                  <a:schemeClr val="dk1"/>
                </a:solidFill>
                <a:latin typeface="Roboto Mono"/>
                <a:ea typeface="Roboto Mono"/>
                <a:cs typeface="Roboto Mono"/>
                <a:sym typeface="Roboto Mono"/>
              </a:defRPr>
            </a:lvl8pPr>
            <a:lvl9pPr lvl="8">
              <a:lnSpc>
                <a:spcPct val="115000"/>
              </a:lnSpc>
              <a:spcBef>
                <a:spcPts val="0"/>
              </a:spcBef>
              <a:spcAft>
                <a:spcPts val="0"/>
              </a:spcAft>
              <a:buClr>
                <a:schemeClr val="dk1"/>
              </a:buClr>
              <a:buSzPts val="800"/>
              <a:buFont typeface="Roboto Mono"/>
              <a:buNone/>
              <a:defRPr sz="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cesIAT_title1">
  <p:cSld name="CUSTOM">
    <p:spTree>
      <p:nvGrpSpPr>
        <p:cNvPr id="141" name="Shape 141"/>
        <p:cNvGrpSpPr/>
        <p:nvPr/>
      </p:nvGrpSpPr>
      <p:grpSpPr>
        <a:xfrm>
          <a:off x="0" y="0"/>
          <a:ext cx="0" cy="0"/>
          <a:chOff x="0" y="0"/>
          <a:chExt cx="0" cy="0"/>
        </a:xfrm>
      </p:grpSpPr>
      <p:pic>
        <p:nvPicPr>
          <p:cNvPr id="142" name="Google Shape;142;p38"/>
          <p:cNvPicPr preferRelativeResize="0"/>
          <p:nvPr/>
        </p:nvPicPr>
        <p:blipFill>
          <a:blip r:embed="rId2">
            <a:alphaModFix/>
          </a:blip>
          <a:stretch>
            <a:fillRect/>
          </a:stretch>
        </p:blipFill>
        <p:spPr>
          <a:xfrm>
            <a:off x="-33325" y="0"/>
            <a:ext cx="9144000" cy="5143500"/>
          </a:xfrm>
          <a:prstGeom prst="rect">
            <a:avLst/>
          </a:prstGeom>
          <a:noFill/>
          <a:ln>
            <a:noFill/>
          </a:ln>
        </p:spPr>
      </p:pic>
      <p:sp>
        <p:nvSpPr>
          <p:cNvPr id="143" name="Google Shape;143;p38"/>
          <p:cNvSpPr txBox="1"/>
          <p:nvPr>
            <p:ph type="title"/>
          </p:nvPr>
        </p:nvSpPr>
        <p:spPr>
          <a:xfrm>
            <a:off x="1459775" y="1577100"/>
            <a:ext cx="6157800" cy="1989300"/>
          </a:xfrm>
          <a:prstGeom prst="rect">
            <a:avLst/>
          </a:prstGeom>
        </p:spPr>
        <p:txBody>
          <a:bodyPr anchorCtr="0" anchor="ctr" bIns="91425" lIns="0" spcFirstLastPara="1" rIns="91425" wrap="square" tIns="0">
            <a:noAutofit/>
          </a:bodyPr>
          <a:lstStyle>
            <a:lvl1pPr lvl="0" algn="ctr">
              <a:spcBef>
                <a:spcPts val="0"/>
              </a:spcBef>
              <a:spcAft>
                <a:spcPts val="0"/>
              </a:spcAft>
              <a:buSzPts val="2700"/>
              <a:buNone/>
              <a:defRPr sz="27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cesIAT_title2">
  <p:cSld name="CUSTOM_1">
    <p:spTree>
      <p:nvGrpSpPr>
        <p:cNvPr id="144" name="Shape 144"/>
        <p:cNvGrpSpPr/>
        <p:nvPr/>
      </p:nvGrpSpPr>
      <p:grpSpPr>
        <a:xfrm>
          <a:off x="0" y="0"/>
          <a:ext cx="0" cy="0"/>
          <a:chOff x="0" y="0"/>
          <a:chExt cx="0" cy="0"/>
        </a:xfrm>
      </p:grpSpPr>
      <p:pic>
        <p:nvPicPr>
          <p:cNvPr id="145" name="Google Shape;145;p39"/>
          <p:cNvPicPr preferRelativeResize="0"/>
          <p:nvPr/>
        </p:nvPicPr>
        <p:blipFill>
          <a:blip r:embed="rId2">
            <a:alphaModFix/>
          </a:blip>
          <a:stretch>
            <a:fillRect/>
          </a:stretch>
        </p:blipFill>
        <p:spPr>
          <a:xfrm>
            <a:off x="0" y="0"/>
            <a:ext cx="9144000" cy="5143500"/>
          </a:xfrm>
          <a:prstGeom prst="rect">
            <a:avLst/>
          </a:prstGeom>
          <a:noFill/>
          <a:ln>
            <a:noFill/>
          </a:ln>
        </p:spPr>
      </p:pic>
      <p:sp>
        <p:nvSpPr>
          <p:cNvPr id="146" name="Google Shape;146;p39"/>
          <p:cNvSpPr txBox="1"/>
          <p:nvPr>
            <p:ph type="title"/>
          </p:nvPr>
        </p:nvSpPr>
        <p:spPr>
          <a:xfrm>
            <a:off x="1459775" y="1577100"/>
            <a:ext cx="6157800" cy="1989300"/>
          </a:xfrm>
          <a:prstGeom prst="rect">
            <a:avLst/>
          </a:prstGeom>
        </p:spPr>
        <p:txBody>
          <a:bodyPr anchorCtr="0" anchor="ctr" bIns="91425" lIns="0" spcFirstLastPara="1" rIns="91425" wrap="square" tIns="0">
            <a:noAutofit/>
          </a:bodyPr>
          <a:lstStyle>
            <a:lvl1pPr lvl="0" algn="ctr">
              <a:spcBef>
                <a:spcPts val="0"/>
              </a:spcBef>
              <a:spcAft>
                <a:spcPts val="0"/>
              </a:spcAft>
              <a:buClr>
                <a:schemeClr val="lt1"/>
              </a:buClr>
              <a:buSzPts val="2700"/>
              <a:buNone/>
              <a:defRPr sz="2700">
                <a:solidFill>
                  <a:schemeClr val="lt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cesIAT_title3">
  <p:cSld name="CUSTOM_1_1">
    <p:spTree>
      <p:nvGrpSpPr>
        <p:cNvPr id="147" name="Shape 147"/>
        <p:cNvGrpSpPr/>
        <p:nvPr/>
      </p:nvGrpSpPr>
      <p:grpSpPr>
        <a:xfrm>
          <a:off x="0" y="0"/>
          <a:ext cx="0" cy="0"/>
          <a:chOff x="0" y="0"/>
          <a:chExt cx="0" cy="0"/>
        </a:xfrm>
      </p:grpSpPr>
      <p:pic>
        <p:nvPicPr>
          <p:cNvPr id="148" name="Google Shape;148;p40"/>
          <p:cNvPicPr preferRelativeResize="0"/>
          <p:nvPr/>
        </p:nvPicPr>
        <p:blipFill>
          <a:blip r:embed="rId2">
            <a:alphaModFix/>
          </a:blip>
          <a:stretch>
            <a:fillRect/>
          </a:stretch>
        </p:blipFill>
        <p:spPr>
          <a:xfrm>
            <a:off x="0" y="0"/>
            <a:ext cx="9144000" cy="5143500"/>
          </a:xfrm>
          <a:prstGeom prst="rect">
            <a:avLst/>
          </a:prstGeom>
          <a:noFill/>
          <a:ln>
            <a:noFill/>
          </a:ln>
        </p:spPr>
      </p:pic>
      <p:sp>
        <p:nvSpPr>
          <p:cNvPr id="149" name="Google Shape;149;p40"/>
          <p:cNvSpPr txBox="1"/>
          <p:nvPr>
            <p:ph type="title"/>
          </p:nvPr>
        </p:nvSpPr>
        <p:spPr>
          <a:xfrm>
            <a:off x="1459775" y="1577100"/>
            <a:ext cx="6157800" cy="1989300"/>
          </a:xfrm>
          <a:prstGeom prst="rect">
            <a:avLst/>
          </a:prstGeom>
        </p:spPr>
        <p:txBody>
          <a:bodyPr anchorCtr="0" anchor="ctr" bIns="91425" lIns="0" spcFirstLastPara="1" rIns="91425" wrap="square" tIns="0">
            <a:noAutofit/>
          </a:bodyPr>
          <a:lstStyle>
            <a:lvl1pPr lvl="0" algn="ctr">
              <a:spcBef>
                <a:spcPts val="0"/>
              </a:spcBef>
              <a:spcAft>
                <a:spcPts val="0"/>
              </a:spcAft>
              <a:buSzPts val="2700"/>
              <a:buNone/>
              <a:defRPr sz="27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cesIAT_title4">
  <p:cSld name="CUSTOM_1_2">
    <p:spTree>
      <p:nvGrpSpPr>
        <p:cNvPr id="150" name="Shape 150"/>
        <p:cNvGrpSpPr/>
        <p:nvPr/>
      </p:nvGrpSpPr>
      <p:grpSpPr>
        <a:xfrm>
          <a:off x="0" y="0"/>
          <a:ext cx="0" cy="0"/>
          <a:chOff x="0" y="0"/>
          <a:chExt cx="0" cy="0"/>
        </a:xfrm>
      </p:grpSpPr>
      <p:pic>
        <p:nvPicPr>
          <p:cNvPr id="151" name="Google Shape;151;p41"/>
          <p:cNvPicPr preferRelativeResize="0"/>
          <p:nvPr/>
        </p:nvPicPr>
        <p:blipFill>
          <a:blip r:embed="rId2">
            <a:alphaModFix/>
          </a:blip>
          <a:stretch>
            <a:fillRect/>
          </a:stretch>
        </p:blipFill>
        <p:spPr>
          <a:xfrm>
            <a:off x="0" y="0"/>
            <a:ext cx="9144000" cy="5143500"/>
          </a:xfrm>
          <a:prstGeom prst="rect">
            <a:avLst/>
          </a:prstGeom>
          <a:noFill/>
          <a:ln>
            <a:noFill/>
          </a:ln>
        </p:spPr>
      </p:pic>
      <p:sp>
        <p:nvSpPr>
          <p:cNvPr id="152" name="Google Shape;152;p41"/>
          <p:cNvSpPr txBox="1"/>
          <p:nvPr>
            <p:ph type="title"/>
          </p:nvPr>
        </p:nvSpPr>
        <p:spPr>
          <a:xfrm>
            <a:off x="1459775" y="1577100"/>
            <a:ext cx="6157800" cy="1989300"/>
          </a:xfrm>
          <a:prstGeom prst="rect">
            <a:avLst/>
          </a:prstGeom>
        </p:spPr>
        <p:txBody>
          <a:bodyPr anchorCtr="0" anchor="ctr" bIns="91425" lIns="0" spcFirstLastPara="1" rIns="91425" wrap="square" tIns="0">
            <a:noAutofit/>
          </a:bodyPr>
          <a:lstStyle>
            <a:lvl1pPr lvl="0" algn="ctr">
              <a:spcBef>
                <a:spcPts val="0"/>
              </a:spcBef>
              <a:spcAft>
                <a:spcPts val="0"/>
              </a:spcAft>
              <a:buSzPts val="2700"/>
              <a:buNone/>
              <a:defRPr sz="27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cesIAT_title5">
  <p:cSld name="CUSTOM_1_2_1">
    <p:spTree>
      <p:nvGrpSpPr>
        <p:cNvPr id="153" name="Shape 153"/>
        <p:cNvGrpSpPr/>
        <p:nvPr/>
      </p:nvGrpSpPr>
      <p:grpSpPr>
        <a:xfrm>
          <a:off x="0" y="0"/>
          <a:ext cx="0" cy="0"/>
          <a:chOff x="0" y="0"/>
          <a:chExt cx="0" cy="0"/>
        </a:xfrm>
      </p:grpSpPr>
      <p:pic>
        <p:nvPicPr>
          <p:cNvPr id="154" name="Google Shape;154;p42"/>
          <p:cNvPicPr preferRelativeResize="0"/>
          <p:nvPr/>
        </p:nvPicPr>
        <p:blipFill>
          <a:blip r:embed="rId2">
            <a:alphaModFix/>
          </a:blip>
          <a:stretch>
            <a:fillRect/>
          </a:stretch>
        </p:blipFill>
        <p:spPr>
          <a:xfrm>
            <a:off x="0" y="0"/>
            <a:ext cx="9144000" cy="5143500"/>
          </a:xfrm>
          <a:prstGeom prst="rect">
            <a:avLst/>
          </a:prstGeom>
          <a:noFill/>
          <a:ln>
            <a:noFill/>
          </a:ln>
        </p:spPr>
      </p:pic>
      <p:sp>
        <p:nvSpPr>
          <p:cNvPr id="155" name="Google Shape;155;p42"/>
          <p:cNvSpPr txBox="1"/>
          <p:nvPr>
            <p:ph type="title"/>
          </p:nvPr>
        </p:nvSpPr>
        <p:spPr>
          <a:xfrm>
            <a:off x="1459775" y="1577100"/>
            <a:ext cx="6157800" cy="1989300"/>
          </a:xfrm>
          <a:prstGeom prst="rect">
            <a:avLst/>
          </a:prstGeom>
        </p:spPr>
        <p:txBody>
          <a:bodyPr anchorCtr="0" anchor="ctr" bIns="91425" lIns="0" spcFirstLastPara="1" rIns="91425" wrap="square" tIns="0">
            <a:noAutofit/>
          </a:bodyPr>
          <a:lstStyle>
            <a:lvl1pPr lvl="0" algn="ctr">
              <a:spcBef>
                <a:spcPts val="0"/>
              </a:spcBef>
              <a:spcAft>
                <a:spcPts val="0"/>
              </a:spcAft>
              <a:buSzPts val="2700"/>
              <a:buNone/>
              <a:defRPr sz="27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cesIAT_title6">
  <p:cSld name="CUSTOM_1_2_2">
    <p:spTree>
      <p:nvGrpSpPr>
        <p:cNvPr id="156" name="Shape 156"/>
        <p:cNvGrpSpPr/>
        <p:nvPr/>
      </p:nvGrpSpPr>
      <p:grpSpPr>
        <a:xfrm>
          <a:off x="0" y="0"/>
          <a:ext cx="0" cy="0"/>
          <a:chOff x="0" y="0"/>
          <a:chExt cx="0" cy="0"/>
        </a:xfrm>
      </p:grpSpPr>
      <p:pic>
        <p:nvPicPr>
          <p:cNvPr id="157" name="Google Shape;157;p43"/>
          <p:cNvPicPr preferRelativeResize="0"/>
          <p:nvPr/>
        </p:nvPicPr>
        <p:blipFill>
          <a:blip r:embed="rId2">
            <a:alphaModFix/>
          </a:blip>
          <a:stretch>
            <a:fillRect/>
          </a:stretch>
        </p:blipFill>
        <p:spPr>
          <a:xfrm>
            <a:off x="0" y="0"/>
            <a:ext cx="9144000" cy="5143500"/>
          </a:xfrm>
          <a:prstGeom prst="rect">
            <a:avLst/>
          </a:prstGeom>
          <a:noFill/>
          <a:ln>
            <a:noFill/>
          </a:ln>
        </p:spPr>
      </p:pic>
      <p:sp>
        <p:nvSpPr>
          <p:cNvPr id="158" name="Google Shape;158;p43"/>
          <p:cNvSpPr txBox="1"/>
          <p:nvPr>
            <p:ph type="title"/>
          </p:nvPr>
        </p:nvSpPr>
        <p:spPr>
          <a:xfrm>
            <a:off x="1459775" y="1577100"/>
            <a:ext cx="6157800" cy="1989300"/>
          </a:xfrm>
          <a:prstGeom prst="rect">
            <a:avLst/>
          </a:prstGeom>
        </p:spPr>
        <p:txBody>
          <a:bodyPr anchorCtr="0" anchor="ctr" bIns="91425" lIns="0" spcFirstLastPara="1" rIns="91425" wrap="square" tIns="0">
            <a:noAutofit/>
          </a:bodyPr>
          <a:lstStyle>
            <a:lvl1pPr lvl="0" algn="ctr">
              <a:spcBef>
                <a:spcPts val="0"/>
              </a:spcBef>
              <a:spcAft>
                <a:spcPts val="0"/>
              </a:spcAft>
              <a:buSzPts val="2700"/>
              <a:buNone/>
              <a:defRPr sz="27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cesIAT_title7">
  <p:cSld name="CUSTOM_1_2_3">
    <p:spTree>
      <p:nvGrpSpPr>
        <p:cNvPr id="159" name="Shape 159"/>
        <p:cNvGrpSpPr/>
        <p:nvPr/>
      </p:nvGrpSpPr>
      <p:grpSpPr>
        <a:xfrm>
          <a:off x="0" y="0"/>
          <a:ext cx="0" cy="0"/>
          <a:chOff x="0" y="0"/>
          <a:chExt cx="0" cy="0"/>
        </a:xfrm>
      </p:grpSpPr>
      <p:pic>
        <p:nvPicPr>
          <p:cNvPr id="160" name="Google Shape;160;p44"/>
          <p:cNvPicPr preferRelativeResize="0"/>
          <p:nvPr/>
        </p:nvPicPr>
        <p:blipFill>
          <a:blip r:embed="rId2">
            <a:alphaModFix/>
          </a:blip>
          <a:stretch>
            <a:fillRect/>
          </a:stretch>
        </p:blipFill>
        <p:spPr>
          <a:xfrm>
            <a:off x="0" y="0"/>
            <a:ext cx="9144000" cy="5143500"/>
          </a:xfrm>
          <a:prstGeom prst="rect">
            <a:avLst/>
          </a:prstGeom>
          <a:noFill/>
          <a:ln>
            <a:noFill/>
          </a:ln>
        </p:spPr>
      </p:pic>
      <p:sp>
        <p:nvSpPr>
          <p:cNvPr id="161" name="Google Shape;161;p44"/>
          <p:cNvSpPr txBox="1"/>
          <p:nvPr>
            <p:ph type="title"/>
          </p:nvPr>
        </p:nvSpPr>
        <p:spPr>
          <a:xfrm>
            <a:off x="1459775" y="1577100"/>
            <a:ext cx="6157800" cy="1989300"/>
          </a:xfrm>
          <a:prstGeom prst="rect">
            <a:avLst/>
          </a:prstGeom>
        </p:spPr>
        <p:txBody>
          <a:bodyPr anchorCtr="0" anchor="ctr" bIns="91425" lIns="0" spcFirstLastPara="1" rIns="91425" wrap="square" tIns="0">
            <a:noAutofit/>
          </a:bodyPr>
          <a:lstStyle>
            <a:lvl1pPr lvl="0" algn="ctr">
              <a:spcBef>
                <a:spcPts val="0"/>
              </a:spcBef>
              <a:spcAft>
                <a:spcPts val="0"/>
              </a:spcAft>
              <a:buSzPts val="2700"/>
              <a:buNone/>
              <a:defRPr sz="27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cesIAT_title8">
  <p:cSld name="CUSTOM_1_2_4">
    <p:spTree>
      <p:nvGrpSpPr>
        <p:cNvPr id="162" name="Shape 162"/>
        <p:cNvGrpSpPr/>
        <p:nvPr/>
      </p:nvGrpSpPr>
      <p:grpSpPr>
        <a:xfrm>
          <a:off x="0" y="0"/>
          <a:ext cx="0" cy="0"/>
          <a:chOff x="0" y="0"/>
          <a:chExt cx="0" cy="0"/>
        </a:xfrm>
      </p:grpSpPr>
      <p:pic>
        <p:nvPicPr>
          <p:cNvPr id="163" name="Google Shape;163;p45"/>
          <p:cNvPicPr preferRelativeResize="0"/>
          <p:nvPr/>
        </p:nvPicPr>
        <p:blipFill>
          <a:blip r:embed="rId2">
            <a:alphaModFix/>
          </a:blip>
          <a:stretch>
            <a:fillRect/>
          </a:stretch>
        </p:blipFill>
        <p:spPr>
          <a:xfrm>
            <a:off x="0" y="0"/>
            <a:ext cx="9144000" cy="5143500"/>
          </a:xfrm>
          <a:prstGeom prst="rect">
            <a:avLst/>
          </a:prstGeom>
          <a:noFill/>
          <a:ln>
            <a:noFill/>
          </a:ln>
        </p:spPr>
      </p:pic>
      <p:sp>
        <p:nvSpPr>
          <p:cNvPr id="164" name="Google Shape;164;p45"/>
          <p:cNvSpPr txBox="1"/>
          <p:nvPr>
            <p:ph type="title"/>
          </p:nvPr>
        </p:nvSpPr>
        <p:spPr>
          <a:xfrm>
            <a:off x="1459775" y="1577100"/>
            <a:ext cx="6157800" cy="1989300"/>
          </a:xfrm>
          <a:prstGeom prst="rect">
            <a:avLst/>
          </a:prstGeom>
        </p:spPr>
        <p:txBody>
          <a:bodyPr anchorCtr="0" anchor="ctr" bIns="91425" lIns="0" spcFirstLastPara="1" rIns="91425" wrap="square" tIns="0">
            <a:noAutofit/>
          </a:bodyPr>
          <a:lstStyle>
            <a:lvl1pPr lvl="0" algn="ctr">
              <a:spcBef>
                <a:spcPts val="0"/>
              </a:spcBef>
              <a:spcAft>
                <a:spcPts val="0"/>
              </a:spcAft>
              <a:buSzPts val="2700"/>
              <a:buNone/>
              <a:defRPr sz="27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cesIAT_title9">
  <p:cSld name="CUSTOM_1_2_5">
    <p:spTree>
      <p:nvGrpSpPr>
        <p:cNvPr id="165" name="Shape 165"/>
        <p:cNvGrpSpPr/>
        <p:nvPr/>
      </p:nvGrpSpPr>
      <p:grpSpPr>
        <a:xfrm>
          <a:off x="0" y="0"/>
          <a:ext cx="0" cy="0"/>
          <a:chOff x="0" y="0"/>
          <a:chExt cx="0" cy="0"/>
        </a:xfrm>
      </p:grpSpPr>
      <p:pic>
        <p:nvPicPr>
          <p:cNvPr id="166" name="Google Shape;166;p46"/>
          <p:cNvPicPr preferRelativeResize="0"/>
          <p:nvPr/>
        </p:nvPicPr>
        <p:blipFill>
          <a:blip r:embed="rId2">
            <a:alphaModFix/>
          </a:blip>
          <a:stretch>
            <a:fillRect/>
          </a:stretch>
        </p:blipFill>
        <p:spPr>
          <a:xfrm>
            <a:off x="0" y="0"/>
            <a:ext cx="9144000" cy="5143500"/>
          </a:xfrm>
          <a:prstGeom prst="rect">
            <a:avLst/>
          </a:prstGeom>
          <a:noFill/>
          <a:ln>
            <a:noFill/>
          </a:ln>
        </p:spPr>
      </p:pic>
      <p:sp>
        <p:nvSpPr>
          <p:cNvPr id="167" name="Google Shape;167;p46"/>
          <p:cNvSpPr txBox="1"/>
          <p:nvPr>
            <p:ph type="title"/>
          </p:nvPr>
        </p:nvSpPr>
        <p:spPr>
          <a:xfrm>
            <a:off x="1459775" y="1577100"/>
            <a:ext cx="6157800" cy="1989300"/>
          </a:xfrm>
          <a:prstGeom prst="rect">
            <a:avLst/>
          </a:prstGeom>
        </p:spPr>
        <p:txBody>
          <a:bodyPr anchorCtr="0" anchor="ctr" bIns="91425" lIns="0" spcFirstLastPara="1" rIns="91425" wrap="square" tIns="0">
            <a:noAutofit/>
          </a:bodyPr>
          <a:lstStyle>
            <a:lvl1pPr lvl="0" algn="ctr">
              <a:spcBef>
                <a:spcPts val="0"/>
              </a:spcBef>
              <a:spcAft>
                <a:spcPts val="0"/>
              </a:spcAft>
              <a:buClr>
                <a:schemeClr val="lt1"/>
              </a:buClr>
              <a:buSzPts val="2700"/>
              <a:buNone/>
              <a:defRPr sz="2700">
                <a:solidFill>
                  <a:schemeClr val="lt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cesIAT_title10">
  <p:cSld name="CUSTOM_1_2_4_1">
    <p:spTree>
      <p:nvGrpSpPr>
        <p:cNvPr id="168" name="Shape 168"/>
        <p:cNvGrpSpPr/>
        <p:nvPr/>
      </p:nvGrpSpPr>
      <p:grpSpPr>
        <a:xfrm>
          <a:off x="0" y="0"/>
          <a:ext cx="0" cy="0"/>
          <a:chOff x="0" y="0"/>
          <a:chExt cx="0" cy="0"/>
        </a:xfrm>
      </p:grpSpPr>
      <p:pic>
        <p:nvPicPr>
          <p:cNvPr id="169" name="Google Shape;169;p47"/>
          <p:cNvPicPr preferRelativeResize="0"/>
          <p:nvPr/>
        </p:nvPicPr>
        <p:blipFill>
          <a:blip r:embed="rId2">
            <a:alphaModFix/>
          </a:blip>
          <a:stretch>
            <a:fillRect/>
          </a:stretch>
        </p:blipFill>
        <p:spPr>
          <a:xfrm>
            <a:off x="0" y="0"/>
            <a:ext cx="9144000" cy="5143500"/>
          </a:xfrm>
          <a:prstGeom prst="rect">
            <a:avLst/>
          </a:prstGeom>
          <a:noFill/>
          <a:ln>
            <a:noFill/>
          </a:ln>
        </p:spPr>
      </p:pic>
      <p:sp>
        <p:nvSpPr>
          <p:cNvPr id="170" name="Google Shape;170;p47"/>
          <p:cNvSpPr txBox="1"/>
          <p:nvPr>
            <p:ph type="title"/>
          </p:nvPr>
        </p:nvSpPr>
        <p:spPr>
          <a:xfrm>
            <a:off x="1459775" y="1577100"/>
            <a:ext cx="6157800" cy="1989300"/>
          </a:xfrm>
          <a:prstGeom prst="rect">
            <a:avLst/>
          </a:prstGeom>
        </p:spPr>
        <p:txBody>
          <a:bodyPr anchorCtr="0" anchor="ctr" bIns="91425" lIns="0" spcFirstLastPara="1" rIns="91425" wrap="square" tIns="0">
            <a:noAutofit/>
          </a:bodyPr>
          <a:lstStyle>
            <a:lvl1pPr lvl="0" algn="ctr">
              <a:spcBef>
                <a:spcPts val="0"/>
              </a:spcBef>
              <a:spcAft>
                <a:spcPts val="0"/>
              </a:spcAft>
              <a:buSzPts val="2700"/>
              <a:buNone/>
              <a:defRPr sz="27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_2">
    <p:spTree>
      <p:nvGrpSpPr>
        <p:cNvPr id="171" name="Shape 171"/>
        <p:cNvGrpSpPr/>
        <p:nvPr/>
      </p:nvGrpSpPr>
      <p:grpSpPr>
        <a:xfrm>
          <a:off x="0" y="0"/>
          <a:ext cx="0" cy="0"/>
          <a:chOff x="0" y="0"/>
          <a:chExt cx="0" cy="0"/>
        </a:xfrm>
      </p:grpSpPr>
      <p:pic>
        <p:nvPicPr>
          <p:cNvPr id="172" name="Google Shape;172;p48"/>
          <p:cNvPicPr preferRelativeResize="0"/>
          <p:nvPr/>
        </p:nvPicPr>
        <p:blipFill>
          <a:blip r:embed="rId2">
            <a:alphaModFix/>
          </a:blip>
          <a:stretch>
            <a:fillRect/>
          </a:stretch>
        </p:blipFill>
        <p:spPr>
          <a:xfrm>
            <a:off x="0" y="0"/>
            <a:ext cx="9144000" cy="5143500"/>
          </a:xfrm>
          <a:prstGeom prst="rect">
            <a:avLst/>
          </a:prstGeom>
          <a:noFill/>
          <a:ln>
            <a:noFill/>
          </a:ln>
        </p:spPr>
      </p:pic>
      <p:sp>
        <p:nvSpPr>
          <p:cNvPr id="173" name="Google Shape;173;p48"/>
          <p:cNvSpPr txBox="1"/>
          <p:nvPr>
            <p:ph idx="1" type="body"/>
          </p:nvPr>
        </p:nvSpPr>
        <p:spPr>
          <a:xfrm>
            <a:off x="3221800" y="2282950"/>
            <a:ext cx="5545500" cy="2655000"/>
          </a:xfrm>
          <a:prstGeom prst="rect">
            <a:avLst/>
          </a:prstGeom>
        </p:spPr>
        <p:txBody>
          <a:bodyPr anchorCtr="0" anchor="t" bIns="0" lIns="0" spcFirstLastPara="1" rIns="91425" wrap="square" tIns="0">
            <a:noAutofit/>
          </a:bodyPr>
          <a:lstStyle>
            <a:lvl1pPr indent="-381000" lvl="0" marL="457200">
              <a:lnSpc>
                <a:spcPct val="115000"/>
              </a:lnSpc>
              <a:spcBef>
                <a:spcPts val="0"/>
              </a:spcBef>
              <a:spcAft>
                <a:spcPts val="0"/>
              </a:spcAft>
              <a:buClr>
                <a:schemeClr val="dk1"/>
              </a:buClr>
              <a:buSzPts val="2400"/>
              <a:buFont typeface="Poppins"/>
              <a:buChar char="●"/>
              <a:defRPr sz="2400">
                <a:solidFill>
                  <a:schemeClr val="dk1"/>
                </a:solidFill>
                <a:latin typeface="Poppins"/>
                <a:ea typeface="Poppins"/>
                <a:cs typeface="Poppins"/>
                <a:sym typeface="Poppins"/>
              </a:defRPr>
            </a:lvl1pPr>
            <a:lvl2pPr indent="-342900" lvl="1" marL="914400">
              <a:lnSpc>
                <a:spcPct val="115000"/>
              </a:lnSpc>
              <a:spcBef>
                <a:spcPts val="16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04800" lvl="2" marL="1371600">
              <a:lnSpc>
                <a:spcPct val="115000"/>
              </a:lnSpc>
              <a:spcBef>
                <a:spcPts val="1600"/>
              </a:spcBef>
              <a:spcAft>
                <a:spcPts val="0"/>
              </a:spcAft>
              <a:buClr>
                <a:schemeClr val="dk1"/>
              </a:buClr>
              <a:buSzPts val="1200"/>
              <a:buFont typeface="Poppins"/>
              <a:buChar char="■"/>
              <a:defRPr sz="1200">
                <a:solidFill>
                  <a:schemeClr val="dk1"/>
                </a:solidFill>
                <a:latin typeface="Poppins"/>
                <a:ea typeface="Poppins"/>
                <a:cs typeface="Poppins"/>
                <a:sym typeface="Poppins"/>
              </a:defRPr>
            </a:lvl3pPr>
            <a:lvl4pPr indent="-292100" lvl="3" marL="1828800">
              <a:lnSpc>
                <a:spcPct val="115000"/>
              </a:lnSpc>
              <a:spcBef>
                <a:spcPts val="1600"/>
              </a:spcBef>
              <a:spcAft>
                <a:spcPts val="0"/>
              </a:spcAft>
              <a:buClr>
                <a:schemeClr val="dk1"/>
              </a:buClr>
              <a:buSzPts val="1000"/>
              <a:buFont typeface="Poppins"/>
              <a:buChar char="●"/>
              <a:defRPr sz="1000">
                <a:solidFill>
                  <a:schemeClr val="dk1"/>
                </a:solidFill>
                <a:latin typeface="Poppins"/>
                <a:ea typeface="Poppins"/>
                <a:cs typeface="Poppins"/>
                <a:sym typeface="Poppins"/>
              </a:defRPr>
            </a:lvl4pPr>
            <a:lvl5pPr indent="-279400" lvl="4" marL="2286000">
              <a:lnSpc>
                <a:spcPct val="115000"/>
              </a:lnSpc>
              <a:spcBef>
                <a:spcPts val="1600"/>
              </a:spcBef>
              <a:spcAft>
                <a:spcPts val="0"/>
              </a:spcAft>
              <a:buClr>
                <a:schemeClr val="dk1"/>
              </a:buClr>
              <a:buSzPts val="800"/>
              <a:buFont typeface="Poppins"/>
              <a:buChar char="○"/>
              <a:defRPr sz="800">
                <a:solidFill>
                  <a:schemeClr val="dk1"/>
                </a:solidFill>
                <a:latin typeface="Poppins"/>
                <a:ea typeface="Poppins"/>
                <a:cs typeface="Poppins"/>
                <a:sym typeface="Poppins"/>
              </a:defRPr>
            </a:lvl5pPr>
            <a:lvl6pPr indent="-317500" lvl="5" marL="2743200">
              <a:lnSpc>
                <a:spcPct val="115000"/>
              </a:lnSpc>
              <a:spcBef>
                <a:spcPts val="1600"/>
              </a:spcBef>
              <a:spcAft>
                <a:spcPts val="0"/>
              </a:spcAft>
              <a:buClr>
                <a:schemeClr val="dk1"/>
              </a:buClr>
              <a:buSzPts val="1400"/>
              <a:buFont typeface="Poppins"/>
              <a:buChar char="■"/>
              <a:defRPr>
                <a:solidFill>
                  <a:schemeClr val="dk1"/>
                </a:solidFill>
                <a:latin typeface="Poppins"/>
                <a:ea typeface="Poppins"/>
                <a:cs typeface="Poppins"/>
                <a:sym typeface="Poppins"/>
              </a:defRPr>
            </a:lvl6pPr>
            <a:lvl7pPr indent="-317500" lvl="6" marL="3200400">
              <a:lnSpc>
                <a:spcPct val="115000"/>
              </a:lnSpc>
              <a:spcBef>
                <a:spcPts val="1600"/>
              </a:spcBef>
              <a:spcAft>
                <a:spcPts val="0"/>
              </a:spcAft>
              <a:buClr>
                <a:schemeClr val="dk1"/>
              </a:buClr>
              <a:buSzPts val="1400"/>
              <a:buFont typeface="Poppins"/>
              <a:buChar char="●"/>
              <a:defRPr>
                <a:solidFill>
                  <a:schemeClr val="dk1"/>
                </a:solidFill>
                <a:latin typeface="Poppins"/>
                <a:ea typeface="Poppins"/>
                <a:cs typeface="Poppins"/>
                <a:sym typeface="Poppins"/>
              </a:defRPr>
            </a:lvl7pPr>
            <a:lvl8pPr indent="-317500" lvl="7" marL="3657600">
              <a:lnSpc>
                <a:spcPct val="115000"/>
              </a:lnSpc>
              <a:spcBef>
                <a:spcPts val="1600"/>
              </a:spcBef>
              <a:spcAft>
                <a:spcPts val="0"/>
              </a:spcAft>
              <a:buClr>
                <a:schemeClr val="dk1"/>
              </a:buClr>
              <a:buSzPts val="1400"/>
              <a:buFont typeface="Poppins"/>
              <a:buChar char="○"/>
              <a:defRPr>
                <a:solidFill>
                  <a:schemeClr val="dk1"/>
                </a:solidFill>
                <a:latin typeface="Poppins"/>
                <a:ea typeface="Poppins"/>
                <a:cs typeface="Poppins"/>
                <a:sym typeface="Poppins"/>
              </a:defRPr>
            </a:lvl8pPr>
            <a:lvl9pPr indent="-317500" lvl="8" marL="4114800">
              <a:lnSpc>
                <a:spcPct val="115000"/>
              </a:lnSpc>
              <a:spcBef>
                <a:spcPts val="1600"/>
              </a:spcBef>
              <a:spcAft>
                <a:spcPts val="1600"/>
              </a:spcAft>
              <a:buClr>
                <a:schemeClr val="dk1"/>
              </a:buClr>
              <a:buSzPts val="1400"/>
              <a:buFont typeface="Poppins"/>
              <a:buChar char="■"/>
              <a:defRPr>
                <a:solidFill>
                  <a:schemeClr val="dk1"/>
                </a:solidFill>
                <a:latin typeface="Poppins"/>
                <a:ea typeface="Poppins"/>
                <a:cs typeface="Poppins"/>
                <a:sym typeface="Poppins"/>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Cover Option 1">
  <p:cSld name="TITLE_2_1_1_1">
    <p:bg>
      <p:bgPr>
        <a:solidFill>
          <a:srgbClr val="34E0A1"/>
        </a:solidFill>
      </p:bgPr>
    </p:bg>
    <p:spTree>
      <p:nvGrpSpPr>
        <p:cNvPr id="174" name="Shape 174"/>
        <p:cNvGrpSpPr/>
        <p:nvPr/>
      </p:nvGrpSpPr>
      <p:grpSpPr>
        <a:xfrm>
          <a:off x="0" y="0"/>
          <a:ext cx="0" cy="0"/>
          <a:chOff x="0" y="0"/>
          <a:chExt cx="0" cy="0"/>
        </a:xfrm>
      </p:grpSpPr>
      <p:pic>
        <p:nvPicPr>
          <p:cNvPr id="175" name="Google Shape;175;p49"/>
          <p:cNvPicPr preferRelativeResize="0"/>
          <p:nvPr/>
        </p:nvPicPr>
        <p:blipFill rotWithShape="1">
          <a:blip r:embed="rId2">
            <a:alphaModFix/>
          </a:blip>
          <a:srcRect b="377" l="0" r="0" t="377"/>
          <a:stretch/>
        </p:blipFill>
        <p:spPr>
          <a:xfrm>
            <a:off x="402925" y="4423975"/>
            <a:ext cx="1704201" cy="362650"/>
          </a:xfrm>
          <a:prstGeom prst="rect">
            <a:avLst/>
          </a:prstGeom>
          <a:noFill/>
          <a:ln>
            <a:noFill/>
          </a:ln>
        </p:spPr>
      </p:pic>
      <p:sp>
        <p:nvSpPr>
          <p:cNvPr id="176" name="Google Shape;176;p49"/>
          <p:cNvSpPr txBox="1"/>
          <p:nvPr>
            <p:ph type="title"/>
          </p:nvPr>
        </p:nvSpPr>
        <p:spPr>
          <a:xfrm>
            <a:off x="402935" y="755550"/>
            <a:ext cx="6681900" cy="3267000"/>
          </a:xfrm>
          <a:prstGeom prst="rect">
            <a:avLst/>
          </a:prstGeom>
        </p:spPr>
        <p:txBody>
          <a:bodyPr anchorCtr="0" anchor="t" bIns="0" lIns="0" spcFirstLastPara="1" rIns="0" wrap="square" tIns="0">
            <a:noAutofit/>
          </a:bodyPr>
          <a:lstStyle>
            <a:lvl1pPr lvl="0">
              <a:lnSpc>
                <a:spcPct val="75000"/>
              </a:lnSpc>
              <a:spcBef>
                <a:spcPts val="0"/>
              </a:spcBef>
              <a:spcAft>
                <a:spcPts val="0"/>
              </a:spcAft>
              <a:buSzPts val="6000"/>
              <a:buFont typeface="Poppins"/>
              <a:buNone/>
              <a:defRPr sz="6000">
                <a:latin typeface="Poppins"/>
                <a:ea typeface="Poppins"/>
                <a:cs typeface="Poppins"/>
                <a:sym typeface="Poppins"/>
              </a:defRPr>
            </a:lvl1pPr>
            <a:lvl2pPr lvl="1">
              <a:lnSpc>
                <a:spcPct val="75000"/>
              </a:lnSpc>
              <a:spcBef>
                <a:spcPts val="0"/>
              </a:spcBef>
              <a:spcAft>
                <a:spcPts val="0"/>
              </a:spcAft>
              <a:buSzPts val="2800"/>
              <a:buNone/>
              <a:defRPr/>
            </a:lvl2pPr>
            <a:lvl3pPr lvl="2">
              <a:lnSpc>
                <a:spcPct val="75000"/>
              </a:lnSpc>
              <a:spcBef>
                <a:spcPts val="0"/>
              </a:spcBef>
              <a:spcAft>
                <a:spcPts val="0"/>
              </a:spcAft>
              <a:buSzPts val="2800"/>
              <a:buNone/>
              <a:defRPr/>
            </a:lvl3pPr>
            <a:lvl4pPr lvl="3">
              <a:lnSpc>
                <a:spcPct val="75000"/>
              </a:lnSpc>
              <a:spcBef>
                <a:spcPts val="0"/>
              </a:spcBef>
              <a:spcAft>
                <a:spcPts val="0"/>
              </a:spcAft>
              <a:buSzPts val="2800"/>
              <a:buNone/>
              <a:defRPr/>
            </a:lvl4pPr>
            <a:lvl5pPr lvl="4">
              <a:lnSpc>
                <a:spcPct val="75000"/>
              </a:lnSpc>
              <a:spcBef>
                <a:spcPts val="0"/>
              </a:spcBef>
              <a:spcAft>
                <a:spcPts val="0"/>
              </a:spcAft>
              <a:buSzPts val="2800"/>
              <a:buNone/>
              <a:defRPr/>
            </a:lvl5pPr>
            <a:lvl6pPr lvl="5">
              <a:lnSpc>
                <a:spcPct val="75000"/>
              </a:lnSpc>
              <a:spcBef>
                <a:spcPts val="0"/>
              </a:spcBef>
              <a:spcAft>
                <a:spcPts val="0"/>
              </a:spcAft>
              <a:buSzPts val="2800"/>
              <a:buNone/>
              <a:defRPr/>
            </a:lvl6pPr>
            <a:lvl7pPr lvl="6">
              <a:lnSpc>
                <a:spcPct val="75000"/>
              </a:lnSpc>
              <a:spcBef>
                <a:spcPts val="0"/>
              </a:spcBef>
              <a:spcAft>
                <a:spcPts val="0"/>
              </a:spcAft>
              <a:buSzPts val="2800"/>
              <a:buNone/>
              <a:defRPr/>
            </a:lvl7pPr>
            <a:lvl8pPr lvl="7">
              <a:lnSpc>
                <a:spcPct val="75000"/>
              </a:lnSpc>
              <a:spcBef>
                <a:spcPts val="0"/>
              </a:spcBef>
              <a:spcAft>
                <a:spcPts val="0"/>
              </a:spcAft>
              <a:buSzPts val="2800"/>
              <a:buNone/>
              <a:defRPr/>
            </a:lvl8pPr>
            <a:lvl9pPr lvl="8">
              <a:lnSpc>
                <a:spcPct val="75000"/>
              </a:lnSpc>
              <a:spcBef>
                <a:spcPts val="0"/>
              </a:spcBef>
              <a:spcAft>
                <a:spcPts val="0"/>
              </a:spcAft>
              <a:buSzPts val="2800"/>
              <a:buNone/>
              <a:defRPr/>
            </a:lvl9pPr>
          </a:lstStyle>
          <a:p/>
        </p:txBody>
      </p:sp>
      <p:sp>
        <p:nvSpPr>
          <p:cNvPr id="177" name="Google Shape;177;p49"/>
          <p:cNvSpPr txBox="1"/>
          <p:nvPr>
            <p:ph idx="1" type="subTitle"/>
          </p:nvPr>
        </p:nvSpPr>
        <p:spPr>
          <a:xfrm>
            <a:off x="402935" y="411150"/>
            <a:ext cx="3711900" cy="344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Roboto Mono"/>
              <a:buNone/>
              <a:defRPr sz="1000">
                <a:solidFill>
                  <a:schemeClr val="dk1"/>
                </a:solidFill>
                <a:latin typeface="Roboto Mono"/>
                <a:ea typeface="Roboto Mono"/>
                <a:cs typeface="Roboto Mono"/>
                <a:sym typeface="Roboto Mono"/>
              </a:defRPr>
            </a:lvl1pPr>
            <a:lvl2pPr lvl="1">
              <a:spcBef>
                <a:spcPts val="1600"/>
              </a:spcBef>
              <a:spcAft>
                <a:spcPts val="0"/>
              </a:spcAft>
              <a:buClr>
                <a:schemeClr val="dk1"/>
              </a:buClr>
              <a:buSzPts val="1100"/>
              <a:buFont typeface="Roboto Mono"/>
              <a:buNone/>
              <a:defRPr sz="1100">
                <a:solidFill>
                  <a:schemeClr val="dk1"/>
                </a:solidFill>
                <a:latin typeface="Roboto Mono"/>
                <a:ea typeface="Roboto Mono"/>
                <a:cs typeface="Roboto Mono"/>
                <a:sym typeface="Roboto Mono"/>
              </a:defRPr>
            </a:lvl2pPr>
            <a:lvl3pPr lvl="2">
              <a:spcBef>
                <a:spcPts val="1600"/>
              </a:spcBef>
              <a:spcAft>
                <a:spcPts val="0"/>
              </a:spcAft>
              <a:buClr>
                <a:schemeClr val="dk1"/>
              </a:buClr>
              <a:buSzPts val="1100"/>
              <a:buFont typeface="Roboto Mono"/>
              <a:buNone/>
              <a:defRPr sz="1100">
                <a:solidFill>
                  <a:schemeClr val="dk1"/>
                </a:solidFill>
                <a:latin typeface="Roboto Mono"/>
                <a:ea typeface="Roboto Mono"/>
                <a:cs typeface="Roboto Mono"/>
                <a:sym typeface="Roboto Mono"/>
              </a:defRPr>
            </a:lvl3pPr>
            <a:lvl4pPr lvl="3">
              <a:spcBef>
                <a:spcPts val="1600"/>
              </a:spcBef>
              <a:spcAft>
                <a:spcPts val="0"/>
              </a:spcAft>
              <a:buClr>
                <a:schemeClr val="dk1"/>
              </a:buClr>
              <a:buSzPts val="1100"/>
              <a:buFont typeface="Roboto Mono"/>
              <a:buNone/>
              <a:defRPr sz="1100">
                <a:solidFill>
                  <a:schemeClr val="dk1"/>
                </a:solidFill>
                <a:latin typeface="Roboto Mono"/>
                <a:ea typeface="Roboto Mono"/>
                <a:cs typeface="Roboto Mono"/>
                <a:sym typeface="Roboto Mono"/>
              </a:defRPr>
            </a:lvl4pPr>
            <a:lvl5pPr lvl="4">
              <a:spcBef>
                <a:spcPts val="1600"/>
              </a:spcBef>
              <a:spcAft>
                <a:spcPts val="0"/>
              </a:spcAft>
              <a:buClr>
                <a:schemeClr val="dk1"/>
              </a:buClr>
              <a:buSzPts val="1100"/>
              <a:buFont typeface="Roboto Mono"/>
              <a:buNone/>
              <a:defRPr sz="1100">
                <a:solidFill>
                  <a:schemeClr val="dk1"/>
                </a:solidFill>
                <a:latin typeface="Roboto Mono"/>
                <a:ea typeface="Roboto Mono"/>
                <a:cs typeface="Roboto Mono"/>
                <a:sym typeface="Roboto Mono"/>
              </a:defRPr>
            </a:lvl5pPr>
            <a:lvl6pPr lvl="5">
              <a:spcBef>
                <a:spcPts val="1600"/>
              </a:spcBef>
              <a:spcAft>
                <a:spcPts val="0"/>
              </a:spcAft>
              <a:buClr>
                <a:schemeClr val="dk1"/>
              </a:buClr>
              <a:buSzPts val="1100"/>
              <a:buFont typeface="Roboto Mono"/>
              <a:buNone/>
              <a:defRPr sz="1100">
                <a:solidFill>
                  <a:schemeClr val="dk1"/>
                </a:solidFill>
                <a:latin typeface="Roboto Mono"/>
                <a:ea typeface="Roboto Mono"/>
                <a:cs typeface="Roboto Mono"/>
                <a:sym typeface="Roboto Mono"/>
              </a:defRPr>
            </a:lvl6pPr>
            <a:lvl7pPr lvl="6">
              <a:spcBef>
                <a:spcPts val="1600"/>
              </a:spcBef>
              <a:spcAft>
                <a:spcPts val="0"/>
              </a:spcAft>
              <a:buClr>
                <a:schemeClr val="dk1"/>
              </a:buClr>
              <a:buSzPts val="1100"/>
              <a:buFont typeface="Roboto Mono"/>
              <a:buNone/>
              <a:defRPr sz="1100">
                <a:solidFill>
                  <a:schemeClr val="dk1"/>
                </a:solidFill>
                <a:latin typeface="Roboto Mono"/>
                <a:ea typeface="Roboto Mono"/>
                <a:cs typeface="Roboto Mono"/>
                <a:sym typeface="Roboto Mono"/>
              </a:defRPr>
            </a:lvl7pPr>
            <a:lvl8pPr lvl="7">
              <a:spcBef>
                <a:spcPts val="1600"/>
              </a:spcBef>
              <a:spcAft>
                <a:spcPts val="0"/>
              </a:spcAft>
              <a:buClr>
                <a:schemeClr val="dk1"/>
              </a:buClr>
              <a:buSzPts val="1100"/>
              <a:buFont typeface="Roboto Mono"/>
              <a:buNone/>
              <a:defRPr sz="1100">
                <a:solidFill>
                  <a:schemeClr val="dk1"/>
                </a:solidFill>
                <a:latin typeface="Roboto Mono"/>
                <a:ea typeface="Roboto Mono"/>
                <a:cs typeface="Roboto Mono"/>
                <a:sym typeface="Roboto Mono"/>
              </a:defRPr>
            </a:lvl8pPr>
            <a:lvl9pPr lvl="8">
              <a:spcBef>
                <a:spcPts val="1600"/>
              </a:spcBef>
              <a:spcAft>
                <a:spcPts val="1600"/>
              </a:spcAft>
              <a:buClr>
                <a:schemeClr val="dk1"/>
              </a:buClr>
              <a:buSzPts val="1100"/>
              <a:buFont typeface="Roboto Mono"/>
              <a:buNone/>
              <a:defRPr sz="1100">
                <a:solidFill>
                  <a:schemeClr val="dk1"/>
                </a:solidFill>
                <a:latin typeface="Roboto Mono"/>
                <a:ea typeface="Roboto Mono"/>
                <a:cs typeface="Roboto Mono"/>
                <a:sym typeface="Roboto Mono"/>
              </a:defRPr>
            </a:lvl9pPr>
          </a:lstStyle>
          <a:p/>
        </p:txBody>
      </p:sp>
    </p:spTree>
  </p:cSld>
  <p:clrMapOvr>
    <a:masterClrMapping/>
  </p:clrMapOvr>
  <p:extLst>
    <p:ext uri="{DCECCB84-F9BA-43D5-87BE-67443E8EF086}">
      <p15:sldGuideLst>
        <p15:guide id="1" orient="horz" pos="3240">
          <p15:clr>
            <a:srgbClr val="FA7B17"/>
          </p15:clr>
        </p15:guide>
      </p15:sldGuideLst>
    </p:ext>
  </p:extLst>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Cover Option 2">
  <p:cSld name="TITLE_2_1_1_1_3">
    <p:bg>
      <p:bgPr>
        <a:solidFill>
          <a:srgbClr val="004F35"/>
        </a:solidFill>
      </p:bgPr>
    </p:bg>
    <p:spTree>
      <p:nvGrpSpPr>
        <p:cNvPr id="178" name="Shape 178"/>
        <p:cNvGrpSpPr/>
        <p:nvPr/>
      </p:nvGrpSpPr>
      <p:grpSpPr>
        <a:xfrm>
          <a:off x="0" y="0"/>
          <a:ext cx="0" cy="0"/>
          <a:chOff x="0" y="0"/>
          <a:chExt cx="0" cy="0"/>
        </a:xfrm>
      </p:grpSpPr>
      <p:sp>
        <p:nvSpPr>
          <p:cNvPr id="179" name="Google Shape;179;p50"/>
          <p:cNvSpPr txBox="1"/>
          <p:nvPr>
            <p:ph type="title"/>
          </p:nvPr>
        </p:nvSpPr>
        <p:spPr>
          <a:xfrm>
            <a:off x="402919" y="956263"/>
            <a:ext cx="6682500" cy="3267000"/>
          </a:xfrm>
          <a:prstGeom prst="rect">
            <a:avLst/>
          </a:prstGeom>
        </p:spPr>
        <p:txBody>
          <a:bodyPr anchorCtr="0" anchor="t" bIns="0" lIns="0" spcFirstLastPara="1" rIns="0" wrap="square" tIns="0">
            <a:noAutofit/>
          </a:bodyPr>
          <a:lstStyle>
            <a:lvl1pPr lvl="0">
              <a:lnSpc>
                <a:spcPct val="75000"/>
              </a:lnSpc>
              <a:spcBef>
                <a:spcPts val="0"/>
              </a:spcBef>
              <a:spcAft>
                <a:spcPts val="0"/>
              </a:spcAft>
              <a:buClr>
                <a:schemeClr val="lt1"/>
              </a:buClr>
              <a:buSzPts val="6000"/>
              <a:buFont typeface="Poppins"/>
              <a:buNone/>
              <a:defRPr sz="6000">
                <a:solidFill>
                  <a:schemeClr val="lt1"/>
                </a:solidFill>
                <a:latin typeface="Poppins"/>
                <a:ea typeface="Poppins"/>
                <a:cs typeface="Poppins"/>
                <a:sym typeface="Poppins"/>
              </a:defRPr>
            </a:lvl1pPr>
            <a:lvl2pPr lvl="1">
              <a:lnSpc>
                <a:spcPct val="75000"/>
              </a:lnSpc>
              <a:spcBef>
                <a:spcPts val="0"/>
              </a:spcBef>
              <a:spcAft>
                <a:spcPts val="0"/>
              </a:spcAft>
              <a:buSzPts val="2800"/>
              <a:buNone/>
              <a:defRPr/>
            </a:lvl2pPr>
            <a:lvl3pPr lvl="2">
              <a:lnSpc>
                <a:spcPct val="75000"/>
              </a:lnSpc>
              <a:spcBef>
                <a:spcPts val="0"/>
              </a:spcBef>
              <a:spcAft>
                <a:spcPts val="0"/>
              </a:spcAft>
              <a:buSzPts val="2800"/>
              <a:buNone/>
              <a:defRPr/>
            </a:lvl3pPr>
            <a:lvl4pPr lvl="3">
              <a:lnSpc>
                <a:spcPct val="75000"/>
              </a:lnSpc>
              <a:spcBef>
                <a:spcPts val="0"/>
              </a:spcBef>
              <a:spcAft>
                <a:spcPts val="0"/>
              </a:spcAft>
              <a:buSzPts val="2800"/>
              <a:buNone/>
              <a:defRPr/>
            </a:lvl4pPr>
            <a:lvl5pPr lvl="4">
              <a:lnSpc>
                <a:spcPct val="75000"/>
              </a:lnSpc>
              <a:spcBef>
                <a:spcPts val="0"/>
              </a:spcBef>
              <a:spcAft>
                <a:spcPts val="0"/>
              </a:spcAft>
              <a:buSzPts val="2800"/>
              <a:buNone/>
              <a:defRPr/>
            </a:lvl5pPr>
            <a:lvl6pPr lvl="5">
              <a:lnSpc>
                <a:spcPct val="75000"/>
              </a:lnSpc>
              <a:spcBef>
                <a:spcPts val="0"/>
              </a:spcBef>
              <a:spcAft>
                <a:spcPts val="0"/>
              </a:spcAft>
              <a:buSzPts val="2800"/>
              <a:buNone/>
              <a:defRPr/>
            </a:lvl6pPr>
            <a:lvl7pPr lvl="6">
              <a:lnSpc>
                <a:spcPct val="75000"/>
              </a:lnSpc>
              <a:spcBef>
                <a:spcPts val="0"/>
              </a:spcBef>
              <a:spcAft>
                <a:spcPts val="0"/>
              </a:spcAft>
              <a:buSzPts val="2800"/>
              <a:buNone/>
              <a:defRPr/>
            </a:lvl7pPr>
            <a:lvl8pPr lvl="7">
              <a:lnSpc>
                <a:spcPct val="75000"/>
              </a:lnSpc>
              <a:spcBef>
                <a:spcPts val="0"/>
              </a:spcBef>
              <a:spcAft>
                <a:spcPts val="0"/>
              </a:spcAft>
              <a:buSzPts val="2800"/>
              <a:buNone/>
              <a:defRPr/>
            </a:lvl8pPr>
            <a:lvl9pPr lvl="8">
              <a:lnSpc>
                <a:spcPct val="75000"/>
              </a:lnSpc>
              <a:spcBef>
                <a:spcPts val="0"/>
              </a:spcBef>
              <a:spcAft>
                <a:spcPts val="0"/>
              </a:spcAft>
              <a:buSzPts val="2800"/>
              <a:buNone/>
              <a:defRPr/>
            </a:lvl9pPr>
          </a:lstStyle>
          <a:p/>
        </p:txBody>
      </p:sp>
      <p:sp>
        <p:nvSpPr>
          <p:cNvPr id="180" name="Google Shape;180;p50"/>
          <p:cNvSpPr txBox="1"/>
          <p:nvPr>
            <p:ph idx="1" type="subTitle"/>
          </p:nvPr>
        </p:nvSpPr>
        <p:spPr>
          <a:xfrm>
            <a:off x="402919" y="411150"/>
            <a:ext cx="3710100" cy="3444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Mono"/>
              <a:buNone/>
              <a:defRPr sz="1000">
                <a:solidFill>
                  <a:schemeClr val="lt1"/>
                </a:solidFill>
                <a:latin typeface="Roboto Mono"/>
                <a:ea typeface="Roboto Mono"/>
                <a:cs typeface="Roboto Mono"/>
                <a:sym typeface="Roboto Mono"/>
              </a:defRPr>
            </a:lvl1pPr>
            <a:lvl2pPr lvl="1">
              <a:spcBef>
                <a:spcPts val="1600"/>
              </a:spcBef>
              <a:spcAft>
                <a:spcPts val="0"/>
              </a:spcAft>
              <a:buSzPts val="1100"/>
              <a:buFont typeface="Roboto Mono"/>
              <a:buNone/>
              <a:defRPr sz="1100">
                <a:latin typeface="Roboto Mono"/>
                <a:ea typeface="Roboto Mono"/>
                <a:cs typeface="Roboto Mono"/>
                <a:sym typeface="Roboto Mono"/>
              </a:defRPr>
            </a:lvl2pPr>
            <a:lvl3pPr lvl="2">
              <a:spcBef>
                <a:spcPts val="1600"/>
              </a:spcBef>
              <a:spcAft>
                <a:spcPts val="0"/>
              </a:spcAft>
              <a:buSzPts val="1100"/>
              <a:buFont typeface="Roboto Mono"/>
              <a:buNone/>
              <a:defRPr sz="1100">
                <a:latin typeface="Roboto Mono"/>
                <a:ea typeface="Roboto Mono"/>
                <a:cs typeface="Roboto Mono"/>
                <a:sym typeface="Roboto Mono"/>
              </a:defRPr>
            </a:lvl3pPr>
            <a:lvl4pPr lvl="3">
              <a:spcBef>
                <a:spcPts val="1600"/>
              </a:spcBef>
              <a:spcAft>
                <a:spcPts val="0"/>
              </a:spcAft>
              <a:buSzPts val="1100"/>
              <a:buFont typeface="Roboto Mono"/>
              <a:buNone/>
              <a:defRPr sz="1100">
                <a:latin typeface="Roboto Mono"/>
                <a:ea typeface="Roboto Mono"/>
                <a:cs typeface="Roboto Mono"/>
                <a:sym typeface="Roboto Mono"/>
              </a:defRPr>
            </a:lvl4pPr>
            <a:lvl5pPr lvl="4">
              <a:spcBef>
                <a:spcPts val="1600"/>
              </a:spcBef>
              <a:spcAft>
                <a:spcPts val="0"/>
              </a:spcAft>
              <a:buSzPts val="1100"/>
              <a:buFont typeface="Roboto Mono"/>
              <a:buNone/>
              <a:defRPr sz="1100">
                <a:latin typeface="Roboto Mono"/>
                <a:ea typeface="Roboto Mono"/>
                <a:cs typeface="Roboto Mono"/>
                <a:sym typeface="Roboto Mono"/>
              </a:defRPr>
            </a:lvl5pPr>
            <a:lvl6pPr lvl="5">
              <a:spcBef>
                <a:spcPts val="1600"/>
              </a:spcBef>
              <a:spcAft>
                <a:spcPts val="0"/>
              </a:spcAft>
              <a:buSzPts val="1100"/>
              <a:buFont typeface="Roboto Mono"/>
              <a:buNone/>
              <a:defRPr sz="1100">
                <a:latin typeface="Roboto Mono"/>
                <a:ea typeface="Roboto Mono"/>
                <a:cs typeface="Roboto Mono"/>
                <a:sym typeface="Roboto Mono"/>
              </a:defRPr>
            </a:lvl6pPr>
            <a:lvl7pPr lvl="6">
              <a:spcBef>
                <a:spcPts val="1600"/>
              </a:spcBef>
              <a:spcAft>
                <a:spcPts val="0"/>
              </a:spcAft>
              <a:buSzPts val="1100"/>
              <a:buFont typeface="Roboto Mono"/>
              <a:buNone/>
              <a:defRPr sz="1100">
                <a:latin typeface="Roboto Mono"/>
                <a:ea typeface="Roboto Mono"/>
                <a:cs typeface="Roboto Mono"/>
                <a:sym typeface="Roboto Mono"/>
              </a:defRPr>
            </a:lvl7pPr>
            <a:lvl8pPr lvl="7">
              <a:spcBef>
                <a:spcPts val="1600"/>
              </a:spcBef>
              <a:spcAft>
                <a:spcPts val="0"/>
              </a:spcAft>
              <a:buSzPts val="1100"/>
              <a:buFont typeface="Roboto Mono"/>
              <a:buNone/>
              <a:defRPr sz="1100">
                <a:latin typeface="Roboto Mono"/>
                <a:ea typeface="Roboto Mono"/>
                <a:cs typeface="Roboto Mono"/>
                <a:sym typeface="Roboto Mono"/>
              </a:defRPr>
            </a:lvl8pPr>
            <a:lvl9pPr lvl="8">
              <a:spcBef>
                <a:spcPts val="1600"/>
              </a:spcBef>
              <a:spcAft>
                <a:spcPts val="1600"/>
              </a:spcAft>
              <a:buSzPts val="1100"/>
              <a:buFont typeface="Roboto Mono"/>
              <a:buNone/>
              <a:defRPr sz="1100">
                <a:latin typeface="Roboto Mono"/>
                <a:ea typeface="Roboto Mono"/>
                <a:cs typeface="Roboto Mono"/>
                <a:sym typeface="Roboto Mono"/>
              </a:defRPr>
            </a:lvl9pPr>
          </a:lstStyle>
          <a:p/>
        </p:txBody>
      </p:sp>
      <p:sp>
        <p:nvSpPr>
          <p:cNvPr id="181" name="Google Shape;181;p50"/>
          <p:cNvSpPr txBox="1"/>
          <p:nvPr>
            <p:ph idx="12" type="sldNum"/>
          </p:nvPr>
        </p:nvSpPr>
        <p:spPr>
          <a:xfrm>
            <a:off x="8556784" y="4749851"/>
            <a:ext cx="548700" cy="393600"/>
          </a:xfrm>
          <a:prstGeom prst="rect">
            <a:avLst/>
          </a:prstGeom>
        </p:spPr>
        <p:txBody>
          <a:bodyPr anchorCtr="0" anchor="t" bIns="0" lIns="91425" spcFirstLastPara="1" rIns="91425" wrap="square" tIns="0">
            <a:noAutofit/>
          </a:bodyPr>
          <a:lstStyle>
            <a:lvl1pPr lvl="0">
              <a:buNone/>
              <a:defRPr sz="200">
                <a:solidFill>
                  <a:srgbClr val="004F35"/>
                </a:solidFill>
                <a:latin typeface="Poppins"/>
                <a:ea typeface="Poppins"/>
                <a:cs typeface="Poppins"/>
                <a:sym typeface="Poppins"/>
              </a:defRPr>
            </a:lvl1pPr>
            <a:lvl2pPr lvl="1">
              <a:buNone/>
              <a:defRPr sz="200">
                <a:solidFill>
                  <a:srgbClr val="004F35"/>
                </a:solidFill>
                <a:latin typeface="Poppins"/>
                <a:ea typeface="Poppins"/>
                <a:cs typeface="Poppins"/>
                <a:sym typeface="Poppins"/>
              </a:defRPr>
            </a:lvl2pPr>
            <a:lvl3pPr lvl="2">
              <a:buNone/>
              <a:defRPr sz="200">
                <a:solidFill>
                  <a:srgbClr val="004F35"/>
                </a:solidFill>
                <a:latin typeface="Poppins"/>
                <a:ea typeface="Poppins"/>
                <a:cs typeface="Poppins"/>
                <a:sym typeface="Poppins"/>
              </a:defRPr>
            </a:lvl3pPr>
            <a:lvl4pPr lvl="3">
              <a:buNone/>
              <a:defRPr sz="200">
                <a:solidFill>
                  <a:srgbClr val="004F35"/>
                </a:solidFill>
                <a:latin typeface="Poppins"/>
                <a:ea typeface="Poppins"/>
                <a:cs typeface="Poppins"/>
                <a:sym typeface="Poppins"/>
              </a:defRPr>
            </a:lvl4pPr>
            <a:lvl5pPr lvl="4">
              <a:buNone/>
              <a:defRPr sz="200">
                <a:solidFill>
                  <a:srgbClr val="004F35"/>
                </a:solidFill>
                <a:latin typeface="Poppins"/>
                <a:ea typeface="Poppins"/>
                <a:cs typeface="Poppins"/>
                <a:sym typeface="Poppins"/>
              </a:defRPr>
            </a:lvl5pPr>
            <a:lvl6pPr lvl="5">
              <a:buNone/>
              <a:defRPr sz="200">
                <a:solidFill>
                  <a:srgbClr val="004F35"/>
                </a:solidFill>
                <a:latin typeface="Poppins"/>
                <a:ea typeface="Poppins"/>
                <a:cs typeface="Poppins"/>
                <a:sym typeface="Poppins"/>
              </a:defRPr>
            </a:lvl6pPr>
            <a:lvl7pPr lvl="6">
              <a:buNone/>
              <a:defRPr sz="200">
                <a:solidFill>
                  <a:srgbClr val="004F35"/>
                </a:solidFill>
                <a:latin typeface="Poppins"/>
                <a:ea typeface="Poppins"/>
                <a:cs typeface="Poppins"/>
                <a:sym typeface="Poppins"/>
              </a:defRPr>
            </a:lvl7pPr>
            <a:lvl8pPr lvl="7">
              <a:buNone/>
              <a:defRPr sz="200">
                <a:solidFill>
                  <a:srgbClr val="004F35"/>
                </a:solidFill>
                <a:latin typeface="Poppins"/>
                <a:ea typeface="Poppins"/>
                <a:cs typeface="Poppins"/>
                <a:sym typeface="Poppins"/>
              </a:defRPr>
            </a:lvl8pPr>
            <a:lvl9pPr lvl="8">
              <a:buNone/>
              <a:defRPr sz="200">
                <a:solidFill>
                  <a:srgbClr val="004F35"/>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182" name="Google Shape;182;p50"/>
          <p:cNvPicPr preferRelativeResize="0"/>
          <p:nvPr/>
        </p:nvPicPr>
        <p:blipFill rotWithShape="1">
          <a:blip r:embed="rId2">
            <a:alphaModFix/>
          </a:blip>
          <a:srcRect b="377" l="0" r="0" t="377"/>
          <a:stretch/>
        </p:blipFill>
        <p:spPr>
          <a:xfrm>
            <a:off x="402923" y="4424003"/>
            <a:ext cx="1704201" cy="362647"/>
          </a:xfrm>
          <a:prstGeom prst="rect">
            <a:avLst/>
          </a:prstGeom>
          <a:noFill/>
          <a:ln>
            <a:noFill/>
          </a:ln>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Thanks 1">
  <p:cSld name="TITLE_1_1_1_1_1_1_1_1_1_2">
    <p:bg>
      <p:bgPr>
        <a:solidFill>
          <a:srgbClr val="004F35"/>
        </a:solidFill>
      </p:bgPr>
    </p:bg>
    <p:spTree>
      <p:nvGrpSpPr>
        <p:cNvPr id="183" name="Shape 183"/>
        <p:cNvGrpSpPr/>
        <p:nvPr/>
      </p:nvGrpSpPr>
      <p:grpSpPr>
        <a:xfrm>
          <a:off x="0" y="0"/>
          <a:ext cx="0" cy="0"/>
          <a:chOff x="0" y="0"/>
          <a:chExt cx="0" cy="0"/>
        </a:xfrm>
      </p:grpSpPr>
      <p:pic>
        <p:nvPicPr>
          <p:cNvPr id="184" name="Google Shape;184;p51"/>
          <p:cNvPicPr preferRelativeResize="0"/>
          <p:nvPr/>
        </p:nvPicPr>
        <p:blipFill rotWithShape="1">
          <a:blip r:embed="rId2">
            <a:alphaModFix/>
          </a:blip>
          <a:srcRect b="0" l="0" r="84364" t="0"/>
          <a:stretch/>
        </p:blipFill>
        <p:spPr>
          <a:xfrm>
            <a:off x="396400" y="411150"/>
            <a:ext cx="825599" cy="806789"/>
          </a:xfrm>
          <a:prstGeom prst="rect">
            <a:avLst/>
          </a:prstGeom>
          <a:noFill/>
          <a:ln>
            <a:noFill/>
          </a:ln>
        </p:spPr>
      </p:pic>
      <p:sp>
        <p:nvSpPr>
          <p:cNvPr id="185" name="Google Shape;185;p51"/>
          <p:cNvSpPr txBox="1"/>
          <p:nvPr/>
        </p:nvSpPr>
        <p:spPr>
          <a:xfrm>
            <a:off x="402921" y="3987903"/>
            <a:ext cx="3539700" cy="812700"/>
          </a:xfrm>
          <a:prstGeom prst="rect">
            <a:avLst/>
          </a:prstGeom>
          <a:noFill/>
          <a:ln>
            <a:noFill/>
          </a:ln>
        </p:spPr>
        <p:txBody>
          <a:bodyPr anchorCtr="0" anchor="t" bIns="91425" lIns="91425" spcFirstLastPara="1" rIns="91425" wrap="square" tIns="91425">
            <a:spAutoFit/>
          </a:bodyPr>
          <a:lstStyle/>
          <a:p>
            <a:pPr indent="0" lvl="0" marL="0" rtl="0" algn="l">
              <a:lnSpc>
                <a:spcPct val="85000"/>
              </a:lnSpc>
              <a:spcBef>
                <a:spcPts val="0"/>
              </a:spcBef>
              <a:spcAft>
                <a:spcPts val="0"/>
              </a:spcAft>
              <a:buNone/>
            </a:pPr>
            <a:r>
              <a:rPr lang="en" sz="4800">
                <a:solidFill>
                  <a:schemeClr val="lt1"/>
                </a:solidFill>
                <a:latin typeface="Poppins"/>
                <a:ea typeface="Poppins"/>
                <a:cs typeface="Poppins"/>
                <a:sym typeface="Poppins"/>
              </a:rPr>
              <a:t>Thanks.</a:t>
            </a:r>
            <a:endParaRPr sz="4800">
              <a:solidFill>
                <a:schemeClr val="lt1"/>
              </a:solidFill>
              <a:latin typeface="Poppins"/>
              <a:ea typeface="Poppins"/>
              <a:cs typeface="Poppins"/>
              <a:sym typeface="Poppins"/>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_3">
    <p:spTree>
      <p:nvGrpSpPr>
        <p:cNvPr id="186" name="Shape 186"/>
        <p:cNvGrpSpPr/>
        <p:nvPr/>
      </p:nvGrpSpPr>
      <p:grpSpPr>
        <a:xfrm>
          <a:off x="0" y="0"/>
          <a:ext cx="0" cy="0"/>
          <a:chOff x="0" y="0"/>
          <a:chExt cx="0" cy="0"/>
        </a:xfrm>
      </p:grpSpPr>
      <p:sp>
        <p:nvSpPr>
          <p:cNvPr id="187" name="Google Shape;187;p52"/>
          <p:cNvSpPr txBox="1"/>
          <p:nvPr>
            <p:ph type="title"/>
          </p:nvPr>
        </p:nvSpPr>
        <p:spPr>
          <a:xfrm>
            <a:off x="809200" y="818125"/>
            <a:ext cx="7727700" cy="572700"/>
          </a:xfrm>
          <a:prstGeom prst="rect">
            <a:avLst/>
          </a:prstGeom>
        </p:spPr>
        <p:txBody>
          <a:bodyPr anchorCtr="0" anchor="t" bIns="91425" lIns="0" spcFirstLastPara="1" rIns="91425" wrap="square" tIns="0">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8" name="Google Shape;188;p52"/>
          <p:cNvSpPr txBox="1"/>
          <p:nvPr>
            <p:ph idx="1" type="body"/>
          </p:nvPr>
        </p:nvSpPr>
        <p:spPr>
          <a:xfrm>
            <a:off x="883075" y="1667050"/>
            <a:ext cx="5401500" cy="2921400"/>
          </a:xfrm>
          <a:prstGeom prst="rect">
            <a:avLst/>
          </a:prstGeom>
        </p:spPr>
        <p:txBody>
          <a:bodyPr anchorCtr="0" anchor="t" bIns="0" lIns="0" spcFirstLastPara="1" rIns="91425" wrap="square" tIns="0">
            <a:noAutofit/>
          </a:bodyPr>
          <a:lstStyle>
            <a:lvl1pPr indent="-381000" lvl="0" marL="457200">
              <a:spcBef>
                <a:spcPts val="0"/>
              </a:spcBef>
              <a:spcAft>
                <a:spcPts val="0"/>
              </a:spcAft>
              <a:buSzPts val="2400"/>
              <a:buChar char="●"/>
              <a:defRPr/>
            </a:lvl1pPr>
            <a:lvl2pPr indent="-342900" lvl="1" marL="914400">
              <a:spcBef>
                <a:spcPts val="1600"/>
              </a:spcBef>
              <a:spcAft>
                <a:spcPts val="0"/>
              </a:spcAft>
              <a:buSzPts val="1800"/>
              <a:buChar char="○"/>
              <a:defRPr/>
            </a:lvl2pPr>
            <a:lvl3pPr indent="-304800" lvl="2" marL="1371600">
              <a:spcBef>
                <a:spcPts val="1600"/>
              </a:spcBef>
              <a:spcAft>
                <a:spcPts val="0"/>
              </a:spcAft>
              <a:buSzPts val="1200"/>
              <a:buChar char="■"/>
              <a:defRPr/>
            </a:lvl3pPr>
            <a:lvl4pPr indent="-292100" lvl="3" marL="1828800">
              <a:spcBef>
                <a:spcPts val="1600"/>
              </a:spcBef>
              <a:spcAft>
                <a:spcPts val="0"/>
              </a:spcAft>
              <a:buSzPts val="1000"/>
              <a:buChar char="●"/>
              <a:defRPr/>
            </a:lvl4pPr>
            <a:lvl5pPr indent="-279400" lvl="4" marL="2286000">
              <a:spcBef>
                <a:spcPts val="1600"/>
              </a:spcBef>
              <a:spcAft>
                <a:spcPts val="0"/>
              </a:spcAft>
              <a:buSzPts val="8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withGrid">
  <p:cSld name="CUSTOM_3_1">
    <p:spTree>
      <p:nvGrpSpPr>
        <p:cNvPr id="189" name="Shape 189"/>
        <p:cNvGrpSpPr/>
        <p:nvPr/>
      </p:nvGrpSpPr>
      <p:grpSpPr>
        <a:xfrm>
          <a:off x="0" y="0"/>
          <a:ext cx="0" cy="0"/>
          <a:chOff x="0" y="0"/>
          <a:chExt cx="0" cy="0"/>
        </a:xfrm>
      </p:grpSpPr>
      <p:pic>
        <p:nvPicPr>
          <p:cNvPr id="190" name="Google Shape;190;p53"/>
          <p:cNvPicPr preferRelativeResize="0"/>
          <p:nvPr/>
        </p:nvPicPr>
        <p:blipFill>
          <a:blip r:embed="rId2">
            <a:alphaModFix amt="30000"/>
          </a:blip>
          <a:stretch>
            <a:fillRect/>
          </a:stretch>
        </p:blipFill>
        <p:spPr>
          <a:xfrm>
            <a:off x="0" y="0"/>
            <a:ext cx="9144000" cy="5143500"/>
          </a:xfrm>
          <a:prstGeom prst="rect">
            <a:avLst/>
          </a:prstGeom>
          <a:noFill/>
          <a:ln>
            <a:noFill/>
          </a:ln>
        </p:spPr>
      </p:pic>
      <p:sp>
        <p:nvSpPr>
          <p:cNvPr id="191" name="Google Shape;191;p53"/>
          <p:cNvSpPr txBox="1"/>
          <p:nvPr>
            <p:ph type="title"/>
          </p:nvPr>
        </p:nvSpPr>
        <p:spPr>
          <a:xfrm>
            <a:off x="809200" y="818125"/>
            <a:ext cx="7727700" cy="572700"/>
          </a:xfrm>
          <a:prstGeom prst="rect">
            <a:avLst/>
          </a:prstGeom>
        </p:spPr>
        <p:txBody>
          <a:bodyPr anchorCtr="0" anchor="t" bIns="91425" lIns="0" spcFirstLastPara="1" rIns="91425" wrap="square" tIns="0">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2" name="Google Shape;192;p53"/>
          <p:cNvSpPr txBox="1"/>
          <p:nvPr>
            <p:ph idx="1" type="body"/>
          </p:nvPr>
        </p:nvSpPr>
        <p:spPr>
          <a:xfrm>
            <a:off x="883075" y="1667050"/>
            <a:ext cx="5401500" cy="2921400"/>
          </a:xfrm>
          <a:prstGeom prst="rect">
            <a:avLst/>
          </a:prstGeom>
        </p:spPr>
        <p:txBody>
          <a:bodyPr anchorCtr="0" anchor="t" bIns="0" lIns="0" spcFirstLastPara="1" rIns="91425" wrap="square" tIns="0">
            <a:noAutofit/>
          </a:bodyPr>
          <a:lstStyle>
            <a:lvl1pPr indent="-381000" lvl="0" marL="457200">
              <a:spcBef>
                <a:spcPts val="0"/>
              </a:spcBef>
              <a:spcAft>
                <a:spcPts val="0"/>
              </a:spcAft>
              <a:buSzPts val="2400"/>
              <a:buChar char="●"/>
              <a:defRPr/>
            </a:lvl1pPr>
            <a:lvl2pPr indent="-342900" lvl="1" marL="914400">
              <a:spcBef>
                <a:spcPts val="1600"/>
              </a:spcBef>
              <a:spcAft>
                <a:spcPts val="0"/>
              </a:spcAft>
              <a:buSzPts val="1800"/>
              <a:buChar char="○"/>
              <a:defRPr/>
            </a:lvl2pPr>
            <a:lvl3pPr indent="-304800" lvl="2" marL="1371600">
              <a:spcBef>
                <a:spcPts val="1600"/>
              </a:spcBef>
              <a:spcAft>
                <a:spcPts val="0"/>
              </a:spcAft>
              <a:buSzPts val="1200"/>
              <a:buChar char="■"/>
              <a:defRPr/>
            </a:lvl3pPr>
            <a:lvl4pPr indent="-292100" lvl="3" marL="1828800">
              <a:spcBef>
                <a:spcPts val="1600"/>
              </a:spcBef>
              <a:spcAft>
                <a:spcPts val="0"/>
              </a:spcAft>
              <a:buSzPts val="1000"/>
              <a:buChar char="●"/>
              <a:defRPr/>
            </a:lvl4pPr>
            <a:lvl5pPr indent="-279400" lvl="4" marL="2286000">
              <a:spcBef>
                <a:spcPts val="1600"/>
              </a:spcBef>
              <a:spcAft>
                <a:spcPts val="0"/>
              </a:spcAft>
              <a:buSzPts val="8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withGrid2">
  <p:cSld name="CUSTOM_3_1_1">
    <p:spTree>
      <p:nvGrpSpPr>
        <p:cNvPr id="193" name="Shape 193"/>
        <p:cNvGrpSpPr/>
        <p:nvPr/>
      </p:nvGrpSpPr>
      <p:grpSpPr>
        <a:xfrm>
          <a:off x="0" y="0"/>
          <a:ext cx="0" cy="0"/>
          <a:chOff x="0" y="0"/>
          <a:chExt cx="0" cy="0"/>
        </a:xfrm>
      </p:grpSpPr>
      <p:pic>
        <p:nvPicPr>
          <p:cNvPr id="194" name="Google Shape;194;p54"/>
          <p:cNvPicPr preferRelativeResize="0"/>
          <p:nvPr/>
        </p:nvPicPr>
        <p:blipFill>
          <a:blip r:embed="rId2">
            <a:alphaModFix amt="30000"/>
          </a:blip>
          <a:stretch>
            <a:fillRect/>
          </a:stretch>
        </p:blipFill>
        <p:spPr>
          <a:xfrm>
            <a:off x="0" y="0"/>
            <a:ext cx="9144000" cy="5143500"/>
          </a:xfrm>
          <a:prstGeom prst="rect">
            <a:avLst/>
          </a:prstGeom>
          <a:noFill/>
          <a:ln>
            <a:noFill/>
          </a:ln>
        </p:spPr>
      </p:pic>
      <p:sp>
        <p:nvSpPr>
          <p:cNvPr id="195" name="Google Shape;195;p54"/>
          <p:cNvSpPr txBox="1"/>
          <p:nvPr>
            <p:ph type="title"/>
          </p:nvPr>
        </p:nvSpPr>
        <p:spPr>
          <a:xfrm>
            <a:off x="809200" y="818125"/>
            <a:ext cx="7727700" cy="572700"/>
          </a:xfrm>
          <a:prstGeom prst="rect">
            <a:avLst/>
          </a:prstGeom>
        </p:spPr>
        <p:txBody>
          <a:bodyPr anchorCtr="0" anchor="t" bIns="91425" lIns="0" spcFirstLastPara="1" rIns="91425" wrap="square" tIns="0">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6" name="Google Shape;196;p54"/>
          <p:cNvSpPr txBox="1"/>
          <p:nvPr>
            <p:ph idx="1" type="body"/>
          </p:nvPr>
        </p:nvSpPr>
        <p:spPr>
          <a:xfrm>
            <a:off x="883075" y="1667050"/>
            <a:ext cx="5401500" cy="2921400"/>
          </a:xfrm>
          <a:prstGeom prst="rect">
            <a:avLst/>
          </a:prstGeom>
        </p:spPr>
        <p:txBody>
          <a:bodyPr anchorCtr="0" anchor="t" bIns="0" lIns="0" spcFirstLastPara="1" rIns="91425" wrap="square" tIns="0">
            <a:noAutofit/>
          </a:bodyPr>
          <a:lstStyle>
            <a:lvl1pPr indent="-381000" lvl="0" marL="457200">
              <a:spcBef>
                <a:spcPts val="0"/>
              </a:spcBef>
              <a:spcAft>
                <a:spcPts val="0"/>
              </a:spcAft>
              <a:buSzPts val="2400"/>
              <a:buChar char="●"/>
              <a:defRPr/>
            </a:lvl1pPr>
            <a:lvl2pPr indent="-342900" lvl="1" marL="914400">
              <a:spcBef>
                <a:spcPts val="1600"/>
              </a:spcBef>
              <a:spcAft>
                <a:spcPts val="0"/>
              </a:spcAft>
              <a:buSzPts val="1800"/>
              <a:buChar char="○"/>
              <a:defRPr/>
            </a:lvl2pPr>
            <a:lvl3pPr indent="-304800" lvl="2" marL="1371600">
              <a:spcBef>
                <a:spcPts val="1600"/>
              </a:spcBef>
              <a:spcAft>
                <a:spcPts val="0"/>
              </a:spcAft>
              <a:buSzPts val="1200"/>
              <a:buChar char="■"/>
              <a:defRPr/>
            </a:lvl3pPr>
            <a:lvl4pPr indent="-292100" lvl="3" marL="1828800">
              <a:spcBef>
                <a:spcPts val="1600"/>
              </a:spcBef>
              <a:spcAft>
                <a:spcPts val="0"/>
              </a:spcAft>
              <a:buSzPts val="1000"/>
              <a:buChar char="●"/>
              <a:defRPr/>
            </a:lvl4pPr>
            <a:lvl5pPr indent="-279400" lvl="4" marL="2286000">
              <a:spcBef>
                <a:spcPts val="1600"/>
              </a:spcBef>
              <a:spcAft>
                <a:spcPts val="0"/>
              </a:spcAft>
              <a:buSzPts val="8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withGrid3">
  <p:cSld name="CUSTOM_3_1_1_1">
    <p:spTree>
      <p:nvGrpSpPr>
        <p:cNvPr id="197" name="Shape 197"/>
        <p:cNvGrpSpPr/>
        <p:nvPr/>
      </p:nvGrpSpPr>
      <p:grpSpPr>
        <a:xfrm>
          <a:off x="0" y="0"/>
          <a:ext cx="0" cy="0"/>
          <a:chOff x="0" y="0"/>
          <a:chExt cx="0" cy="0"/>
        </a:xfrm>
      </p:grpSpPr>
      <p:pic>
        <p:nvPicPr>
          <p:cNvPr id="198" name="Google Shape;198;p55"/>
          <p:cNvPicPr preferRelativeResize="0"/>
          <p:nvPr/>
        </p:nvPicPr>
        <p:blipFill>
          <a:blip r:embed="rId2">
            <a:alphaModFix amt="30000"/>
          </a:blip>
          <a:stretch>
            <a:fillRect/>
          </a:stretch>
        </p:blipFill>
        <p:spPr>
          <a:xfrm>
            <a:off x="0" y="0"/>
            <a:ext cx="9144000" cy="5143500"/>
          </a:xfrm>
          <a:prstGeom prst="rect">
            <a:avLst/>
          </a:prstGeom>
          <a:noFill/>
          <a:ln>
            <a:noFill/>
          </a:ln>
        </p:spPr>
      </p:pic>
      <p:sp>
        <p:nvSpPr>
          <p:cNvPr id="199" name="Google Shape;199;p55"/>
          <p:cNvSpPr txBox="1"/>
          <p:nvPr>
            <p:ph type="title"/>
          </p:nvPr>
        </p:nvSpPr>
        <p:spPr>
          <a:xfrm>
            <a:off x="809200" y="818125"/>
            <a:ext cx="7727700" cy="572700"/>
          </a:xfrm>
          <a:prstGeom prst="rect">
            <a:avLst/>
          </a:prstGeom>
        </p:spPr>
        <p:txBody>
          <a:bodyPr anchorCtr="0" anchor="t" bIns="91425" lIns="0" spcFirstLastPara="1" rIns="91425" wrap="square" tIns="0">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0" name="Google Shape;200;p55"/>
          <p:cNvSpPr txBox="1"/>
          <p:nvPr>
            <p:ph idx="1" type="body"/>
          </p:nvPr>
        </p:nvSpPr>
        <p:spPr>
          <a:xfrm>
            <a:off x="883075" y="1667050"/>
            <a:ext cx="5401500" cy="2921400"/>
          </a:xfrm>
          <a:prstGeom prst="rect">
            <a:avLst/>
          </a:prstGeom>
        </p:spPr>
        <p:txBody>
          <a:bodyPr anchorCtr="0" anchor="t" bIns="0" lIns="0" spcFirstLastPara="1" rIns="91425" wrap="square" tIns="0">
            <a:noAutofit/>
          </a:bodyPr>
          <a:lstStyle>
            <a:lvl1pPr indent="-381000" lvl="0" marL="457200">
              <a:spcBef>
                <a:spcPts val="0"/>
              </a:spcBef>
              <a:spcAft>
                <a:spcPts val="0"/>
              </a:spcAft>
              <a:buSzPts val="2400"/>
              <a:buChar char="●"/>
              <a:defRPr/>
            </a:lvl1pPr>
            <a:lvl2pPr indent="-342900" lvl="1" marL="914400">
              <a:spcBef>
                <a:spcPts val="1600"/>
              </a:spcBef>
              <a:spcAft>
                <a:spcPts val="0"/>
              </a:spcAft>
              <a:buSzPts val="1800"/>
              <a:buChar char="○"/>
              <a:defRPr/>
            </a:lvl2pPr>
            <a:lvl3pPr indent="-304800" lvl="2" marL="1371600">
              <a:spcBef>
                <a:spcPts val="1600"/>
              </a:spcBef>
              <a:spcAft>
                <a:spcPts val="0"/>
              </a:spcAft>
              <a:buSzPts val="1200"/>
              <a:buChar char="■"/>
              <a:defRPr/>
            </a:lvl3pPr>
            <a:lvl4pPr indent="-292100" lvl="3" marL="1828800">
              <a:spcBef>
                <a:spcPts val="1600"/>
              </a:spcBef>
              <a:spcAft>
                <a:spcPts val="0"/>
              </a:spcAft>
              <a:buSzPts val="1000"/>
              <a:buChar char="●"/>
              <a:defRPr/>
            </a:lvl4pPr>
            <a:lvl5pPr indent="-279400" lvl="4" marL="2286000">
              <a:spcBef>
                <a:spcPts val="1600"/>
              </a:spcBef>
              <a:spcAft>
                <a:spcPts val="0"/>
              </a:spcAft>
              <a:buSzPts val="8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idBackground1">
  <p:cSld name="CUSTOM_4">
    <p:spTree>
      <p:nvGrpSpPr>
        <p:cNvPr id="201" name="Shape 201"/>
        <p:cNvGrpSpPr/>
        <p:nvPr/>
      </p:nvGrpSpPr>
      <p:grpSpPr>
        <a:xfrm>
          <a:off x="0" y="0"/>
          <a:ext cx="0" cy="0"/>
          <a:chOff x="0" y="0"/>
          <a:chExt cx="0" cy="0"/>
        </a:xfrm>
      </p:grpSpPr>
      <p:pic>
        <p:nvPicPr>
          <p:cNvPr id="202" name="Google Shape;202;p56"/>
          <p:cNvPicPr preferRelativeResize="0"/>
          <p:nvPr/>
        </p:nvPicPr>
        <p:blipFill>
          <a:blip r:embed="rId2">
            <a:alphaModFix amt="30000"/>
          </a:blip>
          <a:stretch>
            <a:fillRect/>
          </a:stretch>
        </p:blipFill>
        <p:spPr>
          <a:xfrm>
            <a:off x="0" y="0"/>
            <a:ext cx="9144000" cy="5143500"/>
          </a:xfrm>
          <a:prstGeom prst="rect">
            <a:avLst/>
          </a:prstGeom>
          <a:noFill/>
          <a:ln>
            <a:noFill/>
          </a:ln>
        </p:spPr>
      </p:pic>
      <p:sp>
        <p:nvSpPr>
          <p:cNvPr id="203" name="Google Shape;203;p56"/>
          <p:cNvSpPr/>
          <p:nvPr/>
        </p:nvSpPr>
        <p:spPr>
          <a:xfrm>
            <a:off x="-353875" y="321100"/>
            <a:ext cx="6881700" cy="682800"/>
          </a:xfrm>
          <a:prstGeom prst="roundRect">
            <a:avLst>
              <a:gd fmla="val 16667" name="adj"/>
            </a:avLst>
          </a:prstGeom>
          <a:solidFill>
            <a:srgbClr val="F2B20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204" name="Google Shape;204;p56"/>
          <p:cNvSpPr txBox="1"/>
          <p:nvPr>
            <p:ph type="title"/>
          </p:nvPr>
        </p:nvSpPr>
        <p:spPr>
          <a:xfrm>
            <a:off x="424950" y="431200"/>
            <a:ext cx="7727700" cy="572700"/>
          </a:xfrm>
          <a:prstGeom prst="rect">
            <a:avLst/>
          </a:prstGeom>
        </p:spPr>
        <p:txBody>
          <a:bodyPr anchorCtr="0" anchor="ctr" bIns="91425" lIns="0" spcFirstLastPara="1" rIns="91425" wrap="square" tIns="0">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5" name="Google Shape;205;p56"/>
          <p:cNvSpPr txBox="1"/>
          <p:nvPr>
            <p:ph idx="1" type="body"/>
          </p:nvPr>
        </p:nvSpPr>
        <p:spPr>
          <a:xfrm>
            <a:off x="883075" y="1667050"/>
            <a:ext cx="5401500" cy="2921400"/>
          </a:xfrm>
          <a:prstGeom prst="rect">
            <a:avLst/>
          </a:prstGeom>
        </p:spPr>
        <p:txBody>
          <a:bodyPr anchorCtr="0" anchor="t" bIns="0" lIns="0" spcFirstLastPara="1" rIns="91425" wrap="square" tIns="0">
            <a:noAutofit/>
          </a:bodyPr>
          <a:lstStyle>
            <a:lvl1pPr indent="-381000" lvl="0" marL="457200">
              <a:spcBef>
                <a:spcPts val="0"/>
              </a:spcBef>
              <a:spcAft>
                <a:spcPts val="0"/>
              </a:spcAft>
              <a:buSzPts val="2400"/>
              <a:buChar char="●"/>
              <a:defRPr/>
            </a:lvl1pPr>
            <a:lvl2pPr indent="-342900" lvl="1" marL="914400">
              <a:spcBef>
                <a:spcPts val="1600"/>
              </a:spcBef>
              <a:spcAft>
                <a:spcPts val="0"/>
              </a:spcAft>
              <a:buSzPts val="1800"/>
              <a:buChar char="○"/>
              <a:defRPr/>
            </a:lvl2pPr>
            <a:lvl3pPr indent="-304800" lvl="2" marL="1371600">
              <a:spcBef>
                <a:spcPts val="1600"/>
              </a:spcBef>
              <a:spcAft>
                <a:spcPts val="0"/>
              </a:spcAft>
              <a:buSzPts val="1200"/>
              <a:buChar char="■"/>
              <a:defRPr/>
            </a:lvl3pPr>
            <a:lvl4pPr indent="-292100" lvl="3" marL="1828800">
              <a:spcBef>
                <a:spcPts val="1600"/>
              </a:spcBef>
              <a:spcAft>
                <a:spcPts val="0"/>
              </a:spcAft>
              <a:buSzPts val="1000"/>
              <a:buChar char="●"/>
              <a:defRPr/>
            </a:lvl4pPr>
            <a:lvl5pPr indent="-279400" lvl="4" marL="2286000">
              <a:spcBef>
                <a:spcPts val="1600"/>
              </a:spcBef>
              <a:spcAft>
                <a:spcPts val="0"/>
              </a:spcAft>
              <a:buSzPts val="8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idBackground2">
  <p:cSld name="CUSTOM_4_1">
    <p:spTree>
      <p:nvGrpSpPr>
        <p:cNvPr id="206" name="Shape 206"/>
        <p:cNvGrpSpPr/>
        <p:nvPr/>
      </p:nvGrpSpPr>
      <p:grpSpPr>
        <a:xfrm>
          <a:off x="0" y="0"/>
          <a:ext cx="0" cy="0"/>
          <a:chOff x="0" y="0"/>
          <a:chExt cx="0" cy="0"/>
        </a:xfrm>
      </p:grpSpPr>
      <p:pic>
        <p:nvPicPr>
          <p:cNvPr id="207" name="Google Shape;207;p57"/>
          <p:cNvPicPr preferRelativeResize="0"/>
          <p:nvPr/>
        </p:nvPicPr>
        <p:blipFill>
          <a:blip r:embed="rId2">
            <a:alphaModFix amt="30000"/>
          </a:blip>
          <a:stretch>
            <a:fillRect/>
          </a:stretch>
        </p:blipFill>
        <p:spPr>
          <a:xfrm>
            <a:off x="0" y="0"/>
            <a:ext cx="9144000" cy="5143500"/>
          </a:xfrm>
          <a:prstGeom prst="rect">
            <a:avLst/>
          </a:prstGeom>
          <a:noFill/>
          <a:ln>
            <a:noFill/>
          </a:ln>
        </p:spPr>
      </p:pic>
      <p:sp>
        <p:nvSpPr>
          <p:cNvPr id="208" name="Google Shape;208;p57"/>
          <p:cNvSpPr txBox="1"/>
          <p:nvPr>
            <p:ph idx="1" type="body"/>
          </p:nvPr>
        </p:nvSpPr>
        <p:spPr>
          <a:xfrm>
            <a:off x="883075" y="1667050"/>
            <a:ext cx="5401500" cy="2921400"/>
          </a:xfrm>
          <a:prstGeom prst="rect">
            <a:avLst/>
          </a:prstGeom>
        </p:spPr>
        <p:txBody>
          <a:bodyPr anchorCtr="0" anchor="t" bIns="0" lIns="0" spcFirstLastPara="1" rIns="91425" wrap="square" tIns="0">
            <a:noAutofit/>
          </a:bodyPr>
          <a:lstStyle>
            <a:lvl1pPr indent="-381000" lvl="0" marL="457200">
              <a:spcBef>
                <a:spcPts val="0"/>
              </a:spcBef>
              <a:spcAft>
                <a:spcPts val="0"/>
              </a:spcAft>
              <a:buSzPts val="2400"/>
              <a:buChar char="●"/>
              <a:defRPr/>
            </a:lvl1pPr>
            <a:lvl2pPr indent="-342900" lvl="1" marL="914400">
              <a:spcBef>
                <a:spcPts val="1600"/>
              </a:spcBef>
              <a:spcAft>
                <a:spcPts val="0"/>
              </a:spcAft>
              <a:buSzPts val="1800"/>
              <a:buChar char="○"/>
              <a:defRPr/>
            </a:lvl2pPr>
            <a:lvl3pPr indent="-304800" lvl="2" marL="1371600">
              <a:spcBef>
                <a:spcPts val="1600"/>
              </a:spcBef>
              <a:spcAft>
                <a:spcPts val="0"/>
              </a:spcAft>
              <a:buSzPts val="1200"/>
              <a:buChar char="■"/>
              <a:defRPr/>
            </a:lvl3pPr>
            <a:lvl4pPr indent="-292100" lvl="3" marL="1828800">
              <a:spcBef>
                <a:spcPts val="1600"/>
              </a:spcBef>
              <a:spcAft>
                <a:spcPts val="0"/>
              </a:spcAft>
              <a:buSzPts val="1000"/>
              <a:buChar char="●"/>
              <a:defRPr/>
            </a:lvl4pPr>
            <a:lvl5pPr indent="-279400" lvl="4" marL="2286000">
              <a:spcBef>
                <a:spcPts val="1600"/>
              </a:spcBef>
              <a:spcAft>
                <a:spcPts val="0"/>
              </a:spcAft>
              <a:buSzPts val="8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09" name="Google Shape;209;p57"/>
          <p:cNvSpPr/>
          <p:nvPr/>
        </p:nvSpPr>
        <p:spPr>
          <a:xfrm>
            <a:off x="-353875" y="321100"/>
            <a:ext cx="6881700" cy="682800"/>
          </a:xfrm>
          <a:prstGeom prst="roundRect">
            <a:avLst>
              <a:gd fmla="val 16667" name="adj"/>
            </a:avLst>
          </a:prstGeom>
          <a:solidFill>
            <a:srgbClr val="34E0A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210" name="Google Shape;210;p57"/>
          <p:cNvSpPr txBox="1"/>
          <p:nvPr>
            <p:ph type="title"/>
          </p:nvPr>
        </p:nvSpPr>
        <p:spPr>
          <a:xfrm>
            <a:off x="424950" y="431200"/>
            <a:ext cx="7727700" cy="572700"/>
          </a:xfrm>
          <a:prstGeom prst="rect">
            <a:avLst/>
          </a:prstGeom>
        </p:spPr>
        <p:txBody>
          <a:bodyPr anchorCtr="0" anchor="ctr" bIns="91425" lIns="0" spcFirstLastPara="1" rIns="91425" wrap="square" tIns="0">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idBackground3">
  <p:cSld name="CUSTOM_4_2">
    <p:spTree>
      <p:nvGrpSpPr>
        <p:cNvPr id="211" name="Shape 211"/>
        <p:cNvGrpSpPr/>
        <p:nvPr/>
      </p:nvGrpSpPr>
      <p:grpSpPr>
        <a:xfrm>
          <a:off x="0" y="0"/>
          <a:ext cx="0" cy="0"/>
          <a:chOff x="0" y="0"/>
          <a:chExt cx="0" cy="0"/>
        </a:xfrm>
      </p:grpSpPr>
      <p:pic>
        <p:nvPicPr>
          <p:cNvPr id="212" name="Google Shape;212;p58"/>
          <p:cNvPicPr preferRelativeResize="0"/>
          <p:nvPr/>
        </p:nvPicPr>
        <p:blipFill>
          <a:blip r:embed="rId2">
            <a:alphaModFix amt="30000"/>
          </a:blip>
          <a:stretch>
            <a:fillRect/>
          </a:stretch>
        </p:blipFill>
        <p:spPr>
          <a:xfrm>
            <a:off x="0" y="0"/>
            <a:ext cx="9144000" cy="5143500"/>
          </a:xfrm>
          <a:prstGeom prst="rect">
            <a:avLst/>
          </a:prstGeom>
          <a:noFill/>
          <a:ln>
            <a:noFill/>
          </a:ln>
        </p:spPr>
      </p:pic>
      <p:sp>
        <p:nvSpPr>
          <p:cNvPr id="213" name="Google Shape;213;p58"/>
          <p:cNvSpPr txBox="1"/>
          <p:nvPr>
            <p:ph idx="1" type="body"/>
          </p:nvPr>
        </p:nvSpPr>
        <p:spPr>
          <a:xfrm>
            <a:off x="883075" y="1667050"/>
            <a:ext cx="5401500" cy="2921400"/>
          </a:xfrm>
          <a:prstGeom prst="rect">
            <a:avLst/>
          </a:prstGeom>
        </p:spPr>
        <p:txBody>
          <a:bodyPr anchorCtr="0" anchor="t" bIns="0" lIns="0" spcFirstLastPara="1" rIns="91425" wrap="square" tIns="0">
            <a:noAutofit/>
          </a:bodyPr>
          <a:lstStyle>
            <a:lvl1pPr indent="-381000" lvl="0" marL="457200">
              <a:spcBef>
                <a:spcPts val="0"/>
              </a:spcBef>
              <a:spcAft>
                <a:spcPts val="0"/>
              </a:spcAft>
              <a:buSzPts val="2400"/>
              <a:buChar char="●"/>
              <a:defRPr/>
            </a:lvl1pPr>
            <a:lvl2pPr indent="-342900" lvl="1" marL="914400">
              <a:spcBef>
                <a:spcPts val="1600"/>
              </a:spcBef>
              <a:spcAft>
                <a:spcPts val="0"/>
              </a:spcAft>
              <a:buSzPts val="1800"/>
              <a:buChar char="○"/>
              <a:defRPr/>
            </a:lvl2pPr>
            <a:lvl3pPr indent="-304800" lvl="2" marL="1371600">
              <a:spcBef>
                <a:spcPts val="1600"/>
              </a:spcBef>
              <a:spcAft>
                <a:spcPts val="0"/>
              </a:spcAft>
              <a:buSzPts val="1200"/>
              <a:buChar char="■"/>
              <a:defRPr/>
            </a:lvl3pPr>
            <a:lvl4pPr indent="-292100" lvl="3" marL="1828800">
              <a:spcBef>
                <a:spcPts val="1600"/>
              </a:spcBef>
              <a:spcAft>
                <a:spcPts val="0"/>
              </a:spcAft>
              <a:buSzPts val="1000"/>
              <a:buChar char="●"/>
              <a:defRPr/>
            </a:lvl4pPr>
            <a:lvl5pPr indent="-279400" lvl="4" marL="2286000">
              <a:spcBef>
                <a:spcPts val="1600"/>
              </a:spcBef>
              <a:spcAft>
                <a:spcPts val="0"/>
              </a:spcAft>
              <a:buSzPts val="8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14" name="Google Shape;214;p58"/>
          <p:cNvSpPr/>
          <p:nvPr/>
        </p:nvSpPr>
        <p:spPr>
          <a:xfrm>
            <a:off x="-353875" y="321100"/>
            <a:ext cx="6881700" cy="682800"/>
          </a:xfrm>
          <a:prstGeom prst="roundRect">
            <a:avLst>
              <a:gd fmla="val 16667"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215" name="Google Shape;215;p58"/>
          <p:cNvSpPr txBox="1"/>
          <p:nvPr>
            <p:ph type="title"/>
          </p:nvPr>
        </p:nvSpPr>
        <p:spPr>
          <a:xfrm>
            <a:off x="424950" y="431200"/>
            <a:ext cx="7727700" cy="572700"/>
          </a:xfrm>
          <a:prstGeom prst="rect">
            <a:avLst/>
          </a:prstGeom>
        </p:spPr>
        <p:txBody>
          <a:bodyPr anchorCtr="0" anchor="ctr" bIns="91425" lIns="0" spcFirstLastPara="1" rIns="91425" wrap="square" tIns="0">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idBackground4">
  <p:cSld name="CUSTOM_4_3">
    <p:spTree>
      <p:nvGrpSpPr>
        <p:cNvPr id="216" name="Shape 216"/>
        <p:cNvGrpSpPr/>
        <p:nvPr/>
      </p:nvGrpSpPr>
      <p:grpSpPr>
        <a:xfrm>
          <a:off x="0" y="0"/>
          <a:ext cx="0" cy="0"/>
          <a:chOff x="0" y="0"/>
          <a:chExt cx="0" cy="0"/>
        </a:xfrm>
      </p:grpSpPr>
      <p:pic>
        <p:nvPicPr>
          <p:cNvPr id="217" name="Google Shape;217;p59"/>
          <p:cNvPicPr preferRelativeResize="0"/>
          <p:nvPr/>
        </p:nvPicPr>
        <p:blipFill>
          <a:blip r:embed="rId2">
            <a:alphaModFix amt="30000"/>
          </a:blip>
          <a:stretch>
            <a:fillRect/>
          </a:stretch>
        </p:blipFill>
        <p:spPr>
          <a:xfrm>
            <a:off x="0" y="0"/>
            <a:ext cx="9144000" cy="5143500"/>
          </a:xfrm>
          <a:prstGeom prst="rect">
            <a:avLst/>
          </a:prstGeom>
          <a:noFill/>
          <a:ln>
            <a:noFill/>
          </a:ln>
        </p:spPr>
      </p:pic>
      <p:sp>
        <p:nvSpPr>
          <p:cNvPr id="218" name="Google Shape;218;p59"/>
          <p:cNvSpPr txBox="1"/>
          <p:nvPr>
            <p:ph idx="1" type="body"/>
          </p:nvPr>
        </p:nvSpPr>
        <p:spPr>
          <a:xfrm>
            <a:off x="883075" y="1667050"/>
            <a:ext cx="5401500" cy="2921400"/>
          </a:xfrm>
          <a:prstGeom prst="rect">
            <a:avLst/>
          </a:prstGeom>
        </p:spPr>
        <p:txBody>
          <a:bodyPr anchorCtr="0" anchor="t" bIns="0" lIns="0" spcFirstLastPara="1" rIns="91425" wrap="square" tIns="0">
            <a:noAutofit/>
          </a:bodyPr>
          <a:lstStyle>
            <a:lvl1pPr indent="-381000" lvl="0" marL="457200">
              <a:spcBef>
                <a:spcPts val="0"/>
              </a:spcBef>
              <a:spcAft>
                <a:spcPts val="0"/>
              </a:spcAft>
              <a:buSzPts val="2400"/>
              <a:buChar char="●"/>
              <a:defRPr/>
            </a:lvl1pPr>
            <a:lvl2pPr indent="-342900" lvl="1" marL="914400">
              <a:spcBef>
                <a:spcPts val="1600"/>
              </a:spcBef>
              <a:spcAft>
                <a:spcPts val="0"/>
              </a:spcAft>
              <a:buSzPts val="1800"/>
              <a:buChar char="○"/>
              <a:defRPr/>
            </a:lvl2pPr>
            <a:lvl3pPr indent="-304800" lvl="2" marL="1371600">
              <a:spcBef>
                <a:spcPts val="1600"/>
              </a:spcBef>
              <a:spcAft>
                <a:spcPts val="0"/>
              </a:spcAft>
              <a:buSzPts val="1200"/>
              <a:buChar char="■"/>
              <a:defRPr/>
            </a:lvl3pPr>
            <a:lvl4pPr indent="-292100" lvl="3" marL="1828800">
              <a:spcBef>
                <a:spcPts val="1600"/>
              </a:spcBef>
              <a:spcAft>
                <a:spcPts val="0"/>
              </a:spcAft>
              <a:buSzPts val="1000"/>
              <a:buChar char="●"/>
              <a:defRPr/>
            </a:lvl4pPr>
            <a:lvl5pPr indent="-279400" lvl="4" marL="2286000">
              <a:spcBef>
                <a:spcPts val="1600"/>
              </a:spcBef>
              <a:spcAft>
                <a:spcPts val="0"/>
              </a:spcAft>
              <a:buSzPts val="8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19" name="Google Shape;219;p59"/>
          <p:cNvSpPr/>
          <p:nvPr/>
        </p:nvSpPr>
        <p:spPr>
          <a:xfrm>
            <a:off x="-353875" y="321100"/>
            <a:ext cx="6881700" cy="682800"/>
          </a:xfrm>
          <a:prstGeom prst="roundRect">
            <a:avLst>
              <a:gd fmla="val 16667" name="adj"/>
            </a:avLst>
          </a:prstGeom>
          <a:solidFill>
            <a:srgbClr val="004F3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220" name="Google Shape;220;p59"/>
          <p:cNvSpPr txBox="1"/>
          <p:nvPr>
            <p:ph type="title"/>
          </p:nvPr>
        </p:nvSpPr>
        <p:spPr>
          <a:xfrm>
            <a:off x="424950" y="431200"/>
            <a:ext cx="7727700" cy="572700"/>
          </a:xfrm>
          <a:prstGeom prst="rect">
            <a:avLst/>
          </a:prstGeom>
        </p:spPr>
        <p:txBody>
          <a:bodyPr anchorCtr="0" anchor="ctr" bIns="91425" lIns="0" spcFirstLastPara="1" rIns="91425" wrap="square" tIns="0">
            <a:noAutofit/>
          </a:bodyPr>
          <a:lstStyle>
            <a:lvl1pPr lvl="0">
              <a:spcBef>
                <a:spcPts val="0"/>
              </a:spcBef>
              <a:spcAft>
                <a:spcPts val="0"/>
              </a:spcAft>
              <a:buClr>
                <a:schemeClr val="lt1"/>
              </a:buClr>
              <a:buSzPts val="2400"/>
              <a:buNone/>
              <a:defRPr>
                <a:solidFill>
                  <a:schemeClr val="lt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idBackground5">
  <p:cSld name="CUSTOM_4_4">
    <p:spTree>
      <p:nvGrpSpPr>
        <p:cNvPr id="221" name="Shape 221"/>
        <p:cNvGrpSpPr/>
        <p:nvPr/>
      </p:nvGrpSpPr>
      <p:grpSpPr>
        <a:xfrm>
          <a:off x="0" y="0"/>
          <a:ext cx="0" cy="0"/>
          <a:chOff x="0" y="0"/>
          <a:chExt cx="0" cy="0"/>
        </a:xfrm>
      </p:grpSpPr>
      <p:pic>
        <p:nvPicPr>
          <p:cNvPr id="222" name="Google Shape;222;p60"/>
          <p:cNvPicPr preferRelativeResize="0"/>
          <p:nvPr/>
        </p:nvPicPr>
        <p:blipFill>
          <a:blip r:embed="rId2">
            <a:alphaModFix amt="30000"/>
          </a:blip>
          <a:stretch>
            <a:fillRect/>
          </a:stretch>
        </p:blipFill>
        <p:spPr>
          <a:xfrm>
            <a:off x="0" y="0"/>
            <a:ext cx="9144000" cy="5143500"/>
          </a:xfrm>
          <a:prstGeom prst="rect">
            <a:avLst/>
          </a:prstGeom>
          <a:noFill/>
          <a:ln>
            <a:noFill/>
          </a:ln>
        </p:spPr>
      </p:pic>
      <p:sp>
        <p:nvSpPr>
          <p:cNvPr id="223" name="Google Shape;223;p60"/>
          <p:cNvSpPr txBox="1"/>
          <p:nvPr>
            <p:ph idx="1" type="body"/>
          </p:nvPr>
        </p:nvSpPr>
        <p:spPr>
          <a:xfrm>
            <a:off x="883075" y="1667050"/>
            <a:ext cx="5401500" cy="2921400"/>
          </a:xfrm>
          <a:prstGeom prst="rect">
            <a:avLst/>
          </a:prstGeom>
        </p:spPr>
        <p:txBody>
          <a:bodyPr anchorCtr="0" anchor="t" bIns="0" lIns="0" spcFirstLastPara="1" rIns="91425" wrap="square" tIns="0">
            <a:noAutofit/>
          </a:bodyPr>
          <a:lstStyle>
            <a:lvl1pPr indent="-381000" lvl="0" marL="457200">
              <a:spcBef>
                <a:spcPts val="0"/>
              </a:spcBef>
              <a:spcAft>
                <a:spcPts val="0"/>
              </a:spcAft>
              <a:buSzPts val="2400"/>
              <a:buChar char="●"/>
              <a:defRPr/>
            </a:lvl1pPr>
            <a:lvl2pPr indent="-342900" lvl="1" marL="914400">
              <a:spcBef>
                <a:spcPts val="1600"/>
              </a:spcBef>
              <a:spcAft>
                <a:spcPts val="0"/>
              </a:spcAft>
              <a:buSzPts val="1800"/>
              <a:buChar char="○"/>
              <a:defRPr/>
            </a:lvl2pPr>
            <a:lvl3pPr indent="-304800" lvl="2" marL="1371600">
              <a:spcBef>
                <a:spcPts val="1600"/>
              </a:spcBef>
              <a:spcAft>
                <a:spcPts val="0"/>
              </a:spcAft>
              <a:buSzPts val="1200"/>
              <a:buChar char="■"/>
              <a:defRPr/>
            </a:lvl3pPr>
            <a:lvl4pPr indent="-292100" lvl="3" marL="1828800">
              <a:spcBef>
                <a:spcPts val="1600"/>
              </a:spcBef>
              <a:spcAft>
                <a:spcPts val="0"/>
              </a:spcAft>
              <a:buSzPts val="1000"/>
              <a:buChar char="●"/>
              <a:defRPr/>
            </a:lvl4pPr>
            <a:lvl5pPr indent="-279400" lvl="4" marL="2286000">
              <a:spcBef>
                <a:spcPts val="1600"/>
              </a:spcBef>
              <a:spcAft>
                <a:spcPts val="0"/>
              </a:spcAft>
              <a:buSzPts val="8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24" name="Google Shape;224;p60"/>
          <p:cNvSpPr/>
          <p:nvPr/>
        </p:nvSpPr>
        <p:spPr>
          <a:xfrm>
            <a:off x="-353875" y="321100"/>
            <a:ext cx="6881700" cy="682800"/>
          </a:xfrm>
          <a:prstGeom prst="roundRect">
            <a:avLst>
              <a:gd fmla="val 16667"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225" name="Google Shape;225;p60"/>
          <p:cNvSpPr txBox="1"/>
          <p:nvPr>
            <p:ph type="title"/>
          </p:nvPr>
        </p:nvSpPr>
        <p:spPr>
          <a:xfrm>
            <a:off x="424950" y="431200"/>
            <a:ext cx="7727700" cy="572700"/>
          </a:xfrm>
          <a:prstGeom prst="rect">
            <a:avLst/>
          </a:prstGeom>
        </p:spPr>
        <p:txBody>
          <a:bodyPr anchorCtr="0" anchor="ctr" bIns="91425" lIns="0" spcFirstLastPara="1" rIns="91425" wrap="square" tIns="0">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amp;A1">
  <p:cSld name="CUSTOM_5">
    <p:spTree>
      <p:nvGrpSpPr>
        <p:cNvPr id="226" name="Shape 226"/>
        <p:cNvGrpSpPr/>
        <p:nvPr/>
      </p:nvGrpSpPr>
      <p:grpSpPr>
        <a:xfrm>
          <a:off x="0" y="0"/>
          <a:ext cx="0" cy="0"/>
          <a:chOff x="0" y="0"/>
          <a:chExt cx="0" cy="0"/>
        </a:xfrm>
      </p:grpSpPr>
      <p:pic>
        <p:nvPicPr>
          <p:cNvPr id="227" name="Google Shape;227;p61"/>
          <p:cNvPicPr preferRelativeResize="0"/>
          <p:nvPr/>
        </p:nvPicPr>
        <p:blipFill>
          <a:blip r:embed="rId2">
            <a:alphaModFix/>
          </a:blip>
          <a:stretch>
            <a:fillRect/>
          </a:stretch>
        </p:blipFill>
        <p:spPr>
          <a:xfrm>
            <a:off x="0" y="0"/>
            <a:ext cx="9144000" cy="5143505"/>
          </a:xfrm>
          <a:prstGeom prst="rect">
            <a:avLst/>
          </a:prstGeom>
          <a:noFill/>
          <a:ln>
            <a:noFill/>
          </a:ln>
        </p:spPr>
      </p:pic>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amp;A2">
  <p:cSld name="CUSTOM_5_1">
    <p:spTree>
      <p:nvGrpSpPr>
        <p:cNvPr id="228" name="Shape 228"/>
        <p:cNvGrpSpPr/>
        <p:nvPr/>
      </p:nvGrpSpPr>
      <p:grpSpPr>
        <a:xfrm>
          <a:off x="0" y="0"/>
          <a:ext cx="0" cy="0"/>
          <a:chOff x="0" y="0"/>
          <a:chExt cx="0" cy="0"/>
        </a:xfrm>
      </p:grpSpPr>
      <p:pic>
        <p:nvPicPr>
          <p:cNvPr id="229" name="Google Shape;229;p62"/>
          <p:cNvPicPr preferRelativeResize="0"/>
          <p:nvPr/>
        </p:nvPicPr>
        <p:blipFill>
          <a:blip r:embed="rId2">
            <a:alphaModFix/>
          </a:blip>
          <a:stretch>
            <a:fillRect/>
          </a:stretch>
        </p:blipFill>
        <p:spPr>
          <a:xfrm>
            <a:off x="0" y="0"/>
            <a:ext cx="9144000" cy="5143505"/>
          </a:xfrm>
          <a:prstGeom prst="rect">
            <a:avLst/>
          </a:prstGeom>
          <a:noFill/>
          <a:ln>
            <a:noFill/>
          </a:ln>
        </p:spPr>
      </p:pic>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amp;A3">
  <p:cSld name="CUSTOM_5_2">
    <p:spTree>
      <p:nvGrpSpPr>
        <p:cNvPr id="230" name="Shape 230"/>
        <p:cNvGrpSpPr/>
        <p:nvPr/>
      </p:nvGrpSpPr>
      <p:grpSpPr>
        <a:xfrm>
          <a:off x="0" y="0"/>
          <a:ext cx="0" cy="0"/>
          <a:chOff x="0" y="0"/>
          <a:chExt cx="0" cy="0"/>
        </a:xfrm>
      </p:grpSpPr>
      <p:pic>
        <p:nvPicPr>
          <p:cNvPr id="231" name="Google Shape;231;p63"/>
          <p:cNvPicPr preferRelativeResize="0"/>
          <p:nvPr/>
        </p:nvPicPr>
        <p:blipFill>
          <a:blip r:embed="rId2">
            <a:alphaModFix/>
          </a:blip>
          <a:stretch>
            <a:fillRect/>
          </a:stretch>
        </p:blipFill>
        <p:spPr>
          <a:xfrm>
            <a:off x="0" y="0"/>
            <a:ext cx="9144000" cy="5143505"/>
          </a:xfrm>
          <a:prstGeom prst="rect">
            <a:avLst/>
          </a:prstGeom>
          <a:noFill/>
          <a:ln>
            <a:noFill/>
          </a:ln>
        </p:spPr>
      </p:pic>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YouSlide">
  <p:cSld name="CUSTOM_6">
    <p:spTree>
      <p:nvGrpSpPr>
        <p:cNvPr id="232" name="Shape 232"/>
        <p:cNvGrpSpPr/>
        <p:nvPr/>
      </p:nvGrpSpPr>
      <p:grpSpPr>
        <a:xfrm>
          <a:off x="0" y="0"/>
          <a:ext cx="0" cy="0"/>
          <a:chOff x="0" y="0"/>
          <a:chExt cx="0" cy="0"/>
        </a:xfrm>
      </p:grpSpPr>
      <p:pic>
        <p:nvPicPr>
          <p:cNvPr id="233" name="Google Shape;233;p64"/>
          <p:cNvPicPr preferRelativeResize="0"/>
          <p:nvPr/>
        </p:nvPicPr>
        <p:blipFill>
          <a:blip r:embed="rId2">
            <a:alphaModFix/>
          </a:blip>
          <a:stretch>
            <a:fillRect/>
          </a:stretch>
        </p:blipFill>
        <p:spPr>
          <a:xfrm>
            <a:off x="0" y="0"/>
            <a:ext cx="9144000" cy="5143505"/>
          </a:xfrm>
          <a:prstGeom prst="rect">
            <a:avLst/>
          </a:prstGeom>
          <a:noFill/>
          <a:ln>
            <a:noFill/>
          </a:ln>
        </p:spPr>
      </p:pic>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p:cSld name="CUSTOM_7">
    <p:spTree>
      <p:nvGrpSpPr>
        <p:cNvPr id="234" name="Shape 234"/>
        <p:cNvGrpSpPr/>
        <p:nvPr/>
      </p:nvGrpSpPr>
      <p:grpSpPr>
        <a:xfrm>
          <a:off x="0" y="0"/>
          <a:ext cx="0" cy="0"/>
          <a:chOff x="0" y="0"/>
          <a:chExt cx="0" cy="0"/>
        </a:xfrm>
      </p:grpSpPr>
      <p:pic>
        <p:nvPicPr>
          <p:cNvPr id="235" name="Google Shape;235;p65"/>
          <p:cNvPicPr preferRelativeResize="0"/>
          <p:nvPr/>
        </p:nvPicPr>
        <p:blipFill>
          <a:blip r:embed="rId2">
            <a:alphaModFix/>
          </a:blip>
          <a:stretch>
            <a:fillRect/>
          </a:stretch>
        </p:blipFill>
        <p:spPr>
          <a:xfrm>
            <a:off x="0" y="0"/>
            <a:ext cx="9144000" cy="5143500"/>
          </a:xfrm>
          <a:prstGeom prst="rect">
            <a:avLst/>
          </a:prstGeom>
          <a:noFill/>
          <a:ln>
            <a:noFill/>
          </a:ln>
        </p:spPr>
      </p:pic>
      <p:sp>
        <p:nvSpPr>
          <p:cNvPr id="236" name="Google Shape;236;p65"/>
          <p:cNvSpPr txBox="1"/>
          <p:nvPr/>
        </p:nvSpPr>
        <p:spPr>
          <a:xfrm>
            <a:off x="2356250" y="112800"/>
            <a:ext cx="6604500" cy="1749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7500">
                <a:solidFill>
                  <a:srgbClr val="FF6666"/>
                </a:solidFill>
                <a:latin typeface="Poppins Black"/>
                <a:ea typeface="Poppins Black"/>
                <a:cs typeface="Poppins Black"/>
                <a:sym typeface="Poppins Black"/>
              </a:rPr>
              <a:t>Break time</a:t>
            </a:r>
            <a:endParaRPr sz="7500">
              <a:solidFill>
                <a:srgbClr val="FF6666"/>
              </a:solidFill>
              <a:latin typeface="Poppins Black"/>
              <a:ea typeface="Poppins Black"/>
              <a:cs typeface="Poppins Black"/>
              <a:sym typeface="Poppins Black"/>
            </a:endParaRPr>
          </a:p>
        </p:txBody>
      </p:sp>
      <p:sp>
        <p:nvSpPr>
          <p:cNvPr id="237" name="Google Shape;237;p65"/>
          <p:cNvSpPr/>
          <p:nvPr/>
        </p:nvSpPr>
        <p:spPr>
          <a:xfrm>
            <a:off x="-134375" y="1638675"/>
            <a:ext cx="4087647" cy="3653334"/>
          </a:xfrm>
          <a:custGeom>
            <a:rect b="b" l="l" r="r" t="t"/>
            <a:pathLst>
              <a:path extrusionOk="0" h="2726369" w="3050483">
                <a:moveTo>
                  <a:pt x="0" y="0"/>
                </a:moveTo>
                <a:lnTo>
                  <a:pt x="3050483" y="0"/>
                </a:lnTo>
                <a:lnTo>
                  <a:pt x="3050483" y="2726369"/>
                </a:lnTo>
                <a:lnTo>
                  <a:pt x="0" y="2726369"/>
                </a:lnTo>
                <a:lnTo>
                  <a:pt x="0" y="0"/>
                </a:lnTo>
                <a:close/>
              </a:path>
            </a:pathLst>
          </a:custGeom>
          <a:blipFill rotWithShape="1">
            <a:blip r:embed="rId3">
              <a:alphaModFix/>
            </a:blip>
            <a:stretch>
              <a:fillRect b="0" l="0" r="0" t="0"/>
            </a:stretch>
          </a:blipFill>
          <a:ln>
            <a:noFill/>
          </a:ln>
        </p:spPr>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1">
  <p:cSld name="CUSTOM_7_1">
    <p:spTree>
      <p:nvGrpSpPr>
        <p:cNvPr id="238" name="Shape 238"/>
        <p:cNvGrpSpPr/>
        <p:nvPr/>
      </p:nvGrpSpPr>
      <p:grpSpPr>
        <a:xfrm>
          <a:off x="0" y="0"/>
          <a:ext cx="0" cy="0"/>
          <a:chOff x="0" y="0"/>
          <a:chExt cx="0" cy="0"/>
        </a:xfrm>
      </p:grpSpPr>
      <p:pic>
        <p:nvPicPr>
          <p:cNvPr id="239" name="Google Shape;239;p66"/>
          <p:cNvPicPr preferRelativeResize="0"/>
          <p:nvPr/>
        </p:nvPicPr>
        <p:blipFill>
          <a:blip r:embed="rId2">
            <a:alphaModFix/>
          </a:blip>
          <a:stretch>
            <a:fillRect/>
          </a:stretch>
        </p:blipFill>
        <p:spPr>
          <a:xfrm>
            <a:off x="0" y="0"/>
            <a:ext cx="9144000" cy="5143500"/>
          </a:xfrm>
          <a:prstGeom prst="rect">
            <a:avLst/>
          </a:prstGeom>
          <a:noFill/>
          <a:ln>
            <a:noFill/>
          </a:ln>
        </p:spPr>
      </p:pic>
      <p:sp>
        <p:nvSpPr>
          <p:cNvPr id="240" name="Google Shape;240;p66"/>
          <p:cNvSpPr txBox="1"/>
          <p:nvPr/>
        </p:nvSpPr>
        <p:spPr>
          <a:xfrm>
            <a:off x="2356250" y="112800"/>
            <a:ext cx="6604500" cy="1749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7500">
                <a:solidFill>
                  <a:schemeClr val="accent4"/>
                </a:solidFill>
                <a:latin typeface="Poppins Black"/>
                <a:ea typeface="Poppins Black"/>
                <a:cs typeface="Poppins Black"/>
                <a:sym typeface="Poppins Black"/>
              </a:rPr>
              <a:t>Break time</a:t>
            </a:r>
            <a:endParaRPr sz="7500">
              <a:solidFill>
                <a:schemeClr val="accent4"/>
              </a:solidFill>
              <a:latin typeface="Poppins Black"/>
              <a:ea typeface="Poppins Black"/>
              <a:cs typeface="Poppins Black"/>
              <a:sym typeface="Poppins Black"/>
            </a:endParaRPr>
          </a:p>
        </p:txBody>
      </p:sp>
      <p:sp>
        <p:nvSpPr>
          <p:cNvPr id="241" name="Google Shape;241;p66"/>
          <p:cNvSpPr/>
          <p:nvPr/>
        </p:nvSpPr>
        <p:spPr>
          <a:xfrm>
            <a:off x="-134375" y="1638675"/>
            <a:ext cx="4087647" cy="3653334"/>
          </a:xfrm>
          <a:custGeom>
            <a:rect b="b" l="l" r="r" t="t"/>
            <a:pathLst>
              <a:path extrusionOk="0" h="2726369" w="3050483">
                <a:moveTo>
                  <a:pt x="0" y="0"/>
                </a:moveTo>
                <a:lnTo>
                  <a:pt x="3050483" y="0"/>
                </a:lnTo>
                <a:lnTo>
                  <a:pt x="3050483" y="2726369"/>
                </a:lnTo>
                <a:lnTo>
                  <a:pt x="0" y="2726369"/>
                </a:lnTo>
                <a:lnTo>
                  <a:pt x="0" y="0"/>
                </a:lnTo>
                <a:close/>
              </a:path>
            </a:pathLst>
          </a:custGeom>
          <a:blipFill rotWithShape="1">
            <a:blip r:embed="rId3">
              <a:alphaModFix/>
            </a:blip>
            <a:stretch>
              <a:fillRect b="0" l="0" r="0" t="0"/>
            </a:stretch>
          </a:blipFill>
          <a:ln>
            <a:noFill/>
          </a:ln>
        </p:spPr>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1 1">
  <p:cSld name="CUSTOM_7_1_1">
    <p:spTree>
      <p:nvGrpSpPr>
        <p:cNvPr id="242" name="Shape 242"/>
        <p:cNvGrpSpPr/>
        <p:nvPr/>
      </p:nvGrpSpPr>
      <p:grpSpPr>
        <a:xfrm>
          <a:off x="0" y="0"/>
          <a:ext cx="0" cy="0"/>
          <a:chOff x="0" y="0"/>
          <a:chExt cx="0" cy="0"/>
        </a:xfrm>
      </p:grpSpPr>
      <p:pic>
        <p:nvPicPr>
          <p:cNvPr id="243" name="Google Shape;243;p67"/>
          <p:cNvPicPr preferRelativeResize="0"/>
          <p:nvPr/>
        </p:nvPicPr>
        <p:blipFill>
          <a:blip r:embed="rId2">
            <a:alphaModFix/>
          </a:blip>
          <a:stretch>
            <a:fillRect/>
          </a:stretch>
        </p:blipFill>
        <p:spPr>
          <a:xfrm>
            <a:off x="0" y="0"/>
            <a:ext cx="9144000" cy="5143500"/>
          </a:xfrm>
          <a:prstGeom prst="rect">
            <a:avLst/>
          </a:prstGeom>
          <a:noFill/>
          <a:ln>
            <a:noFill/>
          </a:ln>
        </p:spPr>
      </p:pic>
      <p:sp>
        <p:nvSpPr>
          <p:cNvPr id="244" name="Google Shape;244;p67"/>
          <p:cNvSpPr txBox="1"/>
          <p:nvPr/>
        </p:nvSpPr>
        <p:spPr>
          <a:xfrm>
            <a:off x="2356250" y="112800"/>
            <a:ext cx="6604500" cy="1749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7500">
                <a:solidFill>
                  <a:schemeClr val="accent6"/>
                </a:solidFill>
                <a:latin typeface="Poppins Black"/>
                <a:ea typeface="Poppins Black"/>
                <a:cs typeface="Poppins Black"/>
                <a:sym typeface="Poppins Black"/>
              </a:rPr>
              <a:t>Break time</a:t>
            </a:r>
            <a:endParaRPr sz="7500">
              <a:solidFill>
                <a:schemeClr val="accent6"/>
              </a:solidFill>
              <a:latin typeface="Poppins Black"/>
              <a:ea typeface="Poppins Black"/>
              <a:cs typeface="Poppins Black"/>
              <a:sym typeface="Poppins Black"/>
            </a:endParaRPr>
          </a:p>
        </p:txBody>
      </p:sp>
      <p:sp>
        <p:nvSpPr>
          <p:cNvPr id="245" name="Google Shape;245;p67"/>
          <p:cNvSpPr/>
          <p:nvPr/>
        </p:nvSpPr>
        <p:spPr>
          <a:xfrm>
            <a:off x="-134375" y="1638675"/>
            <a:ext cx="4087647" cy="3653334"/>
          </a:xfrm>
          <a:custGeom>
            <a:rect b="b" l="l" r="r" t="t"/>
            <a:pathLst>
              <a:path extrusionOk="0" h="2726369" w="3050483">
                <a:moveTo>
                  <a:pt x="0" y="0"/>
                </a:moveTo>
                <a:lnTo>
                  <a:pt x="3050483" y="0"/>
                </a:lnTo>
                <a:lnTo>
                  <a:pt x="3050483" y="2726369"/>
                </a:lnTo>
                <a:lnTo>
                  <a:pt x="0" y="2726369"/>
                </a:lnTo>
                <a:lnTo>
                  <a:pt x="0" y="0"/>
                </a:lnTo>
                <a:close/>
              </a:path>
            </a:pathLst>
          </a:custGeom>
          <a:blipFill rotWithShape="1">
            <a:blip r:embed="rId3">
              <a:alphaModFix/>
            </a:blip>
            <a:stretch>
              <a:fillRect b="0" l="0" r="0" t="0"/>
            </a:stretch>
          </a:blipFill>
          <a:ln>
            <a:noFill/>
          </a:ln>
        </p:spPr>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Thanks 2">
  <p:cSld name="TITLE_1_1_1_1_1_1_1_1_1_1">
    <p:bg>
      <p:bgPr>
        <a:solidFill>
          <a:schemeClr val="accent1"/>
        </a:solidFill>
      </p:bgPr>
    </p:bg>
    <p:spTree>
      <p:nvGrpSpPr>
        <p:cNvPr id="246" name="Shape 246"/>
        <p:cNvGrpSpPr/>
        <p:nvPr/>
      </p:nvGrpSpPr>
      <p:grpSpPr>
        <a:xfrm>
          <a:off x="0" y="0"/>
          <a:ext cx="0" cy="0"/>
          <a:chOff x="0" y="0"/>
          <a:chExt cx="0" cy="0"/>
        </a:xfrm>
      </p:grpSpPr>
      <p:pic>
        <p:nvPicPr>
          <p:cNvPr id="247" name="Google Shape;247;p68"/>
          <p:cNvPicPr preferRelativeResize="0"/>
          <p:nvPr/>
        </p:nvPicPr>
        <p:blipFill>
          <a:blip r:embed="rId2">
            <a:alphaModFix/>
          </a:blip>
          <a:stretch>
            <a:fillRect/>
          </a:stretch>
        </p:blipFill>
        <p:spPr>
          <a:xfrm>
            <a:off x="405838" y="411150"/>
            <a:ext cx="806721" cy="806800"/>
          </a:xfrm>
          <a:prstGeom prst="rect">
            <a:avLst/>
          </a:prstGeom>
          <a:noFill/>
          <a:ln>
            <a:noFill/>
          </a:ln>
        </p:spPr>
      </p:pic>
      <p:sp>
        <p:nvSpPr>
          <p:cNvPr id="248" name="Google Shape;248;p68"/>
          <p:cNvSpPr txBox="1"/>
          <p:nvPr/>
        </p:nvSpPr>
        <p:spPr>
          <a:xfrm>
            <a:off x="402921" y="4017628"/>
            <a:ext cx="3539700" cy="812700"/>
          </a:xfrm>
          <a:prstGeom prst="rect">
            <a:avLst/>
          </a:prstGeom>
          <a:noFill/>
          <a:ln>
            <a:noFill/>
          </a:ln>
        </p:spPr>
        <p:txBody>
          <a:bodyPr anchorCtr="0" anchor="t" bIns="91425" lIns="91425" spcFirstLastPara="1" rIns="91425" wrap="square" tIns="91425">
            <a:spAutoFit/>
          </a:bodyPr>
          <a:lstStyle/>
          <a:p>
            <a:pPr indent="0" lvl="0" marL="0" rtl="0" algn="l">
              <a:lnSpc>
                <a:spcPct val="85000"/>
              </a:lnSpc>
              <a:spcBef>
                <a:spcPts val="0"/>
              </a:spcBef>
              <a:spcAft>
                <a:spcPts val="0"/>
              </a:spcAft>
              <a:buNone/>
            </a:pPr>
            <a:r>
              <a:rPr lang="en" sz="4800">
                <a:solidFill>
                  <a:schemeClr val="dk1"/>
                </a:solidFill>
                <a:latin typeface="Poppins"/>
                <a:ea typeface="Poppins"/>
                <a:cs typeface="Poppins"/>
                <a:sym typeface="Poppins"/>
              </a:rPr>
              <a:t>Thanks.</a:t>
            </a:r>
            <a:endParaRPr sz="4800">
              <a:solidFill>
                <a:schemeClr val="dk1"/>
              </a:solidFill>
              <a:latin typeface="Poppins"/>
              <a:ea typeface="Poppins"/>
              <a:cs typeface="Poppins"/>
              <a:sym typeface="Poppins"/>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type="blank">
  <p:cSld name="BLANK">
    <p:spTree>
      <p:nvGrpSpPr>
        <p:cNvPr id="249" name="Shape 249"/>
        <p:cNvGrpSpPr/>
        <p:nvPr/>
      </p:nvGrpSpPr>
      <p:grpSpPr>
        <a:xfrm>
          <a:off x="0" y="0"/>
          <a:ext cx="0" cy="0"/>
          <a:chOff x="0" y="0"/>
          <a:chExt cx="0" cy="0"/>
        </a:xfrm>
      </p:grpSpPr>
      <p:sp>
        <p:nvSpPr>
          <p:cNvPr id="250" name="Google Shape;250;p6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251" name="Google Shape;251;p6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252" name="Google Shape;252;p6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Agenda">
  <p:cSld name="TITLE_2_1_1_1_2">
    <p:bg>
      <p:bgPr>
        <a:solidFill>
          <a:schemeClr val="accent1"/>
        </a:solidFill>
      </p:bgPr>
    </p:bg>
    <p:spTree>
      <p:nvGrpSpPr>
        <p:cNvPr id="257" name="Shape 257"/>
        <p:cNvGrpSpPr/>
        <p:nvPr/>
      </p:nvGrpSpPr>
      <p:grpSpPr>
        <a:xfrm>
          <a:off x="0" y="0"/>
          <a:ext cx="0" cy="0"/>
          <a:chOff x="0" y="0"/>
          <a:chExt cx="0" cy="0"/>
        </a:xfrm>
      </p:grpSpPr>
      <p:sp>
        <p:nvSpPr>
          <p:cNvPr id="258" name="Google Shape;258;p71"/>
          <p:cNvSpPr/>
          <p:nvPr>
            <p:ph idx="2" type="pic"/>
          </p:nvPr>
        </p:nvSpPr>
        <p:spPr>
          <a:xfrm>
            <a:off x="4572000" y="0"/>
            <a:ext cx="4572000" cy="5143500"/>
          </a:xfrm>
          <a:prstGeom prst="rect">
            <a:avLst/>
          </a:prstGeom>
          <a:noFill/>
          <a:ln>
            <a:noFill/>
          </a:ln>
        </p:spPr>
      </p:sp>
      <p:sp>
        <p:nvSpPr>
          <p:cNvPr id="259" name="Google Shape;259;p71"/>
          <p:cNvSpPr txBox="1"/>
          <p:nvPr>
            <p:ph type="ctrTitle"/>
          </p:nvPr>
        </p:nvSpPr>
        <p:spPr>
          <a:xfrm>
            <a:off x="402925" y="1747425"/>
            <a:ext cx="2911800" cy="24558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600"/>
              <a:buAutoNum type="arabicPeriod"/>
              <a:defRPr sz="1600"/>
            </a:lvl1pPr>
            <a:lvl2pPr lvl="1">
              <a:lnSpc>
                <a:spcPct val="87000"/>
              </a:lnSpc>
              <a:spcBef>
                <a:spcPts val="0"/>
              </a:spcBef>
              <a:spcAft>
                <a:spcPts val="0"/>
              </a:spcAft>
              <a:buSzPts val="3600"/>
              <a:buFont typeface="Poppins"/>
              <a:buAutoNum type="alphaLcPeriod"/>
              <a:defRPr b="1" sz="3600">
                <a:latin typeface="Poppins"/>
                <a:ea typeface="Poppins"/>
                <a:cs typeface="Poppins"/>
                <a:sym typeface="Poppins"/>
              </a:defRPr>
            </a:lvl2pPr>
            <a:lvl3pPr lvl="2">
              <a:lnSpc>
                <a:spcPct val="87000"/>
              </a:lnSpc>
              <a:spcBef>
                <a:spcPts val="0"/>
              </a:spcBef>
              <a:spcAft>
                <a:spcPts val="0"/>
              </a:spcAft>
              <a:buSzPts val="3600"/>
              <a:buFont typeface="Poppins"/>
              <a:buAutoNum type="romanLcPeriod"/>
              <a:defRPr b="1" sz="3600">
                <a:latin typeface="Poppins"/>
                <a:ea typeface="Poppins"/>
                <a:cs typeface="Poppins"/>
                <a:sym typeface="Poppins"/>
              </a:defRPr>
            </a:lvl3pPr>
            <a:lvl4pPr lvl="3">
              <a:lnSpc>
                <a:spcPct val="87000"/>
              </a:lnSpc>
              <a:spcBef>
                <a:spcPts val="0"/>
              </a:spcBef>
              <a:spcAft>
                <a:spcPts val="0"/>
              </a:spcAft>
              <a:buSzPts val="3600"/>
              <a:buFont typeface="Poppins"/>
              <a:buAutoNum type="arabicPeriod"/>
              <a:defRPr b="1" sz="3600">
                <a:latin typeface="Poppins"/>
                <a:ea typeface="Poppins"/>
                <a:cs typeface="Poppins"/>
                <a:sym typeface="Poppins"/>
              </a:defRPr>
            </a:lvl4pPr>
            <a:lvl5pPr lvl="4">
              <a:lnSpc>
                <a:spcPct val="87000"/>
              </a:lnSpc>
              <a:spcBef>
                <a:spcPts val="0"/>
              </a:spcBef>
              <a:spcAft>
                <a:spcPts val="0"/>
              </a:spcAft>
              <a:buSzPts val="3600"/>
              <a:buFont typeface="Poppins"/>
              <a:buAutoNum type="alphaLcPeriod"/>
              <a:defRPr b="1" sz="3600">
                <a:latin typeface="Poppins"/>
                <a:ea typeface="Poppins"/>
                <a:cs typeface="Poppins"/>
                <a:sym typeface="Poppins"/>
              </a:defRPr>
            </a:lvl5pPr>
            <a:lvl6pPr lvl="5">
              <a:lnSpc>
                <a:spcPct val="87000"/>
              </a:lnSpc>
              <a:spcBef>
                <a:spcPts val="0"/>
              </a:spcBef>
              <a:spcAft>
                <a:spcPts val="0"/>
              </a:spcAft>
              <a:buSzPts val="3600"/>
              <a:buFont typeface="Poppins"/>
              <a:buAutoNum type="romanLcPeriod"/>
              <a:defRPr b="1" sz="3600">
                <a:latin typeface="Poppins"/>
                <a:ea typeface="Poppins"/>
                <a:cs typeface="Poppins"/>
                <a:sym typeface="Poppins"/>
              </a:defRPr>
            </a:lvl6pPr>
            <a:lvl7pPr lvl="6">
              <a:lnSpc>
                <a:spcPct val="87000"/>
              </a:lnSpc>
              <a:spcBef>
                <a:spcPts val="0"/>
              </a:spcBef>
              <a:spcAft>
                <a:spcPts val="0"/>
              </a:spcAft>
              <a:buSzPts val="3600"/>
              <a:buFont typeface="Poppins"/>
              <a:buAutoNum type="arabicPeriod"/>
              <a:defRPr b="1" sz="3600">
                <a:latin typeface="Poppins"/>
                <a:ea typeface="Poppins"/>
                <a:cs typeface="Poppins"/>
                <a:sym typeface="Poppins"/>
              </a:defRPr>
            </a:lvl7pPr>
            <a:lvl8pPr lvl="7">
              <a:lnSpc>
                <a:spcPct val="87000"/>
              </a:lnSpc>
              <a:spcBef>
                <a:spcPts val="0"/>
              </a:spcBef>
              <a:spcAft>
                <a:spcPts val="0"/>
              </a:spcAft>
              <a:buSzPts val="3600"/>
              <a:buFont typeface="Poppins"/>
              <a:buAutoNum type="alphaLcPeriod"/>
              <a:defRPr b="1" sz="3600">
                <a:latin typeface="Poppins"/>
                <a:ea typeface="Poppins"/>
                <a:cs typeface="Poppins"/>
                <a:sym typeface="Poppins"/>
              </a:defRPr>
            </a:lvl8pPr>
            <a:lvl9pPr lvl="8">
              <a:lnSpc>
                <a:spcPct val="87000"/>
              </a:lnSpc>
              <a:spcBef>
                <a:spcPts val="0"/>
              </a:spcBef>
              <a:spcAft>
                <a:spcPts val="0"/>
              </a:spcAft>
              <a:buSzPts val="3600"/>
              <a:buFont typeface="Poppins"/>
              <a:buAutoNum type="romanLcPeriod"/>
              <a:defRPr b="1" sz="3600">
                <a:latin typeface="Poppins"/>
                <a:ea typeface="Poppins"/>
                <a:cs typeface="Poppins"/>
                <a:sym typeface="Poppins"/>
              </a:defRPr>
            </a:lvl9pPr>
          </a:lstStyle>
          <a:p/>
        </p:txBody>
      </p:sp>
      <p:pic>
        <p:nvPicPr>
          <p:cNvPr id="260" name="Google Shape;260;p71"/>
          <p:cNvPicPr preferRelativeResize="0"/>
          <p:nvPr/>
        </p:nvPicPr>
        <p:blipFill>
          <a:blip r:embed="rId2">
            <a:alphaModFix/>
          </a:blip>
          <a:stretch>
            <a:fillRect/>
          </a:stretch>
        </p:blipFill>
        <p:spPr>
          <a:xfrm>
            <a:off x="115676" y="4859127"/>
            <a:ext cx="165327" cy="165346"/>
          </a:xfrm>
          <a:prstGeom prst="rect">
            <a:avLst/>
          </a:prstGeom>
          <a:noFill/>
          <a:ln>
            <a:noFill/>
          </a:ln>
        </p:spPr>
      </p:pic>
      <p:sp>
        <p:nvSpPr>
          <p:cNvPr id="261" name="Google Shape;261;p71"/>
          <p:cNvSpPr txBox="1"/>
          <p:nvPr>
            <p:ph idx="12" type="sldNum"/>
          </p:nvPr>
        </p:nvSpPr>
        <p:spPr>
          <a:xfrm>
            <a:off x="8557171" y="4944643"/>
            <a:ext cx="548700" cy="256800"/>
          </a:xfrm>
          <a:prstGeom prst="rect">
            <a:avLst/>
          </a:prstGeom>
        </p:spPr>
        <p:txBody>
          <a:bodyPr anchorCtr="0" anchor="t" bIns="0" lIns="91425" spcFirstLastPara="1" rIns="91425"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62" name="Google Shape;262;p71"/>
          <p:cNvSpPr txBox="1"/>
          <p:nvPr>
            <p:ph idx="1" type="subTitle"/>
          </p:nvPr>
        </p:nvSpPr>
        <p:spPr>
          <a:xfrm>
            <a:off x="402925" y="411150"/>
            <a:ext cx="3302400" cy="256800"/>
          </a:xfrm>
          <a:prstGeom prst="rect">
            <a:avLst/>
          </a:prstGeom>
        </p:spPr>
        <p:txBody>
          <a:bodyPr anchorCtr="0" anchor="t" bIns="0" lIns="0" spcFirstLastPara="1" rIns="228600" wrap="square" tIns="0">
            <a:noAutofit/>
          </a:bodyPr>
          <a:lstStyle>
            <a:lvl1pPr lvl="0">
              <a:lnSpc>
                <a:spcPct val="115000"/>
              </a:lnSpc>
              <a:spcBef>
                <a:spcPts val="0"/>
              </a:spcBef>
              <a:spcAft>
                <a:spcPts val="0"/>
              </a:spcAft>
              <a:buClr>
                <a:schemeClr val="dk1"/>
              </a:buClr>
              <a:buSzPts val="800"/>
              <a:buFont typeface="Roboto Mono"/>
              <a:buNone/>
              <a:defRPr sz="800">
                <a:solidFill>
                  <a:schemeClr val="dk1"/>
                </a:solidFill>
                <a:latin typeface="Roboto Mono"/>
                <a:ea typeface="Roboto Mono"/>
                <a:cs typeface="Roboto Mono"/>
                <a:sym typeface="Roboto Mono"/>
              </a:defRPr>
            </a:lvl1pPr>
            <a:lvl2pPr lvl="1">
              <a:lnSpc>
                <a:spcPct val="115000"/>
              </a:lnSpc>
              <a:spcBef>
                <a:spcPts val="0"/>
              </a:spcBef>
              <a:spcAft>
                <a:spcPts val="0"/>
              </a:spcAft>
              <a:buClr>
                <a:schemeClr val="dk1"/>
              </a:buClr>
              <a:buSzPts val="800"/>
              <a:buFont typeface="Roboto Mono"/>
              <a:buNone/>
              <a:defRPr sz="800">
                <a:solidFill>
                  <a:schemeClr val="dk1"/>
                </a:solidFill>
                <a:latin typeface="Roboto Mono"/>
                <a:ea typeface="Roboto Mono"/>
                <a:cs typeface="Roboto Mono"/>
                <a:sym typeface="Roboto Mono"/>
              </a:defRPr>
            </a:lvl2pPr>
            <a:lvl3pPr lvl="2">
              <a:lnSpc>
                <a:spcPct val="115000"/>
              </a:lnSpc>
              <a:spcBef>
                <a:spcPts val="0"/>
              </a:spcBef>
              <a:spcAft>
                <a:spcPts val="0"/>
              </a:spcAft>
              <a:buClr>
                <a:schemeClr val="dk1"/>
              </a:buClr>
              <a:buSzPts val="800"/>
              <a:buFont typeface="Roboto Mono"/>
              <a:buNone/>
              <a:defRPr sz="800">
                <a:solidFill>
                  <a:schemeClr val="dk1"/>
                </a:solidFill>
                <a:latin typeface="Roboto Mono"/>
                <a:ea typeface="Roboto Mono"/>
                <a:cs typeface="Roboto Mono"/>
                <a:sym typeface="Roboto Mono"/>
              </a:defRPr>
            </a:lvl3pPr>
            <a:lvl4pPr lvl="3">
              <a:lnSpc>
                <a:spcPct val="115000"/>
              </a:lnSpc>
              <a:spcBef>
                <a:spcPts val="0"/>
              </a:spcBef>
              <a:spcAft>
                <a:spcPts val="0"/>
              </a:spcAft>
              <a:buClr>
                <a:schemeClr val="dk1"/>
              </a:buClr>
              <a:buSzPts val="800"/>
              <a:buFont typeface="Roboto Mono"/>
              <a:buNone/>
              <a:defRPr sz="800">
                <a:solidFill>
                  <a:schemeClr val="dk1"/>
                </a:solidFill>
                <a:latin typeface="Roboto Mono"/>
                <a:ea typeface="Roboto Mono"/>
                <a:cs typeface="Roboto Mono"/>
                <a:sym typeface="Roboto Mono"/>
              </a:defRPr>
            </a:lvl4pPr>
            <a:lvl5pPr lvl="4">
              <a:lnSpc>
                <a:spcPct val="115000"/>
              </a:lnSpc>
              <a:spcBef>
                <a:spcPts val="0"/>
              </a:spcBef>
              <a:spcAft>
                <a:spcPts val="0"/>
              </a:spcAft>
              <a:buClr>
                <a:schemeClr val="dk1"/>
              </a:buClr>
              <a:buSzPts val="800"/>
              <a:buNone/>
              <a:defRPr>
                <a:solidFill>
                  <a:schemeClr val="dk1"/>
                </a:solidFill>
              </a:defRPr>
            </a:lvl5pPr>
            <a:lvl6pPr lvl="5">
              <a:lnSpc>
                <a:spcPct val="115000"/>
              </a:lnSpc>
              <a:spcBef>
                <a:spcPts val="0"/>
              </a:spcBef>
              <a:spcAft>
                <a:spcPts val="0"/>
              </a:spcAft>
              <a:buClr>
                <a:schemeClr val="dk1"/>
              </a:buClr>
              <a:buSzPts val="800"/>
              <a:buFont typeface="Roboto Mono"/>
              <a:buNone/>
              <a:defRPr sz="800">
                <a:solidFill>
                  <a:schemeClr val="dk1"/>
                </a:solidFill>
                <a:latin typeface="Roboto Mono"/>
                <a:ea typeface="Roboto Mono"/>
                <a:cs typeface="Roboto Mono"/>
                <a:sym typeface="Roboto Mono"/>
              </a:defRPr>
            </a:lvl6pPr>
            <a:lvl7pPr lvl="6">
              <a:lnSpc>
                <a:spcPct val="115000"/>
              </a:lnSpc>
              <a:spcBef>
                <a:spcPts val="0"/>
              </a:spcBef>
              <a:spcAft>
                <a:spcPts val="0"/>
              </a:spcAft>
              <a:buClr>
                <a:schemeClr val="dk1"/>
              </a:buClr>
              <a:buSzPts val="800"/>
              <a:buFont typeface="Roboto Mono"/>
              <a:buNone/>
              <a:defRPr sz="800">
                <a:solidFill>
                  <a:schemeClr val="dk1"/>
                </a:solidFill>
                <a:latin typeface="Roboto Mono"/>
                <a:ea typeface="Roboto Mono"/>
                <a:cs typeface="Roboto Mono"/>
                <a:sym typeface="Roboto Mono"/>
              </a:defRPr>
            </a:lvl7pPr>
            <a:lvl8pPr lvl="7">
              <a:lnSpc>
                <a:spcPct val="115000"/>
              </a:lnSpc>
              <a:spcBef>
                <a:spcPts val="0"/>
              </a:spcBef>
              <a:spcAft>
                <a:spcPts val="0"/>
              </a:spcAft>
              <a:buClr>
                <a:schemeClr val="dk1"/>
              </a:buClr>
              <a:buSzPts val="800"/>
              <a:buFont typeface="Roboto Mono"/>
              <a:buNone/>
              <a:defRPr sz="800">
                <a:solidFill>
                  <a:schemeClr val="dk1"/>
                </a:solidFill>
                <a:latin typeface="Roboto Mono"/>
                <a:ea typeface="Roboto Mono"/>
                <a:cs typeface="Roboto Mono"/>
                <a:sym typeface="Roboto Mono"/>
              </a:defRPr>
            </a:lvl8pPr>
            <a:lvl9pPr lvl="8">
              <a:lnSpc>
                <a:spcPct val="115000"/>
              </a:lnSpc>
              <a:spcBef>
                <a:spcPts val="0"/>
              </a:spcBef>
              <a:spcAft>
                <a:spcPts val="0"/>
              </a:spcAft>
              <a:buClr>
                <a:schemeClr val="dk1"/>
              </a:buClr>
              <a:buSzPts val="800"/>
              <a:buFont typeface="Roboto Mono"/>
              <a:buNone/>
              <a:defRPr sz="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cesIAT_title1">
  <p:cSld name="CUSTOM">
    <p:spTree>
      <p:nvGrpSpPr>
        <p:cNvPr id="263" name="Shape 263"/>
        <p:cNvGrpSpPr/>
        <p:nvPr/>
      </p:nvGrpSpPr>
      <p:grpSpPr>
        <a:xfrm>
          <a:off x="0" y="0"/>
          <a:ext cx="0" cy="0"/>
          <a:chOff x="0" y="0"/>
          <a:chExt cx="0" cy="0"/>
        </a:xfrm>
      </p:grpSpPr>
      <p:pic>
        <p:nvPicPr>
          <p:cNvPr id="264" name="Google Shape;264;p72"/>
          <p:cNvPicPr preferRelativeResize="0"/>
          <p:nvPr/>
        </p:nvPicPr>
        <p:blipFill>
          <a:blip r:embed="rId2">
            <a:alphaModFix/>
          </a:blip>
          <a:stretch>
            <a:fillRect/>
          </a:stretch>
        </p:blipFill>
        <p:spPr>
          <a:xfrm>
            <a:off x="-33325" y="0"/>
            <a:ext cx="9144000" cy="5143500"/>
          </a:xfrm>
          <a:prstGeom prst="rect">
            <a:avLst/>
          </a:prstGeom>
          <a:noFill/>
          <a:ln>
            <a:noFill/>
          </a:ln>
        </p:spPr>
      </p:pic>
      <p:sp>
        <p:nvSpPr>
          <p:cNvPr id="265" name="Google Shape;265;p72"/>
          <p:cNvSpPr txBox="1"/>
          <p:nvPr>
            <p:ph type="title"/>
          </p:nvPr>
        </p:nvSpPr>
        <p:spPr>
          <a:xfrm>
            <a:off x="1459775" y="1577100"/>
            <a:ext cx="6157800" cy="1989300"/>
          </a:xfrm>
          <a:prstGeom prst="rect">
            <a:avLst/>
          </a:prstGeom>
        </p:spPr>
        <p:txBody>
          <a:bodyPr anchorCtr="0" anchor="ctr" bIns="91425" lIns="0" spcFirstLastPara="1" rIns="91425" wrap="square" tIns="0">
            <a:noAutofit/>
          </a:bodyPr>
          <a:lstStyle>
            <a:lvl1pPr lvl="0" algn="ctr">
              <a:spcBef>
                <a:spcPts val="0"/>
              </a:spcBef>
              <a:spcAft>
                <a:spcPts val="0"/>
              </a:spcAft>
              <a:buSzPts val="2700"/>
              <a:buNone/>
              <a:defRPr sz="27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cesIAT_title2">
  <p:cSld name="CUSTOM_1">
    <p:spTree>
      <p:nvGrpSpPr>
        <p:cNvPr id="266" name="Shape 266"/>
        <p:cNvGrpSpPr/>
        <p:nvPr/>
      </p:nvGrpSpPr>
      <p:grpSpPr>
        <a:xfrm>
          <a:off x="0" y="0"/>
          <a:ext cx="0" cy="0"/>
          <a:chOff x="0" y="0"/>
          <a:chExt cx="0" cy="0"/>
        </a:xfrm>
      </p:grpSpPr>
      <p:pic>
        <p:nvPicPr>
          <p:cNvPr id="267" name="Google Shape;267;p73"/>
          <p:cNvPicPr preferRelativeResize="0"/>
          <p:nvPr/>
        </p:nvPicPr>
        <p:blipFill>
          <a:blip r:embed="rId2">
            <a:alphaModFix/>
          </a:blip>
          <a:stretch>
            <a:fillRect/>
          </a:stretch>
        </p:blipFill>
        <p:spPr>
          <a:xfrm>
            <a:off x="0" y="0"/>
            <a:ext cx="9144000" cy="5143500"/>
          </a:xfrm>
          <a:prstGeom prst="rect">
            <a:avLst/>
          </a:prstGeom>
          <a:noFill/>
          <a:ln>
            <a:noFill/>
          </a:ln>
        </p:spPr>
      </p:pic>
      <p:sp>
        <p:nvSpPr>
          <p:cNvPr id="268" name="Google Shape;268;p73"/>
          <p:cNvSpPr txBox="1"/>
          <p:nvPr>
            <p:ph type="title"/>
          </p:nvPr>
        </p:nvSpPr>
        <p:spPr>
          <a:xfrm>
            <a:off x="1459775" y="1577100"/>
            <a:ext cx="6157800" cy="1989300"/>
          </a:xfrm>
          <a:prstGeom prst="rect">
            <a:avLst/>
          </a:prstGeom>
        </p:spPr>
        <p:txBody>
          <a:bodyPr anchorCtr="0" anchor="ctr" bIns="91425" lIns="0" spcFirstLastPara="1" rIns="91425" wrap="square" tIns="0">
            <a:noAutofit/>
          </a:bodyPr>
          <a:lstStyle>
            <a:lvl1pPr lvl="0" algn="ctr">
              <a:spcBef>
                <a:spcPts val="0"/>
              </a:spcBef>
              <a:spcAft>
                <a:spcPts val="0"/>
              </a:spcAft>
              <a:buClr>
                <a:schemeClr val="lt1"/>
              </a:buClr>
              <a:buSzPts val="2700"/>
              <a:buNone/>
              <a:defRPr sz="2700">
                <a:solidFill>
                  <a:schemeClr val="lt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cesIAT_title3">
  <p:cSld name="CUSTOM_1_1">
    <p:spTree>
      <p:nvGrpSpPr>
        <p:cNvPr id="269" name="Shape 269"/>
        <p:cNvGrpSpPr/>
        <p:nvPr/>
      </p:nvGrpSpPr>
      <p:grpSpPr>
        <a:xfrm>
          <a:off x="0" y="0"/>
          <a:ext cx="0" cy="0"/>
          <a:chOff x="0" y="0"/>
          <a:chExt cx="0" cy="0"/>
        </a:xfrm>
      </p:grpSpPr>
      <p:pic>
        <p:nvPicPr>
          <p:cNvPr id="270" name="Google Shape;270;p74"/>
          <p:cNvPicPr preferRelativeResize="0"/>
          <p:nvPr/>
        </p:nvPicPr>
        <p:blipFill>
          <a:blip r:embed="rId2">
            <a:alphaModFix/>
          </a:blip>
          <a:stretch>
            <a:fillRect/>
          </a:stretch>
        </p:blipFill>
        <p:spPr>
          <a:xfrm>
            <a:off x="0" y="0"/>
            <a:ext cx="9144000" cy="5143500"/>
          </a:xfrm>
          <a:prstGeom prst="rect">
            <a:avLst/>
          </a:prstGeom>
          <a:noFill/>
          <a:ln>
            <a:noFill/>
          </a:ln>
        </p:spPr>
      </p:pic>
      <p:sp>
        <p:nvSpPr>
          <p:cNvPr id="271" name="Google Shape;271;p74"/>
          <p:cNvSpPr txBox="1"/>
          <p:nvPr>
            <p:ph type="title"/>
          </p:nvPr>
        </p:nvSpPr>
        <p:spPr>
          <a:xfrm>
            <a:off x="1459775" y="1577100"/>
            <a:ext cx="6157800" cy="1989300"/>
          </a:xfrm>
          <a:prstGeom prst="rect">
            <a:avLst/>
          </a:prstGeom>
        </p:spPr>
        <p:txBody>
          <a:bodyPr anchorCtr="0" anchor="ctr" bIns="91425" lIns="0" spcFirstLastPara="1" rIns="91425" wrap="square" tIns="0">
            <a:noAutofit/>
          </a:bodyPr>
          <a:lstStyle>
            <a:lvl1pPr lvl="0" algn="ctr">
              <a:spcBef>
                <a:spcPts val="0"/>
              </a:spcBef>
              <a:spcAft>
                <a:spcPts val="0"/>
              </a:spcAft>
              <a:buSzPts val="2700"/>
              <a:buNone/>
              <a:defRPr sz="27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cesIAT_title4">
  <p:cSld name="CUSTOM_1_2">
    <p:spTree>
      <p:nvGrpSpPr>
        <p:cNvPr id="272" name="Shape 272"/>
        <p:cNvGrpSpPr/>
        <p:nvPr/>
      </p:nvGrpSpPr>
      <p:grpSpPr>
        <a:xfrm>
          <a:off x="0" y="0"/>
          <a:ext cx="0" cy="0"/>
          <a:chOff x="0" y="0"/>
          <a:chExt cx="0" cy="0"/>
        </a:xfrm>
      </p:grpSpPr>
      <p:pic>
        <p:nvPicPr>
          <p:cNvPr id="273" name="Google Shape;273;p75"/>
          <p:cNvPicPr preferRelativeResize="0"/>
          <p:nvPr/>
        </p:nvPicPr>
        <p:blipFill>
          <a:blip r:embed="rId2">
            <a:alphaModFix/>
          </a:blip>
          <a:stretch>
            <a:fillRect/>
          </a:stretch>
        </p:blipFill>
        <p:spPr>
          <a:xfrm>
            <a:off x="0" y="0"/>
            <a:ext cx="9144000" cy="5143500"/>
          </a:xfrm>
          <a:prstGeom prst="rect">
            <a:avLst/>
          </a:prstGeom>
          <a:noFill/>
          <a:ln>
            <a:noFill/>
          </a:ln>
        </p:spPr>
      </p:pic>
      <p:sp>
        <p:nvSpPr>
          <p:cNvPr id="274" name="Google Shape;274;p75"/>
          <p:cNvSpPr txBox="1"/>
          <p:nvPr>
            <p:ph type="title"/>
          </p:nvPr>
        </p:nvSpPr>
        <p:spPr>
          <a:xfrm>
            <a:off x="1459775" y="1577100"/>
            <a:ext cx="6157800" cy="1989300"/>
          </a:xfrm>
          <a:prstGeom prst="rect">
            <a:avLst/>
          </a:prstGeom>
        </p:spPr>
        <p:txBody>
          <a:bodyPr anchorCtr="0" anchor="ctr" bIns="91425" lIns="0" spcFirstLastPara="1" rIns="91425" wrap="square" tIns="0">
            <a:noAutofit/>
          </a:bodyPr>
          <a:lstStyle>
            <a:lvl1pPr lvl="0" algn="ctr">
              <a:spcBef>
                <a:spcPts val="0"/>
              </a:spcBef>
              <a:spcAft>
                <a:spcPts val="0"/>
              </a:spcAft>
              <a:buSzPts val="2700"/>
              <a:buNone/>
              <a:defRPr sz="27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cesIAT_title5">
  <p:cSld name="CUSTOM_1_2_1">
    <p:spTree>
      <p:nvGrpSpPr>
        <p:cNvPr id="275" name="Shape 275"/>
        <p:cNvGrpSpPr/>
        <p:nvPr/>
      </p:nvGrpSpPr>
      <p:grpSpPr>
        <a:xfrm>
          <a:off x="0" y="0"/>
          <a:ext cx="0" cy="0"/>
          <a:chOff x="0" y="0"/>
          <a:chExt cx="0" cy="0"/>
        </a:xfrm>
      </p:grpSpPr>
      <p:pic>
        <p:nvPicPr>
          <p:cNvPr id="276" name="Google Shape;276;p76"/>
          <p:cNvPicPr preferRelativeResize="0"/>
          <p:nvPr/>
        </p:nvPicPr>
        <p:blipFill>
          <a:blip r:embed="rId2">
            <a:alphaModFix/>
          </a:blip>
          <a:stretch>
            <a:fillRect/>
          </a:stretch>
        </p:blipFill>
        <p:spPr>
          <a:xfrm>
            <a:off x="0" y="0"/>
            <a:ext cx="9144000" cy="5143500"/>
          </a:xfrm>
          <a:prstGeom prst="rect">
            <a:avLst/>
          </a:prstGeom>
          <a:noFill/>
          <a:ln>
            <a:noFill/>
          </a:ln>
        </p:spPr>
      </p:pic>
      <p:sp>
        <p:nvSpPr>
          <p:cNvPr id="277" name="Google Shape;277;p76"/>
          <p:cNvSpPr txBox="1"/>
          <p:nvPr>
            <p:ph type="title"/>
          </p:nvPr>
        </p:nvSpPr>
        <p:spPr>
          <a:xfrm>
            <a:off x="1459775" y="1577100"/>
            <a:ext cx="6157800" cy="1989300"/>
          </a:xfrm>
          <a:prstGeom prst="rect">
            <a:avLst/>
          </a:prstGeom>
        </p:spPr>
        <p:txBody>
          <a:bodyPr anchorCtr="0" anchor="ctr" bIns="91425" lIns="0" spcFirstLastPara="1" rIns="91425" wrap="square" tIns="0">
            <a:noAutofit/>
          </a:bodyPr>
          <a:lstStyle>
            <a:lvl1pPr lvl="0" algn="ctr">
              <a:spcBef>
                <a:spcPts val="0"/>
              </a:spcBef>
              <a:spcAft>
                <a:spcPts val="0"/>
              </a:spcAft>
              <a:buSzPts val="2700"/>
              <a:buNone/>
              <a:defRPr sz="27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cesIAT_title6">
  <p:cSld name="CUSTOM_1_2_2">
    <p:spTree>
      <p:nvGrpSpPr>
        <p:cNvPr id="278" name="Shape 278"/>
        <p:cNvGrpSpPr/>
        <p:nvPr/>
      </p:nvGrpSpPr>
      <p:grpSpPr>
        <a:xfrm>
          <a:off x="0" y="0"/>
          <a:ext cx="0" cy="0"/>
          <a:chOff x="0" y="0"/>
          <a:chExt cx="0" cy="0"/>
        </a:xfrm>
      </p:grpSpPr>
      <p:pic>
        <p:nvPicPr>
          <p:cNvPr id="279" name="Google Shape;279;p77"/>
          <p:cNvPicPr preferRelativeResize="0"/>
          <p:nvPr/>
        </p:nvPicPr>
        <p:blipFill>
          <a:blip r:embed="rId2">
            <a:alphaModFix/>
          </a:blip>
          <a:stretch>
            <a:fillRect/>
          </a:stretch>
        </p:blipFill>
        <p:spPr>
          <a:xfrm>
            <a:off x="0" y="0"/>
            <a:ext cx="9144000" cy="5143500"/>
          </a:xfrm>
          <a:prstGeom prst="rect">
            <a:avLst/>
          </a:prstGeom>
          <a:noFill/>
          <a:ln>
            <a:noFill/>
          </a:ln>
        </p:spPr>
      </p:pic>
      <p:sp>
        <p:nvSpPr>
          <p:cNvPr id="280" name="Google Shape;280;p77"/>
          <p:cNvSpPr txBox="1"/>
          <p:nvPr>
            <p:ph type="title"/>
          </p:nvPr>
        </p:nvSpPr>
        <p:spPr>
          <a:xfrm>
            <a:off x="1459775" y="1577100"/>
            <a:ext cx="6157800" cy="1989300"/>
          </a:xfrm>
          <a:prstGeom prst="rect">
            <a:avLst/>
          </a:prstGeom>
        </p:spPr>
        <p:txBody>
          <a:bodyPr anchorCtr="0" anchor="ctr" bIns="91425" lIns="0" spcFirstLastPara="1" rIns="91425" wrap="square" tIns="0">
            <a:noAutofit/>
          </a:bodyPr>
          <a:lstStyle>
            <a:lvl1pPr lvl="0" algn="ctr">
              <a:spcBef>
                <a:spcPts val="0"/>
              </a:spcBef>
              <a:spcAft>
                <a:spcPts val="0"/>
              </a:spcAft>
              <a:buSzPts val="2700"/>
              <a:buNone/>
              <a:defRPr sz="27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cesIAT_title7">
  <p:cSld name="CUSTOM_1_2_3">
    <p:spTree>
      <p:nvGrpSpPr>
        <p:cNvPr id="281" name="Shape 281"/>
        <p:cNvGrpSpPr/>
        <p:nvPr/>
      </p:nvGrpSpPr>
      <p:grpSpPr>
        <a:xfrm>
          <a:off x="0" y="0"/>
          <a:ext cx="0" cy="0"/>
          <a:chOff x="0" y="0"/>
          <a:chExt cx="0" cy="0"/>
        </a:xfrm>
      </p:grpSpPr>
      <p:pic>
        <p:nvPicPr>
          <p:cNvPr id="282" name="Google Shape;282;p78"/>
          <p:cNvPicPr preferRelativeResize="0"/>
          <p:nvPr/>
        </p:nvPicPr>
        <p:blipFill>
          <a:blip r:embed="rId2">
            <a:alphaModFix/>
          </a:blip>
          <a:stretch>
            <a:fillRect/>
          </a:stretch>
        </p:blipFill>
        <p:spPr>
          <a:xfrm>
            <a:off x="0" y="0"/>
            <a:ext cx="9144000" cy="5143500"/>
          </a:xfrm>
          <a:prstGeom prst="rect">
            <a:avLst/>
          </a:prstGeom>
          <a:noFill/>
          <a:ln>
            <a:noFill/>
          </a:ln>
        </p:spPr>
      </p:pic>
      <p:sp>
        <p:nvSpPr>
          <p:cNvPr id="283" name="Google Shape;283;p78"/>
          <p:cNvSpPr txBox="1"/>
          <p:nvPr>
            <p:ph type="title"/>
          </p:nvPr>
        </p:nvSpPr>
        <p:spPr>
          <a:xfrm>
            <a:off x="1459775" y="1577100"/>
            <a:ext cx="6157800" cy="1989300"/>
          </a:xfrm>
          <a:prstGeom prst="rect">
            <a:avLst/>
          </a:prstGeom>
        </p:spPr>
        <p:txBody>
          <a:bodyPr anchorCtr="0" anchor="ctr" bIns="91425" lIns="0" spcFirstLastPara="1" rIns="91425" wrap="square" tIns="0">
            <a:noAutofit/>
          </a:bodyPr>
          <a:lstStyle>
            <a:lvl1pPr lvl="0" algn="ctr">
              <a:spcBef>
                <a:spcPts val="0"/>
              </a:spcBef>
              <a:spcAft>
                <a:spcPts val="0"/>
              </a:spcAft>
              <a:buSzPts val="2700"/>
              <a:buNone/>
              <a:defRPr sz="27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cesIAT_title8">
  <p:cSld name="CUSTOM_1_2_4">
    <p:spTree>
      <p:nvGrpSpPr>
        <p:cNvPr id="284" name="Shape 284"/>
        <p:cNvGrpSpPr/>
        <p:nvPr/>
      </p:nvGrpSpPr>
      <p:grpSpPr>
        <a:xfrm>
          <a:off x="0" y="0"/>
          <a:ext cx="0" cy="0"/>
          <a:chOff x="0" y="0"/>
          <a:chExt cx="0" cy="0"/>
        </a:xfrm>
      </p:grpSpPr>
      <p:pic>
        <p:nvPicPr>
          <p:cNvPr id="285" name="Google Shape;285;p79"/>
          <p:cNvPicPr preferRelativeResize="0"/>
          <p:nvPr/>
        </p:nvPicPr>
        <p:blipFill>
          <a:blip r:embed="rId2">
            <a:alphaModFix/>
          </a:blip>
          <a:stretch>
            <a:fillRect/>
          </a:stretch>
        </p:blipFill>
        <p:spPr>
          <a:xfrm>
            <a:off x="0" y="0"/>
            <a:ext cx="9144000" cy="5143500"/>
          </a:xfrm>
          <a:prstGeom prst="rect">
            <a:avLst/>
          </a:prstGeom>
          <a:noFill/>
          <a:ln>
            <a:noFill/>
          </a:ln>
        </p:spPr>
      </p:pic>
      <p:sp>
        <p:nvSpPr>
          <p:cNvPr id="286" name="Google Shape;286;p79"/>
          <p:cNvSpPr txBox="1"/>
          <p:nvPr>
            <p:ph type="title"/>
          </p:nvPr>
        </p:nvSpPr>
        <p:spPr>
          <a:xfrm>
            <a:off x="1459775" y="1577100"/>
            <a:ext cx="6157800" cy="1989300"/>
          </a:xfrm>
          <a:prstGeom prst="rect">
            <a:avLst/>
          </a:prstGeom>
        </p:spPr>
        <p:txBody>
          <a:bodyPr anchorCtr="0" anchor="ctr" bIns="91425" lIns="0" spcFirstLastPara="1" rIns="91425" wrap="square" tIns="0">
            <a:noAutofit/>
          </a:bodyPr>
          <a:lstStyle>
            <a:lvl1pPr lvl="0" algn="ctr">
              <a:spcBef>
                <a:spcPts val="0"/>
              </a:spcBef>
              <a:spcAft>
                <a:spcPts val="0"/>
              </a:spcAft>
              <a:buSzPts val="2700"/>
              <a:buNone/>
              <a:defRPr sz="27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cesIAT_title9">
  <p:cSld name="CUSTOM_1_2_5">
    <p:spTree>
      <p:nvGrpSpPr>
        <p:cNvPr id="287" name="Shape 287"/>
        <p:cNvGrpSpPr/>
        <p:nvPr/>
      </p:nvGrpSpPr>
      <p:grpSpPr>
        <a:xfrm>
          <a:off x="0" y="0"/>
          <a:ext cx="0" cy="0"/>
          <a:chOff x="0" y="0"/>
          <a:chExt cx="0" cy="0"/>
        </a:xfrm>
      </p:grpSpPr>
      <p:pic>
        <p:nvPicPr>
          <p:cNvPr id="288" name="Google Shape;288;p80"/>
          <p:cNvPicPr preferRelativeResize="0"/>
          <p:nvPr/>
        </p:nvPicPr>
        <p:blipFill>
          <a:blip r:embed="rId2">
            <a:alphaModFix/>
          </a:blip>
          <a:stretch>
            <a:fillRect/>
          </a:stretch>
        </p:blipFill>
        <p:spPr>
          <a:xfrm>
            <a:off x="0" y="0"/>
            <a:ext cx="9144000" cy="5143500"/>
          </a:xfrm>
          <a:prstGeom prst="rect">
            <a:avLst/>
          </a:prstGeom>
          <a:noFill/>
          <a:ln>
            <a:noFill/>
          </a:ln>
        </p:spPr>
      </p:pic>
      <p:sp>
        <p:nvSpPr>
          <p:cNvPr id="289" name="Google Shape;289;p80"/>
          <p:cNvSpPr txBox="1"/>
          <p:nvPr>
            <p:ph type="title"/>
          </p:nvPr>
        </p:nvSpPr>
        <p:spPr>
          <a:xfrm>
            <a:off x="1459775" y="1577100"/>
            <a:ext cx="6157800" cy="1989300"/>
          </a:xfrm>
          <a:prstGeom prst="rect">
            <a:avLst/>
          </a:prstGeom>
        </p:spPr>
        <p:txBody>
          <a:bodyPr anchorCtr="0" anchor="ctr" bIns="91425" lIns="0" spcFirstLastPara="1" rIns="91425" wrap="square" tIns="0">
            <a:noAutofit/>
          </a:bodyPr>
          <a:lstStyle>
            <a:lvl1pPr lvl="0" algn="ctr">
              <a:spcBef>
                <a:spcPts val="0"/>
              </a:spcBef>
              <a:spcAft>
                <a:spcPts val="0"/>
              </a:spcAft>
              <a:buClr>
                <a:schemeClr val="lt1"/>
              </a:buClr>
              <a:buSzPts val="2700"/>
              <a:buNone/>
              <a:defRPr sz="2700">
                <a:solidFill>
                  <a:schemeClr val="lt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cesIAT_title10">
  <p:cSld name="CUSTOM_1_2_4_1">
    <p:spTree>
      <p:nvGrpSpPr>
        <p:cNvPr id="290" name="Shape 290"/>
        <p:cNvGrpSpPr/>
        <p:nvPr/>
      </p:nvGrpSpPr>
      <p:grpSpPr>
        <a:xfrm>
          <a:off x="0" y="0"/>
          <a:ext cx="0" cy="0"/>
          <a:chOff x="0" y="0"/>
          <a:chExt cx="0" cy="0"/>
        </a:xfrm>
      </p:grpSpPr>
      <p:pic>
        <p:nvPicPr>
          <p:cNvPr id="291" name="Google Shape;291;p81"/>
          <p:cNvPicPr preferRelativeResize="0"/>
          <p:nvPr/>
        </p:nvPicPr>
        <p:blipFill>
          <a:blip r:embed="rId2">
            <a:alphaModFix/>
          </a:blip>
          <a:stretch>
            <a:fillRect/>
          </a:stretch>
        </p:blipFill>
        <p:spPr>
          <a:xfrm>
            <a:off x="0" y="0"/>
            <a:ext cx="9144000" cy="5143500"/>
          </a:xfrm>
          <a:prstGeom prst="rect">
            <a:avLst/>
          </a:prstGeom>
          <a:noFill/>
          <a:ln>
            <a:noFill/>
          </a:ln>
        </p:spPr>
      </p:pic>
      <p:sp>
        <p:nvSpPr>
          <p:cNvPr id="292" name="Google Shape;292;p81"/>
          <p:cNvSpPr txBox="1"/>
          <p:nvPr>
            <p:ph type="title"/>
          </p:nvPr>
        </p:nvSpPr>
        <p:spPr>
          <a:xfrm>
            <a:off x="1459775" y="1577100"/>
            <a:ext cx="6157800" cy="1989300"/>
          </a:xfrm>
          <a:prstGeom prst="rect">
            <a:avLst/>
          </a:prstGeom>
        </p:spPr>
        <p:txBody>
          <a:bodyPr anchorCtr="0" anchor="ctr" bIns="91425" lIns="0" spcFirstLastPara="1" rIns="91425" wrap="square" tIns="0">
            <a:noAutofit/>
          </a:bodyPr>
          <a:lstStyle>
            <a:lvl1pPr lvl="0" algn="ctr">
              <a:spcBef>
                <a:spcPts val="0"/>
              </a:spcBef>
              <a:spcAft>
                <a:spcPts val="0"/>
              </a:spcAft>
              <a:buSzPts val="2700"/>
              <a:buNone/>
              <a:defRPr sz="27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_2">
    <p:spTree>
      <p:nvGrpSpPr>
        <p:cNvPr id="293" name="Shape 293"/>
        <p:cNvGrpSpPr/>
        <p:nvPr/>
      </p:nvGrpSpPr>
      <p:grpSpPr>
        <a:xfrm>
          <a:off x="0" y="0"/>
          <a:ext cx="0" cy="0"/>
          <a:chOff x="0" y="0"/>
          <a:chExt cx="0" cy="0"/>
        </a:xfrm>
      </p:grpSpPr>
      <p:pic>
        <p:nvPicPr>
          <p:cNvPr id="294" name="Google Shape;294;p82"/>
          <p:cNvPicPr preferRelativeResize="0"/>
          <p:nvPr/>
        </p:nvPicPr>
        <p:blipFill>
          <a:blip r:embed="rId2">
            <a:alphaModFix/>
          </a:blip>
          <a:stretch>
            <a:fillRect/>
          </a:stretch>
        </p:blipFill>
        <p:spPr>
          <a:xfrm>
            <a:off x="0" y="0"/>
            <a:ext cx="9144000" cy="5143500"/>
          </a:xfrm>
          <a:prstGeom prst="rect">
            <a:avLst/>
          </a:prstGeom>
          <a:noFill/>
          <a:ln>
            <a:noFill/>
          </a:ln>
        </p:spPr>
      </p:pic>
      <p:sp>
        <p:nvSpPr>
          <p:cNvPr id="295" name="Google Shape;295;p82"/>
          <p:cNvSpPr txBox="1"/>
          <p:nvPr>
            <p:ph idx="1" type="body"/>
          </p:nvPr>
        </p:nvSpPr>
        <p:spPr>
          <a:xfrm>
            <a:off x="3221800" y="2282950"/>
            <a:ext cx="5545500" cy="2655000"/>
          </a:xfrm>
          <a:prstGeom prst="rect">
            <a:avLst/>
          </a:prstGeom>
        </p:spPr>
        <p:txBody>
          <a:bodyPr anchorCtr="0" anchor="t" bIns="0" lIns="0" spcFirstLastPara="1" rIns="91425" wrap="square" tIns="0">
            <a:noAutofit/>
          </a:bodyPr>
          <a:lstStyle>
            <a:lvl1pPr indent="-381000" lvl="0" marL="457200">
              <a:lnSpc>
                <a:spcPct val="115000"/>
              </a:lnSpc>
              <a:spcBef>
                <a:spcPts val="0"/>
              </a:spcBef>
              <a:spcAft>
                <a:spcPts val="0"/>
              </a:spcAft>
              <a:buClr>
                <a:schemeClr val="dk1"/>
              </a:buClr>
              <a:buSzPts val="2400"/>
              <a:buFont typeface="Poppins"/>
              <a:buChar char="●"/>
              <a:defRPr sz="2400">
                <a:solidFill>
                  <a:schemeClr val="dk1"/>
                </a:solidFill>
                <a:latin typeface="Poppins"/>
                <a:ea typeface="Poppins"/>
                <a:cs typeface="Poppins"/>
                <a:sym typeface="Poppins"/>
              </a:defRPr>
            </a:lvl1pPr>
            <a:lvl2pPr indent="-342900" lvl="1" marL="914400">
              <a:lnSpc>
                <a:spcPct val="115000"/>
              </a:lnSpc>
              <a:spcBef>
                <a:spcPts val="16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04800" lvl="2" marL="1371600">
              <a:lnSpc>
                <a:spcPct val="115000"/>
              </a:lnSpc>
              <a:spcBef>
                <a:spcPts val="1600"/>
              </a:spcBef>
              <a:spcAft>
                <a:spcPts val="0"/>
              </a:spcAft>
              <a:buClr>
                <a:schemeClr val="dk1"/>
              </a:buClr>
              <a:buSzPts val="1200"/>
              <a:buFont typeface="Poppins"/>
              <a:buChar char="■"/>
              <a:defRPr sz="1200">
                <a:solidFill>
                  <a:schemeClr val="dk1"/>
                </a:solidFill>
                <a:latin typeface="Poppins"/>
                <a:ea typeface="Poppins"/>
                <a:cs typeface="Poppins"/>
                <a:sym typeface="Poppins"/>
              </a:defRPr>
            </a:lvl3pPr>
            <a:lvl4pPr indent="-292100" lvl="3" marL="1828800">
              <a:lnSpc>
                <a:spcPct val="115000"/>
              </a:lnSpc>
              <a:spcBef>
                <a:spcPts val="1600"/>
              </a:spcBef>
              <a:spcAft>
                <a:spcPts val="0"/>
              </a:spcAft>
              <a:buClr>
                <a:schemeClr val="dk1"/>
              </a:buClr>
              <a:buSzPts val="1000"/>
              <a:buFont typeface="Poppins"/>
              <a:buChar char="●"/>
              <a:defRPr sz="1000">
                <a:solidFill>
                  <a:schemeClr val="dk1"/>
                </a:solidFill>
                <a:latin typeface="Poppins"/>
                <a:ea typeface="Poppins"/>
                <a:cs typeface="Poppins"/>
                <a:sym typeface="Poppins"/>
              </a:defRPr>
            </a:lvl4pPr>
            <a:lvl5pPr indent="-279400" lvl="4" marL="2286000">
              <a:lnSpc>
                <a:spcPct val="115000"/>
              </a:lnSpc>
              <a:spcBef>
                <a:spcPts val="1600"/>
              </a:spcBef>
              <a:spcAft>
                <a:spcPts val="0"/>
              </a:spcAft>
              <a:buClr>
                <a:schemeClr val="dk1"/>
              </a:buClr>
              <a:buSzPts val="800"/>
              <a:buFont typeface="Poppins"/>
              <a:buChar char="○"/>
              <a:defRPr sz="800">
                <a:solidFill>
                  <a:schemeClr val="dk1"/>
                </a:solidFill>
                <a:latin typeface="Poppins"/>
                <a:ea typeface="Poppins"/>
                <a:cs typeface="Poppins"/>
                <a:sym typeface="Poppins"/>
              </a:defRPr>
            </a:lvl5pPr>
            <a:lvl6pPr indent="-317500" lvl="5" marL="2743200">
              <a:lnSpc>
                <a:spcPct val="115000"/>
              </a:lnSpc>
              <a:spcBef>
                <a:spcPts val="1600"/>
              </a:spcBef>
              <a:spcAft>
                <a:spcPts val="0"/>
              </a:spcAft>
              <a:buClr>
                <a:schemeClr val="dk1"/>
              </a:buClr>
              <a:buSzPts val="1400"/>
              <a:buFont typeface="Poppins"/>
              <a:buChar char="■"/>
              <a:defRPr>
                <a:solidFill>
                  <a:schemeClr val="dk1"/>
                </a:solidFill>
                <a:latin typeface="Poppins"/>
                <a:ea typeface="Poppins"/>
                <a:cs typeface="Poppins"/>
                <a:sym typeface="Poppins"/>
              </a:defRPr>
            </a:lvl6pPr>
            <a:lvl7pPr indent="-317500" lvl="6" marL="3200400">
              <a:lnSpc>
                <a:spcPct val="115000"/>
              </a:lnSpc>
              <a:spcBef>
                <a:spcPts val="1600"/>
              </a:spcBef>
              <a:spcAft>
                <a:spcPts val="0"/>
              </a:spcAft>
              <a:buClr>
                <a:schemeClr val="dk1"/>
              </a:buClr>
              <a:buSzPts val="1400"/>
              <a:buFont typeface="Poppins"/>
              <a:buChar char="●"/>
              <a:defRPr>
                <a:solidFill>
                  <a:schemeClr val="dk1"/>
                </a:solidFill>
                <a:latin typeface="Poppins"/>
                <a:ea typeface="Poppins"/>
                <a:cs typeface="Poppins"/>
                <a:sym typeface="Poppins"/>
              </a:defRPr>
            </a:lvl7pPr>
            <a:lvl8pPr indent="-317500" lvl="7" marL="3657600">
              <a:lnSpc>
                <a:spcPct val="115000"/>
              </a:lnSpc>
              <a:spcBef>
                <a:spcPts val="1600"/>
              </a:spcBef>
              <a:spcAft>
                <a:spcPts val="0"/>
              </a:spcAft>
              <a:buClr>
                <a:schemeClr val="dk1"/>
              </a:buClr>
              <a:buSzPts val="1400"/>
              <a:buFont typeface="Poppins"/>
              <a:buChar char="○"/>
              <a:defRPr>
                <a:solidFill>
                  <a:schemeClr val="dk1"/>
                </a:solidFill>
                <a:latin typeface="Poppins"/>
                <a:ea typeface="Poppins"/>
                <a:cs typeface="Poppins"/>
                <a:sym typeface="Poppins"/>
              </a:defRPr>
            </a:lvl8pPr>
            <a:lvl9pPr indent="-317500" lvl="8" marL="4114800">
              <a:lnSpc>
                <a:spcPct val="115000"/>
              </a:lnSpc>
              <a:spcBef>
                <a:spcPts val="1600"/>
              </a:spcBef>
              <a:spcAft>
                <a:spcPts val="1600"/>
              </a:spcAft>
              <a:buClr>
                <a:schemeClr val="dk1"/>
              </a:buClr>
              <a:buSzPts val="1400"/>
              <a:buFont typeface="Poppins"/>
              <a:buChar char="■"/>
              <a:defRPr>
                <a:solidFill>
                  <a:schemeClr val="dk1"/>
                </a:solidFill>
                <a:latin typeface="Poppins"/>
                <a:ea typeface="Poppins"/>
                <a:cs typeface="Poppins"/>
                <a:sym typeface="Poppins"/>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Cover Option 1">
  <p:cSld name="TITLE_2_1_1_1">
    <p:bg>
      <p:bgPr>
        <a:solidFill>
          <a:srgbClr val="34E0A1"/>
        </a:solidFill>
      </p:bgPr>
    </p:bg>
    <p:spTree>
      <p:nvGrpSpPr>
        <p:cNvPr id="296" name="Shape 296"/>
        <p:cNvGrpSpPr/>
        <p:nvPr/>
      </p:nvGrpSpPr>
      <p:grpSpPr>
        <a:xfrm>
          <a:off x="0" y="0"/>
          <a:ext cx="0" cy="0"/>
          <a:chOff x="0" y="0"/>
          <a:chExt cx="0" cy="0"/>
        </a:xfrm>
      </p:grpSpPr>
      <p:pic>
        <p:nvPicPr>
          <p:cNvPr id="297" name="Google Shape;297;p83"/>
          <p:cNvPicPr preferRelativeResize="0"/>
          <p:nvPr/>
        </p:nvPicPr>
        <p:blipFill rotWithShape="1">
          <a:blip r:embed="rId2">
            <a:alphaModFix/>
          </a:blip>
          <a:srcRect b="377" l="0" r="0" t="377"/>
          <a:stretch/>
        </p:blipFill>
        <p:spPr>
          <a:xfrm>
            <a:off x="402925" y="4423975"/>
            <a:ext cx="1704201" cy="362650"/>
          </a:xfrm>
          <a:prstGeom prst="rect">
            <a:avLst/>
          </a:prstGeom>
          <a:noFill/>
          <a:ln>
            <a:noFill/>
          </a:ln>
        </p:spPr>
      </p:pic>
      <p:sp>
        <p:nvSpPr>
          <p:cNvPr id="298" name="Google Shape;298;p83"/>
          <p:cNvSpPr txBox="1"/>
          <p:nvPr>
            <p:ph type="title"/>
          </p:nvPr>
        </p:nvSpPr>
        <p:spPr>
          <a:xfrm>
            <a:off x="402935" y="755550"/>
            <a:ext cx="6681900" cy="3267000"/>
          </a:xfrm>
          <a:prstGeom prst="rect">
            <a:avLst/>
          </a:prstGeom>
        </p:spPr>
        <p:txBody>
          <a:bodyPr anchorCtr="0" anchor="t" bIns="0" lIns="0" spcFirstLastPara="1" rIns="0" wrap="square" tIns="0">
            <a:noAutofit/>
          </a:bodyPr>
          <a:lstStyle>
            <a:lvl1pPr lvl="0">
              <a:lnSpc>
                <a:spcPct val="75000"/>
              </a:lnSpc>
              <a:spcBef>
                <a:spcPts val="0"/>
              </a:spcBef>
              <a:spcAft>
                <a:spcPts val="0"/>
              </a:spcAft>
              <a:buSzPts val="6000"/>
              <a:buFont typeface="Poppins"/>
              <a:buNone/>
              <a:defRPr sz="6000">
                <a:latin typeface="Poppins"/>
                <a:ea typeface="Poppins"/>
                <a:cs typeface="Poppins"/>
                <a:sym typeface="Poppins"/>
              </a:defRPr>
            </a:lvl1pPr>
            <a:lvl2pPr lvl="1">
              <a:lnSpc>
                <a:spcPct val="75000"/>
              </a:lnSpc>
              <a:spcBef>
                <a:spcPts val="0"/>
              </a:spcBef>
              <a:spcAft>
                <a:spcPts val="0"/>
              </a:spcAft>
              <a:buSzPts val="2800"/>
              <a:buNone/>
              <a:defRPr/>
            </a:lvl2pPr>
            <a:lvl3pPr lvl="2">
              <a:lnSpc>
                <a:spcPct val="75000"/>
              </a:lnSpc>
              <a:spcBef>
                <a:spcPts val="0"/>
              </a:spcBef>
              <a:spcAft>
                <a:spcPts val="0"/>
              </a:spcAft>
              <a:buSzPts val="2800"/>
              <a:buNone/>
              <a:defRPr/>
            </a:lvl3pPr>
            <a:lvl4pPr lvl="3">
              <a:lnSpc>
                <a:spcPct val="75000"/>
              </a:lnSpc>
              <a:spcBef>
                <a:spcPts val="0"/>
              </a:spcBef>
              <a:spcAft>
                <a:spcPts val="0"/>
              </a:spcAft>
              <a:buSzPts val="2800"/>
              <a:buNone/>
              <a:defRPr/>
            </a:lvl4pPr>
            <a:lvl5pPr lvl="4">
              <a:lnSpc>
                <a:spcPct val="75000"/>
              </a:lnSpc>
              <a:spcBef>
                <a:spcPts val="0"/>
              </a:spcBef>
              <a:spcAft>
                <a:spcPts val="0"/>
              </a:spcAft>
              <a:buSzPts val="2800"/>
              <a:buNone/>
              <a:defRPr/>
            </a:lvl5pPr>
            <a:lvl6pPr lvl="5">
              <a:lnSpc>
                <a:spcPct val="75000"/>
              </a:lnSpc>
              <a:spcBef>
                <a:spcPts val="0"/>
              </a:spcBef>
              <a:spcAft>
                <a:spcPts val="0"/>
              </a:spcAft>
              <a:buSzPts val="2800"/>
              <a:buNone/>
              <a:defRPr/>
            </a:lvl6pPr>
            <a:lvl7pPr lvl="6">
              <a:lnSpc>
                <a:spcPct val="75000"/>
              </a:lnSpc>
              <a:spcBef>
                <a:spcPts val="0"/>
              </a:spcBef>
              <a:spcAft>
                <a:spcPts val="0"/>
              </a:spcAft>
              <a:buSzPts val="2800"/>
              <a:buNone/>
              <a:defRPr/>
            </a:lvl7pPr>
            <a:lvl8pPr lvl="7">
              <a:lnSpc>
                <a:spcPct val="75000"/>
              </a:lnSpc>
              <a:spcBef>
                <a:spcPts val="0"/>
              </a:spcBef>
              <a:spcAft>
                <a:spcPts val="0"/>
              </a:spcAft>
              <a:buSzPts val="2800"/>
              <a:buNone/>
              <a:defRPr/>
            </a:lvl8pPr>
            <a:lvl9pPr lvl="8">
              <a:lnSpc>
                <a:spcPct val="75000"/>
              </a:lnSpc>
              <a:spcBef>
                <a:spcPts val="0"/>
              </a:spcBef>
              <a:spcAft>
                <a:spcPts val="0"/>
              </a:spcAft>
              <a:buSzPts val="2800"/>
              <a:buNone/>
              <a:defRPr/>
            </a:lvl9pPr>
          </a:lstStyle>
          <a:p/>
        </p:txBody>
      </p:sp>
      <p:sp>
        <p:nvSpPr>
          <p:cNvPr id="299" name="Google Shape;299;p83"/>
          <p:cNvSpPr txBox="1"/>
          <p:nvPr>
            <p:ph idx="1" type="subTitle"/>
          </p:nvPr>
        </p:nvSpPr>
        <p:spPr>
          <a:xfrm>
            <a:off x="402935" y="411150"/>
            <a:ext cx="3711900" cy="344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Roboto Mono"/>
              <a:buNone/>
              <a:defRPr sz="1000">
                <a:solidFill>
                  <a:schemeClr val="dk1"/>
                </a:solidFill>
                <a:latin typeface="Roboto Mono"/>
                <a:ea typeface="Roboto Mono"/>
                <a:cs typeface="Roboto Mono"/>
                <a:sym typeface="Roboto Mono"/>
              </a:defRPr>
            </a:lvl1pPr>
            <a:lvl2pPr lvl="1">
              <a:spcBef>
                <a:spcPts val="1600"/>
              </a:spcBef>
              <a:spcAft>
                <a:spcPts val="0"/>
              </a:spcAft>
              <a:buClr>
                <a:schemeClr val="dk1"/>
              </a:buClr>
              <a:buSzPts val="1100"/>
              <a:buFont typeface="Roboto Mono"/>
              <a:buNone/>
              <a:defRPr sz="1100">
                <a:solidFill>
                  <a:schemeClr val="dk1"/>
                </a:solidFill>
                <a:latin typeface="Roboto Mono"/>
                <a:ea typeface="Roboto Mono"/>
                <a:cs typeface="Roboto Mono"/>
                <a:sym typeface="Roboto Mono"/>
              </a:defRPr>
            </a:lvl2pPr>
            <a:lvl3pPr lvl="2">
              <a:spcBef>
                <a:spcPts val="1600"/>
              </a:spcBef>
              <a:spcAft>
                <a:spcPts val="0"/>
              </a:spcAft>
              <a:buClr>
                <a:schemeClr val="dk1"/>
              </a:buClr>
              <a:buSzPts val="1100"/>
              <a:buFont typeface="Roboto Mono"/>
              <a:buNone/>
              <a:defRPr sz="1100">
                <a:solidFill>
                  <a:schemeClr val="dk1"/>
                </a:solidFill>
                <a:latin typeface="Roboto Mono"/>
                <a:ea typeface="Roboto Mono"/>
                <a:cs typeface="Roboto Mono"/>
                <a:sym typeface="Roboto Mono"/>
              </a:defRPr>
            </a:lvl3pPr>
            <a:lvl4pPr lvl="3">
              <a:spcBef>
                <a:spcPts val="1600"/>
              </a:spcBef>
              <a:spcAft>
                <a:spcPts val="0"/>
              </a:spcAft>
              <a:buClr>
                <a:schemeClr val="dk1"/>
              </a:buClr>
              <a:buSzPts val="1100"/>
              <a:buFont typeface="Roboto Mono"/>
              <a:buNone/>
              <a:defRPr sz="1100">
                <a:solidFill>
                  <a:schemeClr val="dk1"/>
                </a:solidFill>
                <a:latin typeface="Roboto Mono"/>
                <a:ea typeface="Roboto Mono"/>
                <a:cs typeface="Roboto Mono"/>
                <a:sym typeface="Roboto Mono"/>
              </a:defRPr>
            </a:lvl4pPr>
            <a:lvl5pPr lvl="4">
              <a:spcBef>
                <a:spcPts val="1600"/>
              </a:spcBef>
              <a:spcAft>
                <a:spcPts val="0"/>
              </a:spcAft>
              <a:buClr>
                <a:schemeClr val="dk1"/>
              </a:buClr>
              <a:buSzPts val="1100"/>
              <a:buFont typeface="Roboto Mono"/>
              <a:buNone/>
              <a:defRPr sz="1100">
                <a:solidFill>
                  <a:schemeClr val="dk1"/>
                </a:solidFill>
                <a:latin typeface="Roboto Mono"/>
                <a:ea typeface="Roboto Mono"/>
                <a:cs typeface="Roboto Mono"/>
                <a:sym typeface="Roboto Mono"/>
              </a:defRPr>
            </a:lvl5pPr>
            <a:lvl6pPr lvl="5">
              <a:spcBef>
                <a:spcPts val="1600"/>
              </a:spcBef>
              <a:spcAft>
                <a:spcPts val="0"/>
              </a:spcAft>
              <a:buClr>
                <a:schemeClr val="dk1"/>
              </a:buClr>
              <a:buSzPts val="1100"/>
              <a:buFont typeface="Roboto Mono"/>
              <a:buNone/>
              <a:defRPr sz="1100">
                <a:solidFill>
                  <a:schemeClr val="dk1"/>
                </a:solidFill>
                <a:latin typeface="Roboto Mono"/>
                <a:ea typeface="Roboto Mono"/>
                <a:cs typeface="Roboto Mono"/>
                <a:sym typeface="Roboto Mono"/>
              </a:defRPr>
            </a:lvl6pPr>
            <a:lvl7pPr lvl="6">
              <a:spcBef>
                <a:spcPts val="1600"/>
              </a:spcBef>
              <a:spcAft>
                <a:spcPts val="0"/>
              </a:spcAft>
              <a:buClr>
                <a:schemeClr val="dk1"/>
              </a:buClr>
              <a:buSzPts val="1100"/>
              <a:buFont typeface="Roboto Mono"/>
              <a:buNone/>
              <a:defRPr sz="1100">
                <a:solidFill>
                  <a:schemeClr val="dk1"/>
                </a:solidFill>
                <a:latin typeface="Roboto Mono"/>
                <a:ea typeface="Roboto Mono"/>
                <a:cs typeface="Roboto Mono"/>
                <a:sym typeface="Roboto Mono"/>
              </a:defRPr>
            </a:lvl7pPr>
            <a:lvl8pPr lvl="7">
              <a:spcBef>
                <a:spcPts val="1600"/>
              </a:spcBef>
              <a:spcAft>
                <a:spcPts val="0"/>
              </a:spcAft>
              <a:buClr>
                <a:schemeClr val="dk1"/>
              </a:buClr>
              <a:buSzPts val="1100"/>
              <a:buFont typeface="Roboto Mono"/>
              <a:buNone/>
              <a:defRPr sz="1100">
                <a:solidFill>
                  <a:schemeClr val="dk1"/>
                </a:solidFill>
                <a:latin typeface="Roboto Mono"/>
                <a:ea typeface="Roboto Mono"/>
                <a:cs typeface="Roboto Mono"/>
                <a:sym typeface="Roboto Mono"/>
              </a:defRPr>
            </a:lvl8pPr>
            <a:lvl9pPr lvl="8">
              <a:spcBef>
                <a:spcPts val="1600"/>
              </a:spcBef>
              <a:spcAft>
                <a:spcPts val="1600"/>
              </a:spcAft>
              <a:buClr>
                <a:schemeClr val="dk1"/>
              </a:buClr>
              <a:buSzPts val="1100"/>
              <a:buFont typeface="Roboto Mono"/>
              <a:buNone/>
              <a:defRPr sz="1100">
                <a:solidFill>
                  <a:schemeClr val="dk1"/>
                </a:solidFill>
                <a:latin typeface="Roboto Mono"/>
                <a:ea typeface="Roboto Mono"/>
                <a:cs typeface="Roboto Mono"/>
                <a:sym typeface="Roboto Mono"/>
              </a:defRPr>
            </a:lvl9pPr>
          </a:lstStyle>
          <a:p/>
        </p:txBody>
      </p:sp>
    </p:spTree>
  </p:cSld>
  <p:clrMapOvr>
    <a:masterClrMapping/>
  </p:clrMapOvr>
  <p:extLst>
    <p:ext uri="{DCECCB84-F9BA-43D5-87BE-67443E8EF086}">
      <p15:sldGuideLst>
        <p15:guide id="1" orient="horz" pos="3240">
          <p15:clr>
            <a:srgbClr val="FA7B17"/>
          </p15:clr>
        </p15:guide>
      </p15:sldGuideLst>
    </p:ext>
  </p:extLst>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Cover Option 2">
  <p:cSld name="TITLE_2_1_1_1_3">
    <p:bg>
      <p:bgPr>
        <a:solidFill>
          <a:srgbClr val="004F35"/>
        </a:solidFill>
      </p:bgPr>
    </p:bg>
    <p:spTree>
      <p:nvGrpSpPr>
        <p:cNvPr id="300" name="Shape 300"/>
        <p:cNvGrpSpPr/>
        <p:nvPr/>
      </p:nvGrpSpPr>
      <p:grpSpPr>
        <a:xfrm>
          <a:off x="0" y="0"/>
          <a:ext cx="0" cy="0"/>
          <a:chOff x="0" y="0"/>
          <a:chExt cx="0" cy="0"/>
        </a:xfrm>
      </p:grpSpPr>
      <p:sp>
        <p:nvSpPr>
          <p:cNvPr id="301" name="Google Shape;301;p84"/>
          <p:cNvSpPr txBox="1"/>
          <p:nvPr>
            <p:ph type="title"/>
          </p:nvPr>
        </p:nvSpPr>
        <p:spPr>
          <a:xfrm>
            <a:off x="402919" y="956263"/>
            <a:ext cx="6682500" cy="3267000"/>
          </a:xfrm>
          <a:prstGeom prst="rect">
            <a:avLst/>
          </a:prstGeom>
        </p:spPr>
        <p:txBody>
          <a:bodyPr anchorCtr="0" anchor="t" bIns="0" lIns="0" spcFirstLastPara="1" rIns="0" wrap="square" tIns="0">
            <a:noAutofit/>
          </a:bodyPr>
          <a:lstStyle>
            <a:lvl1pPr lvl="0">
              <a:lnSpc>
                <a:spcPct val="75000"/>
              </a:lnSpc>
              <a:spcBef>
                <a:spcPts val="0"/>
              </a:spcBef>
              <a:spcAft>
                <a:spcPts val="0"/>
              </a:spcAft>
              <a:buClr>
                <a:schemeClr val="lt1"/>
              </a:buClr>
              <a:buSzPts val="6000"/>
              <a:buFont typeface="Poppins"/>
              <a:buNone/>
              <a:defRPr sz="6000">
                <a:solidFill>
                  <a:schemeClr val="lt1"/>
                </a:solidFill>
                <a:latin typeface="Poppins"/>
                <a:ea typeface="Poppins"/>
                <a:cs typeface="Poppins"/>
                <a:sym typeface="Poppins"/>
              </a:defRPr>
            </a:lvl1pPr>
            <a:lvl2pPr lvl="1">
              <a:lnSpc>
                <a:spcPct val="75000"/>
              </a:lnSpc>
              <a:spcBef>
                <a:spcPts val="0"/>
              </a:spcBef>
              <a:spcAft>
                <a:spcPts val="0"/>
              </a:spcAft>
              <a:buSzPts val="2800"/>
              <a:buNone/>
              <a:defRPr/>
            </a:lvl2pPr>
            <a:lvl3pPr lvl="2">
              <a:lnSpc>
                <a:spcPct val="75000"/>
              </a:lnSpc>
              <a:spcBef>
                <a:spcPts val="0"/>
              </a:spcBef>
              <a:spcAft>
                <a:spcPts val="0"/>
              </a:spcAft>
              <a:buSzPts val="2800"/>
              <a:buNone/>
              <a:defRPr/>
            </a:lvl3pPr>
            <a:lvl4pPr lvl="3">
              <a:lnSpc>
                <a:spcPct val="75000"/>
              </a:lnSpc>
              <a:spcBef>
                <a:spcPts val="0"/>
              </a:spcBef>
              <a:spcAft>
                <a:spcPts val="0"/>
              </a:spcAft>
              <a:buSzPts val="2800"/>
              <a:buNone/>
              <a:defRPr/>
            </a:lvl4pPr>
            <a:lvl5pPr lvl="4">
              <a:lnSpc>
                <a:spcPct val="75000"/>
              </a:lnSpc>
              <a:spcBef>
                <a:spcPts val="0"/>
              </a:spcBef>
              <a:spcAft>
                <a:spcPts val="0"/>
              </a:spcAft>
              <a:buSzPts val="2800"/>
              <a:buNone/>
              <a:defRPr/>
            </a:lvl5pPr>
            <a:lvl6pPr lvl="5">
              <a:lnSpc>
                <a:spcPct val="75000"/>
              </a:lnSpc>
              <a:spcBef>
                <a:spcPts val="0"/>
              </a:spcBef>
              <a:spcAft>
                <a:spcPts val="0"/>
              </a:spcAft>
              <a:buSzPts val="2800"/>
              <a:buNone/>
              <a:defRPr/>
            </a:lvl6pPr>
            <a:lvl7pPr lvl="6">
              <a:lnSpc>
                <a:spcPct val="75000"/>
              </a:lnSpc>
              <a:spcBef>
                <a:spcPts val="0"/>
              </a:spcBef>
              <a:spcAft>
                <a:spcPts val="0"/>
              </a:spcAft>
              <a:buSzPts val="2800"/>
              <a:buNone/>
              <a:defRPr/>
            </a:lvl7pPr>
            <a:lvl8pPr lvl="7">
              <a:lnSpc>
                <a:spcPct val="75000"/>
              </a:lnSpc>
              <a:spcBef>
                <a:spcPts val="0"/>
              </a:spcBef>
              <a:spcAft>
                <a:spcPts val="0"/>
              </a:spcAft>
              <a:buSzPts val="2800"/>
              <a:buNone/>
              <a:defRPr/>
            </a:lvl8pPr>
            <a:lvl9pPr lvl="8">
              <a:lnSpc>
                <a:spcPct val="75000"/>
              </a:lnSpc>
              <a:spcBef>
                <a:spcPts val="0"/>
              </a:spcBef>
              <a:spcAft>
                <a:spcPts val="0"/>
              </a:spcAft>
              <a:buSzPts val="2800"/>
              <a:buNone/>
              <a:defRPr/>
            </a:lvl9pPr>
          </a:lstStyle>
          <a:p/>
        </p:txBody>
      </p:sp>
      <p:sp>
        <p:nvSpPr>
          <p:cNvPr id="302" name="Google Shape;302;p84"/>
          <p:cNvSpPr txBox="1"/>
          <p:nvPr>
            <p:ph idx="1" type="subTitle"/>
          </p:nvPr>
        </p:nvSpPr>
        <p:spPr>
          <a:xfrm>
            <a:off x="402919" y="411150"/>
            <a:ext cx="3710100" cy="3444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Mono"/>
              <a:buNone/>
              <a:defRPr sz="1000">
                <a:solidFill>
                  <a:schemeClr val="lt1"/>
                </a:solidFill>
                <a:latin typeface="Roboto Mono"/>
                <a:ea typeface="Roboto Mono"/>
                <a:cs typeface="Roboto Mono"/>
                <a:sym typeface="Roboto Mono"/>
              </a:defRPr>
            </a:lvl1pPr>
            <a:lvl2pPr lvl="1">
              <a:spcBef>
                <a:spcPts val="1600"/>
              </a:spcBef>
              <a:spcAft>
                <a:spcPts val="0"/>
              </a:spcAft>
              <a:buSzPts val="1100"/>
              <a:buFont typeface="Roboto Mono"/>
              <a:buNone/>
              <a:defRPr sz="1100">
                <a:latin typeface="Roboto Mono"/>
                <a:ea typeface="Roboto Mono"/>
                <a:cs typeface="Roboto Mono"/>
                <a:sym typeface="Roboto Mono"/>
              </a:defRPr>
            </a:lvl2pPr>
            <a:lvl3pPr lvl="2">
              <a:spcBef>
                <a:spcPts val="1600"/>
              </a:spcBef>
              <a:spcAft>
                <a:spcPts val="0"/>
              </a:spcAft>
              <a:buSzPts val="1100"/>
              <a:buFont typeface="Roboto Mono"/>
              <a:buNone/>
              <a:defRPr sz="1100">
                <a:latin typeface="Roboto Mono"/>
                <a:ea typeface="Roboto Mono"/>
                <a:cs typeface="Roboto Mono"/>
                <a:sym typeface="Roboto Mono"/>
              </a:defRPr>
            </a:lvl3pPr>
            <a:lvl4pPr lvl="3">
              <a:spcBef>
                <a:spcPts val="1600"/>
              </a:spcBef>
              <a:spcAft>
                <a:spcPts val="0"/>
              </a:spcAft>
              <a:buSzPts val="1100"/>
              <a:buFont typeface="Roboto Mono"/>
              <a:buNone/>
              <a:defRPr sz="1100">
                <a:latin typeface="Roboto Mono"/>
                <a:ea typeface="Roboto Mono"/>
                <a:cs typeface="Roboto Mono"/>
                <a:sym typeface="Roboto Mono"/>
              </a:defRPr>
            </a:lvl4pPr>
            <a:lvl5pPr lvl="4">
              <a:spcBef>
                <a:spcPts val="1600"/>
              </a:spcBef>
              <a:spcAft>
                <a:spcPts val="0"/>
              </a:spcAft>
              <a:buSzPts val="1100"/>
              <a:buFont typeface="Roboto Mono"/>
              <a:buNone/>
              <a:defRPr sz="1100">
                <a:latin typeface="Roboto Mono"/>
                <a:ea typeface="Roboto Mono"/>
                <a:cs typeface="Roboto Mono"/>
                <a:sym typeface="Roboto Mono"/>
              </a:defRPr>
            </a:lvl5pPr>
            <a:lvl6pPr lvl="5">
              <a:spcBef>
                <a:spcPts val="1600"/>
              </a:spcBef>
              <a:spcAft>
                <a:spcPts val="0"/>
              </a:spcAft>
              <a:buSzPts val="1100"/>
              <a:buFont typeface="Roboto Mono"/>
              <a:buNone/>
              <a:defRPr sz="1100">
                <a:latin typeface="Roboto Mono"/>
                <a:ea typeface="Roboto Mono"/>
                <a:cs typeface="Roboto Mono"/>
                <a:sym typeface="Roboto Mono"/>
              </a:defRPr>
            </a:lvl6pPr>
            <a:lvl7pPr lvl="6">
              <a:spcBef>
                <a:spcPts val="1600"/>
              </a:spcBef>
              <a:spcAft>
                <a:spcPts val="0"/>
              </a:spcAft>
              <a:buSzPts val="1100"/>
              <a:buFont typeface="Roboto Mono"/>
              <a:buNone/>
              <a:defRPr sz="1100">
                <a:latin typeface="Roboto Mono"/>
                <a:ea typeface="Roboto Mono"/>
                <a:cs typeface="Roboto Mono"/>
                <a:sym typeface="Roboto Mono"/>
              </a:defRPr>
            </a:lvl7pPr>
            <a:lvl8pPr lvl="7">
              <a:spcBef>
                <a:spcPts val="1600"/>
              </a:spcBef>
              <a:spcAft>
                <a:spcPts val="0"/>
              </a:spcAft>
              <a:buSzPts val="1100"/>
              <a:buFont typeface="Roboto Mono"/>
              <a:buNone/>
              <a:defRPr sz="1100">
                <a:latin typeface="Roboto Mono"/>
                <a:ea typeface="Roboto Mono"/>
                <a:cs typeface="Roboto Mono"/>
                <a:sym typeface="Roboto Mono"/>
              </a:defRPr>
            </a:lvl8pPr>
            <a:lvl9pPr lvl="8">
              <a:spcBef>
                <a:spcPts val="1600"/>
              </a:spcBef>
              <a:spcAft>
                <a:spcPts val="1600"/>
              </a:spcAft>
              <a:buSzPts val="1100"/>
              <a:buFont typeface="Roboto Mono"/>
              <a:buNone/>
              <a:defRPr sz="1100">
                <a:latin typeface="Roboto Mono"/>
                <a:ea typeface="Roboto Mono"/>
                <a:cs typeface="Roboto Mono"/>
                <a:sym typeface="Roboto Mono"/>
              </a:defRPr>
            </a:lvl9pPr>
          </a:lstStyle>
          <a:p/>
        </p:txBody>
      </p:sp>
      <p:sp>
        <p:nvSpPr>
          <p:cNvPr id="303" name="Google Shape;303;p84"/>
          <p:cNvSpPr txBox="1"/>
          <p:nvPr>
            <p:ph idx="12" type="sldNum"/>
          </p:nvPr>
        </p:nvSpPr>
        <p:spPr>
          <a:xfrm>
            <a:off x="8556784" y="4749851"/>
            <a:ext cx="548700" cy="393600"/>
          </a:xfrm>
          <a:prstGeom prst="rect">
            <a:avLst/>
          </a:prstGeom>
        </p:spPr>
        <p:txBody>
          <a:bodyPr anchorCtr="0" anchor="t" bIns="0" lIns="91425" spcFirstLastPara="1" rIns="91425" wrap="square" tIns="0">
            <a:noAutofit/>
          </a:bodyPr>
          <a:lstStyle>
            <a:lvl1pPr lvl="0">
              <a:buNone/>
              <a:defRPr sz="200">
                <a:solidFill>
                  <a:srgbClr val="004F35"/>
                </a:solidFill>
                <a:latin typeface="Poppins"/>
                <a:ea typeface="Poppins"/>
                <a:cs typeface="Poppins"/>
                <a:sym typeface="Poppins"/>
              </a:defRPr>
            </a:lvl1pPr>
            <a:lvl2pPr lvl="1">
              <a:buNone/>
              <a:defRPr sz="200">
                <a:solidFill>
                  <a:srgbClr val="004F35"/>
                </a:solidFill>
                <a:latin typeface="Poppins"/>
                <a:ea typeface="Poppins"/>
                <a:cs typeface="Poppins"/>
                <a:sym typeface="Poppins"/>
              </a:defRPr>
            </a:lvl2pPr>
            <a:lvl3pPr lvl="2">
              <a:buNone/>
              <a:defRPr sz="200">
                <a:solidFill>
                  <a:srgbClr val="004F35"/>
                </a:solidFill>
                <a:latin typeface="Poppins"/>
                <a:ea typeface="Poppins"/>
                <a:cs typeface="Poppins"/>
                <a:sym typeface="Poppins"/>
              </a:defRPr>
            </a:lvl3pPr>
            <a:lvl4pPr lvl="3">
              <a:buNone/>
              <a:defRPr sz="200">
                <a:solidFill>
                  <a:srgbClr val="004F35"/>
                </a:solidFill>
                <a:latin typeface="Poppins"/>
                <a:ea typeface="Poppins"/>
                <a:cs typeface="Poppins"/>
                <a:sym typeface="Poppins"/>
              </a:defRPr>
            </a:lvl4pPr>
            <a:lvl5pPr lvl="4">
              <a:buNone/>
              <a:defRPr sz="200">
                <a:solidFill>
                  <a:srgbClr val="004F35"/>
                </a:solidFill>
                <a:latin typeface="Poppins"/>
                <a:ea typeface="Poppins"/>
                <a:cs typeface="Poppins"/>
                <a:sym typeface="Poppins"/>
              </a:defRPr>
            </a:lvl5pPr>
            <a:lvl6pPr lvl="5">
              <a:buNone/>
              <a:defRPr sz="200">
                <a:solidFill>
                  <a:srgbClr val="004F35"/>
                </a:solidFill>
                <a:latin typeface="Poppins"/>
                <a:ea typeface="Poppins"/>
                <a:cs typeface="Poppins"/>
                <a:sym typeface="Poppins"/>
              </a:defRPr>
            </a:lvl6pPr>
            <a:lvl7pPr lvl="6">
              <a:buNone/>
              <a:defRPr sz="200">
                <a:solidFill>
                  <a:srgbClr val="004F35"/>
                </a:solidFill>
                <a:latin typeface="Poppins"/>
                <a:ea typeface="Poppins"/>
                <a:cs typeface="Poppins"/>
                <a:sym typeface="Poppins"/>
              </a:defRPr>
            </a:lvl7pPr>
            <a:lvl8pPr lvl="7">
              <a:buNone/>
              <a:defRPr sz="200">
                <a:solidFill>
                  <a:srgbClr val="004F35"/>
                </a:solidFill>
                <a:latin typeface="Poppins"/>
                <a:ea typeface="Poppins"/>
                <a:cs typeface="Poppins"/>
                <a:sym typeface="Poppins"/>
              </a:defRPr>
            </a:lvl8pPr>
            <a:lvl9pPr lvl="8">
              <a:buNone/>
              <a:defRPr sz="200">
                <a:solidFill>
                  <a:srgbClr val="004F35"/>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304" name="Google Shape;304;p84"/>
          <p:cNvPicPr preferRelativeResize="0"/>
          <p:nvPr/>
        </p:nvPicPr>
        <p:blipFill rotWithShape="1">
          <a:blip r:embed="rId2">
            <a:alphaModFix/>
          </a:blip>
          <a:srcRect b="377" l="0" r="0" t="377"/>
          <a:stretch/>
        </p:blipFill>
        <p:spPr>
          <a:xfrm>
            <a:off x="402923" y="4424003"/>
            <a:ext cx="1704201" cy="362647"/>
          </a:xfrm>
          <a:prstGeom prst="rect">
            <a:avLst/>
          </a:prstGeom>
          <a:noFill/>
          <a:ln>
            <a:noFill/>
          </a:ln>
        </p:spPr>
      </p:pic>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Thanks 1">
  <p:cSld name="TITLE_1_1_1_1_1_1_1_1_1_2">
    <p:bg>
      <p:bgPr>
        <a:solidFill>
          <a:srgbClr val="004F35"/>
        </a:solidFill>
      </p:bgPr>
    </p:bg>
    <p:spTree>
      <p:nvGrpSpPr>
        <p:cNvPr id="305" name="Shape 305"/>
        <p:cNvGrpSpPr/>
        <p:nvPr/>
      </p:nvGrpSpPr>
      <p:grpSpPr>
        <a:xfrm>
          <a:off x="0" y="0"/>
          <a:ext cx="0" cy="0"/>
          <a:chOff x="0" y="0"/>
          <a:chExt cx="0" cy="0"/>
        </a:xfrm>
      </p:grpSpPr>
      <p:pic>
        <p:nvPicPr>
          <p:cNvPr id="306" name="Google Shape;306;p85"/>
          <p:cNvPicPr preferRelativeResize="0"/>
          <p:nvPr/>
        </p:nvPicPr>
        <p:blipFill rotWithShape="1">
          <a:blip r:embed="rId2">
            <a:alphaModFix/>
          </a:blip>
          <a:srcRect b="0" l="0" r="84364" t="0"/>
          <a:stretch/>
        </p:blipFill>
        <p:spPr>
          <a:xfrm>
            <a:off x="396400" y="411150"/>
            <a:ext cx="825599" cy="806789"/>
          </a:xfrm>
          <a:prstGeom prst="rect">
            <a:avLst/>
          </a:prstGeom>
          <a:noFill/>
          <a:ln>
            <a:noFill/>
          </a:ln>
        </p:spPr>
      </p:pic>
      <p:sp>
        <p:nvSpPr>
          <p:cNvPr id="307" name="Google Shape;307;p85"/>
          <p:cNvSpPr txBox="1"/>
          <p:nvPr/>
        </p:nvSpPr>
        <p:spPr>
          <a:xfrm>
            <a:off x="402921" y="3987903"/>
            <a:ext cx="3539700" cy="812700"/>
          </a:xfrm>
          <a:prstGeom prst="rect">
            <a:avLst/>
          </a:prstGeom>
          <a:noFill/>
          <a:ln>
            <a:noFill/>
          </a:ln>
        </p:spPr>
        <p:txBody>
          <a:bodyPr anchorCtr="0" anchor="t" bIns="91425" lIns="91425" spcFirstLastPara="1" rIns="91425" wrap="square" tIns="91425">
            <a:spAutoFit/>
          </a:bodyPr>
          <a:lstStyle/>
          <a:p>
            <a:pPr indent="0" lvl="0" marL="0" rtl="0" algn="l">
              <a:lnSpc>
                <a:spcPct val="85000"/>
              </a:lnSpc>
              <a:spcBef>
                <a:spcPts val="0"/>
              </a:spcBef>
              <a:spcAft>
                <a:spcPts val="0"/>
              </a:spcAft>
              <a:buNone/>
            </a:pPr>
            <a:r>
              <a:rPr lang="en" sz="4800">
                <a:solidFill>
                  <a:schemeClr val="lt1"/>
                </a:solidFill>
                <a:latin typeface="Poppins"/>
                <a:ea typeface="Poppins"/>
                <a:cs typeface="Poppins"/>
                <a:sym typeface="Poppins"/>
              </a:rPr>
              <a:t>Thanks.</a:t>
            </a:r>
            <a:endParaRPr sz="4800">
              <a:solidFill>
                <a:schemeClr val="lt1"/>
              </a:solidFill>
              <a:latin typeface="Poppins"/>
              <a:ea typeface="Poppins"/>
              <a:cs typeface="Poppins"/>
              <a:sym typeface="Poppins"/>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_3">
    <p:spTree>
      <p:nvGrpSpPr>
        <p:cNvPr id="308" name="Shape 308"/>
        <p:cNvGrpSpPr/>
        <p:nvPr/>
      </p:nvGrpSpPr>
      <p:grpSpPr>
        <a:xfrm>
          <a:off x="0" y="0"/>
          <a:ext cx="0" cy="0"/>
          <a:chOff x="0" y="0"/>
          <a:chExt cx="0" cy="0"/>
        </a:xfrm>
      </p:grpSpPr>
      <p:sp>
        <p:nvSpPr>
          <p:cNvPr id="309" name="Google Shape;309;p86"/>
          <p:cNvSpPr txBox="1"/>
          <p:nvPr>
            <p:ph type="title"/>
          </p:nvPr>
        </p:nvSpPr>
        <p:spPr>
          <a:xfrm>
            <a:off x="809200" y="818125"/>
            <a:ext cx="7727700" cy="572700"/>
          </a:xfrm>
          <a:prstGeom prst="rect">
            <a:avLst/>
          </a:prstGeom>
        </p:spPr>
        <p:txBody>
          <a:bodyPr anchorCtr="0" anchor="t" bIns="91425" lIns="0" spcFirstLastPara="1" rIns="91425" wrap="square" tIns="0">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10" name="Google Shape;310;p86"/>
          <p:cNvSpPr txBox="1"/>
          <p:nvPr>
            <p:ph idx="1" type="body"/>
          </p:nvPr>
        </p:nvSpPr>
        <p:spPr>
          <a:xfrm>
            <a:off x="883075" y="1667050"/>
            <a:ext cx="5401500" cy="2921400"/>
          </a:xfrm>
          <a:prstGeom prst="rect">
            <a:avLst/>
          </a:prstGeom>
        </p:spPr>
        <p:txBody>
          <a:bodyPr anchorCtr="0" anchor="t" bIns="0" lIns="0" spcFirstLastPara="1" rIns="91425" wrap="square" tIns="0">
            <a:noAutofit/>
          </a:bodyPr>
          <a:lstStyle>
            <a:lvl1pPr indent="-381000" lvl="0" marL="457200">
              <a:spcBef>
                <a:spcPts val="0"/>
              </a:spcBef>
              <a:spcAft>
                <a:spcPts val="0"/>
              </a:spcAft>
              <a:buSzPts val="2400"/>
              <a:buChar char="●"/>
              <a:defRPr/>
            </a:lvl1pPr>
            <a:lvl2pPr indent="-342900" lvl="1" marL="914400">
              <a:spcBef>
                <a:spcPts val="1600"/>
              </a:spcBef>
              <a:spcAft>
                <a:spcPts val="0"/>
              </a:spcAft>
              <a:buSzPts val="1800"/>
              <a:buChar char="○"/>
              <a:defRPr/>
            </a:lvl2pPr>
            <a:lvl3pPr indent="-304800" lvl="2" marL="1371600">
              <a:spcBef>
                <a:spcPts val="1600"/>
              </a:spcBef>
              <a:spcAft>
                <a:spcPts val="0"/>
              </a:spcAft>
              <a:buSzPts val="1200"/>
              <a:buChar char="■"/>
              <a:defRPr/>
            </a:lvl3pPr>
            <a:lvl4pPr indent="-292100" lvl="3" marL="1828800">
              <a:spcBef>
                <a:spcPts val="1600"/>
              </a:spcBef>
              <a:spcAft>
                <a:spcPts val="0"/>
              </a:spcAft>
              <a:buSzPts val="1000"/>
              <a:buChar char="●"/>
              <a:defRPr/>
            </a:lvl4pPr>
            <a:lvl5pPr indent="-279400" lvl="4" marL="2286000">
              <a:spcBef>
                <a:spcPts val="1600"/>
              </a:spcBef>
              <a:spcAft>
                <a:spcPts val="0"/>
              </a:spcAft>
              <a:buSzPts val="8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withGrid">
  <p:cSld name="CUSTOM_3_1">
    <p:spTree>
      <p:nvGrpSpPr>
        <p:cNvPr id="311" name="Shape 311"/>
        <p:cNvGrpSpPr/>
        <p:nvPr/>
      </p:nvGrpSpPr>
      <p:grpSpPr>
        <a:xfrm>
          <a:off x="0" y="0"/>
          <a:ext cx="0" cy="0"/>
          <a:chOff x="0" y="0"/>
          <a:chExt cx="0" cy="0"/>
        </a:xfrm>
      </p:grpSpPr>
      <p:pic>
        <p:nvPicPr>
          <p:cNvPr id="312" name="Google Shape;312;p87"/>
          <p:cNvPicPr preferRelativeResize="0"/>
          <p:nvPr/>
        </p:nvPicPr>
        <p:blipFill>
          <a:blip r:embed="rId2">
            <a:alphaModFix amt="30000"/>
          </a:blip>
          <a:stretch>
            <a:fillRect/>
          </a:stretch>
        </p:blipFill>
        <p:spPr>
          <a:xfrm>
            <a:off x="0" y="0"/>
            <a:ext cx="9144000" cy="5143500"/>
          </a:xfrm>
          <a:prstGeom prst="rect">
            <a:avLst/>
          </a:prstGeom>
          <a:noFill/>
          <a:ln>
            <a:noFill/>
          </a:ln>
        </p:spPr>
      </p:pic>
      <p:sp>
        <p:nvSpPr>
          <p:cNvPr id="313" name="Google Shape;313;p87"/>
          <p:cNvSpPr txBox="1"/>
          <p:nvPr>
            <p:ph type="title"/>
          </p:nvPr>
        </p:nvSpPr>
        <p:spPr>
          <a:xfrm>
            <a:off x="809200" y="818125"/>
            <a:ext cx="7727700" cy="572700"/>
          </a:xfrm>
          <a:prstGeom prst="rect">
            <a:avLst/>
          </a:prstGeom>
        </p:spPr>
        <p:txBody>
          <a:bodyPr anchorCtr="0" anchor="t" bIns="91425" lIns="0" spcFirstLastPara="1" rIns="91425" wrap="square" tIns="0">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14" name="Google Shape;314;p87"/>
          <p:cNvSpPr txBox="1"/>
          <p:nvPr>
            <p:ph idx="1" type="body"/>
          </p:nvPr>
        </p:nvSpPr>
        <p:spPr>
          <a:xfrm>
            <a:off x="883075" y="1667050"/>
            <a:ext cx="5401500" cy="2921400"/>
          </a:xfrm>
          <a:prstGeom prst="rect">
            <a:avLst/>
          </a:prstGeom>
        </p:spPr>
        <p:txBody>
          <a:bodyPr anchorCtr="0" anchor="t" bIns="0" lIns="0" spcFirstLastPara="1" rIns="91425" wrap="square" tIns="0">
            <a:noAutofit/>
          </a:bodyPr>
          <a:lstStyle>
            <a:lvl1pPr indent="-381000" lvl="0" marL="457200">
              <a:spcBef>
                <a:spcPts val="0"/>
              </a:spcBef>
              <a:spcAft>
                <a:spcPts val="0"/>
              </a:spcAft>
              <a:buSzPts val="2400"/>
              <a:buChar char="●"/>
              <a:defRPr/>
            </a:lvl1pPr>
            <a:lvl2pPr indent="-342900" lvl="1" marL="914400">
              <a:spcBef>
                <a:spcPts val="1600"/>
              </a:spcBef>
              <a:spcAft>
                <a:spcPts val="0"/>
              </a:spcAft>
              <a:buSzPts val="1800"/>
              <a:buChar char="○"/>
              <a:defRPr/>
            </a:lvl2pPr>
            <a:lvl3pPr indent="-304800" lvl="2" marL="1371600">
              <a:spcBef>
                <a:spcPts val="1600"/>
              </a:spcBef>
              <a:spcAft>
                <a:spcPts val="0"/>
              </a:spcAft>
              <a:buSzPts val="1200"/>
              <a:buChar char="■"/>
              <a:defRPr/>
            </a:lvl3pPr>
            <a:lvl4pPr indent="-292100" lvl="3" marL="1828800">
              <a:spcBef>
                <a:spcPts val="1600"/>
              </a:spcBef>
              <a:spcAft>
                <a:spcPts val="0"/>
              </a:spcAft>
              <a:buSzPts val="1000"/>
              <a:buChar char="●"/>
              <a:defRPr/>
            </a:lvl4pPr>
            <a:lvl5pPr indent="-279400" lvl="4" marL="2286000">
              <a:spcBef>
                <a:spcPts val="1600"/>
              </a:spcBef>
              <a:spcAft>
                <a:spcPts val="0"/>
              </a:spcAft>
              <a:buSzPts val="8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withGrid2">
  <p:cSld name="CUSTOM_3_1_1">
    <p:spTree>
      <p:nvGrpSpPr>
        <p:cNvPr id="315" name="Shape 315"/>
        <p:cNvGrpSpPr/>
        <p:nvPr/>
      </p:nvGrpSpPr>
      <p:grpSpPr>
        <a:xfrm>
          <a:off x="0" y="0"/>
          <a:ext cx="0" cy="0"/>
          <a:chOff x="0" y="0"/>
          <a:chExt cx="0" cy="0"/>
        </a:xfrm>
      </p:grpSpPr>
      <p:pic>
        <p:nvPicPr>
          <p:cNvPr id="316" name="Google Shape;316;p88"/>
          <p:cNvPicPr preferRelativeResize="0"/>
          <p:nvPr/>
        </p:nvPicPr>
        <p:blipFill>
          <a:blip r:embed="rId2">
            <a:alphaModFix amt="50000"/>
          </a:blip>
          <a:stretch>
            <a:fillRect/>
          </a:stretch>
        </p:blipFill>
        <p:spPr>
          <a:xfrm>
            <a:off x="0" y="0"/>
            <a:ext cx="9144000" cy="5143500"/>
          </a:xfrm>
          <a:prstGeom prst="rect">
            <a:avLst/>
          </a:prstGeom>
          <a:noFill/>
          <a:ln>
            <a:noFill/>
          </a:ln>
        </p:spPr>
      </p:pic>
      <p:sp>
        <p:nvSpPr>
          <p:cNvPr id="317" name="Google Shape;317;p88"/>
          <p:cNvSpPr txBox="1"/>
          <p:nvPr>
            <p:ph type="title"/>
          </p:nvPr>
        </p:nvSpPr>
        <p:spPr>
          <a:xfrm>
            <a:off x="809200" y="818125"/>
            <a:ext cx="7727700" cy="572700"/>
          </a:xfrm>
          <a:prstGeom prst="rect">
            <a:avLst/>
          </a:prstGeom>
        </p:spPr>
        <p:txBody>
          <a:bodyPr anchorCtr="0" anchor="t" bIns="91425" lIns="0" spcFirstLastPara="1" rIns="91425" wrap="square" tIns="0">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18" name="Google Shape;318;p88"/>
          <p:cNvSpPr txBox="1"/>
          <p:nvPr>
            <p:ph idx="1" type="body"/>
          </p:nvPr>
        </p:nvSpPr>
        <p:spPr>
          <a:xfrm>
            <a:off x="883075" y="1667050"/>
            <a:ext cx="5401500" cy="2921400"/>
          </a:xfrm>
          <a:prstGeom prst="rect">
            <a:avLst/>
          </a:prstGeom>
        </p:spPr>
        <p:txBody>
          <a:bodyPr anchorCtr="0" anchor="t" bIns="0" lIns="0" spcFirstLastPara="1" rIns="91425" wrap="square" tIns="0">
            <a:noAutofit/>
          </a:bodyPr>
          <a:lstStyle>
            <a:lvl1pPr indent="-381000" lvl="0" marL="457200">
              <a:spcBef>
                <a:spcPts val="0"/>
              </a:spcBef>
              <a:spcAft>
                <a:spcPts val="0"/>
              </a:spcAft>
              <a:buSzPts val="2400"/>
              <a:buChar char="●"/>
              <a:defRPr/>
            </a:lvl1pPr>
            <a:lvl2pPr indent="-342900" lvl="1" marL="914400">
              <a:spcBef>
                <a:spcPts val="1600"/>
              </a:spcBef>
              <a:spcAft>
                <a:spcPts val="0"/>
              </a:spcAft>
              <a:buSzPts val="1800"/>
              <a:buChar char="○"/>
              <a:defRPr/>
            </a:lvl2pPr>
            <a:lvl3pPr indent="-304800" lvl="2" marL="1371600">
              <a:spcBef>
                <a:spcPts val="1600"/>
              </a:spcBef>
              <a:spcAft>
                <a:spcPts val="0"/>
              </a:spcAft>
              <a:buSzPts val="1200"/>
              <a:buChar char="■"/>
              <a:defRPr/>
            </a:lvl3pPr>
            <a:lvl4pPr indent="-292100" lvl="3" marL="1828800">
              <a:spcBef>
                <a:spcPts val="1600"/>
              </a:spcBef>
              <a:spcAft>
                <a:spcPts val="0"/>
              </a:spcAft>
              <a:buSzPts val="1000"/>
              <a:buChar char="●"/>
              <a:defRPr/>
            </a:lvl4pPr>
            <a:lvl5pPr indent="-279400" lvl="4" marL="2286000">
              <a:spcBef>
                <a:spcPts val="1600"/>
              </a:spcBef>
              <a:spcAft>
                <a:spcPts val="0"/>
              </a:spcAft>
              <a:buSzPts val="8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withGrid3">
  <p:cSld name="CUSTOM_3_1_1_1">
    <p:spTree>
      <p:nvGrpSpPr>
        <p:cNvPr id="319" name="Shape 319"/>
        <p:cNvGrpSpPr/>
        <p:nvPr/>
      </p:nvGrpSpPr>
      <p:grpSpPr>
        <a:xfrm>
          <a:off x="0" y="0"/>
          <a:ext cx="0" cy="0"/>
          <a:chOff x="0" y="0"/>
          <a:chExt cx="0" cy="0"/>
        </a:xfrm>
      </p:grpSpPr>
      <p:pic>
        <p:nvPicPr>
          <p:cNvPr id="320" name="Google Shape;320;p89"/>
          <p:cNvPicPr preferRelativeResize="0"/>
          <p:nvPr/>
        </p:nvPicPr>
        <p:blipFill>
          <a:blip r:embed="rId2">
            <a:alphaModFix amt="30000"/>
          </a:blip>
          <a:stretch>
            <a:fillRect/>
          </a:stretch>
        </p:blipFill>
        <p:spPr>
          <a:xfrm>
            <a:off x="0" y="0"/>
            <a:ext cx="9144000" cy="5143500"/>
          </a:xfrm>
          <a:prstGeom prst="rect">
            <a:avLst/>
          </a:prstGeom>
          <a:noFill/>
          <a:ln>
            <a:noFill/>
          </a:ln>
        </p:spPr>
      </p:pic>
      <p:sp>
        <p:nvSpPr>
          <p:cNvPr id="321" name="Google Shape;321;p89"/>
          <p:cNvSpPr txBox="1"/>
          <p:nvPr>
            <p:ph type="title"/>
          </p:nvPr>
        </p:nvSpPr>
        <p:spPr>
          <a:xfrm>
            <a:off x="809200" y="818125"/>
            <a:ext cx="7727700" cy="572700"/>
          </a:xfrm>
          <a:prstGeom prst="rect">
            <a:avLst/>
          </a:prstGeom>
        </p:spPr>
        <p:txBody>
          <a:bodyPr anchorCtr="0" anchor="t" bIns="91425" lIns="0" spcFirstLastPara="1" rIns="91425" wrap="square" tIns="0">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22" name="Google Shape;322;p89"/>
          <p:cNvSpPr txBox="1"/>
          <p:nvPr>
            <p:ph idx="1" type="body"/>
          </p:nvPr>
        </p:nvSpPr>
        <p:spPr>
          <a:xfrm>
            <a:off x="883075" y="1667050"/>
            <a:ext cx="5401500" cy="2921400"/>
          </a:xfrm>
          <a:prstGeom prst="rect">
            <a:avLst/>
          </a:prstGeom>
        </p:spPr>
        <p:txBody>
          <a:bodyPr anchorCtr="0" anchor="t" bIns="0" lIns="0" spcFirstLastPara="1" rIns="91425" wrap="square" tIns="0">
            <a:noAutofit/>
          </a:bodyPr>
          <a:lstStyle>
            <a:lvl1pPr indent="-381000" lvl="0" marL="457200">
              <a:spcBef>
                <a:spcPts val="0"/>
              </a:spcBef>
              <a:spcAft>
                <a:spcPts val="0"/>
              </a:spcAft>
              <a:buSzPts val="2400"/>
              <a:buChar char="●"/>
              <a:defRPr/>
            </a:lvl1pPr>
            <a:lvl2pPr indent="-342900" lvl="1" marL="914400">
              <a:spcBef>
                <a:spcPts val="1600"/>
              </a:spcBef>
              <a:spcAft>
                <a:spcPts val="0"/>
              </a:spcAft>
              <a:buSzPts val="1800"/>
              <a:buChar char="○"/>
              <a:defRPr/>
            </a:lvl2pPr>
            <a:lvl3pPr indent="-304800" lvl="2" marL="1371600">
              <a:spcBef>
                <a:spcPts val="1600"/>
              </a:spcBef>
              <a:spcAft>
                <a:spcPts val="0"/>
              </a:spcAft>
              <a:buSzPts val="1200"/>
              <a:buChar char="■"/>
              <a:defRPr/>
            </a:lvl3pPr>
            <a:lvl4pPr indent="-292100" lvl="3" marL="1828800">
              <a:spcBef>
                <a:spcPts val="1600"/>
              </a:spcBef>
              <a:spcAft>
                <a:spcPts val="0"/>
              </a:spcAft>
              <a:buSzPts val="1000"/>
              <a:buChar char="●"/>
              <a:defRPr/>
            </a:lvl4pPr>
            <a:lvl5pPr indent="-279400" lvl="4" marL="2286000">
              <a:spcBef>
                <a:spcPts val="1600"/>
              </a:spcBef>
              <a:spcAft>
                <a:spcPts val="0"/>
              </a:spcAft>
              <a:buSzPts val="8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idBackground1">
  <p:cSld name="CUSTOM_4">
    <p:spTree>
      <p:nvGrpSpPr>
        <p:cNvPr id="323" name="Shape 323"/>
        <p:cNvGrpSpPr/>
        <p:nvPr/>
      </p:nvGrpSpPr>
      <p:grpSpPr>
        <a:xfrm>
          <a:off x="0" y="0"/>
          <a:ext cx="0" cy="0"/>
          <a:chOff x="0" y="0"/>
          <a:chExt cx="0" cy="0"/>
        </a:xfrm>
      </p:grpSpPr>
      <p:pic>
        <p:nvPicPr>
          <p:cNvPr id="324" name="Google Shape;324;p90"/>
          <p:cNvPicPr preferRelativeResize="0"/>
          <p:nvPr/>
        </p:nvPicPr>
        <p:blipFill>
          <a:blip r:embed="rId2">
            <a:alphaModFix/>
          </a:blip>
          <a:stretch>
            <a:fillRect/>
          </a:stretch>
        </p:blipFill>
        <p:spPr>
          <a:xfrm>
            <a:off x="0" y="0"/>
            <a:ext cx="9144000" cy="5143500"/>
          </a:xfrm>
          <a:prstGeom prst="rect">
            <a:avLst/>
          </a:prstGeom>
          <a:noFill/>
          <a:ln>
            <a:noFill/>
          </a:ln>
        </p:spPr>
      </p:pic>
      <p:sp>
        <p:nvSpPr>
          <p:cNvPr id="325" name="Google Shape;325;p90"/>
          <p:cNvSpPr/>
          <p:nvPr/>
        </p:nvSpPr>
        <p:spPr>
          <a:xfrm>
            <a:off x="-353875" y="321100"/>
            <a:ext cx="6881700" cy="682800"/>
          </a:xfrm>
          <a:prstGeom prst="roundRect">
            <a:avLst>
              <a:gd fmla="val 16667" name="adj"/>
            </a:avLst>
          </a:prstGeom>
          <a:solidFill>
            <a:srgbClr val="F2B20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400">
              <a:latin typeface="Poppins"/>
              <a:ea typeface="Poppins"/>
              <a:cs typeface="Poppins"/>
              <a:sym typeface="Poppins"/>
            </a:endParaRPr>
          </a:p>
        </p:txBody>
      </p:sp>
      <p:sp>
        <p:nvSpPr>
          <p:cNvPr id="326" name="Google Shape;326;p90"/>
          <p:cNvSpPr txBox="1"/>
          <p:nvPr>
            <p:ph type="title"/>
          </p:nvPr>
        </p:nvSpPr>
        <p:spPr>
          <a:xfrm>
            <a:off x="424950" y="431200"/>
            <a:ext cx="7727700" cy="572700"/>
          </a:xfrm>
          <a:prstGeom prst="rect">
            <a:avLst/>
          </a:prstGeom>
        </p:spPr>
        <p:txBody>
          <a:bodyPr anchorCtr="0" anchor="ctr" bIns="91425" lIns="0" spcFirstLastPara="1" rIns="91425" wrap="square" tIns="0">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27" name="Google Shape;327;p90"/>
          <p:cNvSpPr txBox="1"/>
          <p:nvPr>
            <p:ph idx="1" type="body"/>
          </p:nvPr>
        </p:nvSpPr>
        <p:spPr>
          <a:xfrm>
            <a:off x="883075" y="1667050"/>
            <a:ext cx="5401500" cy="2921400"/>
          </a:xfrm>
          <a:prstGeom prst="rect">
            <a:avLst/>
          </a:prstGeom>
        </p:spPr>
        <p:txBody>
          <a:bodyPr anchorCtr="0" anchor="t" bIns="0" lIns="0" spcFirstLastPara="1" rIns="91425" wrap="square" tIns="0">
            <a:noAutofit/>
          </a:bodyPr>
          <a:lstStyle>
            <a:lvl1pPr indent="-381000" lvl="0" marL="457200">
              <a:spcBef>
                <a:spcPts val="0"/>
              </a:spcBef>
              <a:spcAft>
                <a:spcPts val="0"/>
              </a:spcAft>
              <a:buSzPts val="2400"/>
              <a:buChar char="●"/>
              <a:defRPr/>
            </a:lvl1pPr>
            <a:lvl2pPr indent="-342900" lvl="1" marL="914400">
              <a:spcBef>
                <a:spcPts val="1600"/>
              </a:spcBef>
              <a:spcAft>
                <a:spcPts val="0"/>
              </a:spcAft>
              <a:buSzPts val="1800"/>
              <a:buChar char="○"/>
              <a:defRPr/>
            </a:lvl2pPr>
            <a:lvl3pPr indent="-304800" lvl="2" marL="1371600">
              <a:spcBef>
                <a:spcPts val="1600"/>
              </a:spcBef>
              <a:spcAft>
                <a:spcPts val="0"/>
              </a:spcAft>
              <a:buSzPts val="1200"/>
              <a:buChar char="■"/>
              <a:defRPr/>
            </a:lvl3pPr>
            <a:lvl4pPr indent="-292100" lvl="3" marL="1828800">
              <a:spcBef>
                <a:spcPts val="1600"/>
              </a:spcBef>
              <a:spcAft>
                <a:spcPts val="0"/>
              </a:spcAft>
              <a:buSzPts val="1000"/>
              <a:buChar char="●"/>
              <a:defRPr/>
            </a:lvl4pPr>
            <a:lvl5pPr indent="-279400" lvl="4" marL="2286000">
              <a:spcBef>
                <a:spcPts val="1600"/>
              </a:spcBef>
              <a:spcAft>
                <a:spcPts val="0"/>
              </a:spcAft>
              <a:buSzPts val="8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idBackground2">
  <p:cSld name="CUSTOM_4_1">
    <p:spTree>
      <p:nvGrpSpPr>
        <p:cNvPr id="328" name="Shape 328"/>
        <p:cNvGrpSpPr/>
        <p:nvPr/>
      </p:nvGrpSpPr>
      <p:grpSpPr>
        <a:xfrm>
          <a:off x="0" y="0"/>
          <a:ext cx="0" cy="0"/>
          <a:chOff x="0" y="0"/>
          <a:chExt cx="0" cy="0"/>
        </a:xfrm>
      </p:grpSpPr>
      <p:pic>
        <p:nvPicPr>
          <p:cNvPr id="329" name="Google Shape;329;p91"/>
          <p:cNvPicPr preferRelativeResize="0"/>
          <p:nvPr/>
        </p:nvPicPr>
        <p:blipFill>
          <a:blip r:embed="rId2">
            <a:alphaModFix/>
          </a:blip>
          <a:stretch>
            <a:fillRect/>
          </a:stretch>
        </p:blipFill>
        <p:spPr>
          <a:xfrm>
            <a:off x="0" y="0"/>
            <a:ext cx="9144000" cy="5143500"/>
          </a:xfrm>
          <a:prstGeom prst="rect">
            <a:avLst/>
          </a:prstGeom>
          <a:noFill/>
          <a:ln>
            <a:noFill/>
          </a:ln>
        </p:spPr>
      </p:pic>
      <p:sp>
        <p:nvSpPr>
          <p:cNvPr id="330" name="Google Shape;330;p91"/>
          <p:cNvSpPr txBox="1"/>
          <p:nvPr>
            <p:ph idx="1" type="body"/>
          </p:nvPr>
        </p:nvSpPr>
        <p:spPr>
          <a:xfrm>
            <a:off x="883075" y="1667050"/>
            <a:ext cx="5401500" cy="2921400"/>
          </a:xfrm>
          <a:prstGeom prst="rect">
            <a:avLst/>
          </a:prstGeom>
        </p:spPr>
        <p:txBody>
          <a:bodyPr anchorCtr="0" anchor="t" bIns="0" lIns="0" spcFirstLastPara="1" rIns="91425" wrap="square" tIns="0">
            <a:noAutofit/>
          </a:bodyPr>
          <a:lstStyle>
            <a:lvl1pPr indent="-381000" lvl="0" marL="457200">
              <a:spcBef>
                <a:spcPts val="0"/>
              </a:spcBef>
              <a:spcAft>
                <a:spcPts val="0"/>
              </a:spcAft>
              <a:buSzPts val="2400"/>
              <a:buChar char="●"/>
              <a:defRPr/>
            </a:lvl1pPr>
            <a:lvl2pPr indent="-342900" lvl="1" marL="914400">
              <a:spcBef>
                <a:spcPts val="1600"/>
              </a:spcBef>
              <a:spcAft>
                <a:spcPts val="0"/>
              </a:spcAft>
              <a:buSzPts val="1800"/>
              <a:buChar char="○"/>
              <a:defRPr/>
            </a:lvl2pPr>
            <a:lvl3pPr indent="-304800" lvl="2" marL="1371600">
              <a:spcBef>
                <a:spcPts val="1600"/>
              </a:spcBef>
              <a:spcAft>
                <a:spcPts val="0"/>
              </a:spcAft>
              <a:buSzPts val="1200"/>
              <a:buChar char="■"/>
              <a:defRPr/>
            </a:lvl3pPr>
            <a:lvl4pPr indent="-292100" lvl="3" marL="1828800">
              <a:spcBef>
                <a:spcPts val="1600"/>
              </a:spcBef>
              <a:spcAft>
                <a:spcPts val="0"/>
              </a:spcAft>
              <a:buSzPts val="1000"/>
              <a:buChar char="●"/>
              <a:defRPr/>
            </a:lvl4pPr>
            <a:lvl5pPr indent="-279400" lvl="4" marL="2286000">
              <a:spcBef>
                <a:spcPts val="1600"/>
              </a:spcBef>
              <a:spcAft>
                <a:spcPts val="0"/>
              </a:spcAft>
              <a:buSzPts val="8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331" name="Google Shape;331;p91"/>
          <p:cNvSpPr/>
          <p:nvPr/>
        </p:nvSpPr>
        <p:spPr>
          <a:xfrm>
            <a:off x="-353875" y="321100"/>
            <a:ext cx="6881700" cy="682800"/>
          </a:xfrm>
          <a:prstGeom prst="roundRect">
            <a:avLst>
              <a:gd fmla="val 16667" name="adj"/>
            </a:avLst>
          </a:prstGeom>
          <a:solidFill>
            <a:srgbClr val="34E0A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400">
              <a:latin typeface="Poppins"/>
              <a:ea typeface="Poppins"/>
              <a:cs typeface="Poppins"/>
              <a:sym typeface="Poppins"/>
            </a:endParaRPr>
          </a:p>
        </p:txBody>
      </p:sp>
      <p:sp>
        <p:nvSpPr>
          <p:cNvPr id="332" name="Google Shape;332;p91"/>
          <p:cNvSpPr txBox="1"/>
          <p:nvPr>
            <p:ph type="title"/>
          </p:nvPr>
        </p:nvSpPr>
        <p:spPr>
          <a:xfrm>
            <a:off x="424950" y="431200"/>
            <a:ext cx="7727700" cy="572700"/>
          </a:xfrm>
          <a:prstGeom prst="rect">
            <a:avLst/>
          </a:prstGeom>
        </p:spPr>
        <p:txBody>
          <a:bodyPr anchorCtr="0" anchor="ctr" bIns="91425" lIns="0" spcFirstLastPara="1" rIns="91425" wrap="square" tIns="0">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idBackground3">
  <p:cSld name="CUSTOM_4_2">
    <p:spTree>
      <p:nvGrpSpPr>
        <p:cNvPr id="333" name="Shape 333"/>
        <p:cNvGrpSpPr/>
        <p:nvPr/>
      </p:nvGrpSpPr>
      <p:grpSpPr>
        <a:xfrm>
          <a:off x="0" y="0"/>
          <a:ext cx="0" cy="0"/>
          <a:chOff x="0" y="0"/>
          <a:chExt cx="0" cy="0"/>
        </a:xfrm>
      </p:grpSpPr>
      <p:pic>
        <p:nvPicPr>
          <p:cNvPr id="334" name="Google Shape;334;p92"/>
          <p:cNvPicPr preferRelativeResize="0"/>
          <p:nvPr/>
        </p:nvPicPr>
        <p:blipFill>
          <a:blip r:embed="rId2">
            <a:alphaModFix/>
          </a:blip>
          <a:stretch>
            <a:fillRect/>
          </a:stretch>
        </p:blipFill>
        <p:spPr>
          <a:xfrm>
            <a:off x="0" y="0"/>
            <a:ext cx="9144000" cy="5143500"/>
          </a:xfrm>
          <a:prstGeom prst="rect">
            <a:avLst/>
          </a:prstGeom>
          <a:noFill/>
          <a:ln>
            <a:noFill/>
          </a:ln>
        </p:spPr>
      </p:pic>
      <p:sp>
        <p:nvSpPr>
          <p:cNvPr id="335" name="Google Shape;335;p92"/>
          <p:cNvSpPr txBox="1"/>
          <p:nvPr>
            <p:ph idx="1" type="body"/>
          </p:nvPr>
        </p:nvSpPr>
        <p:spPr>
          <a:xfrm>
            <a:off x="883075" y="1667050"/>
            <a:ext cx="5401500" cy="2921400"/>
          </a:xfrm>
          <a:prstGeom prst="rect">
            <a:avLst/>
          </a:prstGeom>
        </p:spPr>
        <p:txBody>
          <a:bodyPr anchorCtr="0" anchor="t" bIns="0" lIns="0" spcFirstLastPara="1" rIns="91425" wrap="square" tIns="0">
            <a:noAutofit/>
          </a:bodyPr>
          <a:lstStyle>
            <a:lvl1pPr indent="-381000" lvl="0" marL="457200">
              <a:spcBef>
                <a:spcPts val="0"/>
              </a:spcBef>
              <a:spcAft>
                <a:spcPts val="0"/>
              </a:spcAft>
              <a:buSzPts val="2400"/>
              <a:buChar char="●"/>
              <a:defRPr/>
            </a:lvl1pPr>
            <a:lvl2pPr indent="-342900" lvl="1" marL="914400">
              <a:spcBef>
                <a:spcPts val="1600"/>
              </a:spcBef>
              <a:spcAft>
                <a:spcPts val="0"/>
              </a:spcAft>
              <a:buSzPts val="1800"/>
              <a:buChar char="○"/>
              <a:defRPr/>
            </a:lvl2pPr>
            <a:lvl3pPr indent="-304800" lvl="2" marL="1371600">
              <a:spcBef>
                <a:spcPts val="1600"/>
              </a:spcBef>
              <a:spcAft>
                <a:spcPts val="0"/>
              </a:spcAft>
              <a:buSzPts val="1200"/>
              <a:buChar char="■"/>
              <a:defRPr/>
            </a:lvl3pPr>
            <a:lvl4pPr indent="-292100" lvl="3" marL="1828800">
              <a:spcBef>
                <a:spcPts val="1600"/>
              </a:spcBef>
              <a:spcAft>
                <a:spcPts val="0"/>
              </a:spcAft>
              <a:buSzPts val="1000"/>
              <a:buChar char="●"/>
              <a:defRPr/>
            </a:lvl4pPr>
            <a:lvl5pPr indent="-279400" lvl="4" marL="2286000">
              <a:spcBef>
                <a:spcPts val="1600"/>
              </a:spcBef>
              <a:spcAft>
                <a:spcPts val="0"/>
              </a:spcAft>
              <a:buSzPts val="8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336" name="Google Shape;336;p92"/>
          <p:cNvSpPr/>
          <p:nvPr/>
        </p:nvSpPr>
        <p:spPr>
          <a:xfrm>
            <a:off x="-353875" y="321100"/>
            <a:ext cx="6881700" cy="682800"/>
          </a:xfrm>
          <a:prstGeom prst="roundRect">
            <a:avLst>
              <a:gd fmla="val 16667"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400">
              <a:latin typeface="Poppins"/>
              <a:ea typeface="Poppins"/>
              <a:cs typeface="Poppins"/>
              <a:sym typeface="Poppins"/>
            </a:endParaRPr>
          </a:p>
        </p:txBody>
      </p:sp>
      <p:sp>
        <p:nvSpPr>
          <p:cNvPr id="337" name="Google Shape;337;p92"/>
          <p:cNvSpPr txBox="1"/>
          <p:nvPr>
            <p:ph type="title"/>
          </p:nvPr>
        </p:nvSpPr>
        <p:spPr>
          <a:xfrm>
            <a:off x="424950" y="431200"/>
            <a:ext cx="7727700" cy="572700"/>
          </a:xfrm>
          <a:prstGeom prst="rect">
            <a:avLst/>
          </a:prstGeom>
        </p:spPr>
        <p:txBody>
          <a:bodyPr anchorCtr="0" anchor="ctr" bIns="91425" lIns="0" spcFirstLastPara="1" rIns="91425" wrap="square" tIns="0">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idBackground4">
  <p:cSld name="CUSTOM_4_3">
    <p:spTree>
      <p:nvGrpSpPr>
        <p:cNvPr id="338" name="Shape 338"/>
        <p:cNvGrpSpPr/>
        <p:nvPr/>
      </p:nvGrpSpPr>
      <p:grpSpPr>
        <a:xfrm>
          <a:off x="0" y="0"/>
          <a:ext cx="0" cy="0"/>
          <a:chOff x="0" y="0"/>
          <a:chExt cx="0" cy="0"/>
        </a:xfrm>
      </p:grpSpPr>
      <p:pic>
        <p:nvPicPr>
          <p:cNvPr id="339" name="Google Shape;339;p93"/>
          <p:cNvPicPr preferRelativeResize="0"/>
          <p:nvPr/>
        </p:nvPicPr>
        <p:blipFill>
          <a:blip r:embed="rId2">
            <a:alphaModFix/>
          </a:blip>
          <a:stretch>
            <a:fillRect/>
          </a:stretch>
        </p:blipFill>
        <p:spPr>
          <a:xfrm>
            <a:off x="0" y="0"/>
            <a:ext cx="9144000" cy="5143500"/>
          </a:xfrm>
          <a:prstGeom prst="rect">
            <a:avLst/>
          </a:prstGeom>
          <a:noFill/>
          <a:ln>
            <a:noFill/>
          </a:ln>
        </p:spPr>
      </p:pic>
      <p:sp>
        <p:nvSpPr>
          <p:cNvPr id="340" name="Google Shape;340;p93"/>
          <p:cNvSpPr txBox="1"/>
          <p:nvPr>
            <p:ph idx="1" type="body"/>
          </p:nvPr>
        </p:nvSpPr>
        <p:spPr>
          <a:xfrm>
            <a:off x="883075" y="1667050"/>
            <a:ext cx="5401500" cy="2921400"/>
          </a:xfrm>
          <a:prstGeom prst="rect">
            <a:avLst/>
          </a:prstGeom>
        </p:spPr>
        <p:txBody>
          <a:bodyPr anchorCtr="0" anchor="t" bIns="0" lIns="0" spcFirstLastPara="1" rIns="91425" wrap="square" tIns="0">
            <a:noAutofit/>
          </a:bodyPr>
          <a:lstStyle>
            <a:lvl1pPr indent="-381000" lvl="0" marL="457200">
              <a:spcBef>
                <a:spcPts val="0"/>
              </a:spcBef>
              <a:spcAft>
                <a:spcPts val="0"/>
              </a:spcAft>
              <a:buSzPts val="2400"/>
              <a:buChar char="●"/>
              <a:defRPr/>
            </a:lvl1pPr>
            <a:lvl2pPr indent="-342900" lvl="1" marL="914400">
              <a:spcBef>
                <a:spcPts val="1600"/>
              </a:spcBef>
              <a:spcAft>
                <a:spcPts val="0"/>
              </a:spcAft>
              <a:buSzPts val="1800"/>
              <a:buChar char="○"/>
              <a:defRPr/>
            </a:lvl2pPr>
            <a:lvl3pPr indent="-304800" lvl="2" marL="1371600">
              <a:spcBef>
                <a:spcPts val="1600"/>
              </a:spcBef>
              <a:spcAft>
                <a:spcPts val="0"/>
              </a:spcAft>
              <a:buSzPts val="1200"/>
              <a:buChar char="■"/>
              <a:defRPr/>
            </a:lvl3pPr>
            <a:lvl4pPr indent="-292100" lvl="3" marL="1828800">
              <a:spcBef>
                <a:spcPts val="1600"/>
              </a:spcBef>
              <a:spcAft>
                <a:spcPts val="0"/>
              </a:spcAft>
              <a:buSzPts val="1000"/>
              <a:buChar char="●"/>
              <a:defRPr/>
            </a:lvl4pPr>
            <a:lvl5pPr indent="-279400" lvl="4" marL="2286000">
              <a:spcBef>
                <a:spcPts val="1600"/>
              </a:spcBef>
              <a:spcAft>
                <a:spcPts val="0"/>
              </a:spcAft>
              <a:buSzPts val="8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341" name="Google Shape;341;p93"/>
          <p:cNvSpPr/>
          <p:nvPr/>
        </p:nvSpPr>
        <p:spPr>
          <a:xfrm>
            <a:off x="-353875" y="321100"/>
            <a:ext cx="6881700" cy="682800"/>
          </a:xfrm>
          <a:prstGeom prst="roundRect">
            <a:avLst>
              <a:gd fmla="val 16667" name="adj"/>
            </a:avLst>
          </a:prstGeom>
          <a:solidFill>
            <a:srgbClr val="004F3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400">
              <a:latin typeface="Poppins"/>
              <a:ea typeface="Poppins"/>
              <a:cs typeface="Poppins"/>
              <a:sym typeface="Poppins"/>
            </a:endParaRPr>
          </a:p>
        </p:txBody>
      </p:sp>
      <p:sp>
        <p:nvSpPr>
          <p:cNvPr id="342" name="Google Shape;342;p93"/>
          <p:cNvSpPr txBox="1"/>
          <p:nvPr>
            <p:ph type="title"/>
          </p:nvPr>
        </p:nvSpPr>
        <p:spPr>
          <a:xfrm>
            <a:off x="424950" y="431200"/>
            <a:ext cx="7727700" cy="572700"/>
          </a:xfrm>
          <a:prstGeom prst="rect">
            <a:avLst/>
          </a:prstGeom>
        </p:spPr>
        <p:txBody>
          <a:bodyPr anchorCtr="0" anchor="ctr" bIns="91425" lIns="0" spcFirstLastPara="1" rIns="91425" wrap="square" tIns="0">
            <a:noAutofit/>
          </a:bodyPr>
          <a:lstStyle>
            <a:lvl1pPr lvl="0">
              <a:spcBef>
                <a:spcPts val="0"/>
              </a:spcBef>
              <a:spcAft>
                <a:spcPts val="0"/>
              </a:spcAft>
              <a:buClr>
                <a:schemeClr val="lt1"/>
              </a:buClr>
              <a:buSzPts val="2400"/>
              <a:buNone/>
              <a:defRPr>
                <a:solidFill>
                  <a:schemeClr val="lt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idBackground5">
  <p:cSld name="CUSTOM_4_4">
    <p:spTree>
      <p:nvGrpSpPr>
        <p:cNvPr id="343" name="Shape 343"/>
        <p:cNvGrpSpPr/>
        <p:nvPr/>
      </p:nvGrpSpPr>
      <p:grpSpPr>
        <a:xfrm>
          <a:off x="0" y="0"/>
          <a:ext cx="0" cy="0"/>
          <a:chOff x="0" y="0"/>
          <a:chExt cx="0" cy="0"/>
        </a:xfrm>
      </p:grpSpPr>
      <p:pic>
        <p:nvPicPr>
          <p:cNvPr id="344" name="Google Shape;344;p94"/>
          <p:cNvPicPr preferRelativeResize="0"/>
          <p:nvPr/>
        </p:nvPicPr>
        <p:blipFill>
          <a:blip r:embed="rId2">
            <a:alphaModFix/>
          </a:blip>
          <a:stretch>
            <a:fillRect/>
          </a:stretch>
        </p:blipFill>
        <p:spPr>
          <a:xfrm>
            <a:off x="0" y="0"/>
            <a:ext cx="9144000" cy="5143500"/>
          </a:xfrm>
          <a:prstGeom prst="rect">
            <a:avLst/>
          </a:prstGeom>
          <a:noFill/>
          <a:ln>
            <a:noFill/>
          </a:ln>
        </p:spPr>
      </p:pic>
      <p:sp>
        <p:nvSpPr>
          <p:cNvPr id="345" name="Google Shape;345;p94"/>
          <p:cNvSpPr txBox="1"/>
          <p:nvPr>
            <p:ph idx="1" type="body"/>
          </p:nvPr>
        </p:nvSpPr>
        <p:spPr>
          <a:xfrm>
            <a:off x="883075" y="1667050"/>
            <a:ext cx="5401500" cy="2921400"/>
          </a:xfrm>
          <a:prstGeom prst="rect">
            <a:avLst/>
          </a:prstGeom>
        </p:spPr>
        <p:txBody>
          <a:bodyPr anchorCtr="0" anchor="t" bIns="0" lIns="0" spcFirstLastPara="1" rIns="91425" wrap="square" tIns="0">
            <a:noAutofit/>
          </a:bodyPr>
          <a:lstStyle>
            <a:lvl1pPr indent="-381000" lvl="0" marL="457200">
              <a:spcBef>
                <a:spcPts val="0"/>
              </a:spcBef>
              <a:spcAft>
                <a:spcPts val="0"/>
              </a:spcAft>
              <a:buSzPts val="2400"/>
              <a:buChar char="●"/>
              <a:defRPr/>
            </a:lvl1pPr>
            <a:lvl2pPr indent="-342900" lvl="1" marL="914400">
              <a:spcBef>
                <a:spcPts val="1600"/>
              </a:spcBef>
              <a:spcAft>
                <a:spcPts val="0"/>
              </a:spcAft>
              <a:buSzPts val="1800"/>
              <a:buChar char="○"/>
              <a:defRPr/>
            </a:lvl2pPr>
            <a:lvl3pPr indent="-304800" lvl="2" marL="1371600">
              <a:spcBef>
                <a:spcPts val="1600"/>
              </a:spcBef>
              <a:spcAft>
                <a:spcPts val="0"/>
              </a:spcAft>
              <a:buSzPts val="1200"/>
              <a:buChar char="■"/>
              <a:defRPr/>
            </a:lvl3pPr>
            <a:lvl4pPr indent="-292100" lvl="3" marL="1828800">
              <a:spcBef>
                <a:spcPts val="1600"/>
              </a:spcBef>
              <a:spcAft>
                <a:spcPts val="0"/>
              </a:spcAft>
              <a:buSzPts val="1000"/>
              <a:buChar char="●"/>
              <a:defRPr/>
            </a:lvl4pPr>
            <a:lvl5pPr indent="-279400" lvl="4" marL="2286000">
              <a:spcBef>
                <a:spcPts val="1600"/>
              </a:spcBef>
              <a:spcAft>
                <a:spcPts val="0"/>
              </a:spcAft>
              <a:buSzPts val="8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346" name="Google Shape;346;p94"/>
          <p:cNvSpPr/>
          <p:nvPr/>
        </p:nvSpPr>
        <p:spPr>
          <a:xfrm>
            <a:off x="-353875" y="321100"/>
            <a:ext cx="6881700" cy="682800"/>
          </a:xfrm>
          <a:prstGeom prst="roundRect">
            <a:avLst>
              <a:gd fmla="val 16667"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400">
              <a:latin typeface="Poppins"/>
              <a:ea typeface="Poppins"/>
              <a:cs typeface="Poppins"/>
              <a:sym typeface="Poppins"/>
            </a:endParaRPr>
          </a:p>
        </p:txBody>
      </p:sp>
      <p:sp>
        <p:nvSpPr>
          <p:cNvPr id="347" name="Google Shape;347;p94"/>
          <p:cNvSpPr txBox="1"/>
          <p:nvPr>
            <p:ph type="title"/>
          </p:nvPr>
        </p:nvSpPr>
        <p:spPr>
          <a:xfrm>
            <a:off x="424950" y="431200"/>
            <a:ext cx="7727700" cy="572700"/>
          </a:xfrm>
          <a:prstGeom prst="rect">
            <a:avLst/>
          </a:prstGeom>
        </p:spPr>
        <p:txBody>
          <a:bodyPr anchorCtr="0" anchor="ctr" bIns="91425" lIns="0" spcFirstLastPara="1" rIns="91425" wrap="square" tIns="0">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amp;A1">
  <p:cSld name="CUSTOM_5">
    <p:spTree>
      <p:nvGrpSpPr>
        <p:cNvPr id="348" name="Shape 348"/>
        <p:cNvGrpSpPr/>
        <p:nvPr/>
      </p:nvGrpSpPr>
      <p:grpSpPr>
        <a:xfrm>
          <a:off x="0" y="0"/>
          <a:ext cx="0" cy="0"/>
          <a:chOff x="0" y="0"/>
          <a:chExt cx="0" cy="0"/>
        </a:xfrm>
      </p:grpSpPr>
      <p:pic>
        <p:nvPicPr>
          <p:cNvPr id="349" name="Google Shape;349;p95"/>
          <p:cNvPicPr preferRelativeResize="0"/>
          <p:nvPr/>
        </p:nvPicPr>
        <p:blipFill>
          <a:blip r:embed="rId2">
            <a:alphaModFix/>
          </a:blip>
          <a:stretch>
            <a:fillRect/>
          </a:stretch>
        </p:blipFill>
        <p:spPr>
          <a:xfrm>
            <a:off x="0" y="0"/>
            <a:ext cx="9144000" cy="5143505"/>
          </a:xfrm>
          <a:prstGeom prst="rect">
            <a:avLst/>
          </a:prstGeom>
          <a:noFill/>
          <a:ln>
            <a:noFill/>
          </a:ln>
        </p:spPr>
      </p:pic>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amp;A2">
  <p:cSld name="CUSTOM_5_1">
    <p:spTree>
      <p:nvGrpSpPr>
        <p:cNvPr id="350" name="Shape 350"/>
        <p:cNvGrpSpPr/>
        <p:nvPr/>
      </p:nvGrpSpPr>
      <p:grpSpPr>
        <a:xfrm>
          <a:off x="0" y="0"/>
          <a:ext cx="0" cy="0"/>
          <a:chOff x="0" y="0"/>
          <a:chExt cx="0" cy="0"/>
        </a:xfrm>
      </p:grpSpPr>
      <p:pic>
        <p:nvPicPr>
          <p:cNvPr id="351" name="Google Shape;351;p96"/>
          <p:cNvPicPr preferRelativeResize="0"/>
          <p:nvPr/>
        </p:nvPicPr>
        <p:blipFill>
          <a:blip r:embed="rId2">
            <a:alphaModFix/>
          </a:blip>
          <a:stretch>
            <a:fillRect/>
          </a:stretch>
        </p:blipFill>
        <p:spPr>
          <a:xfrm>
            <a:off x="0" y="0"/>
            <a:ext cx="9144000" cy="5143505"/>
          </a:xfrm>
          <a:prstGeom prst="rect">
            <a:avLst/>
          </a:prstGeom>
          <a:noFill/>
          <a:ln>
            <a:noFill/>
          </a:ln>
        </p:spPr>
      </p:pic>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amp;A3">
  <p:cSld name="CUSTOM_5_2">
    <p:spTree>
      <p:nvGrpSpPr>
        <p:cNvPr id="352" name="Shape 352"/>
        <p:cNvGrpSpPr/>
        <p:nvPr/>
      </p:nvGrpSpPr>
      <p:grpSpPr>
        <a:xfrm>
          <a:off x="0" y="0"/>
          <a:ext cx="0" cy="0"/>
          <a:chOff x="0" y="0"/>
          <a:chExt cx="0" cy="0"/>
        </a:xfrm>
      </p:grpSpPr>
      <p:pic>
        <p:nvPicPr>
          <p:cNvPr id="353" name="Google Shape;353;p97"/>
          <p:cNvPicPr preferRelativeResize="0"/>
          <p:nvPr/>
        </p:nvPicPr>
        <p:blipFill>
          <a:blip r:embed="rId2">
            <a:alphaModFix/>
          </a:blip>
          <a:stretch>
            <a:fillRect/>
          </a:stretch>
        </p:blipFill>
        <p:spPr>
          <a:xfrm>
            <a:off x="0" y="0"/>
            <a:ext cx="9144000" cy="5143505"/>
          </a:xfrm>
          <a:prstGeom prst="rect">
            <a:avLst/>
          </a:prstGeom>
          <a:noFill/>
          <a:ln>
            <a:noFill/>
          </a:ln>
        </p:spPr>
      </p:pic>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Thanks 2">
  <p:cSld name="TITLE_1_1_1_1_1_1_1_1_1_1">
    <p:bg>
      <p:bgPr>
        <a:solidFill>
          <a:schemeClr val="accent1"/>
        </a:solidFill>
      </p:bgPr>
    </p:bg>
    <p:spTree>
      <p:nvGrpSpPr>
        <p:cNvPr id="354" name="Shape 354"/>
        <p:cNvGrpSpPr/>
        <p:nvPr/>
      </p:nvGrpSpPr>
      <p:grpSpPr>
        <a:xfrm>
          <a:off x="0" y="0"/>
          <a:ext cx="0" cy="0"/>
          <a:chOff x="0" y="0"/>
          <a:chExt cx="0" cy="0"/>
        </a:xfrm>
      </p:grpSpPr>
      <p:pic>
        <p:nvPicPr>
          <p:cNvPr id="355" name="Google Shape;355;p98"/>
          <p:cNvPicPr preferRelativeResize="0"/>
          <p:nvPr/>
        </p:nvPicPr>
        <p:blipFill>
          <a:blip r:embed="rId2">
            <a:alphaModFix/>
          </a:blip>
          <a:stretch>
            <a:fillRect/>
          </a:stretch>
        </p:blipFill>
        <p:spPr>
          <a:xfrm>
            <a:off x="405838" y="411150"/>
            <a:ext cx="806721" cy="806800"/>
          </a:xfrm>
          <a:prstGeom prst="rect">
            <a:avLst/>
          </a:prstGeom>
          <a:noFill/>
          <a:ln>
            <a:noFill/>
          </a:ln>
        </p:spPr>
      </p:pic>
      <p:sp>
        <p:nvSpPr>
          <p:cNvPr id="356" name="Google Shape;356;p98"/>
          <p:cNvSpPr txBox="1"/>
          <p:nvPr/>
        </p:nvSpPr>
        <p:spPr>
          <a:xfrm>
            <a:off x="402921" y="4017628"/>
            <a:ext cx="3539700" cy="812700"/>
          </a:xfrm>
          <a:prstGeom prst="rect">
            <a:avLst/>
          </a:prstGeom>
          <a:noFill/>
          <a:ln>
            <a:noFill/>
          </a:ln>
        </p:spPr>
        <p:txBody>
          <a:bodyPr anchorCtr="0" anchor="t" bIns="91425" lIns="91425" spcFirstLastPara="1" rIns="91425" wrap="square" tIns="91425">
            <a:spAutoFit/>
          </a:bodyPr>
          <a:lstStyle/>
          <a:p>
            <a:pPr indent="0" lvl="0" marL="0" rtl="0" algn="l">
              <a:lnSpc>
                <a:spcPct val="85000"/>
              </a:lnSpc>
              <a:spcBef>
                <a:spcPts val="0"/>
              </a:spcBef>
              <a:spcAft>
                <a:spcPts val="0"/>
              </a:spcAft>
              <a:buNone/>
            </a:pPr>
            <a:r>
              <a:rPr lang="en" sz="4800">
                <a:solidFill>
                  <a:schemeClr val="dk1"/>
                </a:solidFill>
                <a:latin typeface="Poppins"/>
                <a:ea typeface="Poppins"/>
                <a:cs typeface="Poppins"/>
                <a:sym typeface="Poppins"/>
              </a:rPr>
              <a:t>Thanks.</a:t>
            </a:r>
            <a:endParaRPr sz="4800">
              <a:solidFill>
                <a:schemeClr val="dk1"/>
              </a:solidFill>
              <a:latin typeface="Poppins"/>
              <a:ea typeface="Poppins"/>
              <a:cs typeface="Poppins"/>
              <a:sym typeface="Poppins"/>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type="blank">
  <p:cSld name="BLANK">
    <p:spTree>
      <p:nvGrpSpPr>
        <p:cNvPr id="357" name="Shape 357"/>
        <p:cNvGrpSpPr/>
        <p:nvPr/>
      </p:nvGrpSpPr>
      <p:grpSpPr>
        <a:xfrm>
          <a:off x="0" y="0"/>
          <a:ext cx="0" cy="0"/>
          <a:chOff x="0" y="0"/>
          <a:chExt cx="0" cy="0"/>
        </a:xfrm>
      </p:grpSpPr>
      <p:sp>
        <p:nvSpPr>
          <p:cNvPr id="358" name="Google Shape;358;p9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359" name="Google Shape;359;p9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360" name="Google Shape;360;p9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1" name="Shape 361"/>
        <p:cNvGrpSpPr/>
        <p:nvPr/>
      </p:nvGrpSpPr>
      <p:grpSpPr>
        <a:xfrm>
          <a:off x="0" y="0"/>
          <a:ext cx="0" cy="0"/>
          <a:chOff x="0" y="0"/>
          <a:chExt cx="0" cy="0"/>
        </a:xfrm>
      </p:grpSpPr>
      <p:sp>
        <p:nvSpPr>
          <p:cNvPr id="362" name="Google Shape;362;p100"/>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63" name="Google Shape;363;p10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364" name="Google Shape;364;p10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365" name="Google Shape;365;p10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YouSlide">
  <p:cSld name="CUSTOM_6">
    <p:spTree>
      <p:nvGrpSpPr>
        <p:cNvPr id="366" name="Shape 366"/>
        <p:cNvGrpSpPr/>
        <p:nvPr/>
      </p:nvGrpSpPr>
      <p:grpSpPr>
        <a:xfrm>
          <a:off x="0" y="0"/>
          <a:ext cx="0" cy="0"/>
          <a:chOff x="0" y="0"/>
          <a:chExt cx="0" cy="0"/>
        </a:xfrm>
      </p:grpSpPr>
      <p:pic>
        <p:nvPicPr>
          <p:cNvPr id="367" name="Google Shape;367;p101"/>
          <p:cNvPicPr preferRelativeResize="0"/>
          <p:nvPr/>
        </p:nvPicPr>
        <p:blipFill>
          <a:blip r:embed="rId2">
            <a:alphaModFix/>
          </a:blip>
          <a:stretch>
            <a:fillRect/>
          </a:stretch>
        </p:blipFill>
        <p:spPr>
          <a:xfrm>
            <a:off x="0" y="0"/>
            <a:ext cx="9144000" cy="5143505"/>
          </a:xfrm>
          <a:prstGeom prst="rect">
            <a:avLst/>
          </a:prstGeom>
          <a:noFill/>
          <a:ln>
            <a:noFill/>
          </a:ln>
        </p:spPr>
      </p:pic>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p:cSld name="CUSTOM_7">
    <p:spTree>
      <p:nvGrpSpPr>
        <p:cNvPr id="368" name="Shape 368"/>
        <p:cNvGrpSpPr/>
        <p:nvPr/>
      </p:nvGrpSpPr>
      <p:grpSpPr>
        <a:xfrm>
          <a:off x="0" y="0"/>
          <a:ext cx="0" cy="0"/>
          <a:chOff x="0" y="0"/>
          <a:chExt cx="0" cy="0"/>
        </a:xfrm>
      </p:grpSpPr>
      <p:pic>
        <p:nvPicPr>
          <p:cNvPr id="369" name="Google Shape;369;p102"/>
          <p:cNvPicPr preferRelativeResize="0"/>
          <p:nvPr/>
        </p:nvPicPr>
        <p:blipFill>
          <a:blip r:embed="rId2">
            <a:alphaModFix/>
          </a:blip>
          <a:stretch>
            <a:fillRect/>
          </a:stretch>
        </p:blipFill>
        <p:spPr>
          <a:xfrm>
            <a:off x="0" y="0"/>
            <a:ext cx="9144000" cy="5143500"/>
          </a:xfrm>
          <a:prstGeom prst="rect">
            <a:avLst/>
          </a:prstGeom>
          <a:noFill/>
          <a:ln>
            <a:noFill/>
          </a:ln>
        </p:spPr>
      </p:pic>
      <p:sp>
        <p:nvSpPr>
          <p:cNvPr id="370" name="Google Shape;370;p102"/>
          <p:cNvSpPr txBox="1"/>
          <p:nvPr/>
        </p:nvSpPr>
        <p:spPr>
          <a:xfrm>
            <a:off x="2356250" y="112800"/>
            <a:ext cx="6604500" cy="1749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7500">
                <a:solidFill>
                  <a:srgbClr val="FF6666"/>
                </a:solidFill>
                <a:latin typeface="Poppins Black"/>
                <a:ea typeface="Poppins Black"/>
                <a:cs typeface="Poppins Black"/>
                <a:sym typeface="Poppins Black"/>
              </a:rPr>
              <a:t>Break time</a:t>
            </a:r>
            <a:endParaRPr sz="7500">
              <a:solidFill>
                <a:srgbClr val="FF6666"/>
              </a:solidFill>
              <a:latin typeface="Poppins Black"/>
              <a:ea typeface="Poppins Black"/>
              <a:cs typeface="Poppins Black"/>
              <a:sym typeface="Poppins Black"/>
            </a:endParaRPr>
          </a:p>
        </p:txBody>
      </p:sp>
      <p:sp>
        <p:nvSpPr>
          <p:cNvPr id="371" name="Google Shape;371;p102"/>
          <p:cNvSpPr/>
          <p:nvPr/>
        </p:nvSpPr>
        <p:spPr>
          <a:xfrm>
            <a:off x="-134375" y="1638675"/>
            <a:ext cx="4087647" cy="3653334"/>
          </a:xfrm>
          <a:custGeom>
            <a:rect b="b" l="l" r="r" t="t"/>
            <a:pathLst>
              <a:path extrusionOk="0" h="2726369" w="3050483">
                <a:moveTo>
                  <a:pt x="0" y="0"/>
                </a:moveTo>
                <a:lnTo>
                  <a:pt x="3050483" y="0"/>
                </a:lnTo>
                <a:lnTo>
                  <a:pt x="3050483" y="2726369"/>
                </a:lnTo>
                <a:lnTo>
                  <a:pt x="0" y="2726369"/>
                </a:lnTo>
                <a:lnTo>
                  <a:pt x="0" y="0"/>
                </a:lnTo>
                <a:close/>
              </a:path>
            </a:pathLst>
          </a:custGeom>
          <a:blipFill rotWithShape="1">
            <a:blip r:embed="rId3">
              <a:alphaModFix/>
            </a:blip>
            <a:stretch>
              <a:fillRect b="0" l="0" r="0" t="0"/>
            </a:stretch>
          </a:blipFill>
          <a:ln>
            <a:noFill/>
          </a:ln>
        </p:spPr>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1">
  <p:cSld name="CUSTOM_7_1">
    <p:spTree>
      <p:nvGrpSpPr>
        <p:cNvPr id="372" name="Shape 372"/>
        <p:cNvGrpSpPr/>
        <p:nvPr/>
      </p:nvGrpSpPr>
      <p:grpSpPr>
        <a:xfrm>
          <a:off x="0" y="0"/>
          <a:ext cx="0" cy="0"/>
          <a:chOff x="0" y="0"/>
          <a:chExt cx="0" cy="0"/>
        </a:xfrm>
      </p:grpSpPr>
      <p:pic>
        <p:nvPicPr>
          <p:cNvPr id="373" name="Google Shape;373;p103"/>
          <p:cNvPicPr preferRelativeResize="0"/>
          <p:nvPr/>
        </p:nvPicPr>
        <p:blipFill>
          <a:blip r:embed="rId2">
            <a:alphaModFix/>
          </a:blip>
          <a:stretch>
            <a:fillRect/>
          </a:stretch>
        </p:blipFill>
        <p:spPr>
          <a:xfrm>
            <a:off x="0" y="0"/>
            <a:ext cx="9144000" cy="5143500"/>
          </a:xfrm>
          <a:prstGeom prst="rect">
            <a:avLst/>
          </a:prstGeom>
          <a:noFill/>
          <a:ln>
            <a:noFill/>
          </a:ln>
        </p:spPr>
      </p:pic>
      <p:sp>
        <p:nvSpPr>
          <p:cNvPr id="374" name="Google Shape;374;p103"/>
          <p:cNvSpPr txBox="1"/>
          <p:nvPr/>
        </p:nvSpPr>
        <p:spPr>
          <a:xfrm>
            <a:off x="2356250" y="112800"/>
            <a:ext cx="6604500" cy="1749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7500">
                <a:solidFill>
                  <a:schemeClr val="accent4"/>
                </a:solidFill>
                <a:latin typeface="Poppins Black"/>
                <a:ea typeface="Poppins Black"/>
                <a:cs typeface="Poppins Black"/>
                <a:sym typeface="Poppins Black"/>
              </a:rPr>
              <a:t>Break time</a:t>
            </a:r>
            <a:endParaRPr sz="7500">
              <a:solidFill>
                <a:schemeClr val="accent4"/>
              </a:solidFill>
              <a:latin typeface="Poppins Black"/>
              <a:ea typeface="Poppins Black"/>
              <a:cs typeface="Poppins Black"/>
              <a:sym typeface="Poppins Black"/>
            </a:endParaRPr>
          </a:p>
        </p:txBody>
      </p:sp>
      <p:sp>
        <p:nvSpPr>
          <p:cNvPr id="375" name="Google Shape;375;p103"/>
          <p:cNvSpPr/>
          <p:nvPr/>
        </p:nvSpPr>
        <p:spPr>
          <a:xfrm>
            <a:off x="-134375" y="1638675"/>
            <a:ext cx="4087647" cy="3653334"/>
          </a:xfrm>
          <a:custGeom>
            <a:rect b="b" l="l" r="r" t="t"/>
            <a:pathLst>
              <a:path extrusionOk="0" h="2726369" w="3050483">
                <a:moveTo>
                  <a:pt x="0" y="0"/>
                </a:moveTo>
                <a:lnTo>
                  <a:pt x="3050483" y="0"/>
                </a:lnTo>
                <a:lnTo>
                  <a:pt x="3050483" y="2726369"/>
                </a:lnTo>
                <a:lnTo>
                  <a:pt x="0" y="2726369"/>
                </a:lnTo>
                <a:lnTo>
                  <a:pt x="0" y="0"/>
                </a:lnTo>
                <a:close/>
              </a:path>
            </a:pathLst>
          </a:custGeom>
          <a:blipFill rotWithShape="1">
            <a:blip r:embed="rId3">
              <a:alphaModFix/>
            </a:blip>
            <a:stretch>
              <a:fillRect b="0" l="0" r="0" t="0"/>
            </a:stretch>
          </a:blipFill>
          <a:ln>
            <a:noFill/>
          </a:ln>
        </p:spPr>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1 1">
  <p:cSld name="CUSTOM_7_1_1">
    <p:spTree>
      <p:nvGrpSpPr>
        <p:cNvPr id="376" name="Shape 376"/>
        <p:cNvGrpSpPr/>
        <p:nvPr/>
      </p:nvGrpSpPr>
      <p:grpSpPr>
        <a:xfrm>
          <a:off x="0" y="0"/>
          <a:ext cx="0" cy="0"/>
          <a:chOff x="0" y="0"/>
          <a:chExt cx="0" cy="0"/>
        </a:xfrm>
      </p:grpSpPr>
      <p:pic>
        <p:nvPicPr>
          <p:cNvPr id="377" name="Google Shape;377;p104"/>
          <p:cNvPicPr preferRelativeResize="0"/>
          <p:nvPr/>
        </p:nvPicPr>
        <p:blipFill>
          <a:blip r:embed="rId2">
            <a:alphaModFix/>
          </a:blip>
          <a:stretch>
            <a:fillRect/>
          </a:stretch>
        </p:blipFill>
        <p:spPr>
          <a:xfrm>
            <a:off x="0" y="0"/>
            <a:ext cx="9144000" cy="5143500"/>
          </a:xfrm>
          <a:prstGeom prst="rect">
            <a:avLst/>
          </a:prstGeom>
          <a:noFill/>
          <a:ln>
            <a:noFill/>
          </a:ln>
        </p:spPr>
      </p:pic>
      <p:sp>
        <p:nvSpPr>
          <p:cNvPr id="378" name="Google Shape;378;p104"/>
          <p:cNvSpPr txBox="1"/>
          <p:nvPr/>
        </p:nvSpPr>
        <p:spPr>
          <a:xfrm>
            <a:off x="2356250" y="112800"/>
            <a:ext cx="6604500" cy="1749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7500">
                <a:solidFill>
                  <a:schemeClr val="accent6"/>
                </a:solidFill>
                <a:latin typeface="Poppins Black"/>
                <a:ea typeface="Poppins Black"/>
                <a:cs typeface="Poppins Black"/>
                <a:sym typeface="Poppins Black"/>
              </a:rPr>
              <a:t>Break time</a:t>
            </a:r>
            <a:endParaRPr sz="7500">
              <a:solidFill>
                <a:schemeClr val="accent6"/>
              </a:solidFill>
              <a:latin typeface="Poppins Black"/>
              <a:ea typeface="Poppins Black"/>
              <a:cs typeface="Poppins Black"/>
              <a:sym typeface="Poppins Black"/>
            </a:endParaRPr>
          </a:p>
        </p:txBody>
      </p:sp>
      <p:sp>
        <p:nvSpPr>
          <p:cNvPr id="379" name="Google Shape;379;p104"/>
          <p:cNvSpPr/>
          <p:nvPr/>
        </p:nvSpPr>
        <p:spPr>
          <a:xfrm>
            <a:off x="-134375" y="1638675"/>
            <a:ext cx="4087647" cy="3653334"/>
          </a:xfrm>
          <a:custGeom>
            <a:rect b="b" l="l" r="r" t="t"/>
            <a:pathLst>
              <a:path extrusionOk="0" h="2726369" w="3050483">
                <a:moveTo>
                  <a:pt x="0" y="0"/>
                </a:moveTo>
                <a:lnTo>
                  <a:pt x="3050483" y="0"/>
                </a:lnTo>
                <a:lnTo>
                  <a:pt x="3050483" y="2726369"/>
                </a:lnTo>
                <a:lnTo>
                  <a:pt x="0" y="2726369"/>
                </a:lnTo>
                <a:lnTo>
                  <a:pt x="0" y="0"/>
                </a:lnTo>
                <a:close/>
              </a:path>
            </a:pathLst>
          </a:custGeom>
          <a:blipFill rotWithShape="1">
            <a:blip r:embed="rId3">
              <a:alphaModFix/>
            </a:blip>
            <a:stretch>
              <a:fillRect b="0" l="0" r="0" t="0"/>
            </a:stretch>
          </a:blipFill>
          <a:ln>
            <a:noFill/>
          </a:ln>
        </p:spPr>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80" name="Shape 380"/>
        <p:cNvGrpSpPr/>
        <p:nvPr/>
      </p:nvGrpSpPr>
      <p:grpSpPr>
        <a:xfrm>
          <a:off x="0" y="0"/>
          <a:ext cx="0" cy="0"/>
          <a:chOff x="0" y="0"/>
          <a:chExt cx="0" cy="0"/>
        </a:xfrm>
      </p:grpSpPr>
      <p:sp>
        <p:nvSpPr>
          <p:cNvPr id="381" name="Google Shape;381;p105"/>
          <p:cNvSpPr txBox="1"/>
          <p:nvPr>
            <p:ph type="ctrTitle"/>
          </p:nvPr>
        </p:nvSpPr>
        <p:spPr>
          <a:xfrm>
            <a:off x="311708" y="744575"/>
            <a:ext cx="8520600" cy="2052600"/>
          </a:xfrm>
          <a:prstGeom prst="rect">
            <a:avLst/>
          </a:prstGeom>
        </p:spPr>
        <p:txBody>
          <a:bodyPr anchorCtr="0" anchor="b" bIns="91425" lIns="0" spcFirstLastPara="1" rIns="91425" wrap="square" tIns="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82" name="Google Shape;382;p105"/>
          <p:cNvSpPr txBox="1"/>
          <p:nvPr>
            <p:ph idx="1" type="subTitle"/>
          </p:nvPr>
        </p:nvSpPr>
        <p:spPr>
          <a:xfrm>
            <a:off x="311700" y="2834125"/>
            <a:ext cx="8520600" cy="792600"/>
          </a:xfrm>
          <a:prstGeom prst="rect">
            <a:avLst/>
          </a:prstGeom>
        </p:spPr>
        <p:txBody>
          <a:bodyPr anchorCtr="0" anchor="t" bIns="0" lIns="0" spcFirstLastPara="1" rIns="91425" wrap="square" tIns="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83" name="Google Shape;383;p105"/>
          <p:cNvSpPr txBox="1"/>
          <p:nvPr>
            <p:ph idx="12" type="sldNum"/>
          </p:nvPr>
        </p:nvSpPr>
        <p:spPr>
          <a:xfrm>
            <a:off x="8472458" y="4663217"/>
            <a:ext cx="548700" cy="393600"/>
          </a:xfrm>
          <a:prstGeom prst="rect">
            <a:avLst/>
          </a:prstGeom>
        </p:spPr>
        <p:txBody>
          <a:bodyPr anchorCtr="0" anchor="t" bIns="0" lIns="91425" spcFirstLastPara="1" rIns="91425"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theme" Target="../theme/theme2.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54.xml"/><Relationship Id="rId22" Type="http://schemas.openxmlformats.org/officeDocument/2006/relationships/slideLayout" Target="../slideLayouts/slideLayout56.xml"/><Relationship Id="rId21" Type="http://schemas.openxmlformats.org/officeDocument/2006/relationships/slideLayout" Target="../slideLayouts/slideLayout55.xml"/><Relationship Id="rId24" Type="http://schemas.openxmlformats.org/officeDocument/2006/relationships/slideLayout" Target="../slideLayouts/slideLayout58.xml"/><Relationship Id="rId23" Type="http://schemas.openxmlformats.org/officeDocument/2006/relationships/slideLayout" Target="../slideLayouts/slideLayout57.xml"/><Relationship Id="rId1" Type="http://schemas.openxmlformats.org/officeDocument/2006/relationships/slideLayout" Target="../slideLayouts/slideLayout35.xml"/><Relationship Id="rId2" Type="http://schemas.openxmlformats.org/officeDocument/2006/relationships/slideLayout" Target="../slideLayouts/slideLayout36.xml"/><Relationship Id="rId3" Type="http://schemas.openxmlformats.org/officeDocument/2006/relationships/slideLayout" Target="../slideLayouts/slideLayout37.xml"/><Relationship Id="rId4" Type="http://schemas.openxmlformats.org/officeDocument/2006/relationships/slideLayout" Target="../slideLayouts/slideLayout38.xml"/><Relationship Id="rId9" Type="http://schemas.openxmlformats.org/officeDocument/2006/relationships/slideLayout" Target="../slideLayouts/slideLayout43.xml"/><Relationship Id="rId26" Type="http://schemas.openxmlformats.org/officeDocument/2006/relationships/slideLayout" Target="../slideLayouts/slideLayout60.xml"/><Relationship Id="rId25" Type="http://schemas.openxmlformats.org/officeDocument/2006/relationships/slideLayout" Target="../slideLayouts/slideLayout59.xml"/><Relationship Id="rId28" Type="http://schemas.openxmlformats.org/officeDocument/2006/relationships/slideLayout" Target="../slideLayouts/slideLayout62.xml"/><Relationship Id="rId27" Type="http://schemas.openxmlformats.org/officeDocument/2006/relationships/slideLayout" Target="../slideLayouts/slideLayout61.xml"/><Relationship Id="rId5" Type="http://schemas.openxmlformats.org/officeDocument/2006/relationships/slideLayout" Target="../slideLayouts/slideLayout39.xml"/><Relationship Id="rId6" Type="http://schemas.openxmlformats.org/officeDocument/2006/relationships/slideLayout" Target="../slideLayouts/slideLayout40.xml"/><Relationship Id="rId29" Type="http://schemas.openxmlformats.org/officeDocument/2006/relationships/slideLayout" Target="../slideLayouts/slideLayout63.xml"/><Relationship Id="rId7" Type="http://schemas.openxmlformats.org/officeDocument/2006/relationships/slideLayout" Target="../slideLayouts/slideLayout41.xml"/><Relationship Id="rId8" Type="http://schemas.openxmlformats.org/officeDocument/2006/relationships/slideLayout" Target="../slideLayouts/slideLayout42.xml"/><Relationship Id="rId31" Type="http://schemas.openxmlformats.org/officeDocument/2006/relationships/slideLayout" Target="../slideLayouts/slideLayout65.xml"/><Relationship Id="rId30" Type="http://schemas.openxmlformats.org/officeDocument/2006/relationships/slideLayout" Target="../slideLayouts/slideLayout64.xml"/><Relationship Id="rId11" Type="http://schemas.openxmlformats.org/officeDocument/2006/relationships/slideLayout" Target="../slideLayouts/slideLayout45.xml"/><Relationship Id="rId33" Type="http://schemas.openxmlformats.org/officeDocument/2006/relationships/slideLayout" Target="../slideLayouts/slideLayout67.xml"/><Relationship Id="rId10" Type="http://schemas.openxmlformats.org/officeDocument/2006/relationships/slideLayout" Target="../slideLayouts/slideLayout44.xml"/><Relationship Id="rId32" Type="http://schemas.openxmlformats.org/officeDocument/2006/relationships/slideLayout" Target="../slideLayouts/slideLayout66.xml"/><Relationship Id="rId13" Type="http://schemas.openxmlformats.org/officeDocument/2006/relationships/slideLayout" Target="../slideLayouts/slideLayout47.xml"/><Relationship Id="rId12" Type="http://schemas.openxmlformats.org/officeDocument/2006/relationships/slideLayout" Target="../slideLayouts/slideLayout46.xml"/><Relationship Id="rId34" Type="http://schemas.openxmlformats.org/officeDocument/2006/relationships/theme" Target="../theme/theme4.xml"/><Relationship Id="rId15" Type="http://schemas.openxmlformats.org/officeDocument/2006/relationships/slideLayout" Target="../slideLayouts/slideLayout49.xml"/><Relationship Id="rId14" Type="http://schemas.openxmlformats.org/officeDocument/2006/relationships/slideLayout" Target="../slideLayouts/slideLayout48.xml"/><Relationship Id="rId17" Type="http://schemas.openxmlformats.org/officeDocument/2006/relationships/slideLayout" Target="../slideLayouts/slideLayout51.xml"/><Relationship Id="rId16" Type="http://schemas.openxmlformats.org/officeDocument/2006/relationships/slideLayout" Target="../slideLayouts/slideLayout50.xml"/><Relationship Id="rId19" Type="http://schemas.openxmlformats.org/officeDocument/2006/relationships/slideLayout" Target="../slideLayouts/slideLayout53.xml"/><Relationship Id="rId18" Type="http://schemas.openxmlformats.org/officeDocument/2006/relationships/slideLayout" Target="../slideLayouts/slideLayout52.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87.xml"/><Relationship Id="rId22" Type="http://schemas.openxmlformats.org/officeDocument/2006/relationships/slideLayout" Target="../slideLayouts/slideLayout89.xml"/><Relationship Id="rId21" Type="http://schemas.openxmlformats.org/officeDocument/2006/relationships/slideLayout" Target="../slideLayouts/slideLayout88.xml"/><Relationship Id="rId24" Type="http://schemas.openxmlformats.org/officeDocument/2006/relationships/slideLayout" Target="../slideLayouts/slideLayout91.xml"/><Relationship Id="rId23" Type="http://schemas.openxmlformats.org/officeDocument/2006/relationships/slideLayout" Target="../slideLayouts/slideLayout90.xml"/><Relationship Id="rId1" Type="http://schemas.openxmlformats.org/officeDocument/2006/relationships/slideLayout" Target="../slideLayouts/slideLayout68.xml"/><Relationship Id="rId2" Type="http://schemas.openxmlformats.org/officeDocument/2006/relationships/slideLayout" Target="../slideLayouts/slideLayout69.xml"/><Relationship Id="rId3" Type="http://schemas.openxmlformats.org/officeDocument/2006/relationships/slideLayout" Target="../slideLayouts/slideLayout70.xml"/><Relationship Id="rId4" Type="http://schemas.openxmlformats.org/officeDocument/2006/relationships/slideLayout" Target="../slideLayouts/slideLayout71.xml"/><Relationship Id="rId9" Type="http://schemas.openxmlformats.org/officeDocument/2006/relationships/slideLayout" Target="../slideLayouts/slideLayout76.xml"/><Relationship Id="rId26" Type="http://schemas.openxmlformats.org/officeDocument/2006/relationships/slideLayout" Target="../slideLayouts/slideLayout93.xml"/><Relationship Id="rId25" Type="http://schemas.openxmlformats.org/officeDocument/2006/relationships/slideLayout" Target="../slideLayouts/slideLayout92.xml"/><Relationship Id="rId28" Type="http://schemas.openxmlformats.org/officeDocument/2006/relationships/slideLayout" Target="../slideLayouts/slideLayout95.xml"/><Relationship Id="rId27" Type="http://schemas.openxmlformats.org/officeDocument/2006/relationships/slideLayout" Target="../slideLayouts/slideLayout94.xml"/><Relationship Id="rId5" Type="http://schemas.openxmlformats.org/officeDocument/2006/relationships/slideLayout" Target="../slideLayouts/slideLayout72.xml"/><Relationship Id="rId6" Type="http://schemas.openxmlformats.org/officeDocument/2006/relationships/slideLayout" Target="../slideLayouts/slideLayout73.xml"/><Relationship Id="rId29" Type="http://schemas.openxmlformats.org/officeDocument/2006/relationships/slideLayout" Target="../slideLayouts/slideLayout96.xml"/><Relationship Id="rId7" Type="http://schemas.openxmlformats.org/officeDocument/2006/relationships/slideLayout" Target="../slideLayouts/slideLayout74.xml"/><Relationship Id="rId8" Type="http://schemas.openxmlformats.org/officeDocument/2006/relationships/slideLayout" Target="../slideLayouts/slideLayout75.xml"/><Relationship Id="rId31" Type="http://schemas.openxmlformats.org/officeDocument/2006/relationships/slideLayout" Target="../slideLayouts/slideLayout98.xml"/><Relationship Id="rId30" Type="http://schemas.openxmlformats.org/officeDocument/2006/relationships/slideLayout" Target="../slideLayouts/slideLayout97.xml"/><Relationship Id="rId11" Type="http://schemas.openxmlformats.org/officeDocument/2006/relationships/slideLayout" Target="../slideLayouts/slideLayout78.xml"/><Relationship Id="rId33" Type="http://schemas.openxmlformats.org/officeDocument/2006/relationships/slideLayout" Target="../slideLayouts/slideLayout100.xml"/><Relationship Id="rId10" Type="http://schemas.openxmlformats.org/officeDocument/2006/relationships/slideLayout" Target="../slideLayouts/slideLayout77.xml"/><Relationship Id="rId32" Type="http://schemas.openxmlformats.org/officeDocument/2006/relationships/slideLayout" Target="../slideLayouts/slideLayout99.xml"/><Relationship Id="rId13" Type="http://schemas.openxmlformats.org/officeDocument/2006/relationships/slideLayout" Target="../slideLayouts/slideLayout80.xml"/><Relationship Id="rId35" Type="http://schemas.openxmlformats.org/officeDocument/2006/relationships/slideLayout" Target="../slideLayouts/slideLayout102.xml"/><Relationship Id="rId12" Type="http://schemas.openxmlformats.org/officeDocument/2006/relationships/slideLayout" Target="../slideLayouts/slideLayout79.xml"/><Relationship Id="rId34" Type="http://schemas.openxmlformats.org/officeDocument/2006/relationships/slideLayout" Target="../slideLayouts/slideLayout101.xml"/><Relationship Id="rId15" Type="http://schemas.openxmlformats.org/officeDocument/2006/relationships/slideLayout" Target="../slideLayouts/slideLayout82.xml"/><Relationship Id="rId14" Type="http://schemas.openxmlformats.org/officeDocument/2006/relationships/slideLayout" Target="../slideLayouts/slideLayout81.xml"/><Relationship Id="rId36" Type="http://schemas.openxmlformats.org/officeDocument/2006/relationships/theme" Target="../theme/theme3.xml"/><Relationship Id="rId17" Type="http://schemas.openxmlformats.org/officeDocument/2006/relationships/slideLayout" Target="../slideLayouts/slideLayout84.xml"/><Relationship Id="rId16" Type="http://schemas.openxmlformats.org/officeDocument/2006/relationships/slideLayout" Target="../slideLayouts/slideLayout83.xml"/><Relationship Id="rId19" Type="http://schemas.openxmlformats.org/officeDocument/2006/relationships/slideLayout" Target="../slideLayouts/slideLayout86.xml"/><Relationship Id="rId18" Type="http://schemas.openxmlformats.org/officeDocument/2006/relationships/slideLayout" Target="../slideLayouts/slideLayout8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09200" y="818125"/>
            <a:ext cx="7727700" cy="572700"/>
          </a:xfrm>
          <a:prstGeom prst="rect">
            <a:avLst/>
          </a:prstGeom>
          <a:noFill/>
          <a:ln>
            <a:noFill/>
          </a:ln>
        </p:spPr>
        <p:txBody>
          <a:bodyPr anchorCtr="0" anchor="t" bIns="91425" lIns="0" spcFirstLastPara="1" rIns="91425" wrap="square" tIns="0">
            <a:noAutofit/>
          </a:bodyPr>
          <a:lstStyle>
            <a:lvl1pPr lvl="0"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1pPr>
            <a:lvl2pPr lvl="1" rt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2pPr>
            <a:lvl3pPr lvl="2" rt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3pPr>
            <a:lvl4pPr lvl="3" rt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4pPr>
            <a:lvl5pPr lvl="4" rt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5pPr>
            <a:lvl6pPr lvl="5" rt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6pPr>
            <a:lvl7pPr lvl="6" rt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7pPr>
            <a:lvl8pPr lvl="7" rt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8pPr>
            <a:lvl9pPr lvl="8" rt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9pPr>
          </a:lstStyle>
          <a:p/>
        </p:txBody>
      </p:sp>
      <p:sp>
        <p:nvSpPr>
          <p:cNvPr id="7" name="Google Shape;7;p1"/>
          <p:cNvSpPr txBox="1"/>
          <p:nvPr>
            <p:ph idx="1" type="body"/>
          </p:nvPr>
        </p:nvSpPr>
        <p:spPr>
          <a:xfrm>
            <a:off x="809200" y="1523450"/>
            <a:ext cx="8124000" cy="2967900"/>
          </a:xfrm>
          <a:prstGeom prst="rect">
            <a:avLst/>
          </a:prstGeom>
          <a:noFill/>
          <a:ln>
            <a:noFill/>
          </a:ln>
        </p:spPr>
        <p:txBody>
          <a:bodyPr anchorCtr="0" anchor="t" bIns="0" lIns="0" spcFirstLastPara="1" rIns="91425" wrap="square" tIns="0">
            <a:noAutofit/>
          </a:bodyPr>
          <a:lstStyle>
            <a:lvl1pPr indent="-381000" lvl="0" marL="457200" rtl="0">
              <a:lnSpc>
                <a:spcPct val="115000"/>
              </a:lnSpc>
              <a:spcBef>
                <a:spcPts val="0"/>
              </a:spcBef>
              <a:spcAft>
                <a:spcPts val="0"/>
              </a:spcAft>
              <a:buClr>
                <a:schemeClr val="dk1"/>
              </a:buClr>
              <a:buSzPts val="2400"/>
              <a:buFont typeface="Poppins"/>
              <a:buChar char="●"/>
              <a:defRPr sz="2400">
                <a:solidFill>
                  <a:schemeClr val="dk1"/>
                </a:solidFill>
                <a:latin typeface="Poppins"/>
                <a:ea typeface="Poppins"/>
                <a:cs typeface="Poppins"/>
                <a:sym typeface="Poppins"/>
              </a:defRPr>
            </a:lvl1pPr>
            <a:lvl2pPr indent="-342900" lvl="1" marL="914400" rtl="0">
              <a:lnSpc>
                <a:spcPct val="115000"/>
              </a:lnSpc>
              <a:spcBef>
                <a:spcPts val="16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04800" lvl="2" marL="1371600" rtl="0">
              <a:lnSpc>
                <a:spcPct val="115000"/>
              </a:lnSpc>
              <a:spcBef>
                <a:spcPts val="1600"/>
              </a:spcBef>
              <a:spcAft>
                <a:spcPts val="0"/>
              </a:spcAft>
              <a:buClr>
                <a:schemeClr val="dk1"/>
              </a:buClr>
              <a:buSzPts val="1200"/>
              <a:buFont typeface="Poppins"/>
              <a:buChar char="■"/>
              <a:defRPr sz="1200">
                <a:solidFill>
                  <a:schemeClr val="dk1"/>
                </a:solidFill>
                <a:latin typeface="Poppins"/>
                <a:ea typeface="Poppins"/>
                <a:cs typeface="Poppins"/>
                <a:sym typeface="Poppins"/>
              </a:defRPr>
            </a:lvl3pPr>
            <a:lvl4pPr indent="-292100" lvl="3" marL="1828800" rtl="0">
              <a:lnSpc>
                <a:spcPct val="115000"/>
              </a:lnSpc>
              <a:spcBef>
                <a:spcPts val="1600"/>
              </a:spcBef>
              <a:spcAft>
                <a:spcPts val="0"/>
              </a:spcAft>
              <a:buClr>
                <a:schemeClr val="dk1"/>
              </a:buClr>
              <a:buSzPts val="1000"/>
              <a:buFont typeface="Poppins"/>
              <a:buChar char="●"/>
              <a:defRPr sz="1000">
                <a:solidFill>
                  <a:schemeClr val="dk1"/>
                </a:solidFill>
                <a:latin typeface="Poppins"/>
                <a:ea typeface="Poppins"/>
                <a:cs typeface="Poppins"/>
                <a:sym typeface="Poppins"/>
              </a:defRPr>
            </a:lvl4pPr>
            <a:lvl5pPr indent="-279400" lvl="4" marL="2286000" rtl="0">
              <a:lnSpc>
                <a:spcPct val="115000"/>
              </a:lnSpc>
              <a:spcBef>
                <a:spcPts val="1600"/>
              </a:spcBef>
              <a:spcAft>
                <a:spcPts val="0"/>
              </a:spcAft>
              <a:buClr>
                <a:schemeClr val="dk1"/>
              </a:buClr>
              <a:buSzPts val="800"/>
              <a:buFont typeface="Poppins"/>
              <a:buChar char="○"/>
              <a:defRPr sz="800">
                <a:solidFill>
                  <a:schemeClr val="dk1"/>
                </a:solidFill>
                <a:latin typeface="Poppins"/>
                <a:ea typeface="Poppins"/>
                <a:cs typeface="Poppins"/>
                <a:sym typeface="Poppins"/>
              </a:defRPr>
            </a:lvl5pPr>
            <a:lvl6pPr indent="-317500" lvl="5" marL="2743200" rtl="0">
              <a:lnSpc>
                <a:spcPct val="115000"/>
              </a:lnSpc>
              <a:spcBef>
                <a:spcPts val="1600"/>
              </a:spcBef>
              <a:spcAft>
                <a:spcPts val="0"/>
              </a:spcAft>
              <a:buClr>
                <a:schemeClr val="dk1"/>
              </a:buClr>
              <a:buSzPts val="1400"/>
              <a:buFont typeface="Poppins"/>
              <a:buChar char="■"/>
              <a:defRPr>
                <a:solidFill>
                  <a:schemeClr val="dk1"/>
                </a:solidFill>
                <a:latin typeface="Poppins"/>
                <a:ea typeface="Poppins"/>
                <a:cs typeface="Poppins"/>
                <a:sym typeface="Poppins"/>
              </a:defRPr>
            </a:lvl6pPr>
            <a:lvl7pPr indent="-317500" lvl="6" marL="3200400" rtl="0">
              <a:lnSpc>
                <a:spcPct val="115000"/>
              </a:lnSpc>
              <a:spcBef>
                <a:spcPts val="1600"/>
              </a:spcBef>
              <a:spcAft>
                <a:spcPts val="0"/>
              </a:spcAft>
              <a:buClr>
                <a:schemeClr val="dk1"/>
              </a:buClr>
              <a:buSzPts val="1400"/>
              <a:buFont typeface="Poppins"/>
              <a:buChar char="●"/>
              <a:defRPr>
                <a:solidFill>
                  <a:schemeClr val="dk1"/>
                </a:solidFill>
                <a:latin typeface="Poppins"/>
                <a:ea typeface="Poppins"/>
                <a:cs typeface="Poppins"/>
                <a:sym typeface="Poppins"/>
              </a:defRPr>
            </a:lvl7pPr>
            <a:lvl8pPr indent="-317500" lvl="7" marL="3657600" rtl="0">
              <a:lnSpc>
                <a:spcPct val="115000"/>
              </a:lnSpc>
              <a:spcBef>
                <a:spcPts val="1600"/>
              </a:spcBef>
              <a:spcAft>
                <a:spcPts val="0"/>
              </a:spcAft>
              <a:buClr>
                <a:schemeClr val="dk1"/>
              </a:buClr>
              <a:buSzPts val="1400"/>
              <a:buFont typeface="Poppins"/>
              <a:buChar char="○"/>
              <a:defRPr>
                <a:solidFill>
                  <a:schemeClr val="dk1"/>
                </a:solidFill>
                <a:latin typeface="Poppins"/>
                <a:ea typeface="Poppins"/>
                <a:cs typeface="Poppins"/>
                <a:sym typeface="Poppins"/>
              </a:defRPr>
            </a:lvl8pPr>
            <a:lvl9pPr indent="-317500" lvl="8" marL="4114800" rtl="0">
              <a:lnSpc>
                <a:spcPct val="115000"/>
              </a:lnSpc>
              <a:spcBef>
                <a:spcPts val="1600"/>
              </a:spcBef>
              <a:spcAft>
                <a:spcPts val="1600"/>
              </a:spcAft>
              <a:buClr>
                <a:schemeClr val="dk1"/>
              </a:buClr>
              <a:buSzPts val="1400"/>
              <a:buFont typeface="Poppins"/>
              <a:buChar char="■"/>
              <a:defRPr>
                <a:solidFill>
                  <a:schemeClr val="dk1"/>
                </a:solidFill>
                <a:latin typeface="Poppins"/>
                <a:ea typeface="Poppins"/>
                <a:cs typeface="Poppins"/>
                <a:sym typeface="Poppins"/>
              </a:defRPr>
            </a:lvl9pPr>
          </a:lstStyle>
          <a:p/>
        </p:txBody>
      </p:sp>
      <p:sp>
        <p:nvSpPr>
          <p:cNvPr id="8" name="Google Shape;8;p1"/>
          <p:cNvSpPr txBox="1"/>
          <p:nvPr>
            <p:ph idx="12" type="sldNum"/>
          </p:nvPr>
        </p:nvSpPr>
        <p:spPr>
          <a:xfrm>
            <a:off x="8565220" y="4947201"/>
            <a:ext cx="548700" cy="256800"/>
          </a:xfrm>
          <a:prstGeom prst="rect">
            <a:avLst/>
          </a:prstGeom>
          <a:noFill/>
          <a:ln>
            <a:noFill/>
          </a:ln>
        </p:spPr>
        <p:txBody>
          <a:bodyPr anchorCtr="0" anchor="t" bIns="0" lIns="91425" spcFirstLastPara="1" rIns="91425" wrap="square" tIns="0">
            <a:noAutofit/>
          </a:bodyPr>
          <a:lstStyle>
            <a:lvl1pPr lvl="0" rtl="0" algn="r">
              <a:buNone/>
              <a:defRPr sz="600">
                <a:solidFill>
                  <a:schemeClr val="dk1"/>
                </a:solidFill>
                <a:latin typeface="Roboto Mono"/>
                <a:ea typeface="Roboto Mono"/>
                <a:cs typeface="Roboto Mono"/>
                <a:sym typeface="Roboto Mono"/>
              </a:defRPr>
            </a:lvl1pPr>
            <a:lvl2pPr lvl="1" rtl="0" algn="r">
              <a:buNone/>
              <a:defRPr sz="600">
                <a:solidFill>
                  <a:schemeClr val="dk1"/>
                </a:solidFill>
                <a:latin typeface="Roboto Mono"/>
                <a:ea typeface="Roboto Mono"/>
                <a:cs typeface="Roboto Mono"/>
                <a:sym typeface="Roboto Mono"/>
              </a:defRPr>
            </a:lvl2pPr>
            <a:lvl3pPr lvl="2" rtl="0" algn="r">
              <a:buNone/>
              <a:defRPr sz="600">
                <a:solidFill>
                  <a:schemeClr val="dk1"/>
                </a:solidFill>
                <a:latin typeface="Roboto Mono"/>
                <a:ea typeface="Roboto Mono"/>
                <a:cs typeface="Roboto Mono"/>
                <a:sym typeface="Roboto Mono"/>
              </a:defRPr>
            </a:lvl3pPr>
            <a:lvl4pPr lvl="3" rtl="0" algn="r">
              <a:buNone/>
              <a:defRPr sz="600">
                <a:solidFill>
                  <a:schemeClr val="dk1"/>
                </a:solidFill>
                <a:latin typeface="Roboto Mono"/>
                <a:ea typeface="Roboto Mono"/>
                <a:cs typeface="Roboto Mono"/>
                <a:sym typeface="Roboto Mono"/>
              </a:defRPr>
            </a:lvl4pPr>
            <a:lvl5pPr lvl="4" rtl="0" algn="r">
              <a:buNone/>
              <a:defRPr sz="600">
                <a:solidFill>
                  <a:schemeClr val="dk1"/>
                </a:solidFill>
                <a:latin typeface="Roboto Mono"/>
                <a:ea typeface="Roboto Mono"/>
                <a:cs typeface="Roboto Mono"/>
                <a:sym typeface="Roboto Mono"/>
              </a:defRPr>
            </a:lvl5pPr>
            <a:lvl6pPr lvl="5" rtl="0" algn="r">
              <a:buNone/>
              <a:defRPr sz="600">
                <a:solidFill>
                  <a:schemeClr val="dk1"/>
                </a:solidFill>
                <a:latin typeface="Roboto Mono"/>
                <a:ea typeface="Roboto Mono"/>
                <a:cs typeface="Roboto Mono"/>
                <a:sym typeface="Roboto Mono"/>
              </a:defRPr>
            </a:lvl6pPr>
            <a:lvl7pPr lvl="6" rtl="0" algn="r">
              <a:buNone/>
              <a:defRPr sz="600">
                <a:solidFill>
                  <a:schemeClr val="dk1"/>
                </a:solidFill>
                <a:latin typeface="Roboto Mono"/>
                <a:ea typeface="Roboto Mono"/>
                <a:cs typeface="Roboto Mono"/>
                <a:sym typeface="Roboto Mono"/>
              </a:defRPr>
            </a:lvl7pPr>
            <a:lvl8pPr lvl="7" rtl="0" algn="r">
              <a:buNone/>
              <a:defRPr sz="600">
                <a:solidFill>
                  <a:schemeClr val="dk1"/>
                </a:solidFill>
                <a:latin typeface="Roboto Mono"/>
                <a:ea typeface="Roboto Mono"/>
                <a:cs typeface="Roboto Mono"/>
                <a:sym typeface="Roboto Mono"/>
              </a:defRPr>
            </a:lvl8pPr>
            <a:lvl9pPr lvl="8" rtl="0" algn="r">
              <a:buNone/>
              <a:defRPr sz="600">
                <a:solidFill>
                  <a:schemeClr val="dk1"/>
                </a:solidFill>
                <a:latin typeface="Roboto Mono"/>
                <a:ea typeface="Roboto Mono"/>
                <a:cs typeface="Roboto Mono"/>
                <a:sym typeface="Roboto Mon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71">
          <p15:clr>
            <a:srgbClr val="EA4335"/>
          </p15:clr>
        </p15:guide>
        <p15:guide id="2" pos="73">
          <p15:clr>
            <a:srgbClr val="EA4335"/>
          </p15:clr>
        </p15:guide>
        <p15:guide id="3" pos="5687">
          <p15:clr>
            <a:srgbClr val="EA4335"/>
          </p15:clr>
        </p15:guide>
        <p15:guide id="4" orient="horz" pos="3165">
          <p15:clr>
            <a:srgbClr val="EA4335"/>
          </p15:clr>
        </p15:guide>
        <p15:guide id="5" pos="510">
          <p15:clr>
            <a:srgbClr val="EA4335"/>
          </p15:clr>
        </p15:guide>
        <p15:guide id="6" pos="1823">
          <p15:clr>
            <a:srgbClr val="EA4335"/>
          </p15:clr>
        </p15:guide>
        <p15:guide id="7" pos="2088">
          <p15:clr>
            <a:srgbClr val="EA4335"/>
          </p15:clr>
        </p15:guide>
        <p15:guide id="8" pos="2880">
          <p15:clr>
            <a:srgbClr val="EA4335"/>
          </p15:clr>
        </p15:guide>
        <p15:guide id="9" pos="3020">
          <p15:clr>
            <a:srgbClr val="EA4335"/>
          </p15:clr>
        </p15:guide>
        <p15:guide id="10" pos="3657">
          <p15:clr>
            <a:srgbClr val="EA4335"/>
          </p15:clr>
        </p15:guide>
        <p15:guide id="11" pos="3905">
          <p15:clr>
            <a:srgbClr val="EA4335"/>
          </p15:clr>
        </p15:guide>
        <p15:guide id="12" pos="5226">
          <p15:clr>
            <a:srgbClr val="EA4335"/>
          </p15:clr>
        </p15:guide>
        <p15:guide id="13" pos="2740">
          <p15:clr>
            <a:srgbClr val="EA4335"/>
          </p15:clr>
        </p15:guide>
        <p15:guide id="14" pos="254">
          <p15:clr>
            <a:srgbClr val="EA4335"/>
          </p15:clr>
        </p15:guide>
        <p15:guide id="15" pos="5491">
          <p15:clr>
            <a:srgbClr val="EA4335"/>
          </p15:clr>
        </p15:guide>
        <p15:guide id="16" orient="horz" pos="259">
          <p15:clr>
            <a:srgbClr val="EA4335"/>
          </p15:clr>
        </p15:guide>
        <p15:guide id="17" orient="horz" pos="477">
          <p15:clr>
            <a:srgbClr val="EA4335"/>
          </p15:clr>
        </p15:guide>
        <p15:guide id="18" orient="horz" pos="1620">
          <p15:clr>
            <a:srgbClr val="EA4335"/>
          </p15:clr>
        </p15:guide>
        <p15:guide id="19" orient="horz" pos="2787">
          <p15:clr>
            <a:srgbClr val="EA4335"/>
          </p15:clr>
        </p15:guide>
        <p15:guide id="20" orient="horz" pos="3024">
          <p15:clr>
            <a:srgbClr val="EA4335"/>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31" name="Shape 131"/>
        <p:cNvGrpSpPr/>
        <p:nvPr/>
      </p:nvGrpSpPr>
      <p:grpSpPr>
        <a:xfrm>
          <a:off x="0" y="0"/>
          <a:ext cx="0" cy="0"/>
          <a:chOff x="0" y="0"/>
          <a:chExt cx="0" cy="0"/>
        </a:xfrm>
      </p:grpSpPr>
      <p:sp>
        <p:nvSpPr>
          <p:cNvPr id="132" name="Google Shape;132;p36"/>
          <p:cNvSpPr txBox="1"/>
          <p:nvPr>
            <p:ph type="title"/>
          </p:nvPr>
        </p:nvSpPr>
        <p:spPr>
          <a:xfrm>
            <a:off x="809200" y="818125"/>
            <a:ext cx="7727700" cy="572700"/>
          </a:xfrm>
          <a:prstGeom prst="rect">
            <a:avLst/>
          </a:prstGeom>
          <a:noFill/>
          <a:ln>
            <a:noFill/>
          </a:ln>
        </p:spPr>
        <p:txBody>
          <a:bodyPr anchorCtr="0" anchor="t" bIns="91425" lIns="0" spcFirstLastPara="1" rIns="91425" wrap="square" tIns="0">
            <a:noAutofit/>
          </a:bodyPr>
          <a:lstStyle>
            <a:lvl1pPr lv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1pPr>
            <a:lvl2pPr lvl="1">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2pPr>
            <a:lvl3pPr lvl="2">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3pPr>
            <a:lvl4pPr lvl="3">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4pPr>
            <a:lvl5pPr lvl="4">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5pPr>
            <a:lvl6pPr lvl="5">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6pPr>
            <a:lvl7pPr lvl="6">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7pPr>
            <a:lvl8pPr lvl="7">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8pPr>
            <a:lvl9pPr lvl="8">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9pPr>
          </a:lstStyle>
          <a:p/>
        </p:txBody>
      </p:sp>
      <p:sp>
        <p:nvSpPr>
          <p:cNvPr id="133" name="Google Shape;133;p36"/>
          <p:cNvSpPr txBox="1"/>
          <p:nvPr>
            <p:ph idx="1" type="body"/>
          </p:nvPr>
        </p:nvSpPr>
        <p:spPr>
          <a:xfrm>
            <a:off x="809200" y="1523450"/>
            <a:ext cx="8124000" cy="2967900"/>
          </a:xfrm>
          <a:prstGeom prst="rect">
            <a:avLst/>
          </a:prstGeom>
          <a:noFill/>
          <a:ln>
            <a:noFill/>
          </a:ln>
        </p:spPr>
        <p:txBody>
          <a:bodyPr anchorCtr="0" anchor="t" bIns="0" lIns="0" spcFirstLastPara="1" rIns="91425" wrap="square" tIns="0">
            <a:noAutofit/>
          </a:bodyPr>
          <a:lstStyle>
            <a:lvl1pPr indent="-381000" lvl="0" marL="457200">
              <a:lnSpc>
                <a:spcPct val="115000"/>
              </a:lnSpc>
              <a:spcBef>
                <a:spcPts val="0"/>
              </a:spcBef>
              <a:spcAft>
                <a:spcPts val="0"/>
              </a:spcAft>
              <a:buClr>
                <a:schemeClr val="dk1"/>
              </a:buClr>
              <a:buSzPts val="2400"/>
              <a:buFont typeface="Poppins"/>
              <a:buChar char="●"/>
              <a:defRPr sz="2400">
                <a:solidFill>
                  <a:schemeClr val="dk1"/>
                </a:solidFill>
                <a:latin typeface="Poppins"/>
                <a:ea typeface="Poppins"/>
                <a:cs typeface="Poppins"/>
                <a:sym typeface="Poppins"/>
              </a:defRPr>
            </a:lvl1pPr>
            <a:lvl2pPr indent="-342900" lvl="1" marL="914400">
              <a:lnSpc>
                <a:spcPct val="115000"/>
              </a:lnSpc>
              <a:spcBef>
                <a:spcPts val="16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04800" lvl="2" marL="1371600">
              <a:lnSpc>
                <a:spcPct val="115000"/>
              </a:lnSpc>
              <a:spcBef>
                <a:spcPts val="1600"/>
              </a:spcBef>
              <a:spcAft>
                <a:spcPts val="0"/>
              </a:spcAft>
              <a:buClr>
                <a:schemeClr val="dk1"/>
              </a:buClr>
              <a:buSzPts val="1200"/>
              <a:buFont typeface="Poppins"/>
              <a:buChar char="■"/>
              <a:defRPr sz="1200">
                <a:solidFill>
                  <a:schemeClr val="dk1"/>
                </a:solidFill>
                <a:latin typeface="Poppins"/>
                <a:ea typeface="Poppins"/>
                <a:cs typeface="Poppins"/>
                <a:sym typeface="Poppins"/>
              </a:defRPr>
            </a:lvl3pPr>
            <a:lvl4pPr indent="-292100" lvl="3" marL="1828800">
              <a:lnSpc>
                <a:spcPct val="115000"/>
              </a:lnSpc>
              <a:spcBef>
                <a:spcPts val="1600"/>
              </a:spcBef>
              <a:spcAft>
                <a:spcPts val="0"/>
              </a:spcAft>
              <a:buClr>
                <a:schemeClr val="dk1"/>
              </a:buClr>
              <a:buSzPts val="1000"/>
              <a:buFont typeface="Poppins"/>
              <a:buChar char="●"/>
              <a:defRPr sz="1000">
                <a:solidFill>
                  <a:schemeClr val="dk1"/>
                </a:solidFill>
                <a:latin typeface="Poppins"/>
                <a:ea typeface="Poppins"/>
                <a:cs typeface="Poppins"/>
                <a:sym typeface="Poppins"/>
              </a:defRPr>
            </a:lvl4pPr>
            <a:lvl5pPr indent="-279400" lvl="4" marL="2286000">
              <a:lnSpc>
                <a:spcPct val="115000"/>
              </a:lnSpc>
              <a:spcBef>
                <a:spcPts val="1600"/>
              </a:spcBef>
              <a:spcAft>
                <a:spcPts val="0"/>
              </a:spcAft>
              <a:buClr>
                <a:schemeClr val="dk1"/>
              </a:buClr>
              <a:buSzPts val="800"/>
              <a:buFont typeface="Poppins"/>
              <a:buChar char="○"/>
              <a:defRPr sz="800">
                <a:solidFill>
                  <a:schemeClr val="dk1"/>
                </a:solidFill>
                <a:latin typeface="Poppins"/>
                <a:ea typeface="Poppins"/>
                <a:cs typeface="Poppins"/>
                <a:sym typeface="Poppins"/>
              </a:defRPr>
            </a:lvl5pPr>
            <a:lvl6pPr indent="-317500" lvl="5" marL="2743200">
              <a:lnSpc>
                <a:spcPct val="115000"/>
              </a:lnSpc>
              <a:spcBef>
                <a:spcPts val="1600"/>
              </a:spcBef>
              <a:spcAft>
                <a:spcPts val="0"/>
              </a:spcAft>
              <a:buClr>
                <a:schemeClr val="dk1"/>
              </a:buClr>
              <a:buSzPts val="1400"/>
              <a:buFont typeface="Poppins"/>
              <a:buChar char="■"/>
              <a:defRPr>
                <a:solidFill>
                  <a:schemeClr val="dk1"/>
                </a:solidFill>
                <a:latin typeface="Poppins"/>
                <a:ea typeface="Poppins"/>
                <a:cs typeface="Poppins"/>
                <a:sym typeface="Poppins"/>
              </a:defRPr>
            </a:lvl6pPr>
            <a:lvl7pPr indent="-317500" lvl="6" marL="3200400">
              <a:lnSpc>
                <a:spcPct val="115000"/>
              </a:lnSpc>
              <a:spcBef>
                <a:spcPts val="1600"/>
              </a:spcBef>
              <a:spcAft>
                <a:spcPts val="0"/>
              </a:spcAft>
              <a:buClr>
                <a:schemeClr val="dk1"/>
              </a:buClr>
              <a:buSzPts val="1400"/>
              <a:buFont typeface="Poppins"/>
              <a:buChar char="●"/>
              <a:defRPr>
                <a:solidFill>
                  <a:schemeClr val="dk1"/>
                </a:solidFill>
                <a:latin typeface="Poppins"/>
                <a:ea typeface="Poppins"/>
                <a:cs typeface="Poppins"/>
                <a:sym typeface="Poppins"/>
              </a:defRPr>
            </a:lvl7pPr>
            <a:lvl8pPr indent="-317500" lvl="7" marL="3657600">
              <a:lnSpc>
                <a:spcPct val="115000"/>
              </a:lnSpc>
              <a:spcBef>
                <a:spcPts val="1600"/>
              </a:spcBef>
              <a:spcAft>
                <a:spcPts val="0"/>
              </a:spcAft>
              <a:buClr>
                <a:schemeClr val="dk1"/>
              </a:buClr>
              <a:buSzPts val="1400"/>
              <a:buFont typeface="Poppins"/>
              <a:buChar char="○"/>
              <a:defRPr>
                <a:solidFill>
                  <a:schemeClr val="dk1"/>
                </a:solidFill>
                <a:latin typeface="Poppins"/>
                <a:ea typeface="Poppins"/>
                <a:cs typeface="Poppins"/>
                <a:sym typeface="Poppins"/>
              </a:defRPr>
            </a:lvl8pPr>
            <a:lvl9pPr indent="-317500" lvl="8" marL="4114800">
              <a:lnSpc>
                <a:spcPct val="115000"/>
              </a:lnSpc>
              <a:spcBef>
                <a:spcPts val="1600"/>
              </a:spcBef>
              <a:spcAft>
                <a:spcPts val="1600"/>
              </a:spcAft>
              <a:buClr>
                <a:schemeClr val="dk1"/>
              </a:buClr>
              <a:buSzPts val="1400"/>
              <a:buFont typeface="Poppins"/>
              <a:buChar char="■"/>
              <a:defRPr>
                <a:solidFill>
                  <a:schemeClr val="dk1"/>
                </a:solidFill>
                <a:latin typeface="Poppins"/>
                <a:ea typeface="Poppins"/>
                <a:cs typeface="Poppins"/>
                <a:sym typeface="Poppins"/>
              </a:defRPr>
            </a:lvl9pPr>
          </a:lstStyle>
          <a:p/>
        </p:txBody>
      </p:sp>
      <p:sp>
        <p:nvSpPr>
          <p:cNvPr id="134" name="Google Shape;134;p36"/>
          <p:cNvSpPr txBox="1"/>
          <p:nvPr>
            <p:ph idx="12" type="sldNum"/>
          </p:nvPr>
        </p:nvSpPr>
        <p:spPr>
          <a:xfrm>
            <a:off x="8565220" y="4947201"/>
            <a:ext cx="548700" cy="256800"/>
          </a:xfrm>
          <a:prstGeom prst="rect">
            <a:avLst/>
          </a:prstGeom>
          <a:noFill/>
          <a:ln>
            <a:noFill/>
          </a:ln>
        </p:spPr>
        <p:txBody>
          <a:bodyPr anchorCtr="0" anchor="t" bIns="0" lIns="91425" spcFirstLastPara="1" rIns="91425" wrap="square" tIns="0">
            <a:noAutofit/>
          </a:bodyPr>
          <a:lstStyle>
            <a:lvl1pPr lvl="0" algn="r">
              <a:buNone/>
              <a:defRPr sz="600">
                <a:solidFill>
                  <a:schemeClr val="dk1"/>
                </a:solidFill>
                <a:latin typeface="Roboto Mono"/>
                <a:ea typeface="Roboto Mono"/>
                <a:cs typeface="Roboto Mono"/>
                <a:sym typeface="Roboto Mono"/>
              </a:defRPr>
            </a:lvl1pPr>
            <a:lvl2pPr lvl="1" algn="r">
              <a:buNone/>
              <a:defRPr sz="600">
                <a:solidFill>
                  <a:schemeClr val="dk1"/>
                </a:solidFill>
                <a:latin typeface="Roboto Mono"/>
                <a:ea typeface="Roboto Mono"/>
                <a:cs typeface="Roboto Mono"/>
                <a:sym typeface="Roboto Mono"/>
              </a:defRPr>
            </a:lvl2pPr>
            <a:lvl3pPr lvl="2" algn="r">
              <a:buNone/>
              <a:defRPr sz="600">
                <a:solidFill>
                  <a:schemeClr val="dk1"/>
                </a:solidFill>
                <a:latin typeface="Roboto Mono"/>
                <a:ea typeface="Roboto Mono"/>
                <a:cs typeface="Roboto Mono"/>
                <a:sym typeface="Roboto Mono"/>
              </a:defRPr>
            </a:lvl3pPr>
            <a:lvl4pPr lvl="3" algn="r">
              <a:buNone/>
              <a:defRPr sz="600">
                <a:solidFill>
                  <a:schemeClr val="dk1"/>
                </a:solidFill>
                <a:latin typeface="Roboto Mono"/>
                <a:ea typeface="Roboto Mono"/>
                <a:cs typeface="Roboto Mono"/>
                <a:sym typeface="Roboto Mono"/>
              </a:defRPr>
            </a:lvl4pPr>
            <a:lvl5pPr lvl="4" algn="r">
              <a:buNone/>
              <a:defRPr sz="600">
                <a:solidFill>
                  <a:schemeClr val="dk1"/>
                </a:solidFill>
                <a:latin typeface="Roboto Mono"/>
                <a:ea typeface="Roboto Mono"/>
                <a:cs typeface="Roboto Mono"/>
                <a:sym typeface="Roboto Mono"/>
              </a:defRPr>
            </a:lvl5pPr>
            <a:lvl6pPr lvl="5" algn="r">
              <a:buNone/>
              <a:defRPr sz="600">
                <a:solidFill>
                  <a:schemeClr val="dk1"/>
                </a:solidFill>
                <a:latin typeface="Roboto Mono"/>
                <a:ea typeface="Roboto Mono"/>
                <a:cs typeface="Roboto Mono"/>
                <a:sym typeface="Roboto Mono"/>
              </a:defRPr>
            </a:lvl6pPr>
            <a:lvl7pPr lvl="6" algn="r">
              <a:buNone/>
              <a:defRPr sz="600">
                <a:solidFill>
                  <a:schemeClr val="dk1"/>
                </a:solidFill>
                <a:latin typeface="Roboto Mono"/>
                <a:ea typeface="Roboto Mono"/>
                <a:cs typeface="Roboto Mono"/>
                <a:sym typeface="Roboto Mono"/>
              </a:defRPr>
            </a:lvl7pPr>
            <a:lvl8pPr lvl="7" algn="r">
              <a:buNone/>
              <a:defRPr sz="600">
                <a:solidFill>
                  <a:schemeClr val="dk1"/>
                </a:solidFill>
                <a:latin typeface="Roboto Mono"/>
                <a:ea typeface="Roboto Mono"/>
                <a:cs typeface="Roboto Mono"/>
                <a:sym typeface="Roboto Mono"/>
              </a:defRPr>
            </a:lvl8pPr>
            <a:lvl9pPr lvl="8" algn="r">
              <a:buNone/>
              <a:defRPr sz="600">
                <a:solidFill>
                  <a:schemeClr val="dk1"/>
                </a:solidFill>
                <a:latin typeface="Roboto Mono"/>
                <a:ea typeface="Roboto Mono"/>
                <a:cs typeface="Roboto Mono"/>
                <a:sym typeface="Roboto Mon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 id="2147483696" r:id="rId15"/>
    <p:sldLayoutId id="2147483697" r:id="rId16"/>
    <p:sldLayoutId id="2147483698" r:id="rId17"/>
    <p:sldLayoutId id="2147483699" r:id="rId18"/>
    <p:sldLayoutId id="2147483700" r:id="rId19"/>
    <p:sldLayoutId id="2147483701" r:id="rId20"/>
    <p:sldLayoutId id="2147483702" r:id="rId21"/>
    <p:sldLayoutId id="2147483703" r:id="rId22"/>
    <p:sldLayoutId id="2147483704" r:id="rId23"/>
    <p:sldLayoutId id="2147483705" r:id="rId24"/>
    <p:sldLayoutId id="2147483706" r:id="rId25"/>
    <p:sldLayoutId id="2147483707" r:id="rId26"/>
    <p:sldLayoutId id="2147483708" r:id="rId27"/>
    <p:sldLayoutId id="2147483709" r:id="rId28"/>
    <p:sldLayoutId id="2147483710" r:id="rId29"/>
    <p:sldLayoutId id="2147483711" r:id="rId30"/>
    <p:sldLayoutId id="2147483712" r:id="rId31"/>
    <p:sldLayoutId id="2147483713" r:id="rId32"/>
    <p:sldLayoutId id="2147483714" r:id="rId3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71">
          <p15:clr>
            <a:srgbClr val="EA4335"/>
          </p15:clr>
        </p15:guide>
        <p15:guide id="2" pos="73">
          <p15:clr>
            <a:srgbClr val="EA4335"/>
          </p15:clr>
        </p15:guide>
        <p15:guide id="3" pos="5687">
          <p15:clr>
            <a:srgbClr val="EA4335"/>
          </p15:clr>
        </p15:guide>
        <p15:guide id="4" orient="horz" pos="3165">
          <p15:clr>
            <a:srgbClr val="EA4335"/>
          </p15:clr>
        </p15:guide>
        <p15:guide id="5" pos="510">
          <p15:clr>
            <a:srgbClr val="EA4335"/>
          </p15:clr>
        </p15:guide>
        <p15:guide id="6" pos="1823">
          <p15:clr>
            <a:srgbClr val="EA4335"/>
          </p15:clr>
        </p15:guide>
        <p15:guide id="7" pos="2088">
          <p15:clr>
            <a:srgbClr val="EA4335"/>
          </p15:clr>
        </p15:guide>
        <p15:guide id="8" pos="2880">
          <p15:clr>
            <a:srgbClr val="EA4335"/>
          </p15:clr>
        </p15:guide>
        <p15:guide id="9" pos="3020">
          <p15:clr>
            <a:srgbClr val="EA4335"/>
          </p15:clr>
        </p15:guide>
        <p15:guide id="10" pos="3657">
          <p15:clr>
            <a:srgbClr val="EA4335"/>
          </p15:clr>
        </p15:guide>
        <p15:guide id="11" pos="3905">
          <p15:clr>
            <a:srgbClr val="EA4335"/>
          </p15:clr>
        </p15:guide>
        <p15:guide id="12" pos="5226">
          <p15:clr>
            <a:srgbClr val="EA4335"/>
          </p15:clr>
        </p15:guide>
        <p15:guide id="13" pos="2740">
          <p15:clr>
            <a:srgbClr val="EA4335"/>
          </p15:clr>
        </p15:guide>
        <p15:guide id="14" pos="254">
          <p15:clr>
            <a:srgbClr val="EA4335"/>
          </p15:clr>
        </p15:guide>
        <p15:guide id="15" pos="5491">
          <p15:clr>
            <a:srgbClr val="EA4335"/>
          </p15:clr>
        </p15:guide>
        <p15:guide id="16" orient="horz" pos="259">
          <p15:clr>
            <a:srgbClr val="EA4335"/>
          </p15:clr>
        </p15:guide>
        <p15:guide id="17" orient="horz" pos="477">
          <p15:clr>
            <a:srgbClr val="EA4335"/>
          </p15:clr>
        </p15:guide>
        <p15:guide id="18" orient="horz" pos="1620">
          <p15:clr>
            <a:srgbClr val="EA4335"/>
          </p15:clr>
        </p15:guide>
        <p15:guide id="19" orient="horz" pos="2787">
          <p15:clr>
            <a:srgbClr val="EA4335"/>
          </p15:clr>
        </p15:guide>
        <p15:guide id="20" orient="horz" pos="3024">
          <p15:clr>
            <a:srgbClr val="EA4335"/>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53" name="Shape 253"/>
        <p:cNvGrpSpPr/>
        <p:nvPr/>
      </p:nvGrpSpPr>
      <p:grpSpPr>
        <a:xfrm>
          <a:off x="0" y="0"/>
          <a:ext cx="0" cy="0"/>
          <a:chOff x="0" y="0"/>
          <a:chExt cx="0" cy="0"/>
        </a:xfrm>
      </p:grpSpPr>
      <p:sp>
        <p:nvSpPr>
          <p:cNvPr id="254" name="Google Shape;254;p70"/>
          <p:cNvSpPr txBox="1"/>
          <p:nvPr>
            <p:ph type="title"/>
          </p:nvPr>
        </p:nvSpPr>
        <p:spPr>
          <a:xfrm>
            <a:off x="809200" y="818125"/>
            <a:ext cx="7727700" cy="572700"/>
          </a:xfrm>
          <a:prstGeom prst="rect">
            <a:avLst/>
          </a:prstGeom>
          <a:noFill/>
          <a:ln>
            <a:noFill/>
          </a:ln>
        </p:spPr>
        <p:txBody>
          <a:bodyPr anchorCtr="0" anchor="t" bIns="91425" lIns="0" spcFirstLastPara="1" rIns="91425" wrap="square" tIns="0">
            <a:noAutofit/>
          </a:bodyPr>
          <a:lstStyle>
            <a:lvl1pPr lv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1pPr>
            <a:lvl2pPr lvl="1">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2pPr>
            <a:lvl3pPr lvl="2">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3pPr>
            <a:lvl4pPr lvl="3">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4pPr>
            <a:lvl5pPr lvl="4">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5pPr>
            <a:lvl6pPr lvl="5">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6pPr>
            <a:lvl7pPr lvl="6">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7pPr>
            <a:lvl8pPr lvl="7">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8pPr>
            <a:lvl9pPr lvl="8">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9pPr>
          </a:lstStyle>
          <a:p/>
        </p:txBody>
      </p:sp>
      <p:sp>
        <p:nvSpPr>
          <p:cNvPr id="255" name="Google Shape;255;p70"/>
          <p:cNvSpPr txBox="1"/>
          <p:nvPr>
            <p:ph idx="1" type="body"/>
          </p:nvPr>
        </p:nvSpPr>
        <p:spPr>
          <a:xfrm>
            <a:off x="809200" y="1523450"/>
            <a:ext cx="8124000" cy="2967900"/>
          </a:xfrm>
          <a:prstGeom prst="rect">
            <a:avLst/>
          </a:prstGeom>
          <a:noFill/>
          <a:ln>
            <a:noFill/>
          </a:ln>
        </p:spPr>
        <p:txBody>
          <a:bodyPr anchorCtr="0" anchor="t" bIns="0" lIns="0" spcFirstLastPara="1" rIns="91425" wrap="square" tIns="0">
            <a:noAutofit/>
          </a:bodyPr>
          <a:lstStyle>
            <a:lvl1pPr indent="-381000" lvl="0" marL="457200">
              <a:lnSpc>
                <a:spcPct val="115000"/>
              </a:lnSpc>
              <a:spcBef>
                <a:spcPts val="0"/>
              </a:spcBef>
              <a:spcAft>
                <a:spcPts val="0"/>
              </a:spcAft>
              <a:buClr>
                <a:schemeClr val="dk1"/>
              </a:buClr>
              <a:buSzPts val="2400"/>
              <a:buFont typeface="Poppins"/>
              <a:buChar char="●"/>
              <a:defRPr sz="2400">
                <a:solidFill>
                  <a:schemeClr val="dk1"/>
                </a:solidFill>
                <a:latin typeface="Poppins"/>
                <a:ea typeface="Poppins"/>
                <a:cs typeface="Poppins"/>
                <a:sym typeface="Poppins"/>
              </a:defRPr>
            </a:lvl1pPr>
            <a:lvl2pPr indent="-342900" lvl="1" marL="914400">
              <a:lnSpc>
                <a:spcPct val="115000"/>
              </a:lnSpc>
              <a:spcBef>
                <a:spcPts val="16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04800" lvl="2" marL="1371600">
              <a:lnSpc>
                <a:spcPct val="115000"/>
              </a:lnSpc>
              <a:spcBef>
                <a:spcPts val="1600"/>
              </a:spcBef>
              <a:spcAft>
                <a:spcPts val="0"/>
              </a:spcAft>
              <a:buClr>
                <a:schemeClr val="dk1"/>
              </a:buClr>
              <a:buSzPts val="1200"/>
              <a:buFont typeface="Poppins"/>
              <a:buChar char="■"/>
              <a:defRPr sz="1200">
                <a:solidFill>
                  <a:schemeClr val="dk1"/>
                </a:solidFill>
                <a:latin typeface="Poppins"/>
                <a:ea typeface="Poppins"/>
                <a:cs typeface="Poppins"/>
                <a:sym typeface="Poppins"/>
              </a:defRPr>
            </a:lvl3pPr>
            <a:lvl4pPr indent="-292100" lvl="3" marL="1828800">
              <a:lnSpc>
                <a:spcPct val="115000"/>
              </a:lnSpc>
              <a:spcBef>
                <a:spcPts val="1600"/>
              </a:spcBef>
              <a:spcAft>
                <a:spcPts val="0"/>
              </a:spcAft>
              <a:buClr>
                <a:schemeClr val="dk1"/>
              </a:buClr>
              <a:buSzPts val="1000"/>
              <a:buFont typeface="Poppins"/>
              <a:buChar char="●"/>
              <a:defRPr sz="1000">
                <a:solidFill>
                  <a:schemeClr val="dk1"/>
                </a:solidFill>
                <a:latin typeface="Poppins"/>
                <a:ea typeface="Poppins"/>
                <a:cs typeface="Poppins"/>
                <a:sym typeface="Poppins"/>
              </a:defRPr>
            </a:lvl4pPr>
            <a:lvl5pPr indent="-279400" lvl="4" marL="2286000">
              <a:lnSpc>
                <a:spcPct val="115000"/>
              </a:lnSpc>
              <a:spcBef>
                <a:spcPts val="1600"/>
              </a:spcBef>
              <a:spcAft>
                <a:spcPts val="0"/>
              </a:spcAft>
              <a:buClr>
                <a:schemeClr val="dk1"/>
              </a:buClr>
              <a:buSzPts val="800"/>
              <a:buFont typeface="Poppins"/>
              <a:buChar char="○"/>
              <a:defRPr sz="800">
                <a:solidFill>
                  <a:schemeClr val="dk1"/>
                </a:solidFill>
                <a:latin typeface="Poppins"/>
                <a:ea typeface="Poppins"/>
                <a:cs typeface="Poppins"/>
                <a:sym typeface="Poppins"/>
              </a:defRPr>
            </a:lvl5pPr>
            <a:lvl6pPr indent="-317500" lvl="5" marL="2743200">
              <a:lnSpc>
                <a:spcPct val="115000"/>
              </a:lnSpc>
              <a:spcBef>
                <a:spcPts val="1600"/>
              </a:spcBef>
              <a:spcAft>
                <a:spcPts val="0"/>
              </a:spcAft>
              <a:buClr>
                <a:schemeClr val="dk1"/>
              </a:buClr>
              <a:buSzPts val="1400"/>
              <a:buFont typeface="Poppins"/>
              <a:buChar char="■"/>
              <a:defRPr sz="1400">
                <a:solidFill>
                  <a:schemeClr val="dk1"/>
                </a:solidFill>
                <a:latin typeface="Poppins"/>
                <a:ea typeface="Poppins"/>
                <a:cs typeface="Poppins"/>
                <a:sym typeface="Poppins"/>
              </a:defRPr>
            </a:lvl6pPr>
            <a:lvl7pPr indent="-317500" lvl="6" marL="3200400">
              <a:lnSpc>
                <a:spcPct val="115000"/>
              </a:lnSpc>
              <a:spcBef>
                <a:spcPts val="1600"/>
              </a:spcBef>
              <a:spcAft>
                <a:spcPts val="0"/>
              </a:spcAft>
              <a:buClr>
                <a:schemeClr val="dk1"/>
              </a:buClr>
              <a:buSzPts val="1400"/>
              <a:buFont typeface="Poppins"/>
              <a:buChar char="●"/>
              <a:defRPr sz="1400">
                <a:solidFill>
                  <a:schemeClr val="dk1"/>
                </a:solidFill>
                <a:latin typeface="Poppins"/>
                <a:ea typeface="Poppins"/>
                <a:cs typeface="Poppins"/>
                <a:sym typeface="Poppins"/>
              </a:defRPr>
            </a:lvl7pPr>
            <a:lvl8pPr indent="-317500" lvl="7" marL="3657600">
              <a:lnSpc>
                <a:spcPct val="115000"/>
              </a:lnSpc>
              <a:spcBef>
                <a:spcPts val="1600"/>
              </a:spcBef>
              <a:spcAft>
                <a:spcPts val="0"/>
              </a:spcAft>
              <a:buClr>
                <a:schemeClr val="dk1"/>
              </a:buClr>
              <a:buSzPts val="1400"/>
              <a:buFont typeface="Poppins"/>
              <a:buChar char="○"/>
              <a:defRPr sz="1400">
                <a:solidFill>
                  <a:schemeClr val="dk1"/>
                </a:solidFill>
                <a:latin typeface="Poppins"/>
                <a:ea typeface="Poppins"/>
                <a:cs typeface="Poppins"/>
                <a:sym typeface="Poppins"/>
              </a:defRPr>
            </a:lvl8pPr>
            <a:lvl9pPr indent="-317500" lvl="8" marL="4114800">
              <a:lnSpc>
                <a:spcPct val="115000"/>
              </a:lnSpc>
              <a:spcBef>
                <a:spcPts val="1600"/>
              </a:spcBef>
              <a:spcAft>
                <a:spcPts val="1600"/>
              </a:spcAft>
              <a:buClr>
                <a:schemeClr val="dk1"/>
              </a:buClr>
              <a:buSzPts val="1400"/>
              <a:buFont typeface="Poppins"/>
              <a:buChar char="■"/>
              <a:defRPr sz="1400">
                <a:solidFill>
                  <a:schemeClr val="dk1"/>
                </a:solidFill>
                <a:latin typeface="Poppins"/>
                <a:ea typeface="Poppins"/>
                <a:cs typeface="Poppins"/>
                <a:sym typeface="Poppins"/>
              </a:defRPr>
            </a:lvl9pPr>
          </a:lstStyle>
          <a:p/>
        </p:txBody>
      </p:sp>
      <p:sp>
        <p:nvSpPr>
          <p:cNvPr id="256" name="Google Shape;256;p70"/>
          <p:cNvSpPr txBox="1"/>
          <p:nvPr>
            <p:ph idx="12" type="sldNum"/>
          </p:nvPr>
        </p:nvSpPr>
        <p:spPr>
          <a:xfrm>
            <a:off x="8565220" y="4947201"/>
            <a:ext cx="548700" cy="256800"/>
          </a:xfrm>
          <a:prstGeom prst="rect">
            <a:avLst/>
          </a:prstGeom>
          <a:noFill/>
          <a:ln>
            <a:noFill/>
          </a:ln>
        </p:spPr>
        <p:txBody>
          <a:bodyPr anchorCtr="0" anchor="t" bIns="0" lIns="91425" spcFirstLastPara="1" rIns="91425" wrap="square" tIns="0">
            <a:noAutofit/>
          </a:bodyPr>
          <a:lstStyle>
            <a:lvl1pPr lvl="0" algn="r">
              <a:buNone/>
              <a:defRPr sz="600">
                <a:solidFill>
                  <a:schemeClr val="dk1"/>
                </a:solidFill>
                <a:latin typeface="Roboto Mono"/>
                <a:ea typeface="Roboto Mono"/>
                <a:cs typeface="Roboto Mono"/>
                <a:sym typeface="Roboto Mono"/>
              </a:defRPr>
            </a:lvl1pPr>
            <a:lvl2pPr lvl="1" algn="r">
              <a:buNone/>
              <a:defRPr sz="600">
                <a:solidFill>
                  <a:schemeClr val="dk1"/>
                </a:solidFill>
                <a:latin typeface="Roboto Mono"/>
                <a:ea typeface="Roboto Mono"/>
                <a:cs typeface="Roboto Mono"/>
                <a:sym typeface="Roboto Mono"/>
              </a:defRPr>
            </a:lvl2pPr>
            <a:lvl3pPr lvl="2" algn="r">
              <a:buNone/>
              <a:defRPr sz="600">
                <a:solidFill>
                  <a:schemeClr val="dk1"/>
                </a:solidFill>
                <a:latin typeface="Roboto Mono"/>
                <a:ea typeface="Roboto Mono"/>
                <a:cs typeface="Roboto Mono"/>
                <a:sym typeface="Roboto Mono"/>
              </a:defRPr>
            </a:lvl3pPr>
            <a:lvl4pPr lvl="3" algn="r">
              <a:buNone/>
              <a:defRPr sz="600">
                <a:solidFill>
                  <a:schemeClr val="dk1"/>
                </a:solidFill>
                <a:latin typeface="Roboto Mono"/>
                <a:ea typeface="Roboto Mono"/>
                <a:cs typeface="Roboto Mono"/>
                <a:sym typeface="Roboto Mono"/>
              </a:defRPr>
            </a:lvl4pPr>
            <a:lvl5pPr lvl="4" algn="r">
              <a:buNone/>
              <a:defRPr sz="600">
                <a:solidFill>
                  <a:schemeClr val="dk1"/>
                </a:solidFill>
                <a:latin typeface="Roboto Mono"/>
                <a:ea typeface="Roboto Mono"/>
                <a:cs typeface="Roboto Mono"/>
                <a:sym typeface="Roboto Mono"/>
              </a:defRPr>
            </a:lvl5pPr>
            <a:lvl6pPr lvl="5" algn="r">
              <a:buNone/>
              <a:defRPr sz="600">
                <a:solidFill>
                  <a:schemeClr val="dk1"/>
                </a:solidFill>
                <a:latin typeface="Roboto Mono"/>
                <a:ea typeface="Roboto Mono"/>
                <a:cs typeface="Roboto Mono"/>
                <a:sym typeface="Roboto Mono"/>
              </a:defRPr>
            </a:lvl6pPr>
            <a:lvl7pPr lvl="6" algn="r">
              <a:buNone/>
              <a:defRPr sz="600">
                <a:solidFill>
                  <a:schemeClr val="dk1"/>
                </a:solidFill>
                <a:latin typeface="Roboto Mono"/>
                <a:ea typeface="Roboto Mono"/>
                <a:cs typeface="Roboto Mono"/>
                <a:sym typeface="Roboto Mono"/>
              </a:defRPr>
            </a:lvl7pPr>
            <a:lvl8pPr lvl="7" algn="r">
              <a:buNone/>
              <a:defRPr sz="600">
                <a:solidFill>
                  <a:schemeClr val="dk1"/>
                </a:solidFill>
                <a:latin typeface="Roboto Mono"/>
                <a:ea typeface="Roboto Mono"/>
                <a:cs typeface="Roboto Mono"/>
                <a:sym typeface="Roboto Mono"/>
              </a:defRPr>
            </a:lvl8pPr>
            <a:lvl9pPr lvl="8" algn="r">
              <a:buNone/>
              <a:defRPr sz="600">
                <a:solidFill>
                  <a:schemeClr val="dk1"/>
                </a:solidFill>
                <a:latin typeface="Roboto Mono"/>
                <a:ea typeface="Roboto Mono"/>
                <a:cs typeface="Roboto Mono"/>
                <a:sym typeface="Roboto Mon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 id="2147483732" r:id="rId18"/>
    <p:sldLayoutId id="2147483733" r:id="rId19"/>
    <p:sldLayoutId id="2147483734" r:id="rId20"/>
    <p:sldLayoutId id="2147483735" r:id="rId21"/>
    <p:sldLayoutId id="2147483736" r:id="rId22"/>
    <p:sldLayoutId id="2147483737" r:id="rId23"/>
    <p:sldLayoutId id="2147483738" r:id="rId24"/>
    <p:sldLayoutId id="2147483739" r:id="rId25"/>
    <p:sldLayoutId id="2147483740" r:id="rId26"/>
    <p:sldLayoutId id="2147483741" r:id="rId27"/>
    <p:sldLayoutId id="2147483742" r:id="rId28"/>
    <p:sldLayoutId id="2147483743" r:id="rId29"/>
    <p:sldLayoutId id="2147483744" r:id="rId30"/>
    <p:sldLayoutId id="2147483745" r:id="rId31"/>
    <p:sldLayoutId id="2147483746" r:id="rId32"/>
    <p:sldLayoutId id="2147483747" r:id="rId33"/>
    <p:sldLayoutId id="2147483748" r:id="rId34"/>
    <p:sldLayoutId id="2147483749" r:id="rId3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71">
          <p15:clr>
            <a:srgbClr val="EA4335"/>
          </p15:clr>
        </p15:guide>
        <p15:guide id="2" pos="73">
          <p15:clr>
            <a:srgbClr val="EA4335"/>
          </p15:clr>
        </p15:guide>
        <p15:guide id="3" pos="5687">
          <p15:clr>
            <a:srgbClr val="EA4335"/>
          </p15:clr>
        </p15:guide>
        <p15:guide id="4" orient="horz" pos="3165">
          <p15:clr>
            <a:srgbClr val="EA4335"/>
          </p15:clr>
        </p15:guide>
        <p15:guide id="5" pos="510">
          <p15:clr>
            <a:srgbClr val="EA4335"/>
          </p15:clr>
        </p15:guide>
        <p15:guide id="6" pos="1823">
          <p15:clr>
            <a:srgbClr val="EA4335"/>
          </p15:clr>
        </p15:guide>
        <p15:guide id="7" pos="2088">
          <p15:clr>
            <a:srgbClr val="EA4335"/>
          </p15:clr>
        </p15:guide>
        <p15:guide id="8" pos="2880">
          <p15:clr>
            <a:srgbClr val="EA4335"/>
          </p15:clr>
        </p15:guide>
        <p15:guide id="9" pos="3020">
          <p15:clr>
            <a:srgbClr val="EA4335"/>
          </p15:clr>
        </p15:guide>
        <p15:guide id="10" pos="3657">
          <p15:clr>
            <a:srgbClr val="EA4335"/>
          </p15:clr>
        </p15:guide>
        <p15:guide id="11" pos="3905">
          <p15:clr>
            <a:srgbClr val="EA4335"/>
          </p15:clr>
        </p15:guide>
        <p15:guide id="12" pos="5226">
          <p15:clr>
            <a:srgbClr val="EA4335"/>
          </p15:clr>
        </p15:guide>
        <p15:guide id="13" pos="2740">
          <p15:clr>
            <a:srgbClr val="EA4335"/>
          </p15:clr>
        </p15:guide>
        <p15:guide id="14" pos="254">
          <p15:clr>
            <a:srgbClr val="EA4335"/>
          </p15:clr>
        </p15:guide>
        <p15:guide id="15" pos="5491">
          <p15:clr>
            <a:srgbClr val="EA4335"/>
          </p15:clr>
        </p15:guide>
        <p15:guide id="16" orient="horz" pos="259">
          <p15:clr>
            <a:srgbClr val="EA4335"/>
          </p15:clr>
        </p15:guide>
        <p15:guide id="17" orient="horz" pos="477">
          <p15:clr>
            <a:srgbClr val="EA4335"/>
          </p15:clr>
        </p15:guide>
        <p15:guide id="18" orient="horz" pos="1620">
          <p15:clr>
            <a:srgbClr val="EA4335"/>
          </p15:clr>
        </p15:guide>
        <p15:guide id="19" orient="horz" pos="2787">
          <p15:clr>
            <a:srgbClr val="EA4335"/>
          </p15:clr>
        </p15:guide>
        <p15:guide id="20" orient="horz" pos="3024">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73.png"/><Relationship Id="rId4" Type="http://schemas.openxmlformats.org/officeDocument/2006/relationships/image" Target="../media/image7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xml"/><Relationship Id="rId3" Type="http://schemas.openxmlformats.org/officeDocument/2006/relationships/hyperlink" Target="https://view.genially.com/677fa3f243e37473b375d7b9" TargetMode="External"/><Relationship Id="rId4" Type="http://schemas.openxmlformats.org/officeDocument/2006/relationships/hyperlink" Target="https://view.genially.com/677fa3f243e37473b375d7b9" TargetMode="External"/><Relationship Id="rId5" Type="http://schemas.openxmlformats.org/officeDocument/2006/relationships/hyperlink" Target="https://view.genial.ly/65cb9eb9c76a8c0014451666/interactive-content-street-1-and-street-2-postal-cod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3.xml"/><Relationship Id="rId3" Type="http://schemas.openxmlformats.org/officeDocument/2006/relationships/image" Target="../media/image10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4.xml"/><Relationship Id="rId3" Type="http://schemas.openxmlformats.org/officeDocument/2006/relationships/image" Target="../media/image10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xml"/><Relationship Id="rId3" Type="http://schemas.openxmlformats.org/officeDocument/2006/relationships/image" Target="../media/image9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6.xml"/><Relationship Id="rId3" Type="http://schemas.openxmlformats.org/officeDocument/2006/relationships/image" Target="../media/image76.png"/><Relationship Id="rId4" Type="http://schemas.openxmlformats.org/officeDocument/2006/relationships/image" Target="../media/image78.png"/><Relationship Id="rId5" Type="http://schemas.openxmlformats.org/officeDocument/2006/relationships/image" Target="../media/image79.png"/><Relationship Id="rId6" Type="http://schemas.openxmlformats.org/officeDocument/2006/relationships/image" Target="../media/image8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xml"/><Relationship Id="rId3" Type="http://schemas.openxmlformats.org/officeDocument/2006/relationships/image" Target="../media/image7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8.xml"/><Relationship Id="rId3" Type="http://schemas.openxmlformats.org/officeDocument/2006/relationships/image" Target="../media/image8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9.xml"/><Relationship Id="rId3" Type="http://schemas.openxmlformats.org/officeDocument/2006/relationships/image" Target="../media/image82.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0.xml"/><Relationship Id="rId3" Type="http://schemas.openxmlformats.org/officeDocument/2006/relationships/image" Target="../media/image9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1.xml"/><Relationship Id="rId3" Type="http://schemas.openxmlformats.org/officeDocument/2006/relationships/image" Target="../media/image83.jpg"/><Relationship Id="rId4" Type="http://schemas.openxmlformats.org/officeDocument/2006/relationships/image" Target="../media/image80.png"/><Relationship Id="rId5" Type="http://schemas.openxmlformats.org/officeDocument/2006/relationships/image" Target="../media/image107.png"/><Relationship Id="rId6" Type="http://schemas.openxmlformats.org/officeDocument/2006/relationships/image" Target="../media/image86.png"/><Relationship Id="rId7" Type="http://schemas.openxmlformats.org/officeDocument/2006/relationships/image" Target="../media/image8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2.xml"/><Relationship Id="rId3" Type="http://schemas.openxmlformats.org/officeDocument/2006/relationships/image" Target="../media/image10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4.xml"/><Relationship Id="rId3" Type="http://schemas.openxmlformats.org/officeDocument/2006/relationships/image" Target="../media/image93.gi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5.xml"/><Relationship Id="rId3" Type="http://schemas.openxmlformats.org/officeDocument/2006/relationships/image" Target="../media/image91.png"/><Relationship Id="rId4" Type="http://schemas.openxmlformats.org/officeDocument/2006/relationships/image" Target="../media/image95.png"/><Relationship Id="rId5" Type="http://schemas.openxmlformats.org/officeDocument/2006/relationships/image" Target="../media/image9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6.xml"/><Relationship Id="rId3" Type="http://schemas.openxmlformats.org/officeDocument/2006/relationships/image" Target="../media/image10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7.xml"/><Relationship Id="rId3" Type="http://schemas.openxmlformats.org/officeDocument/2006/relationships/image" Target="../media/image108.png"/><Relationship Id="rId4" Type="http://schemas.openxmlformats.org/officeDocument/2006/relationships/hyperlink" Target="https://view.genially.com/677fa3f243e37473b375d7b9" TargetMode="External"/><Relationship Id="rId5" Type="http://schemas.openxmlformats.org/officeDocument/2006/relationships/hyperlink" Target="https://view.genially.com/677fa3f243e37473b375d7b9" TargetMode="External"/><Relationship Id="rId6" Type="http://schemas.openxmlformats.org/officeDocument/2006/relationships/hyperlink" Target="https://view.genially.com/677fa3f243e37473b375d7b9"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5.xml"/><Relationship Id="rId3" Type="http://schemas.openxmlformats.org/officeDocument/2006/relationships/image" Target="../media/image8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6.xml"/><Relationship Id="rId2" Type="http://schemas.openxmlformats.org/officeDocument/2006/relationships/notesSlide" Target="../notesSlides/notesSlide27.xml"/><Relationship Id="rId3" Type="http://schemas.openxmlformats.org/officeDocument/2006/relationships/hyperlink" Target="http://drive.google.com/file/d/1AaFCFjT07QYkKlMnSYxO6kjGYwWtKGe2/view" TargetMode="External"/><Relationship Id="rId4" Type="http://schemas.openxmlformats.org/officeDocument/2006/relationships/image" Target="../media/image89.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8.xml"/><Relationship Id="rId3" Type="http://schemas.openxmlformats.org/officeDocument/2006/relationships/image" Target="../media/image10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7.xml"/><Relationship Id="rId2" Type="http://schemas.openxmlformats.org/officeDocument/2006/relationships/notesSlide" Target="../notesSlides/notesSlide29.xml"/><Relationship Id="rId3" Type="http://schemas.openxmlformats.org/officeDocument/2006/relationships/hyperlink" Target="https://tripadvisor.atlassian.net/wiki/spaces/ASK/pages/300103851/Latin+vs.+Non-Latin+Languages"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30.xml"/><Relationship Id="rId3" Type="http://schemas.openxmlformats.org/officeDocument/2006/relationships/image" Target="../media/image10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106"/>
          <p:cNvSpPr txBox="1"/>
          <p:nvPr>
            <p:ph type="title"/>
          </p:nvPr>
        </p:nvSpPr>
        <p:spPr>
          <a:xfrm>
            <a:off x="1459775" y="1577100"/>
            <a:ext cx="6157800" cy="1989300"/>
          </a:xfrm>
          <a:prstGeom prst="rect">
            <a:avLst/>
          </a:prstGeom>
        </p:spPr>
        <p:txBody>
          <a:bodyPr anchorCtr="0" anchor="ctr" bIns="91425" lIns="0" spcFirstLastPara="1" rIns="91425" wrap="square" tIns="0">
            <a:noAutofit/>
          </a:bodyPr>
          <a:lstStyle/>
          <a:p>
            <a:pPr indent="0" lvl="0" marL="0" rtl="0" algn="ctr">
              <a:spcBef>
                <a:spcPts val="0"/>
              </a:spcBef>
              <a:spcAft>
                <a:spcPts val="0"/>
              </a:spcAft>
              <a:buNone/>
            </a:pPr>
            <a:r>
              <a:rPr lang="en" sz="5000"/>
              <a:t>Understanding Request Fields</a:t>
            </a:r>
            <a:endParaRPr sz="5000"/>
          </a:p>
        </p:txBody>
      </p:sp>
      <p:pic>
        <p:nvPicPr>
          <p:cNvPr id="389" name="Google Shape;389;p106"/>
          <p:cNvPicPr preferRelativeResize="0"/>
          <p:nvPr/>
        </p:nvPicPr>
        <p:blipFill>
          <a:blip r:embed="rId3">
            <a:alphaModFix/>
          </a:blip>
          <a:stretch>
            <a:fillRect/>
          </a:stretch>
        </p:blipFill>
        <p:spPr>
          <a:xfrm>
            <a:off x="8039750" y="4582550"/>
            <a:ext cx="595000" cy="595000"/>
          </a:xfrm>
          <a:prstGeom prst="rect">
            <a:avLst/>
          </a:prstGeom>
          <a:noFill/>
          <a:ln>
            <a:noFill/>
          </a:ln>
        </p:spPr>
      </p:pic>
      <p:pic>
        <p:nvPicPr>
          <p:cNvPr id="390" name="Google Shape;390;p106"/>
          <p:cNvPicPr preferRelativeResize="0"/>
          <p:nvPr/>
        </p:nvPicPr>
        <p:blipFill>
          <a:blip r:embed="rId4">
            <a:alphaModFix/>
          </a:blip>
          <a:stretch>
            <a:fillRect/>
          </a:stretch>
        </p:blipFill>
        <p:spPr>
          <a:xfrm>
            <a:off x="8634750" y="4582550"/>
            <a:ext cx="595000" cy="595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94" name="Shape 394"/>
        <p:cNvGrpSpPr/>
        <p:nvPr/>
      </p:nvGrpSpPr>
      <p:grpSpPr>
        <a:xfrm>
          <a:off x="0" y="0"/>
          <a:ext cx="0" cy="0"/>
          <a:chOff x="0" y="0"/>
          <a:chExt cx="0" cy="0"/>
        </a:xfrm>
      </p:grpSpPr>
      <p:graphicFrame>
        <p:nvGraphicFramePr>
          <p:cNvPr id="395" name="Google Shape;395;p107"/>
          <p:cNvGraphicFramePr/>
          <p:nvPr/>
        </p:nvGraphicFramePr>
        <p:xfrm>
          <a:off x="578046" y="944939"/>
          <a:ext cx="3000000" cy="3000000"/>
        </p:xfrm>
        <a:graphic>
          <a:graphicData uri="http://schemas.openxmlformats.org/drawingml/2006/table">
            <a:tbl>
              <a:tblPr bandRow="1" firstRow="1">
                <a:noFill/>
                <a:tableStyleId>{795E95DA-ACA7-4342-B241-A181849F6907}</a:tableStyleId>
              </a:tblPr>
              <a:tblGrid>
                <a:gridCol w="1830675"/>
                <a:gridCol w="1692125"/>
                <a:gridCol w="4545625"/>
              </a:tblGrid>
              <a:tr h="278150">
                <a:tc>
                  <a:txBody>
                    <a:bodyPr/>
                    <a:lstStyle/>
                    <a:p>
                      <a:pPr indent="0" lvl="0" marL="0" marR="0" rtl="0" algn="l">
                        <a:spcBef>
                          <a:spcPts val="0"/>
                        </a:spcBef>
                        <a:spcAft>
                          <a:spcPts val="0"/>
                        </a:spcAft>
                        <a:buNone/>
                      </a:pPr>
                      <a:r>
                        <a:rPr lang="en" sz="1400" u="none" cap="none" strike="noStrike">
                          <a:solidFill>
                            <a:schemeClr val="dk1"/>
                          </a:solidFill>
                          <a:latin typeface="Poppins"/>
                          <a:ea typeface="Poppins"/>
                          <a:cs typeface="Poppins"/>
                          <a:sym typeface="Poppins"/>
                        </a:rPr>
                        <a:t>Time</a:t>
                      </a:r>
                      <a:endParaRPr sz="1400">
                        <a:solidFill>
                          <a:schemeClr val="dk1"/>
                        </a:solidFill>
                        <a:latin typeface="Poppins"/>
                        <a:ea typeface="Poppins"/>
                        <a:cs typeface="Poppins"/>
                        <a:sym typeface="Poppins"/>
                      </a:endParaRPr>
                    </a:p>
                  </a:txBody>
                  <a:tcPr marT="34300" marB="34300" marR="68600" marL="68600"/>
                </a:tc>
                <a:tc>
                  <a:txBody>
                    <a:bodyPr/>
                    <a:lstStyle/>
                    <a:p>
                      <a:pPr indent="0" lvl="0" marL="0" marR="0" rtl="0" algn="l">
                        <a:spcBef>
                          <a:spcPts val="0"/>
                        </a:spcBef>
                        <a:spcAft>
                          <a:spcPts val="0"/>
                        </a:spcAft>
                        <a:buNone/>
                      </a:pPr>
                      <a:r>
                        <a:rPr lang="en" sz="1400">
                          <a:solidFill>
                            <a:schemeClr val="dk1"/>
                          </a:solidFill>
                          <a:latin typeface="Poppins"/>
                          <a:ea typeface="Poppins"/>
                          <a:cs typeface="Poppins"/>
                          <a:sym typeface="Poppins"/>
                        </a:rPr>
                        <a:t>Slides</a:t>
                      </a:r>
                      <a:endParaRPr sz="1400">
                        <a:solidFill>
                          <a:schemeClr val="dk1"/>
                        </a:solidFill>
                        <a:latin typeface="Poppins"/>
                        <a:ea typeface="Poppins"/>
                        <a:cs typeface="Poppins"/>
                        <a:sym typeface="Poppins"/>
                      </a:endParaRPr>
                    </a:p>
                  </a:txBody>
                  <a:tcPr marT="34300" marB="34300" marR="68600" marL="68600"/>
                </a:tc>
                <a:tc>
                  <a:txBody>
                    <a:bodyPr/>
                    <a:lstStyle/>
                    <a:p>
                      <a:pPr indent="0" lvl="0" marL="0" marR="0" rtl="0" algn="l">
                        <a:spcBef>
                          <a:spcPts val="0"/>
                        </a:spcBef>
                        <a:spcAft>
                          <a:spcPts val="0"/>
                        </a:spcAft>
                        <a:buNone/>
                      </a:pPr>
                      <a:r>
                        <a:rPr lang="en" sz="1400">
                          <a:solidFill>
                            <a:schemeClr val="dk1"/>
                          </a:solidFill>
                          <a:latin typeface="Poppins"/>
                          <a:ea typeface="Poppins"/>
                          <a:cs typeface="Poppins"/>
                          <a:sym typeface="Poppins"/>
                        </a:rPr>
                        <a:t>Quick Description</a:t>
                      </a:r>
                      <a:endParaRPr sz="1400">
                        <a:solidFill>
                          <a:schemeClr val="dk1"/>
                        </a:solidFill>
                        <a:latin typeface="Poppins"/>
                        <a:ea typeface="Poppins"/>
                        <a:cs typeface="Poppins"/>
                        <a:sym typeface="Poppins"/>
                      </a:endParaRPr>
                    </a:p>
                  </a:txBody>
                  <a:tcPr marT="34300" marB="34300" marR="68600" marL="68600"/>
                </a:tc>
              </a:tr>
              <a:tr h="278150">
                <a:tc>
                  <a:txBody>
                    <a:bodyPr/>
                    <a:lstStyle/>
                    <a:p>
                      <a:pPr indent="0" lvl="0" marL="0" marR="0" rtl="0" algn="l">
                        <a:spcBef>
                          <a:spcPts val="0"/>
                        </a:spcBef>
                        <a:spcAft>
                          <a:spcPts val="0"/>
                        </a:spcAft>
                        <a:buNone/>
                      </a:pPr>
                      <a:r>
                        <a:rPr lang="en" sz="1400">
                          <a:latin typeface="Poppins"/>
                          <a:ea typeface="Poppins"/>
                          <a:cs typeface="Poppins"/>
                          <a:sym typeface="Poppins"/>
                        </a:rPr>
                        <a:t>0-</a:t>
                      </a:r>
                      <a:r>
                        <a:rPr lang="en">
                          <a:latin typeface="Poppins"/>
                          <a:ea typeface="Poppins"/>
                          <a:cs typeface="Poppins"/>
                          <a:sym typeface="Poppins"/>
                        </a:rPr>
                        <a:t>5</a:t>
                      </a:r>
                      <a:r>
                        <a:rPr lang="en" sz="1400">
                          <a:latin typeface="Poppins"/>
                          <a:ea typeface="Poppins"/>
                          <a:cs typeface="Poppins"/>
                          <a:sym typeface="Poppins"/>
                        </a:rPr>
                        <a:t> minutes</a:t>
                      </a:r>
                      <a:endParaRPr sz="1400">
                        <a:latin typeface="Poppins"/>
                        <a:ea typeface="Poppins"/>
                        <a:cs typeface="Poppins"/>
                        <a:sym typeface="Poppins"/>
                      </a:endParaRPr>
                    </a:p>
                  </a:txBody>
                  <a:tcPr marT="34300" marB="34300" marR="68600" marL="68600"/>
                </a:tc>
                <a:tc>
                  <a:txBody>
                    <a:bodyPr/>
                    <a:lstStyle/>
                    <a:p>
                      <a:pPr indent="0" lvl="0" marL="0" marR="0" rtl="0" algn="l">
                        <a:spcBef>
                          <a:spcPts val="0"/>
                        </a:spcBef>
                        <a:spcAft>
                          <a:spcPts val="0"/>
                        </a:spcAft>
                        <a:buNone/>
                      </a:pPr>
                      <a:r>
                        <a:rPr lang="en">
                          <a:latin typeface="Poppins"/>
                          <a:ea typeface="Poppins"/>
                          <a:cs typeface="Poppins"/>
                          <a:sym typeface="Poppins"/>
                        </a:rPr>
                        <a:t>2-3</a:t>
                      </a:r>
                      <a:endParaRPr sz="1400">
                        <a:latin typeface="Poppins"/>
                        <a:ea typeface="Poppins"/>
                        <a:cs typeface="Poppins"/>
                        <a:sym typeface="Poppins"/>
                      </a:endParaRPr>
                    </a:p>
                  </a:txBody>
                  <a:tcPr marT="34300" marB="34300" marR="68600" marL="68600"/>
                </a:tc>
                <a:tc>
                  <a:txBody>
                    <a:bodyPr/>
                    <a:lstStyle/>
                    <a:p>
                      <a:pPr indent="0" lvl="0" marL="0" marR="0" rtl="0" algn="l">
                        <a:spcBef>
                          <a:spcPts val="0"/>
                        </a:spcBef>
                        <a:spcAft>
                          <a:spcPts val="0"/>
                        </a:spcAft>
                        <a:buNone/>
                      </a:pPr>
                      <a:r>
                        <a:rPr lang="en">
                          <a:latin typeface="Poppins"/>
                          <a:ea typeface="Poppins"/>
                          <a:cs typeface="Poppins"/>
                          <a:sym typeface="Poppins"/>
                        </a:rPr>
                        <a:t>Intro</a:t>
                      </a:r>
                      <a:endParaRPr sz="1400">
                        <a:latin typeface="Poppins"/>
                        <a:ea typeface="Poppins"/>
                        <a:cs typeface="Poppins"/>
                        <a:sym typeface="Poppins"/>
                      </a:endParaRPr>
                    </a:p>
                  </a:txBody>
                  <a:tcPr marT="34300" marB="34300" marR="68600" marL="68600"/>
                </a:tc>
              </a:tr>
              <a:tr h="106450">
                <a:tc>
                  <a:txBody>
                    <a:bodyPr/>
                    <a:lstStyle/>
                    <a:p>
                      <a:pPr indent="0" lvl="0" marL="0" marR="0" rtl="0" algn="l">
                        <a:spcBef>
                          <a:spcPts val="0"/>
                        </a:spcBef>
                        <a:spcAft>
                          <a:spcPts val="0"/>
                        </a:spcAft>
                        <a:buNone/>
                      </a:pPr>
                      <a:r>
                        <a:rPr lang="en">
                          <a:latin typeface="Poppins"/>
                          <a:ea typeface="Poppins"/>
                          <a:cs typeface="Poppins"/>
                          <a:sym typeface="Poppins"/>
                        </a:rPr>
                        <a:t>5-10 minutes</a:t>
                      </a:r>
                      <a:endParaRPr>
                        <a:latin typeface="Poppins"/>
                        <a:ea typeface="Poppins"/>
                        <a:cs typeface="Poppins"/>
                        <a:sym typeface="Poppins"/>
                      </a:endParaRPr>
                    </a:p>
                  </a:txBody>
                  <a:tcPr marT="34300" marB="34300" marR="68600" marL="68600"/>
                </a:tc>
                <a:tc>
                  <a:txBody>
                    <a:bodyPr/>
                    <a:lstStyle/>
                    <a:p>
                      <a:pPr indent="0" lvl="0" marL="0" marR="0" rtl="0" algn="l">
                        <a:spcBef>
                          <a:spcPts val="0"/>
                        </a:spcBef>
                        <a:spcAft>
                          <a:spcPts val="0"/>
                        </a:spcAft>
                        <a:buNone/>
                      </a:pPr>
                      <a:r>
                        <a:rPr lang="en">
                          <a:latin typeface="Poppins"/>
                          <a:ea typeface="Poppins"/>
                          <a:cs typeface="Poppins"/>
                          <a:sym typeface="Poppins"/>
                        </a:rPr>
                        <a:t>5-6</a:t>
                      </a:r>
                      <a:endParaRPr sz="1400">
                        <a:latin typeface="Poppins"/>
                        <a:ea typeface="Poppins"/>
                        <a:cs typeface="Poppins"/>
                        <a:sym typeface="Poppins"/>
                      </a:endParaRPr>
                    </a:p>
                  </a:txBody>
                  <a:tcPr marT="34300" marB="34300" marR="68600" marL="68600"/>
                </a:tc>
                <a:tc>
                  <a:txBody>
                    <a:bodyPr/>
                    <a:lstStyle/>
                    <a:p>
                      <a:pPr indent="0" lvl="0" marL="0" marR="0" rtl="0" algn="l">
                        <a:spcBef>
                          <a:spcPts val="0"/>
                        </a:spcBef>
                        <a:spcAft>
                          <a:spcPts val="0"/>
                        </a:spcAft>
                        <a:buNone/>
                      </a:pPr>
                      <a:r>
                        <a:rPr lang="en">
                          <a:latin typeface="Poppins"/>
                          <a:ea typeface="Poppins"/>
                          <a:cs typeface="Poppins"/>
                          <a:sym typeface="Poppins"/>
                        </a:rPr>
                        <a:t>Understanding the Field Guidelines hierarchy flowchart</a:t>
                      </a:r>
                      <a:endParaRPr sz="1400">
                        <a:latin typeface="Poppins"/>
                        <a:ea typeface="Poppins"/>
                        <a:cs typeface="Poppins"/>
                        <a:sym typeface="Poppins"/>
                      </a:endParaRPr>
                    </a:p>
                  </a:txBody>
                  <a:tcPr marT="34300" marB="34300" marR="68600" marL="68600"/>
                </a:tc>
              </a:tr>
              <a:tr h="106450">
                <a:tc>
                  <a:txBody>
                    <a:bodyPr/>
                    <a:lstStyle/>
                    <a:p>
                      <a:pPr indent="0" lvl="0" marL="0" marR="0" rtl="0" algn="l">
                        <a:spcBef>
                          <a:spcPts val="0"/>
                        </a:spcBef>
                        <a:spcAft>
                          <a:spcPts val="0"/>
                        </a:spcAft>
                        <a:buNone/>
                      </a:pPr>
                      <a:r>
                        <a:rPr lang="en">
                          <a:latin typeface="Poppins"/>
                          <a:ea typeface="Poppins"/>
                          <a:cs typeface="Poppins"/>
                          <a:sym typeface="Poppins"/>
                        </a:rPr>
                        <a:t>10-30 minutes</a:t>
                      </a:r>
                      <a:endParaRPr>
                        <a:latin typeface="Poppins"/>
                        <a:ea typeface="Poppins"/>
                        <a:cs typeface="Poppins"/>
                        <a:sym typeface="Poppins"/>
                      </a:endParaRPr>
                    </a:p>
                  </a:txBody>
                  <a:tcPr marT="34300" marB="34300" marR="68600" marL="68600"/>
                </a:tc>
                <a:tc>
                  <a:txBody>
                    <a:bodyPr/>
                    <a:lstStyle/>
                    <a:p>
                      <a:pPr indent="0" lvl="0" marL="0" marR="0" rtl="0" algn="l">
                        <a:spcBef>
                          <a:spcPts val="0"/>
                        </a:spcBef>
                        <a:spcAft>
                          <a:spcPts val="0"/>
                        </a:spcAft>
                        <a:buNone/>
                      </a:pPr>
                      <a:r>
                        <a:rPr lang="en">
                          <a:latin typeface="Poppins"/>
                          <a:ea typeface="Poppins"/>
                          <a:cs typeface="Poppins"/>
                          <a:sym typeface="Poppins"/>
                        </a:rPr>
                        <a:t>7-11</a:t>
                      </a:r>
                      <a:endParaRPr sz="1400">
                        <a:latin typeface="Poppins"/>
                        <a:ea typeface="Poppins"/>
                        <a:cs typeface="Poppins"/>
                        <a:sym typeface="Poppins"/>
                      </a:endParaRPr>
                    </a:p>
                  </a:txBody>
                  <a:tcPr marT="34300" marB="34300" marR="68600" marL="68600"/>
                </a:tc>
                <a:tc>
                  <a:txBody>
                    <a:bodyPr/>
                    <a:lstStyle/>
                    <a:p>
                      <a:pPr indent="0" lvl="0" marL="0" marR="0" rtl="0" algn="l">
                        <a:spcBef>
                          <a:spcPts val="0"/>
                        </a:spcBef>
                        <a:spcAft>
                          <a:spcPts val="0"/>
                        </a:spcAft>
                        <a:buNone/>
                      </a:pPr>
                      <a:r>
                        <a:rPr lang="en">
                          <a:latin typeface="Poppins"/>
                          <a:ea typeface="Poppins"/>
                          <a:cs typeface="Poppins"/>
                          <a:sym typeface="Poppins"/>
                        </a:rPr>
                        <a:t>Name, telephone, email, URL</a:t>
                      </a:r>
                      <a:r>
                        <a:rPr lang="en">
                          <a:latin typeface="Poppins"/>
                          <a:ea typeface="Poppins"/>
                          <a:cs typeface="Poppins"/>
                          <a:sym typeface="Poppins"/>
                        </a:rPr>
                        <a:t> guidelines</a:t>
                      </a:r>
                      <a:endParaRPr>
                        <a:latin typeface="Poppins"/>
                        <a:ea typeface="Poppins"/>
                        <a:cs typeface="Poppins"/>
                        <a:sym typeface="Poppins"/>
                      </a:endParaRPr>
                    </a:p>
                  </a:txBody>
                  <a:tcPr marT="34300" marB="34300" marR="68600" marL="68600"/>
                </a:tc>
              </a:tr>
              <a:tr h="106450">
                <a:tc>
                  <a:txBody>
                    <a:bodyPr/>
                    <a:lstStyle/>
                    <a:p>
                      <a:pPr indent="0" lvl="0" marL="0" marR="0" rtl="0" algn="l">
                        <a:spcBef>
                          <a:spcPts val="0"/>
                        </a:spcBef>
                        <a:spcAft>
                          <a:spcPts val="0"/>
                        </a:spcAft>
                        <a:buNone/>
                      </a:pPr>
                      <a:r>
                        <a:rPr lang="en">
                          <a:latin typeface="Poppins"/>
                          <a:ea typeface="Poppins"/>
                          <a:cs typeface="Poppins"/>
                          <a:sym typeface="Poppins"/>
                        </a:rPr>
                        <a:t>30-40 minutes</a:t>
                      </a:r>
                      <a:endParaRPr>
                        <a:latin typeface="Poppins"/>
                        <a:ea typeface="Poppins"/>
                        <a:cs typeface="Poppins"/>
                        <a:sym typeface="Poppins"/>
                      </a:endParaRPr>
                    </a:p>
                  </a:txBody>
                  <a:tcPr marT="34300" marB="34300" marR="68600" marL="68600"/>
                </a:tc>
                <a:tc>
                  <a:txBody>
                    <a:bodyPr/>
                    <a:lstStyle/>
                    <a:p>
                      <a:pPr indent="0" lvl="0" marL="0" marR="0" rtl="0" algn="l">
                        <a:spcBef>
                          <a:spcPts val="0"/>
                        </a:spcBef>
                        <a:spcAft>
                          <a:spcPts val="0"/>
                        </a:spcAft>
                        <a:buNone/>
                      </a:pPr>
                      <a:r>
                        <a:rPr lang="en">
                          <a:latin typeface="Poppins"/>
                          <a:ea typeface="Poppins"/>
                          <a:cs typeface="Poppins"/>
                          <a:sym typeface="Poppins"/>
                        </a:rPr>
                        <a:t>12-13</a:t>
                      </a:r>
                      <a:endParaRPr>
                        <a:latin typeface="Poppins"/>
                        <a:ea typeface="Poppins"/>
                        <a:cs typeface="Poppins"/>
                        <a:sym typeface="Poppins"/>
                      </a:endParaRPr>
                    </a:p>
                  </a:txBody>
                  <a:tcPr marT="34300" marB="34300" marR="68600" marL="68600"/>
                </a:tc>
                <a:tc>
                  <a:txBody>
                    <a:bodyPr/>
                    <a:lstStyle/>
                    <a:p>
                      <a:pPr indent="0" lvl="0" marL="0" rtl="0" algn="l">
                        <a:spcBef>
                          <a:spcPts val="0"/>
                        </a:spcBef>
                        <a:spcAft>
                          <a:spcPts val="0"/>
                        </a:spcAft>
                        <a:buClr>
                          <a:schemeClr val="dk1"/>
                        </a:buClr>
                        <a:buSzPts val="1100"/>
                        <a:buFont typeface="Arial"/>
                        <a:buNone/>
                      </a:pPr>
                      <a:r>
                        <a:rPr lang="en">
                          <a:latin typeface="Poppins"/>
                          <a:ea typeface="Poppins"/>
                          <a:cs typeface="Poppins"/>
                          <a:sym typeface="Poppins"/>
                        </a:rPr>
                        <a:t>Street 1 &amp; 2 fields guideline</a:t>
                      </a:r>
                      <a:endParaRPr>
                        <a:latin typeface="Poppins"/>
                        <a:ea typeface="Poppins"/>
                        <a:cs typeface="Poppins"/>
                        <a:sym typeface="Poppins"/>
                      </a:endParaRPr>
                    </a:p>
                  </a:txBody>
                  <a:tcPr marT="34300" marB="34300" marR="68600" marL="68600"/>
                </a:tc>
              </a:tr>
              <a:tr h="106450">
                <a:tc>
                  <a:txBody>
                    <a:bodyPr/>
                    <a:lstStyle/>
                    <a:p>
                      <a:pPr indent="0" lvl="0" marL="0" marR="0" rtl="0" algn="l">
                        <a:spcBef>
                          <a:spcPts val="0"/>
                        </a:spcBef>
                        <a:spcAft>
                          <a:spcPts val="0"/>
                        </a:spcAft>
                        <a:buNone/>
                      </a:pPr>
                      <a:r>
                        <a:rPr lang="en">
                          <a:latin typeface="Poppins"/>
                          <a:ea typeface="Poppins"/>
                          <a:cs typeface="Poppins"/>
                          <a:sym typeface="Poppins"/>
                        </a:rPr>
                        <a:t>40-45 minutes</a:t>
                      </a:r>
                      <a:endParaRPr>
                        <a:latin typeface="Poppins"/>
                        <a:ea typeface="Poppins"/>
                        <a:cs typeface="Poppins"/>
                        <a:sym typeface="Poppins"/>
                      </a:endParaRPr>
                    </a:p>
                  </a:txBody>
                  <a:tcPr marT="34300" marB="34300" marR="68600" marL="68600"/>
                </a:tc>
                <a:tc>
                  <a:txBody>
                    <a:bodyPr/>
                    <a:lstStyle/>
                    <a:p>
                      <a:pPr indent="0" lvl="0" marL="0" marR="0" rtl="0" algn="l">
                        <a:spcBef>
                          <a:spcPts val="0"/>
                        </a:spcBef>
                        <a:spcAft>
                          <a:spcPts val="0"/>
                        </a:spcAft>
                        <a:buNone/>
                      </a:pPr>
                      <a:r>
                        <a:rPr lang="en">
                          <a:latin typeface="Poppins"/>
                          <a:ea typeface="Poppins"/>
                          <a:cs typeface="Poppins"/>
                          <a:sym typeface="Poppins"/>
                        </a:rPr>
                        <a:t>14</a:t>
                      </a:r>
                      <a:endParaRPr sz="1400">
                        <a:latin typeface="Poppins"/>
                        <a:ea typeface="Poppins"/>
                        <a:cs typeface="Poppins"/>
                        <a:sym typeface="Poppins"/>
                      </a:endParaRPr>
                    </a:p>
                  </a:txBody>
                  <a:tcPr marT="34300" marB="34300" marR="68600" marL="68600"/>
                </a:tc>
                <a:tc>
                  <a:txBody>
                    <a:bodyPr/>
                    <a:lstStyle/>
                    <a:p>
                      <a:pPr indent="0" lvl="0" marL="0" marR="0" rtl="0" algn="l">
                        <a:spcBef>
                          <a:spcPts val="0"/>
                        </a:spcBef>
                        <a:spcAft>
                          <a:spcPts val="0"/>
                        </a:spcAft>
                        <a:buNone/>
                      </a:pPr>
                      <a:r>
                        <a:rPr lang="en">
                          <a:latin typeface="Poppins"/>
                          <a:ea typeface="Poppins"/>
                          <a:cs typeface="Poppins"/>
                          <a:sym typeface="Poppins"/>
                        </a:rPr>
                        <a:t>Parent Geo field guideline</a:t>
                      </a:r>
                      <a:endParaRPr>
                        <a:latin typeface="Poppins"/>
                        <a:ea typeface="Poppins"/>
                        <a:cs typeface="Poppins"/>
                        <a:sym typeface="Poppins"/>
                      </a:endParaRPr>
                    </a:p>
                  </a:txBody>
                  <a:tcPr marT="34300" marB="34300" marR="68600" marL="68600"/>
                </a:tc>
              </a:tr>
              <a:tr h="106450">
                <a:tc>
                  <a:txBody>
                    <a:bodyPr/>
                    <a:lstStyle/>
                    <a:p>
                      <a:pPr indent="0" lvl="0" marL="0" marR="0" rtl="0" algn="l">
                        <a:spcBef>
                          <a:spcPts val="0"/>
                        </a:spcBef>
                        <a:spcAft>
                          <a:spcPts val="0"/>
                        </a:spcAft>
                        <a:buNone/>
                      </a:pPr>
                      <a:r>
                        <a:rPr lang="en">
                          <a:latin typeface="Poppins"/>
                          <a:ea typeface="Poppins"/>
                          <a:cs typeface="Poppins"/>
                          <a:sym typeface="Poppins"/>
                        </a:rPr>
                        <a:t>45-55 minutes</a:t>
                      </a:r>
                      <a:endParaRPr>
                        <a:latin typeface="Poppins"/>
                        <a:ea typeface="Poppins"/>
                        <a:cs typeface="Poppins"/>
                        <a:sym typeface="Poppins"/>
                      </a:endParaRPr>
                    </a:p>
                  </a:txBody>
                  <a:tcPr marT="34300" marB="34300" marR="68600" marL="68600"/>
                </a:tc>
                <a:tc>
                  <a:txBody>
                    <a:bodyPr/>
                    <a:lstStyle/>
                    <a:p>
                      <a:pPr indent="0" lvl="0" marL="0" marR="0" rtl="0" algn="l">
                        <a:spcBef>
                          <a:spcPts val="0"/>
                        </a:spcBef>
                        <a:spcAft>
                          <a:spcPts val="0"/>
                        </a:spcAft>
                        <a:buNone/>
                      </a:pPr>
                      <a:r>
                        <a:rPr lang="en">
                          <a:latin typeface="Poppins"/>
                          <a:ea typeface="Poppins"/>
                          <a:cs typeface="Poppins"/>
                          <a:sym typeface="Poppins"/>
                        </a:rPr>
                        <a:t>15-16</a:t>
                      </a:r>
                      <a:endParaRPr>
                        <a:latin typeface="Poppins"/>
                        <a:ea typeface="Poppins"/>
                        <a:cs typeface="Poppins"/>
                        <a:sym typeface="Poppins"/>
                      </a:endParaRPr>
                    </a:p>
                  </a:txBody>
                  <a:tcPr marT="34300" marB="34300" marR="68600" marL="68600"/>
                </a:tc>
                <a:tc>
                  <a:txBody>
                    <a:bodyPr/>
                    <a:lstStyle/>
                    <a:p>
                      <a:pPr indent="0" lvl="0" marL="0" rtl="0" algn="l">
                        <a:spcBef>
                          <a:spcPts val="0"/>
                        </a:spcBef>
                        <a:spcAft>
                          <a:spcPts val="0"/>
                        </a:spcAft>
                        <a:buClr>
                          <a:schemeClr val="dk1"/>
                        </a:buClr>
                        <a:buSzPts val="1100"/>
                        <a:buFont typeface="Arial"/>
                        <a:buNone/>
                      </a:pPr>
                      <a:r>
                        <a:rPr lang="en">
                          <a:latin typeface="Poppins"/>
                          <a:ea typeface="Poppins"/>
                          <a:cs typeface="Poppins"/>
                          <a:sym typeface="Poppins"/>
                        </a:rPr>
                        <a:t>D</a:t>
                      </a:r>
                      <a:r>
                        <a:rPr lang="en">
                          <a:latin typeface="Poppins"/>
                          <a:ea typeface="Poppins"/>
                          <a:cs typeface="Poppins"/>
                          <a:sym typeface="Poppins"/>
                        </a:rPr>
                        <a:t>escription and Hours fields guideline</a:t>
                      </a:r>
                      <a:endParaRPr>
                        <a:latin typeface="Poppins"/>
                        <a:ea typeface="Poppins"/>
                        <a:cs typeface="Poppins"/>
                        <a:sym typeface="Poppins"/>
                      </a:endParaRPr>
                    </a:p>
                  </a:txBody>
                  <a:tcPr marT="34300" marB="34300" marR="68600" marL="68600"/>
                </a:tc>
              </a:tr>
              <a:tr h="106450">
                <a:tc>
                  <a:txBody>
                    <a:bodyPr/>
                    <a:lstStyle/>
                    <a:p>
                      <a:pPr indent="0" lvl="0" marL="0" marR="0" rtl="0" algn="l">
                        <a:spcBef>
                          <a:spcPts val="0"/>
                        </a:spcBef>
                        <a:spcAft>
                          <a:spcPts val="0"/>
                        </a:spcAft>
                        <a:buNone/>
                      </a:pPr>
                      <a:r>
                        <a:rPr lang="en">
                          <a:latin typeface="Poppins"/>
                          <a:ea typeface="Poppins"/>
                          <a:cs typeface="Poppins"/>
                          <a:sym typeface="Poppins"/>
                        </a:rPr>
                        <a:t>55-70 </a:t>
                      </a:r>
                      <a:r>
                        <a:rPr lang="en">
                          <a:latin typeface="Poppins"/>
                          <a:ea typeface="Poppins"/>
                          <a:cs typeface="Poppins"/>
                          <a:sym typeface="Poppins"/>
                        </a:rPr>
                        <a:t>minutes</a:t>
                      </a:r>
                      <a:endParaRPr>
                        <a:latin typeface="Poppins"/>
                        <a:ea typeface="Poppins"/>
                        <a:cs typeface="Poppins"/>
                        <a:sym typeface="Poppins"/>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B cap="flat" cmpd="sng" w="381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rPr lang="en">
                          <a:latin typeface="Poppins"/>
                          <a:ea typeface="Poppins"/>
                          <a:cs typeface="Poppins"/>
                          <a:sym typeface="Poppins"/>
                        </a:rPr>
                        <a:t>17-24</a:t>
                      </a:r>
                      <a:endParaRPr sz="1400">
                        <a:latin typeface="Poppins"/>
                        <a:ea typeface="Poppins"/>
                        <a:cs typeface="Poppins"/>
                        <a:sym typeface="Poppins"/>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B cap="flat" cmpd="sng" w="381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rPr lang="en">
                          <a:latin typeface="Poppins"/>
                          <a:ea typeface="Poppins"/>
                          <a:cs typeface="Poppins"/>
                          <a:sym typeface="Poppins"/>
                        </a:rPr>
                        <a:t>Sorting activity (15 mins)</a:t>
                      </a:r>
                      <a:endParaRPr>
                        <a:latin typeface="Poppins"/>
                        <a:ea typeface="Poppins"/>
                        <a:cs typeface="Poppins"/>
                        <a:sym typeface="Poppins"/>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B cap="flat" cmpd="sng" w="38100">
                      <a:solidFill>
                        <a:schemeClr val="lt1"/>
                      </a:solidFill>
                      <a:prstDash val="solid"/>
                      <a:round/>
                      <a:headEnd len="sm" w="sm" type="none"/>
                      <a:tailEnd len="sm" w="sm" type="none"/>
                    </a:lnB>
                  </a:tcPr>
                </a:tc>
              </a:tr>
              <a:tr h="106450">
                <a:tc>
                  <a:txBody>
                    <a:bodyPr/>
                    <a:lstStyle/>
                    <a:p>
                      <a:pPr indent="0" lvl="0" marL="0" marR="0" rtl="0" algn="l">
                        <a:spcBef>
                          <a:spcPts val="0"/>
                        </a:spcBef>
                        <a:spcAft>
                          <a:spcPts val="0"/>
                        </a:spcAft>
                        <a:buNone/>
                      </a:pPr>
                      <a:r>
                        <a:rPr lang="en">
                          <a:latin typeface="Poppins"/>
                          <a:ea typeface="Poppins"/>
                          <a:cs typeface="Poppins"/>
                          <a:sym typeface="Poppins"/>
                        </a:rPr>
                        <a:t>70-85 minutes</a:t>
                      </a:r>
                      <a:endParaRPr>
                        <a:latin typeface="Poppins"/>
                        <a:ea typeface="Poppins"/>
                        <a:cs typeface="Poppins"/>
                        <a:sym typeface="Poppins"/>
                      </a:endParaRPr>
                    </a:p>
                  </a:txBody>
                  <a:tcPr marT="34300" marB="34300" marR="68600" marL="68600">
                    <a:lnT cap="flat" cmpd="sng" w="38100">
                      <a:solidFill>
                        <a:schemeClr val="lt1"/>
                      </a:solidFill>
                      <a:prstDash val="solid"/>
                      <a:round/>
                      <a:headEnd len="sm" w="sm" type="none"/>
                      <a:tailEnd len="sm" w="sm" type="none"/>
                    </a:lnT>
                  </a:tcPr>
                </a:tc>
                <a:tc>
                  <a:txBody>
                    <a:bodyPr/>
                    <a:lstStyle/>
                    <a:p>
                      <a:pPr indent="0" lvl="0" marL="0" marR="0" rtl="0" algn="l">
                        <a:spcBef>
                          <a:spcPts val="0"/>
                        </a:spcBef>
                        <a:spcAft>
                          <a:spcPts val="0"/>
                        </a:spcAft>
                        <a:buNone/>
                      </a:pPr>
                      <a:r>
                        <a:rPr lang="en">
                          <a:latin typeface="Poppins"/>
                          <a:ea typeface="Poppins"/>
                          <a:cs typeface="Poppins"/>
                          <a:sym typeface="Poppins"/>
                        </a:rPr>
                        <a:t>25</a:t>
                      </a:r>
                      <a:endParaRPr sz="1400">
                        <a:latin typeface="Poppins"/>
                        <a:ea typeface="Poppins"/>
                        <a:cs typeface="Poppins"/>
                        <a:sym typeface="Poppins"/>
                      </a:endParaRPr>
                    </a:p>
                  </a:txBody>
                  <a:tcPr marT="34300" marB="34300" marR="68600" marL="68600">
                    <a:lnT cap="flat" cmpd="sng" w="38100">
                      <a:solidFill>
                        <a:schemeClr val="lt1"/>
                      </a:solidFill>
                      <a:prstDash val="solid"/>
                      <a:round/>
                      <a:headEnd len="sm" w="sm" type="none"/>
                      <a:tailEnd len="sm" w="sm" type="none"/>
                    </a:lnT>
                  </a:tcPr>
                </a:tc>
                <a:tc>
                  <a:txBody>
                    <a:bodyPr/>
                    <a:lstStyle/>
                    <a:p>
                      <a:pPr indent="0" lvl="0" marL="0" marR="0" rtl="0" algn="l">
                        <a:spcBef>
                          <a:spcPts val="0"/>
                        </a:spcBef>
                        <a:spcAft>
                          <a:spcPts val="0"/>
                        </a:spcAft>
                        <a:buNone/>
                      </a:pPr>
                      <a:r>
                        <a:rPr lang="en">
                          <a:latin typeface="Poppins"/>
                          <a:ea typeface="Poppins"/>
                          <a:cs typeface="Poppins"/>
                          <a:sym typeface="Poppins"/>
                        </a:rPr>
                        <a:t>Ollie’s Helpers (15 mins)</a:t>
                      </a:r>
                      <a:endParaRPr sz="1400">
                        <a:latin typeface="Poppins"/>
                        <a:ea typeface="Poppins"/>
                        <a:cs typeface="Poppins"/>
                        <a:sym typeface="Poppins"/>
                      </a:endParaRPr>
                    </a:p>
                  </a:txBody>
                  <a:tcPr marT="34300" marB="34300" marR="68600" marL="68600">
                    <a:lnT cap="flat" cmpd="sng" w="38100">
                      <a:solidFill>
                        <a:schemeClr val="lt1"/>
                      </a:solidFill>
                      <a:prstDash val="solid"/>
                      <a:round/>
                      <a:headEnd len="sm" w="sm" type="none"/>
                      <a:tailEnd len="sm" w="sm" type="none"/>
                    </a:lnT>
                  </a:tcPr>
                </a:tc>
              </a:tr>
              <a:tr h="106450">
                <a:tc>
                  <a:txBody>
                    <a:bodyPr/>
                    <a:lstStyle/>
                    <a:p>
                      <a:pPr indent="0" lvl="0" marL="0" marR="0" rtl="0" algn="l">
                        <a:spcBef>
                          <a:spcPts val="0"/>
                        </a:spcBef>
                        <a:spcAft>
                          <a:spcPts val="0"/>
                        </a:spcAft>
                        <a:buNone/>
                      </a:pPr>
                      <a:r>
                        <a:rPr lang="en">
                          <a:latin typeface="Poppins"/>
                          <a:ea typeface="Poppins"/>
                          <a:cs typeface="Poppins"/>
                          <a:sym typeface="Poppins"/>
                        </a:rPr>
                        <a:t>85</a:t>
                      </a:r>
                      <a:r>
                        <a:rPr lang="en" sz="1400">
                          <a:latin typeface="Poppins"/>
                          <a:ea typeface="Poppins"/>
                          <a:cs typeface="Poppins"/>
                          <a:sym typeface="Poppins"/>
                        </a:rPr>
                        <a:t>-</a:t>
                      </a:r>
                      <a:r>
                        <a:rPr lang="en">
                          <a:latin typeface="Poppins"/>
                          <a:ea typeface="Poppins"/>
                          <a:cs typeface="Poppins"/>
                          <a:sym typeface="Poppins"/>
                        </a:rPr>
                        <a:t>90</a:t>
                      </a:r>
                      <a:r>
                        <a:rPr lang="en" sz="1400">
                          <a:latin typeface="Poppins"/>
                          <a:ea typeface="Poppins"/>
                          <a:cs typeface="Poppins"/>
                          <a:sym typeface="Poppins"/>
                        </a:rPr>
                        <a:t> minutes</a:t>
                      </a:r>
                      <a:endParaRPr sz="1400">
                        <a:latin typeface="Poppins"/>
                        <a:ea typeface="Poppins"/>
                        <a:cs typeface="Poppins"/>
                        <a:sym typeface="Poppins"/>
                      </a:endParaRPr>
                    </a:p>
                  </a:txBody>
                  <a:tcPr marT="34300" marB="34300" marR="68600" marL="68600"/>
                </a:tc>
                <a:tc>
                  <a:txBody>
                    <a:bodyPr/>
                    <a:lstStyle/>
                    <a:p>
                      <a:pPr indent="0" lvl="0" marL="0" marR="0" rtl="0" algn="l">
                        <a:spcBef>
                          <a:spcPts val="0"/>
                        </a:spcBef>
                        <a:spcAft>
                          <a:spcPts val="0"/>
                        </a:spcAft>
                        <a:buNone/>
                      </a:pPr>
                      <a:r>
                        <a:rPr lang="en">
                          <a:latin typeface="Poppins"/>
                          <a:ea typeface="Poppins"/>
                          <a:cs typeface="Poppins"/>
                          <a:sym typeface="Poppins"/>
                        </a:rPr>
                        <a:t>26-27</a:t>
                      </a:r>
                      <a:endParaRPr sz="1400">
                        <a:latin typeface="Poppins"/>
                        <a:ea typeface="Poppins"/>
                        <a:cs typeface="Poppins"/>
                        <a:sym typeface="Poppins"/>
                      </a:endParaRPr>
                    </a:p>
                  </a:txBody>
                  <a:tcPr marT="34300" marB="34300" marR="68600" marL="68600"/>
                </a:tc>
                <a:tc>
                  <a:txBody>
                    <a:bodyPr/>
                    <a:lstStyle/>
                    <a:p>
                      <a:pPr indent="0" lvl="0" marL="0" marR="0" rtl="0" algn="l">
                        <a:spcBef>
                          <a:spcPts val="0"/>
                        </a:spcBef>
                        <a:spcAft>
                          <a:spcPts val="0"/>
                        </a:spcAft>
                        <a:buNone/>
                      </a:pPr>
                      <a:r>
                        <a:rPr lang="en" sz="1400">
                          <a:latin typeface="Poppins"/>
                          <a:ea typeface="Poppins"/>
                          <a:cs typeface="Poppins"/>
                          <a:sym typeface="Poppins"/>
                        </a:rPr>
                        <a:t>Recap, Q&amp;A &amp; Feedback</a:t>
                      </a:r>
                      <a:endParaRPr sz="1400">
                        <a:latin typeface="Poppins"/>
                        <a:ea typeface="Poppins"/>
                        <a:cs typeface="Poppins"/>
                        <a:sym typeface="Poppins"/>
                      </a:endParaRPr>
                    </a:p>
                  </a:txBody>
                  <a:tcPr marT="34300" marB="34300" marR="68600" marL="68600"/>
                </a:tc>
              </a:tr>
            </a:tbl>
          </a:graphicData>
        </a:graphic>
      </p:graphicFrame>
      <p:sp>
        <p:nvSpPr>
          <p:cNvPr id="396" name="Google Shape;396;p107"/>
          <p:cNvSpPr txBox="1"/>
          <p:nvPr/>
        </p:nvSpPr>
        <p:spPr>
          <a:xfrm>
            <a:off x="633046" y="211016"/>
            <a:ext cx="5949600" cy="500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400" u="none" cap="none" strike="noStrike">
                <a:solidFill>
                  <a:schemeClr val="dk1"/>
                </a:solidFill>
                <a:latin typeface="Calibri"/>
                <a:ea typeface="Calibri"/>
                <a:cs typeface="Calibri"/>
                <a:sym typeface="Calibri"/>
              </a:rPr>
              <a:t>For trainer’s eyes only, to help you plan out your session, put an outline of the workshop here with timings</a:t>
            </a:r>
            <a:endParaRPr sz="1400">
              <a:solidFill>
                <a:schemeClr val="dk1"/>
              </a:solidFill>
              <a:latin typeface="Calibri"/>
              <a:ea typeface="Calibri"/>
              <a:cs typeface="Calibri"/>
              <a:sym typeface="Calibri"/>
            </a:endParaRPr>
          </a:p>
        </p:txBody>
      </p:sp>
      <p:sp>
        <p:nvSpPr>
          <p:cNvPr id="397" name="Google Shape;397;p107"/>
          <p:cNvSpPr txBox="1"/>
          <p:nvPr/>
        </p:nvSpPr>
        <p:spPr>
          <a:xfrm>
            <a:off x="537796" y="4143016"/>
            <a:ext cx="5949600" cy="690000"/>
          </a:xfrm>
          <a:prstGeom prst="rect">
            <a:avLst/>
          </a:prstGeom>
          <a:noFill/>
          <a:ln>
            <a:noFill/>
          </a:ln>
        </p:spPr>
        <p:txBody>
          <a:bodyPr anchorCtr="0" anchor="t" bIns="34275" lIns="68575" spcFirstLastPara="1" rIns="68575" wrap="square" tIns="34275">
            <a:spAutoFit/>
          </a:bodyPr>
          <a:lstStyle/>
          <a:p>
            <a:pPr indent="0" lvl="0" marL="0" marR="0" rtl="0" algn="l">
              <a:spcBef>
                <a:spcPts val="1000"/>
              </a:spcBef>
              <a:spcAft>
                <a:spcPts val="0"/>
              </a:spcAft>
              <a:buNone/>
            </a:pPr>
            <a:r>
              <a:rPr lang="en" sz="1600" u="sng">
                <a:solidFill>
                  <a:schemeClr val="hlink"/>
                </a:solidFill>
                <a:latin typeface="Calibri"/>
                <a:ea typeface="Calibri"/>
                <a:cs typeface="Calibri"/>
                <a:sym typeface="Calibri"/>
                <a:hlinkClick r:id="rId3"/>
              </a:rPr>
              <a:t>Link to Sort it out </a:t>
            </a:r>
            <a:r>
              <a:rPr lang="en" sz="1600" u="sng">
                <a:solidFill>
                  <a:schemeClr val="hlink"/>
                </a:solidFill>
                <a:latin typeface="Calibri"/>
                <a:ea typeface="Calibri"/>
                <a:cs typeface="Calibri"/>
                <a:sym typeface="Calibri"/>
                <a:hlinkClick r:id="rId4"/>
              </a:rPr>
              <a:t>activity</a:t>
            </a:r>
            <a:endParaRPr sz="1600">
              <a:solidFill>
                <a:schemeClr val="dk1"/>
              </a:solidFill>
              <a:latin typeface="Calibri"/>
              <a:ea typeface="Calibri"/>
              <a:cs typeface="Calibri"/>
              <a:sym typeface="Calibri"/>
            </a:endParaRPr>
          </a:p>
          <a:p>
            <a:pPr indent="0" lvl="0" marL="0" marR="0" rtl="0" algn="l">
              <a:spcBef>
                <a:spcPts val="1000"/>
              </a:spcBef>
              <a:spcAft>
                <a:spcPts val="0"/>
              </a:spcAft>
              <a:buNone/>
            </a:pPr>
            <a:r>
              <a:rPr lang="en" sz="1600" u="sng">
                <a:solidFill>
                  <a:schemeClr val="hlink"/>
                </a:solidFill>
                <a:latin typeface="Calibri"/>
                <a:ea typeface="Calibri"/>
                <a:cs typeface="Calibri"/>
                <a:sym typeface="Calibri"/>
                <a:hlinkClick r:id="rId5"/>
              </a:rPr>
              <a:t>Link to Ollie’s Helpers Game</a:t>
            </a:r>
            <a:endParaRPr sz="16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pic>
        <p:nvPicPr>
          <p:cNvPr id="402" name="Google Shape;402;p108" title="11_v2.png"/>
          <p:cNvPicPr preferRelativeResize="0"/>
          <p:nvPr/>
        </p:nvPicPr>
        <p:blipFill>
          <a:blip r:embed="rId3">
            <a:alphaModFix/>
          </a:blip>
          <a:stretch>
            <a:fillRect/>
          </a:stretch>
        </p:blipFill>
        <p:spPr>
          <a:xfrm>
            <a:off x="0" y="0"/>
            <a:ext cx="9143990" cy="5143500"/>
          </a:xfrm>
          <a:prstGeom prst="rect">
            <a:avLst/>
          </a:prstGeom>
          <a:noFill/>
          <a:ln>
            <a:noFill/>
          </a:ln>
        </p:spPr>
      </p:pic>
      <p:sp>
        <p:nvSpPr>
          <p:cNvPr id="403" name="Google Shape;403;p108"/>
          <p:cNvSpPr txBox="1"/>
          <p:nvPr/>
        </p:nvSpPr>
        <p:spPr>
          <a:xfrm>
            <a:off x="3221800" y="2282950"/>
            <a:ext cx="5545500" cy="2655000"/>
          </a:xfrm>
          <a:prstGeom prst="rect">
            <a:avLst/>
          </a:prstGeom>
          <a:noFill/>
          <a:ln>
            <a:noFill/>
          </a:ln>
        </p:spPr>
        <p:txBody>
          <a:bodyPr anchorCtr="0" anchor="t" bIns="0" lIns="0" spcFirstLastPara="1" rIns="91425" wrap="square" tIns="0">
            <a:noAutofit/>
          </a:bodyPr>
          <a:lstStyle/>
          <a:p>
            <a:pPr indent="0" lvl="0" marL="0" rtl="0" algn="l">
              <a:lnSpc>
                <a:spcPct val="115000"/>
              </a:lnSpc>
              <a:spcBef>
                <a:spcPts val="0"/>
              </a:spcBef>
              <a:spcAft>
                <a:spcPts val="0"/>
              </a:spcAft>
              <a:buNone/>
            </a:pPr>
            <a:r>
              <a:rPr lang="en" sz="1500">
                <a:latin typeface="Poppins"/>
                <a:ea typeface="Poppins"/>
                <a:cs typeface="Poppins"/>
                <a:sym typeface="Poppins"/>
              </a:rPr>
              <a:t>1. Review the Field Guidelines Hierarchy to understand what source is best </a:t>
            </a:r>
            <a:endParaRPr sz="1500">
              <a:solidFill>
                <a:srgbClr val="000000"/>
              </a:solidFill>
              <a:latin typeface="Poppins"/>
              <a:ea typeface="Poppins"/>
              <a:cs typeface="Poppins"/>
              <a:sym typeface="Poppins"/>
            </a:endParaRPr>
          </a:p>
          <a:p>
            <a:pPr indent="0" lvl="0" marL="0" rtl="0" algn="l">
              <a:lnSpc>
                <a:spcPct val="115000"/>
              </a:lnSpc>
              <a:spcBef>
                <a:spcPts val="1600"/>
              </a:spcBef>
              <a:spcAft>
                <a:spcPts val="0"/>
              </a:spcAft>
              <a:buNone/>
            </a:pPr>
            <a:r>
              <a:rPr lang="en" sz="1500">
                <a:solidFill>
                  <a:srgbClr val="000000"/>
                </a:solidFill>
                <a:latin typeface="Poppins"/>
                <a:ea typeface="Poppins"/>
                <a:cs typeface="Poppins"/>
                <a:sym typeface="Poppins"/>
              </a:rPr>
              <a:t>2. Learn how to navigate</a:t>
            </a:r>
            <a:r>
              <a:rPr lang="en" sz="1500">
                <a:latin typeface="Poppins"/>
                <a:ea typeface="Poppins"/>
                <a:cs typeface="Poppins"/>
                <a:sym typeface="Poppins"/>
              </a:rPr>
              <a:t> the KB to apply good data in Street 1 &amp; 2 and Postal Code</a:t>
            </a:r>
            <a:endParaRPr sz="1500">
              <a:solidFill>
                <a:srgbClr val="000000"/>
              </a:solidFill>
              <a:latin typeface="Poppins"/>
              <a:ea typeface="Poppins"/>
              <a:cs typeface="Poppins"/>
              <a:sym typeface="Poppins"/>
            </a:endParaRPr>
          </a:p>
          <a:p>
            <a:pPr indent="0" lvl="0" marL="0" rtl="0" algn="l">
              <a:lnSpc>
                <a:spcPct val="115000"/>
              </a:lnSpc>
              <a:spcBef>
                <a:spcPts val="1600"/>
              </a:spcBef>
              <a:spcAft>
                <a:spcPts val="1600"/>
              </a:spcAft>
              <a:buNone/>
            </a:pPr>
            <a:r>
              <a:rPr lang="en" sz="1500">
                <a:latin typeface="Poppins"/>
                <a:ea typeface="Poppins"/>
                <a:cs typeface="Poppins"/>
                <a:sym typeface="Poppins"/>
              </a:rPr>
              <a:t>3. Understand the guidelines for all fields </a:t>
            </a:r>
            <a:endParaRPr sz="1500">
              <a:latin typeface="Poppins"/>
              <a:ea typeface="Poppins"/>
              <a:cs typeface="Poppins"/>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pic>
        <p:nvPicPr>
          <p:cNvPr id="408" name="Google Shape;408;p109"/>
          <p:cNvPicPr preferRelativeResize="0"/>
          <p:nvPr/>
        </p:nvPicPr>
        <p:blipFill>
          <a:blip r:embed="rId3">
            <a:alphaModFix/>
          </a:blip>
          <a:stretch>
            <a:fillRect/>
          </a:stretch>
        </p:blipFill>
        <p:spPr>
          <a:xfrm>
            <a:off x="0" y="0"/>
            <a:ext cx="9144000" cy="514350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412" name="Shape 412"/>
        <p:cNvGrpSpPr/>
        <p:nvPr/>
      </p:nvGrpSpPr>
      <p:grpSpPr>
        <a:xfrm>
          <a:off x="0" y="0"/>
          <a:ext cx="0" cy="0"/>
          <a:chOff x="0" y="0"/>
          <a:chExt cx="0" cy="0"/>
        </a:xfrm>
      </p:grpSpPr>
      <p:sp>
        <p:nvSpPr>
          <p:cNvPr id="413" name="Google Shape;413;p110"/>
          <p:cNvSpPr txBox="1"/>
          <p:nvPr/>
        </p:nvSpPr>
        <p:spPr>
          <a:xfrm>
            <a:off x="186675" y="1315050"/>
            <a:ext cx="3852300" cy="251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5000">
                <a:solidFill>
                  <a:schemeClr val="dk1"/>
                </a:solidFill>
                <a:latin typeface="Poppins"/>
                <a:ea typeface="Poppins"/>
                <a:cs typeface="Poppins"/>
                <a:sym typeface="Poppins"/>
              </a:rPr>
              <a:t>F</a:t>
            </a:r>
            <a:r>
              <a:rPr b="1" lang="en" sz="5000">
                <a:solidFill>
                  <a:schemeClr val="dk1"/>
                </a:solidFill>
                <a:latin typeface="Poppins"/>
                <a:ea typeface="Poppins"/>
                <a:cs typeface="Poppins"/>
                <a:sym typeface="Poppins"/>
              </a:rPr>
              <a:t>ield Guidelines Hierarchy</a:t>
            </a:r>
            <a:endParaRPr b="1" sz="5000">
              <a:solidFill>
                <a:schemeClr val="dk1"/>
              </a:solidFill>
              <a:latin typeface="Poppins"/>
              <a:ea typeface="Poppins"/>
              <a:cs typeface="Poppins"/>
              <a:sym typeface="Poppins"/>
            </a:endParaRPr>
          </a:p>
        </p:txBody>
      </p:sp>
      <p:pic>
        <p:nvPicPr>
          <p:cNvPr id="414" name="Google Shape;414;p110"/>
          <p:cNvPicPr preferRelativeResize="0"/>
          <p:nvPr/>
        </p:nvPicPr>
        <p:blipFill>
          <a:blip r:embed="rId3">
            <a:alphaModFix/>
          </a:blip>
          <a:stretch>
            <a:fillRect/>
          </a:stretch>
        </p:blipFill>
        <p:spPr>
          <a:xfrm>
            <a:off x="3346363" y="457550"/>
            <a:ext cx="5706874" cy="3872950"/>
          </a:xfrm>
          <a:prstGeom prst="rect">
            <a:avLst/>
          </a:prstGeom>
          <a:noFill/>
          <a:ln>
            <a:noFill/>
          </a:ln>
        </p:spPr>
      </p:pic>
      <p:sp>
        <p:nvSpPr>
          <p:cNvPr id="415" name="Google Shape;415;p110"/>
          <p:cNvSpPr/>
          <p:nvPr/>
        </p:nvSpPr>
        <p:spPr>
          <a:xfrm>
            <a:off x="8172463" y="555075"/>
            <a:ext cx="3000600" cy="565500"/>
          </a:xfrm>
          <a:prstGeom prst="leftArrow">
            <a:avLst>
              <a:gd fmla="val 50000" name="adj1"/>
              <a:gd fmla="val 50000" name="adj2"/>
            </a:avLst>
          </a:prstGeom>
          <a:solidFill>
            <a:schemeClr val="accent2"/>
          </a:solid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416" name="Google Shape;416;p110"/>
          <p:cNvSpPr/>
          <p:nvPr/>
        </p:nvSpPr>
        <p:spPr>
          <a:xfrm>
            <a:off x="7891713" y="1648663"/>
            <a:ext cx="3000600" cy="565500"/>
          </a:xfrm>
          <a:prstGeom prst="leftArrow">
            <a:avLst>
              <a:gd fmla="val 50000" name="adj1"/>
              <a:gd fmla="val 50000" name="adj2"/>
            </a:avLst>
          </a:prstGeom>
          <a:solidFill>
            <a:schemeClr val="accent2"/>
          </a:solid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417" name="Google Shape;417;p110"/>
          <p:cNvSpPr/>
          <p:nvPr/>
        </p:nvSpPr>
        <p:spPr>
          <a:xfrm>
            <a:off x="7667113" y="2658075"/>
            <a:ext cx="3000600" cy="565500"/>
          </a:xfrm>
          <a:prstGeom prst="leftArrow">
            <a:avLst>
              <a:gd fmla="val 50000" name="adj1"/>
              <a:gd fmla="val 50000" name="adj2"/>
            </a:avLst>
          </a:prstGeom>
          <a:solidFill>
            <a:schemeClr val="accent2"/>
          </a:solid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418" name="Google Shape;418;p110"/>
          <p:cNvSpPr/>
          <p:nvPr/>
        </p:nvSpPr>
        <p:spPr>
          <a:xfrm>
            <a:off x="7358263" y="3667475"/>
            <a:ext cx="3000600" cy="565500"/>
          </a:xfrm>
          <a:prstGeom prst="leftArrow">
            <a:avLst>
              <a:gd fmla="val 50000" name="adj1"/>
              <a:gd fmla="val 50000" name="adj2"/>
            </a:avLst>
          </a:prstGeom>
          <a:solidFill>
            <a:schemeClr val="accent2"/>
          </a:solid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415"/>
                                        </p:tgtEl>
                                        <p:attrNameLst>
                                          <p:attrName>style.visibility</p:attrName>
                                        </p:attrNameLst>
                                      </p:cBhvr>
                                      <p:to>
                                        <p:strVal val="visible"/>
                                      </p:to>
                                    </p:set>
                                    <p:anim calcmode="lin" valueType="num">
                                      <p:cBhvr additive="base">
                                        <p:cTn dur="1000"/>
                                        <p:tgtEl>
                                          <p:spTgt spid="41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416"/>
                                        </p:tgtEl>
                                        <p:attrNameLst>
                                          <p:attrName>style.visibility</p:attrName>
                                        </p:attrNameLst>
                                      </p:cBhvr>
                                      <p:to>
                                        <p:strVal val="visible"/>
                                      </p:to>
                                    </p:set>
                                    <p:anim calcmode="lin" valueType="num">
                                      <p:cBhvr additive="base">
                                        <p:cTn dur="1000"/>
                                        <p:tgtEl>
                                          <p:spTgt spid="41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417"/>
                                        </p:tgtEl>
                                        <p:attrNameLst>
                                          <p:attrName>style.visibility</p:attrName>
                                        </p:attrNameLst>
                                      </p:cBhvr>
                                      <p:to>
                                        <p:strVal val="visible"/>
                                      </p:to>
                                    </p:set>
                                    <p:anim calcmode="lin" valueType="num">
                                      <p:cBhvr additive="base">
                                        <p:cTn dur="1000"/>
                                        <p:tgtEl>
                                          <p:spTgt spid="417"/>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418"/>
                                        </p:tgtEl>
                                        <p:attrNameLst>
                                          <p:attrName>style.visibility</p:attrName>
                                        </p:attrNameLst>
                                      </p:cBhvr>
                                      <p:to>
                                        <p:strVal val="visible"/>
                                      </p:to>
                                    </p:set>
                                    <p:anim calcmode="lin" valueType="num">
                                      <p:cBhvr additive="base">
                                        <p:cTn dur="1000"/>
                                        <p:tgtEl>
                                          <p:spTgt spid="418"/>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422" name="Shape 422"/>
        <p:cNvGrpSpPr/>
        <p:nvPr/>
      </p:nvGrpSpPr>
      <p:grpSpPr>
        <a:xfrm>
          <a:off x="0" y="0"/>
          <a:ext cx="0" cy="0"/>
          <a:chOff x="0" y="0"/>
          <a:chExt cx="0" cy="0"/>
        </a:xfrm>
      </p:grpSpPr>
      <p:sp>
        <p:nvSpPr>
          <p:cNvPr id="423" name="Google Shape;423;p111"/>
          <p:cNvSpPr txBox="1"/>
          <p:nvPr/>
        </p:nvSpPr>
        <p:spPr>
          <a:xfrm>
            <a:off x="1603550" y="1271175"/>
            <a:ext cx="2242500" cy="63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200">
                <a:latin typeface="Poppins"/>
                <a:ea typeface="Poppins"/>
                <a:cs typeface="Poppins"/>
                <a:sym typeface="Poppins"/>
              </a:rPr>
              <a:t>Official Name</a:t>
            </a:r>
            <a:endParaRPr sz="2200">
              <a:latin typeface="Poppins"/>
              <a:ea typeface="Poppins"/>
              <a:cs typeface="Poppins"/>
              <a:sym typeface="Poppins"/>
            </a:endParaRPr>
          </a:p>
        </p:txBody>
      </p:sp>
      <p:sp>
        <p:nvSpPr>
          <p:cNvPr id="424" name="Google Shape;424;p111"/>
          <p:cNvSpPr txBox="1"/>
          <p:nvPr/>
        </p:nvSpPr>
        <p:spPr>
          <a:xfrm>
            <a:off x="1603550" y="2398064"/>
            <a:ext cx="1878900" cy="48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200">
                <a:latin typeface="Poppins"/>
                <a:ea typeface="Poppins"/>
                <a:cs typeface="Poppins"/>
                <a:sym typeface="Poppins"/>
              </a:rPr>
              <a:t>Street 1</a:t>
            </a:r>
            <a:endParaRPr sz="2200">
              <a:latin typeface="Poppins"/>
              <a:ea typeface="Poppins"/>
              <a:cs typeface="Poppins"/>
              <a:sym typeface="Poppins"/>
            </a:endParaRPr>
          </a:p>
        </p:txBody>
      </p:sp>
      <p:sp>
        <p:nvSpPr>
          <p:cNvPr id="425" name="Google Shape;425;p111"/>
          <p:cNvSpPr txBox="1"/>
          <p:nvPr/>
        </p:nvSpPr>
        <p:spPr>
          <a:xfrm>
            <a:off x="1661550" y="3405802"/>
            <a:ext cx="1878900" cy="52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200">
                <a:latin typeface="Poppins"/>
                <a:ea typeface="Poppins"/>
                <a:cs typeface="Poppins"/>
                <a:sym typeface="Poppins"/>
              </a:rPr>
              <a:t>Email</a:t>
            </a:r>
            <a:endParaRPr sz="2200">
              <a:latin typeface="Poppins"/>
              <a:ea typeface="Poppins"/>
              <a:cs typeface="Poppins"/>
              <a:sym typeface="Poppins"/>
            </a:endParaRPr>
          </a:p>
        </p:txBody>
      </p:sp>
      <p:pic>
        <p:nvPicPr>
          <p:cNvPr id="426" name="Google Shape;426;p111"/>
          <p:cNvPicPr preferRelativeResize="0"/>
          <p:nvPr/>
        </p:nvPicPr>
        <p:blipFill>
          <a:blip r:embed="rId3">
            <a:alphaModFix/>
          </a:blip>
          <a:stretch>
            <a:fillRect/>
          </a:stretch>
        </p:blipFill>
        <p:spPr>
          <a:xfrm>
            <a:off x="5818336" y="3233437"/>
            <a:ext cx="1618440" cy="1618470"/>
          </a:xfrm>
          <a:prstGeom prst="rect">
            <a:avLst/>
          </a:prstGeom>
          <a:noFill/>
          <a:ln>
            <a:noFill/>
          </a:ln>
        </p:spPr>
      </p:pic>
      <p:sp>
        <p:nvSpPr>
          <p:cNvPr id="427" name="Google Shape;427;p111"/>
          <p:cNvSpPr/>
          <p:nvPr/>
        </p:nvSpPr>
        <p:spPr>
          <a:xfrm>
            <a:off x="4349475" y="0"/>
            <a:ext cx="4794600" cy="51435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428" name="Google Shape;428;p111"/>
          <p:cNvSpPr txBox="1"/>
          <p:nvPr/>
        </p:nvSpPr>
        <p:spPr>
          <a:xfrm>
            <a:off x="6103500" y="1748575"/>
            <a:ext cx="2612700" cy="1784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2400">
                <a:solidFill>
                  <a:schemeClr val="dk1"/>
                </a:solidFill>
                <a:latin typeface="Poppins"/>
                <a:ea typeface="Poppins"/>
                <a:cs typeface="Poppins"/>
                <a:sym typeface="Poppins"/>
              </a:rPr>
              <a:t>Official Name</a:t>
            </a:r>
            <a:endParaRPr sz="2400">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n" sz="2400">
                <a:solidFill>
                  <a:schemeClr val="dk1"/>
                </a:solidFill>
                <a:latin typeface="Poppins"/>
                <a:ea typeface="Poppins"/>
                <a:cs typeface="Poppins"/>
                <a:sym typeface="Poppins"/>
              </a:rPr>
              <a:t>Street 1</a:t>
            </a:r>
            <a:endParaRPr sz="2400">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n" sz="2400">
                <a:solidFill>
                  <a:schemeClr val="dk1"/>
                </a:solidFill>
                <a:latin typeface="Poppins"/>
                <a:ea typeface="Poppins"/>
                <a:cs typeface="Poppins"/>
                <a:sym typeface="Poppins"/>
              </a:rPr>
              <a:t>Phone </a:t>
            </a:r>
            <a:endParaRPr sz="2400">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n" sz="2400">
                <a:solidFill>
                  <a:schemeClr val="dk1"/>
                </a:solidFill>
                <a:latin typeface="Poppins"/>
                <a:ea typeface="Poppins"/>
                <a:cs typeface="Poppins"/>
                <a:sym typeface="Poppins"/>
              </a:rPr>
              <a:t>Email</a:t>
            </a:r>
            <a:endParaRPr sz="2400">
              <a:solidFill>
                <a:schemeClr val="dk1"/>
              </a:solidFill>
              <a:latin typeface="Poppins"/>
              <a:ea typeface="Poppins"/>
              <a:cs typeface="Poppins"/>
              <a:sym typeface="Poppins"/>
            </a:endParaRPr>
          </a:p>
        </p:txBody>
      </p:sp>
      <p:sp>
        <p:nvSpPr>
          <p:cNvPr id="429" name="Google Shape;429;p111"/>
          <p:cNvSpPr/>
          <p:nvPr/>
        </p:nvSpPr>
        <p:spPr>
          <a:xfrm>
            <a:off x="-17550" y="-12"/>
            <a:ext cx="9179100" cy="781800"/>
          </a:xfrm>
          <a:prstGeom prst="rect">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100">
                <a:latin typeface="Poppins"/>
                <a:ea typeface="Poppins"/>
                <a:cs typeface="Poppins"/>
                <a:sym typeface="Poppins"/>
              </a:rPr>
              <a:t>Which </a:t>
            </a:r>
            <a:r>
              <a:rPr b="1" lang="en" sz="2100">
                <a:latin typeface="Poppins"/>
                <a:ea typeface="Poppins"/>
                <a:cs typeface="Poppins"/>
                <a:sym typeface="Poppins"/>
              </a:rPr>
              <a:t>source </a:t>
            </a:r>
            <a:r>
              <a:rPr b="1" lang="en" sz="2100">
                <a:latin typeface="Poppins"/>
                <a:ea typeface="Poppins"/>
                <a:cs typeface="Poppins"/>
                <a:sym typeface="Poppins"/>
              </a:rPr>
              <a:t>should we use?</a:t>
            </a:r>
            <a:endParaRPr b="1" sz="2100">
              <a:latin typeface="Poppins"/>
              <a:ea typeface="Poppins"/>
              <a:cs typeface="Poppins"/>
              <a:sym typeface="Poppins"/>
            </a:endParaRPr>
          </a:p>
        </p:txBody>
      </p:sp>
      <p:pic>
        <p:nvPicPr>
          <p:cNvPr id="430" name="Google Shape;430;p111"/>
          <p:cNvPicPr preferRelativeResize="0"/>
          <p:nvPr/>
        </p:nvPicPr>
        <p:blipFill>
          <a:blip r:embed="rId4">
            <a:alphaModFix/>
          </a:blip>
          <a:stretch>
            <a:fillRect/>
          </a:stretch>
        </p:blipFill>
        <p:spPr>
          <a:xfrm>
            <a:off x="613714" y="1100249"/>
            <a:ext cx="951884" cy="894991"/>
          </a:xfrm>
          <a:prstGeom prst="rect">
            <a:avLst/>
          </a:prstGeom>
          <a:noFill/>
          <a:ln>
            <a:noFill/>
          </a:ln>
        </p:spPr>
      </p:pic>
      <p:pic>
        <p:nvPicPr>
          <p:cNvPr id="431" name="Google Shape;431;p111"/>
          <p:cNvPicPr preferRelativeResize="0"/>
          <p:nvPr/>
        </p:nvPicPr>
        <p:blipFill>
          <a:blip r:embed="rId5">
            <a:alphaModFix/>
          </a:blip>
          <a:stretch>
            <a:fillRect/>
          </a:stretch>
        </p:blipFill>
        <p:spPr>
          <a:xfrm>
            <a:off x="613714" y="3222758"/>
            <a:ext cx="951884" cy="894991"/>
          </a:xfrm>
          <a:prstGeom prst="rect">
            <a:avLst/>
          </a:prstGeom>
          <a:noFill/>
          <a:ln>
            <a:noFill/>
          </a:ln>
        </p:spPr>
      </p:pic>
      <p:pic>
        <p:nvPicPr>
          <p:cNvPr id="432" name="Google Shape;432;p111"/>
          <p:cNvPicPr preferRelativeResize="0"/>
          <p:nvPr/>
        </p:nvPicPr>
        <p:blipFill>
          <a:blip r:embed="rId6">
            <a:alphaModFix/>
          </a:blip>
          <a:stretch>
            <a:fillRect/>
          </a:stretch>
        </p:blipFill>
        <p:spPr>
          <a:xfrm>
            <a:off x="613711" y="2161503"/>
            <a:ext cx="951884" cy="894991"/>
          </a:xfrm>
          <a:prstGeom prst="rect">
            <a:avLst/>
          </a:prstGeom>
          <a:noFill/>
          <a:ln>
            <a:noFill/>
          </a:ln>
        </p:spPr>
      </p:pic>
      <p:pic>
        <p:nvPicPr>
          <p:cNvPr id="433" name="Google Shape;433;p111"/>
          <p:cNvPicPr preferRelativeResize="0"/>
          <p:nvPr/>
        </p:nvPicPr>
        <p:blipFill>
          <a:blip r:embed="rId4">
            <a:alphaModFix/>
          </a:blip>
          <a:stretch>
            <a:fillRect/>
          </a:stretch>
        </p:blipFill>
        <p:spPr>
          <a:xfrm>
            <a:off x="4952564" y="2161499"/>
            <a:ext cx="951884" cy="894991"/>
          </a:xfrm>
          <a:prstGeom prst="rect">
            <a:avLst/>
          </a:prstGeom>
          <a:noFill/>
          <a:ln>
            <a:noFill/>
          </a:ln>
        </p:spPr>
      </p:pic>
      <p:sp>
        <p:nvSpPr>
          <p:cNvPr id="434" name="Google Shape;434;p111"/>
          <p:cNvSpPr/>
          <p:nvPr/>
        </p:nvSpPr>
        <p:spPr>
          <a:xfrm rot="-4262604">
            <a:off x="5047293" y="3658323"/>
            <a:ext cx="1250416" cy="451403"/>
          </a:xfrm>
          <a:prstGeom prst="rightArrow">
            <a:avLst>
              <a:gd fmla="val 50000" name="adj1"/>
              <a:gd fmla="val 50000" name="adj2"/>
            </a:avLst>
          </a:prstGeom>
          <a:solidFill>
            <a:schemeClr val="lt2"/>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435" name="Google Shape;435;p111"/>
          <p:cNvSpPr/>
          <p:nvPr/>
        </p:nvSpPr>
        <p:spPr>
          <a:xfrm>
            <a:off x="302925" y="4436200"/>
            <a:ext cx="8495100" cy="485700"/>
          </a:xfrm>
          <a:prstGeom prst="roundRect">
            <a:avLst>
              <a:gd fmla="val 16667" name="adj"/>
            </a:avLst>
          </a:prstGeom>
          <a:solidFill>
            <a:schemeClr val="l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b="1" lang="en">
                <a:solidFill>
                  <a:schemeClr val="dk1"/>
                </a:solidFill>
                <a:latin typeface="Poppins"/>
                <a:ea typeface="Poppins"/>
                <a:cs typeface="Poppins"/>
                <a:sym typeface="Poppins"/>
              </a:rPr>
              <a:t> Look for the source with the most information and stick to that one source</a:t>
            </a:r>
            <a:endParaRPr b="1">
              <a:latin typeface="Poppins"/>
              <a:ea typeface="Poppins"/>
              <a:cs typeface="Poppins"/>
              <a:sym typeface="Poppi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5"/>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43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112"/>
          <p:cNvSpPr txBox="1"/>
          <p:nvPr>
            <p:ph type="title"/>
          </p:nvPr>
        </p:nvSpPr>
        <p:spPr>
          <a:xfrm>
            <a:off x="930700" y="510800"/>
            <a:ext cx="7727700" cy="2749200"/>
          </a:xfrm>
          <a:prstGeom prst="rect">
            <a:avLst/>
          </a:prstGeom>
        </p:spPr>
        <p:txBody>
          <a:bodyPr anchorCtr="0" anchor="t" bIns="91425" lIns="0" spcFirstLastPara="1" rIns="91425" wrap="square" tIns="0">
            <a:noAutofit/>
          </a:bodyPr>
          <a:lstStyle/>
          <a:p>
            <a:pPr indent="0" lvl="0" marL="0" rtl="0" algn="ctr">
              <a:spcBef>
                <a:spcPts val="0"/>
              </a:spcBef>
              <a:spcAft>
                <a:spcPts val="0"/>
              </a:spcAft>
              <a:buClr>
                <a:schemeClr val="dk1"/>
              </a:buClr>
              <a:buSzPts val="1100"/>
              <a:buFont typeface="Arial"/>
              <a:buNone/>
            </a:pPr>
            <a:r>
              <a:rPr b="1" lang="en" sz="5600"/>
              <a:t>Name, Telephone, Email, URL, Description &amp; Hours</a:t>
            </a:r>
            <a:endParaRPr b="1" sz="5600"/>
          </a:p>
          <a:p>
            <a:pPr indent="0" lvl="0" marL="0" rtl="0" algn="ctr">
              <a:spcBef>
                <a:spcPts val="0"/>
              </a:spcBef>
              <a:spcAft>
                <a:spcPts val="0"/>
              </a:spcAft>
              <a:buClr>
                <a:schemeClr val="dk1"/>
              </a:buClr>
              <a:buSzPts val="1100"/>
              <a:buFont typeface="Arial"/>
              <a:buNone/>
            </a:pPr>
            <a:r>
              <a:rPr b="1" lang="en" sz="5600"/>
              <a:t>Guidelines</a:t>
            </a:r>
            <a:endParaRPr b="1" sz="5600"/>
          </a:p>
          <a:p>
            <a:pPr indent="0" lvl="0" marL="0" rtl="0" algn="l">
              <a:spcBef>
                <a:spcPts val="0"/>
              </a:spcBef>
              <a:spcAft>
                <a:spcPts val="0"/>
              </a:spcAft>
              <a:buNone/>
            </a:pPr>
            <a:r>
              <a:t/>
            </a:r>
            <a:endParaRPr b="1" sz="5600"/>
          </a:p>
        </p:txBody>
      </p:sp>
      <p:pic>
        <p:nvPicPr>
          <p:cNvPr id="441" name="Google Shape;441;p112"/>
          <p:cNvPicPr preferRelativeResize="0"/>
          <p:nvPr/>
        </p:nvPicPr>
        <p:blipFill>
          <a:blip r:embed="rId3">
            <a:alphaModFix/>
          </a:blip>
          <a:stretch>
            <a:fillRect/>
          </a:stretch>
        </p:blipFill>
        <p:spPr>
          <a:xfrm>
            <a:off x="0" y="2931650"/>
            <a:ext cx="2825900" cy="23612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113"/>
          <p:cNvSpPr txBox="1"/>
          <p:nvPr>
            <p:ph type="title"/>
          </p:nvPr>
        </p:nvSpPr>
        <p:spPr>
          <a:xfrm>
            <a:off x="424950" y="431200"/>
            <a:ext cx="7727700" cy="5727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b="1" lang="en"/>
              <a:t>Name</a:t>
            </a:r>
            <a:endParaRPr b="1"/>
          </a:p>
        </p:txBody>
      </p:sp>
      <p:sp>
        <p:nvSpPr>
          <p:cNvPr id="447" name="Google Shape;447;p113"/>
          <p:cNvSpPr txBox="1"/>
          <p:nvPr>
            <p:ph idx="1" type="body"/>
          </p:nvPr>
        </p:nvSpPr>
        <p:spPr>
          <a:xfrm>
            <a:off x="504850" y="2042300"/>
            <a:ext cx="4927800" cy="1983600"/>
          </a:xfrm>
          <a:prstGeom prst="rect">
            <a:avLst/>
          </a:prstGeom>
        </p:spPr>
        <p:txBody>
          <a:bodyPr anchorCtr="0" anchor="t" bIns="0" lIns="0" spcFirstLastPara="1" rIns="91425" wrap="square" tIns="0">
            <a:noAutofit/>
          </a:bodyPr>
          <a:lstStyle/>
          <a:p>
            <a:pPr indent="0" lvl="0" marL="0" rtl="0" algn="l">
              <a:spcBef>
                <a:spcPts val="0"/>
              </a:spcBef>
              <a:spcAft>
                <a:spcPts val="0"/>
              </a:spcAft>
              <a:buClr>
                <a:schemeClr val="dk1"/>
              </a:buClr>
              <a:buSzPts val="1100"/>
              <a:buFont typeface="Arial"/>
              <a:buNone/>
            </a:pPr>
            <a:r>
              <a:rPr lang="en"/>
              <a:t>The listing’s name</a:t>
            </a:r>
            <a:r>
              <a:rPr lang="en"/>
              <a:t> should </a:t>
            </a:r>
            <a:br>
              <a:rPr lang="en"/>
            </a:br>
            <a:r>
              <a:rPr lang="en"/>
              <a:t>only be the property's </a:t>
            </a:r>
            <a:br>
              <a:rPr lang="en"/>
            </a:br>
            <a:r>
              <a:rPr b="1" lang="en"/>
              <a:t>official name</a:t>
            </a:r>
            <a:r>
              <a:rPr lang="en"/>
              <a:t> as it </a:t>
            </a:r>
            <a:r>
              <a:rPr b="1" lang="en"/>
              <a:t>appears on an official source</a:t>
            </a:r>
            <a:r>
              <a:rPr lang="en"/>
              <a:t>.</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pic>
        <p:nvPicPr>
          <p:cNvPr id="448" name="Google Shape;448;p113"/>
          <p:cNvPicPr preferRelativeResize="0"/>
          <p:nvPr/>
        </p:nvPicPr>
        <p:blipFill>
          <a:blip r:embed="rId3">
            <a:alphaModFix/>
          </a:blip>
          <a:stretch>
            <a:fillRect/>
          </a:stretch>
        </p:blipFill>
        <p:spPr>
          <a:xfrm>
            <a:off x="5351724" y="1287476"/>
            <a:ext cx="3335900" cy="3136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114"/>
          <p:cNvSpPr txBox="1"/>
          <p:nvPr>
            <p:ph idx="1" type="body"/>
          </p:nvPr>
        </p:nvSpPr>
        <p:spPr>
          <a:xfrm>
            <a:off x="3595350" y="1787263"/>
            <a:ext cx="5509200" cy="2175600"/>
          </a:xfrm>
          <a:prstGeom prst="rect">
            <a:avLst/>
          </a:prstGeom>
        </p:spPr>
        <p:txBody>
          <a:bodyPr anchorCtr="0" anchor="t" bIns="0" lIns="0" spcFirstLastPara="1" rIns="91425" wrap="square" tIns="0">
            <a:noAutofit/>
          </a:bodyPr>
          <a:lstStyle/>
          <a:p>
            <a:pPr indent="0" lvl="0" marL="0" rtl="0" algn="l">
              <a:spcBef>
                <a:spcPts val="0"/>
              </a:spcBef>
              <a:spcAft>
                <a:spcPts val="1600"/>
              </a:spcAft>
              <a:buNone/>
            </a:pPr>
            <a:r>
              <a:rPr lang="en" sz="2300"/>
              <a:t>The telephone number </a:t>
            </a:r>
            <a:br>
              <a:rPr lang="en" sz="2300"/>
            </a:br>
            <a:r>
              <a:rPr lang="en" sz="2300"/>
              <a:t>should be the </a:t>
            </a:r>
            <a:r>
              <a:rPr b="1" lang="en" sz="2300"/>
              <a:t>public phone number</a:t>
            </a:r>
            <a:r>
              <a:rPr lang="en" sz="2300"/>
              <a:t> of the property and should </a:t>
            </a:r>
            <a:br>
              <a:rPr lang="en" sz="2300"/>
            </a:br>
            <a:r>
              <a:rPr lang="en" sz="2300"/>
              <a:t>come from </a:t>
            </a:r>
            <a:r>
              <a:rPr b="1" lang="en" sz="2300"/>
              <a:t>an official source</a:t>
            </a:r>
            <a:r>
              <a:rPr lang="en" sz="2300"/>
              <a:t>. </a:t>
            </a:r>
            <a:endParaRPr sz="2300"/>
          </a:p>
        </p:txBody>
      </p:sp>
      <p:sp>
        <p:nvSpPr>
          <p:cNvPr id="454" name="Google Shape;454;p114"/>
          <p:cNvSpPr txBox="1"/>
          <p:nvPr>
            <p:ph type="title"/>
          </p:nvPr>
        </p:nvSpPr>
        <p:spPr>
          <a:xfrm>
            <a:off x="424950" y="431200"/>
            <a:ext cx="7727700" cy="5727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b="1" lang="en"/>
              <a:t>Telephone</a:t>
            </a:r>
            <a:endParaRPr b="1"/>
          </a:p>
        </p:txBody>
      </p:sp>
      <p:pic>
        <p:nvPicPr>
          <p:cNvPr id="455" name="Google Shape;455;p114"/>
          <p:cNvPicPr preferRelativeResize="0"/>
          <p:nvPr/>
        </p:nvPicPr>
        <p:blipFill>
          <a:blip r:embed="rId3">
            <a:alphaModFix/>
          </a:blip>
          <a:stretch>
            <a:fillRect/>
          </a:stretch>
        </p:blipFill>
        <p:spPr>
          <a:xfrm>
            <a:off x="115675" y="1480712"/>
            <a:ext cx="3429125" cy="27887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115"/>
          <p:cNvSpPr txBox="1"/>
          <p:nvPr>
            <p:ph idx="1" type="body"/>
          </p:nvPr>
        </p:nvSpPr>
        <p:spPr>
          <a:xfrm>
            <a:off x="883075" y="1667050"/>
            <a:ext cx="5401500" cy="2921400"/>
          </a:xfrm>
          <a:prstGeom prst="rect">
            <a:avLst/>
          </a:prstGeom>
        </p:spPr>
        <p:txBody>
          <a:bodyPr anchorCtr="0" anchor="t" bIns="0" lIns="0" spcFirstLastPara="1" rIns="91425" wrap="square" tIns="0">
            <a:noAutofit/>
          </a:bodyPr>
          <a:lstStyle/>
          <a:p>
            <a:pPr indent="-342900" lvl="0" marL="457200" rtl="0" algn="l">
              <a:spcBef>
                <a:spcPts val="0"/>
              </a:spcBef>
              <a:spcAft>
                <a:spcPts val="0"/>
              </a:spcAft>
              <a:buSzPts val="1800"/>
              <a:buChar char="●"/>
            </a:pPr>
            <a:r>
              <a:rPr lang="en" sz="1800"/>
              <a:t>Email should be the </a:t>
            </a:r>
            <a:r>
              <a:rPr b="1" lang="en" sz="1800"/>
              <a:t>official contact </a:t>
            </a:r>
            <a:r>
              <a:rPr lang="en" sz="1800"/>
              <a:t>and/or owner email for the property </a:t>
            </a:r>
            <a:endParaRPr sz="1800"/>
          </a:p>
          <a:p>
            <a:pPr indent="-342900" lvl="0" marL="457200" rtl="0" algn="l">
              <a:spcBef>
                <a:spcPts val="1000"/>
              </a:spcBef>
              <a:spcAft>
                <a:spcPts val="0"/>
              </a:spcAft>
              <a:buSzPts val="1800"/>
              <a:buChar char="●"/>
            </a:pPr>
            <a:r>
              <a:rPr lang="en" sz="1800"/>
              <a:t>Make sure it follows the </a:t>
            </a:r>
            <a:r>
              <a:rPr b="1" lang="en" sz="1800"/>
              <a:t>standard </a:t>
            </a:r>
            <a:br>
              <a:rPr b="1" lang="en" sz="1800"/>
            </a:br>
            <a:r>
              <a:rPr b="1" lang="en" sz="1800"/>
              <a:t>email format</a:t>
            </a:r>
            <a:r>
              <a:rPr lang="en" sz="1800"/>
              <a:t>: name@domain.com</a:t>
            </a:r>
            <a:endParaRPr sz="1800"/>
          </a:p>
          <a:p>
            <a:pPr indent="-342900" lvl="0" marL="457200" rtl="0" algn="l">
              <a:spcBef>
                <a:spcPts val="1000"/>
              </a:spcBef>
              <a:spcAft>
                <a:spcPts val="0"/>
              </a:spcAft>
              <a:buSzPts val="1800"/>
              <a:buChar char="●"/>
            </a:pPr>
            <a:r>
              <a:rPr lang="en" sz="1800"/>
              <a:t>Any email address that </a:t>
            </a:r>
            <a:r>
              <a:rPr b="1" lang="en" sz="1800"/>
              <a:t>matches the business's domain</a:t>
            </a:r>
            <a:r>
              <a:rPr lang="en" sz="1800"/>
              <a:t> is allowed</a:t>
            </a:r>
            <a:endParaRPr sz="1800"/>
          </a:p>
          <a:p>
            <a:pPr indent="-342900" lvl="0" marL="457200" rtl="0" algn="l">
              <a:spcBef>
                <a:spcPts val="1000"/>
              </a:spcBef>
              <a:spcAft>
                <a:spcPts val="1000"/>
              </a:spcAft>
              <a:buSzPts val="1800"/>
              <a:buChar char="●"/>
            </a:pPr>
            <a:r>
              <a:rPr lang="en" sz="1800"/>
              <a:t>Any email listed as a point of contact on the business/place's website or social media pages is allowed</a:t>
            </a:r>
            <a:endParaRPr sz="1800"/>
          </a:p>
        </p:txBody>
      </p:sp>
      <p:sp>
        <p:nvSpPr>
          <p:cNvPr id="461" name="Google Shape;461;p115"/>
          <p:cNvSpPr txBox="1"/>
          <p:nvPr>
            <p:ph type="title"/>
          </p:nvPr>
        </p:nvSpPr>
        <p:spPr>
          <a:xfrm>
            <a:off x="424950" y="431200"/>
            <a:ext cx="7727700" cy="5727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b="1" lang="en"/>
              <a:t>Email</a:t>
            </a:r>
            <a:endParaRPr b="1"/>
          </a:p>
        </p:txBody>
      </p:sp>
      <p:pic>
        <p:nvPicPr>
          <p:cNvPr id="462" name="Google Shape;462;p115"/>
          <p:cNvPicPr preferRelativeResize="0"/>
          <p:nvPr/>
        </p:nvPicPr>
        <p:blipFill>
          <a:blip r:embed="rId3">
            <a:alphaModFix/>
          </a:blip>
          <a:stretch>
            <a:fillRect/>
          </a:stretch>
        </p:blipFill>
        <p:spPr>
          <a:xfrm>
            <a:off x="6055125" y="1516800"/>
            <a:ext cx="2732074" cy="25687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116"/>
          <p:cNvSpPr txBox="1"/>
          <p:nvPr>
            <p:ph idx="1" type="body"/>
          </p:nvPr>
        </p:nvSpPr>
        <p:spPr>
          <a:xfrm>
            <a:off x="375425" y="1221175"/>
            <a:ext cx="8419500" cy="20391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Official URLs can be:</a:t>
            </a:r>
            <a:endParaRPr/>
          </a:p>
          <a:p>
            <a:pPr indent="-374650" lvl="0" marL="457200" rtl="0" algn="l">
              <a:spcBef>
                <a:spcPts val="1600"/>
              </a:spcBef>
              <a:spcAft>
                <a:spcPts val="0"/>
              </a:spcAft>
              <a:buSzPts val="2300"/>
              <a:buChar char="●"/>
            </a:pPr>
            <a:r>
              <a:rPr lang="en" sz="2300"/>
              <a:t>Official website</a:t>
            </a:r>
            <a:endParaRPr sz="2300"/>
          </a:p>
          <a:p>
            <a:pPr indent="-374650" lvl="0" marL="457200" rtl="0" algn="l">
              <a:spcBef>
                <a:spcPts val="0"/>
              </a:spcBef>
              <a:spcAft>
                <a:spcPts val="0"/>
              </a:spcAft>
              <a:buSzPts val="2300"/>
              <a:buChar char="●"/>
            </a:pPr>
            <a:r>
              <a:rPr lang="en" sz="2300"/>
              <a:t>Official social media page</a:t>
            </a:r>
            <a:endParaRPr sz="2300"/>
          </a:p>
        </p:txBody>
      </p:sp>
      <p:sp>
        <p:nvSpPr>
          <p:cNvPr id="468" name="Google Shape;468;p116"/>
          <p:cNvSpPr txBox="1"/>
          <p:nvPr>
            <p:ph type="title"/>
          </p:nvPr>
        </p:nvSpPr>
        <p:spPr>
          <a:xfrm>
            <a:off x="424950" y="431200"/>
            <a:ext cx="7727700" cy="5727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b="1" lang="en"/>
              <a:t>URL</a:t>
            </a:r>
            <a:endParaRPr b="1"/>
          </a:p>
        </p:txBody>
      </p:sp>
      <p:pic>
        <p:nvPicPr>
          <p:cNvPr id="469" name="Google Shape;469;p116"/>
          <p:cNvPicPr preferRelativeResize="0"/>
          <p:nvPr/>
        </p:nvPicPr>
        <p:blipFill>
          <a:blip r:embed="rId3">
            <a:alphaModFix/>
          </a:blip>
          <a:stretch>
            <a:fillRect/>
          </a:stretch>
        </p:blipFill>
        <p:spPr>
          <a:xfrm>
            <a:off x="5327488" y="3319785"/>
            <a:ext cx="1479323" cy="1110354"/>
          </a:xfrm>
          <a:prstGeom prst="rect">
            <a:avLst/>
          </a:prstGeom>
          <a:noFill/>
          <a:ln>
            <a:noFill/>
          </a:ln>
        </p:spPr>
      </p:pic>
      <p:pic>
        <p:nvPicPr>
          <p:cNvPr id="470" name="Google Shape;470;p116"/>
          <p:cNvPicPr preferRelativeResize="0"/>
          <p:nvPr/>
        </p:nvPicPr>
        <p:blipFill>
          <a:blip r:embed="rId4">
            <a:alphaModFix/>
          </a:blip>
          <a:stretch>
            <a:fillRect/>
          </a:stretch>
        </p:blipFill>
        <p:spPr>
          <a:xfrm>
            <a:off x="7039586" y="3237800"/>
            <a:ext cx="1274312" cy="1274324"/>
          </a:xfrm>
          <a:prstGeom prst="rect">
            <a:avLst/>
          </a:prstGeom>
          <a:noFill/>
          <a:ln>
            <a:noFill/>
          </a:ln>
        </p:spPr>
      </p:pic>
      <p:pic>
        <p:nvPicPr>
          <p:cNvPr id="471" name="Google Shape;471;p116"/>
          <p:cNvPicPr preferRelativeResize="0"/>
          <p:nvPr/>
        </p:nvPicPr>
        <p:blipFill>
          <a:blip r:embed="rId5">
            <a:alphaModFix/>
          </a:blip>
          <a:stretch>
            <a:fillRect/>
          </a:stretch>
        </p:blipFill>
        <p:spPr>
          <a:xfrm>
            <a:off x="3820387" y="3237800"/>
            <a:ext cx="1274315" cy="1274324"/>
          </a:xfrm>
          <a:prstGeom prst="rect">
            <a:avLst/>
          </a:prstGeom>
          <a:noFill/>
          <a:ln>
            <a:noFill/>
          </a:ln>
        </p:spPr>
      </p:pic>
      <p:pic>
        <p:nvPicPr>
          <p:cNvPr id="472" name="Google Shape;472;p116"/>
          <p:cNvPicPr preferRelativeResize="0"/>
          <p:nvPr/>
        </p:nvPicPr>
        <p:blipFill>
          <a:blip r:embed="rId6">
            <a:alphaModFix/>
          </a:blip>
          <a:stretch>
            <a:fillRect/>
          </a:stretch>
        </p:blipFill>
        <p:spPr>
          <a:xfrm>
            <a:off x="830098" y="3319788"/>
            <a:ext cx="1110344" cy="1110354"/>
          </a:xfrm>
          <a:prstGeom prst="rect">
            <a:avLst/>
          </a:prstGeom>
          <a:noFill/>
          <a:ln>
            <a:noFill/>
          </a:ln>
        </p:spPr>
      </p:pic>
      <p:pic>
        <p:nvPicPr>
          <p:cNvPr id="473" name="Google Shape;473;p116"/>
          <p:cNvPicPr preferRelativeResize="0"/>
          <p:nvPr/>
        </p:nvPicPr>
        <p:blipFill>
          <a:blip r:embed="rId7">
            <a:alphaModFix/>
          </a:blip>
          <a:stretch>
            <a:fillRect/>
          </a:stretch>
        </p:blipFill>
        <p:spPr>
          <a:xfrm>
            <a:off x="2235447" y="3237800"/>
            <a:ext cx="1274313" cy="127432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117"/>
          <p:cNvSpPr txBox="1"/>
          <p:nvPr>
            <p:ph type="title"/>
          </p:nvPr>
        </p:nvSpPr>
        <p:spPr>
          <a:xfrm>
            <a:off x="424950" y="431200"/>
            <a:ext cx="7727700" cy="5727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b="1" lang="en"/>
              <a:t>Street 1 &amp; 2</a:t>
            </a:r>
            <a:endParaRPr b="1"/>
          </a:p>
        </p:txBody>
      </p:sp>
      <p:sp>
        <p:nvSpPr>
          <p:cNvPr id="479" name="Google Shape;479;p117"/>
          <p:cNvSpPr txBox="1"/>
          <p:nvPr>
            <p:ph idx="1" type="body"/>
          </p:nvPr>
        </p:nvSpPr>
        <p:spPr>
          <a:xfrm>
            <a:off x="460000" y="1243875"/>
            <a:ext cx="8297700" cy="664200"/>
          </a:xfrm>
          <a:prstGeom prst="rect">
            <a:avLst/>
          </a:prstGeom>
        </p:spPr>
        <p:txBody>
          <a:bodyPr anchorCtr="0" anchor="t" bIns="0" lIns="0" spcFirstLastPara="1" rIns="91425" wrap="square" tIns="0">
            <a:noAutofit/>
          </a:bodyPr>
          <a:lstStyle/>
          <a:p>
            <a:pPr indent="0" lvl="0" marL="0" rtl="0" algn="l">
              <a:spcBef>
                <a:spcPts val="0"/>
              </a:spcBef>
              <a:spcAft>
                <a:spcPts val="1600"/>
              </a:spcAft>
              <a:buClr>
                <a:schemeClr val="dk1"/>
              </a:buClr>
              <a:buSzPts val="1100"/>
              <a:buFont typeface="Arial"/>
              <a:buNone/>
            </a:pPr>
            <a:r>
              <a:rPr b="1" lang="en" sz="1700">
                <a:solidFill>
                  <a:schemeClr val="accent3"/>
                </a:solidFill>
              </a:rPr>
              <a:t>Street 1</a:t>
            </a:r>
            <a:r>
              <a:rPr lang="en" sz="1700"/>
              <a:t> should contain </a:t>
            </a:r>
            <a:r>
              <a:rPr lang="en" sz="1700" u="sng"/>
              <a:t>all or most</a:t>
            </a:r>
            <a:r>
              <a:rPr lang="en" sz="1700"/>
              <a:t> of the street information used as </a:t>
            </a:r>
            <a:br>
              <a:rPr lang="en" sz="1700"/>
            </a:br>
            <a:r>
              <a:rPr lang="en" sz="1700"/>
              <a:t>the </a:t>
            </a:r>
            <a:r>
              <a:rPr b="1" lang="en" sz="1700"/>
              <a:t>OFFICIAL</a:t>
            </a:r>
            <a:r>
              <a:rPr lang="en" sz="1700"/>
              <a:t> address of a business </a:t>
            </a:r>
            <a:endParaRPr sz="1700"/>
          </a:p>
        </p:txBody>
      </p:sp>
      <p:pic>
        <p:nvPicPr>
          <p:cNvPr id="480" name="Google Shape;480;p117"/>
          <p:cNvPicPr preferRelativeResize="0"/>
          <p:nvPr/>
        </p:nvPicPr>
        <p:blipFill>
          <a:blip r:embed="rId3">
            <a:alphaModFix/>
          </a:blip>
          <a:stretch>
            <a:fillRect/>
          </a:stretch>
        </p:blipFill>
        <p:spPr>
          <a:xfrm>
            <a:off x="5805350" y="2900925"/>
            <a:ext cx="3087600" cy="1844749"/>
          </a:xfrm>
          <a:prstGeom prst="rect">
            <a:avLst/>
          </a:prstGeom>
          <a:noFill/>
          <a:ln>
            <a:noFill/>
          </a:ln>
        </p:spPr>
      </p:pic>
      <p:sp>
        <p:nvSpPr>
          <p:cNvPr id="481" name="Google Shape;481;p117"/>
          <p:cNvSpPr/>
          <p:nvPr/>
        </p:nvSpPr>
        <p:spPr>
          <a:xfrm>
            <a:off x="460000" y="3972000"/>
            <a:ext cx="5004300" cy="828600"/>
          </a:xfrm>
          <a:prstGeom prst="rect">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latin typeface="Poppins"/>
                <a:ea typeface="Poppins"/>
                <a:cs typeface="Poppins"/>
                <a:sym typeface="Poppins"/>
              </a:rPr>
              <a:t>Example: 7 Soho Square, London, </a:t>
            </a:r>
            <a:r>
              <a:rPr b="1" lang="en">
                <a:latin typeface="Poppins"/>
                <a:ea typeface="Poppins"/>
                <a:cs typeface="Poppins"/>
                <a:sym typeface="Poppins"/>
              </a:rPr>
              <a:t>England</a:t>
            </a:r>
            <a:endParaRPr b="1">
              <a:latin typeface="Poppins"/>
              <a:ea typeface="Poppins"/>
              <a:cs typeface="Poppins"/>
              <a:sym typeface="Poppins"/>
            </a:endParaRPr>
          </a:p>
          <a:p>
            <a:pPr indent="0" lvl="0" marL="0" rtl="0" algn="l">
              <a:spcBef>
                <a:spcPts val="0"/>
              </a:spcBef>
              <a:spcAft>
                <a:spcPts val="0"/>
              </a:spcAft>
              <a:buNone/>
            </a:pPr>
            <a:r>
              <a:rPr lang="en">
                <a:latin typeface="Poppins"/>
                <a:ea typeface="Poppins"/>
                <a:cs typeface="Poppins"/>
                <a:sym typeface="Poppins"/>
              </a:rPr>
              <a:t>Street 1: 7 Soho Square</a:t>
            </a:r>
            <a:endParaRPr>
              <a:latin typeface="Poppins"/>
              <a:ea typeface="Poppins"/>
              <a:cs typeface="Poppins"/>
              <a:sym typeface="Poppins"/>
            </a:endParaRPr>
          </a:p>
          <a:p>
            <a:pPr indent="0" lvl="0" marL="0" rtl="0" algn="l">
              <a:spcBef>
                <a:spcPts val="0"/>
              </a:spcBef>
              <a:spcAft>
                <a:spcPts val="0"/>
              </a:spcAft>
              <a:buNone/>
            </a:pPr>
            <a:r>
              <a:rPr lang="en">
                <a:latin typeface="Poppins"/>
                <a:ea typeface="Poppins"/>
                <a:cs typeface="Poppins"/>
                <a:sym typeface="Poppins"/>
              </a:rPr>
              <a:t>Street 2: (blank)</a:t>
            </a:r>
            <a:endParaRPr>
              <a:latin typeface="Poppins"/>
              <a:ea typeface="Poppins"/>
              <a:cs typeface="Poppins"/>
              <a:sym typeface="Poppins"/>
            </a:endParaRPr>
          </a:p>
        </p:txBody>
      </p:sp>
      <p:sp>
        <p:nvSpPr>
          <p:cNvPr id="482" name="Google Shape;482;p117"/>
          <p:cNvSpPr txBox="1"/>
          <p:nvPr/>
        </p:nvSpPr>
        <p:spPr>
          <a:xfrm>
            <a:off x="402925" y="1908075"/>
            <a:ext cx="8669100" cy="1971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700">
                <a:solidFill>
                  <a:schemeClr val="accent3"/>
                </a:solidFill>
                <a:latin typeface="Poppins"/>
                <a:ea typeface="Poppins"/>
                <a:cs typeface="Poppins"/>
                <a:sym typeface="Poppins"/>
              </a:rPr>
              <a:t>Street 2</a:t>
            </a:r>
            <a:r>
              <a:rPr lang="en" sz="1700">
                <a:solidFill>
                  <a:schemeClr val="dk1"/>
                </a:solidFill>
                <a:latin typeface="Poppins"/>
                <a:ea typeface="Poppins"/>
                <a:cs typeface="Poppins"/>
                <a:sym typeface="Poppins"/>
              </a:rPr>
              <a:t> can contain any </a:t>
            </a:r>
            <a:r>
              <a:rPr lang="en" sz="1700" u="sng">
                <a:solidFill>
                  <a:schemeClr val="dk1"/>
                </a:solidFill>
                <a:latin typeface="Poppins"/>
                <a:ea typeface="Poppins"/>
                <a:cs typeface="Poppins"/>
                <a:sym typeface="Poppins"/>
              </a:rPr>
              <a:t>additional</a:t>
            </a:r>
            <a:r>
              <a:rPr lang="en" sz="1700">
                <a:solidFill>
                  <a:schemeClr val="dk1"/>
                </a:solidFill>
                <a:latin typeface="Poppins"/>
                <a:ea typeface="Poppins"/>
                <a:cs typeface="Poppins"/>
                <a:sym typeface="Poppins"/>
              </a:rPr>
              <a:t> street/address information </a:t>
            </a:r>
            <a:br>
              <a:rPr lang="en" sz="1700">
                <a:solidFill>
                  <a:schemeClr val="dk1"/>
                </a:solidFill>
                <a:latin typeface="Poppins"/>
                <a:ea typeface="Poppins"/>
                <a:cs typeface="Poppins"/>
                <a:sym typeface="Poppins"/>
              </a:rPr>
            </a:br>
            <a:r>
              <a:rPr lang="en" sz="1700" u="sng">
                <a:solidFill>
                  <a:schemeClr val="dk1"/>
                </a:solidFill>
                <a:latin typeface="Poppins"/>
                <a:ea typeface="Poppins"/>
                <a:cs typeface="Poppins"/>
                <a:sym typeface="Poppins"/>
              </a:rPr>
              <a:t>aside from</a:t>
            </a:r>
            <a:r>
              <a:rPr lang="en" sz="1700">
                <a:solidFill>
                  <a:schemeClr val="dk1"/>
                </a:solidFill>
                <a:latin typeface="Poppins"/>
                <a:ea typeface="Poppins"/>
                <a:cs typeface="Poppins"/>
                <a:sym typeface="Poppins"/>
              </a:rPr>
              <a:t> street name and street number, such as directional information. </a:t>
            </a:r>
            <a:endParaRPr sz="17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n" sz="1700">
                <a:solidFill>
                  <a:schemeClr val="dk1"/>
                </a:solidFill>
                <a:latin typeface="Poppins"/>
                <a:ea typeface="Poppins"/>
                <a:cs typeface="Poppins"/>
                <a:sym typeface="Poppins"/>
              </a:rPr>
              <a:t>For example:</a:t>
            </a:r>
            <a:endParaRPr sz="1700">
              <a:solidFill>
                <a:schemeClr val="dk1"/>
              </a:solidFill>
              <a:latin typeface="Poppins"/>
              <a:ea typeface="Poppins"/>
              <a:cs typeface="Poppins"/>
              <a:sym typeface="Poppins"/>
            </a:endParaRPr>
          </a:p>
          <a:p>
            <a:pPr indent="-336550" lvl="0" marL="457200" rtl="0" algn="l">
              <a:lnSpc>
                <a:spcPct val="115000"/>
              </a:lnSpc>
              <a:spcBef>
                <a:spcPts val="0"/>
              </a:spcBef>
              <a:spcAft>
                <a:spcPts val="0"/>
              </a:spcAft>
              <a:buClr>
                <a:schemeClr val="dk1"/>
              </a:buClr>
              <a:buSzPts val="1700"/>
              <a:buFont typeface="Poppins"/>
              <a:buChar char="●"/>
            </a:pPr>
            <a:r>
              <a:rPr lang="en" sz="1700">
                <a:solidFill>
                  <a:schemeClr val="dk1"/>
                </a:solidFill>
                <a:latin typeface="Poppins"/>
                <a:ea typeface="Poppins"/>
                <a:cs typeface="Poppins"/>
                <a:sym typeface="Poppins"/>
              </a:rPr>
              <a:t>Floor location within a building (e.g. 2/F)</a:t>
            </a:r>
            <a:endParaRPr sz="1700">
              <a:solidFill>
                <a:schemeClr val="dk1"/>
              </a:solidFill>
              <a:latin typeface="Poppins"/>
              <a:ea typeface="Poppins"/>
              <a:cs typeface="Poppins"/>
              <a:sym typeface="Poppins"/>
            </a:endParaRPr>
          </a:p>
          <a:p>
            <a:pPr indent="-336550" lvl="0" marL="457200" rtl="0" algn="l">
              <a:lnSpc>
                <a:spcPct val="115000"/>
              </a:lnSpc>
              <a:spcBef>
                <a:spcPts val="0"/>
              </a:spcBef>
              <a:spcAft>
                <a:spcPts val="0"/>
              </a:spcAft>
              <a:buClr>
                <a:schemeClr val="dk1"/>
              </a:buClr>
              <a:buSzPts val="1700"/>
              <a:buFont typeface="Poppins"/>
              <a:buChar char="●"/>
            </a:pPr>
            <a:r>
              <a:rPr lang="en" sz="1700">
                <a:solidFill>
                  <a:schemeClr val="dk1"/>
                </a:solidFill>
                <a:latin typeface="Poppins"/>
                <a:ea typeface="Poppins"/>
                <a:cs typeface="Poppins"/>
                <a:sym typeface="Poppins"/>
              </a:rPr>
              <a:t>Corner of/next to x building</a:t>
            </a:r>
            <a:endParaRPr sz="1700">
              <a:solidFill>
                <a:schemeClr val="dk1"/>
              </a:solidFill>
              <a:latin typeface="Poppins"/>
              <a:ea typeface="Poppins"/>
              <a:cs typeface="Poppins"/>
              <a:sym typeface="Poppins"/>
            </a:endParaRPr>
          </a:p>
          <a:p>
            <a:pPr indent="-336550" lvl="0" marL="457200" rtl="0" algn="l">
              <a:lnSpc>
                <a:spcPct val="115000"/>
              </a:lnSpc>
              <a:spcBef>
                <a:spcPts val="0"/>
              </a:spcBef>
              <a:spcAft>
                <a:spcPts val="0"/>
              </a:spcAft>
              <a:buClr>
                <a:schemeClr val="dk1"/>
              </a:buClr>
              <a:buSzPts val="1700"/>
              <a:buFont typeface="Poppins"/>
              <a:buChar char="●"/>
            </a:pPr>
            <a:r>
              <a:rPr lang="en" sz="1700">
                <a:solidFill>
                  <a:schemeClr val="dk1"/>
                </a:solidFill>
                <a:latin typeface="Poppins"/>
                <a:ea typeface="Poppins"/>
                <a:cs typeface="Poppins"/>
                <a:sym typeface="Poppins"/>
              </a:rPr>
              <a:t>Across from x landmark</a:t>
            </a:r>
            <a:endParaRPr sz="2400">
              <a:solidFill>
                <a:schemeClr val="dk1"/>
              </a:solidFill>
              <a:latin typeface="Poppins"/>
              <a:ea typeface="Poppins"/>
              <a:cs typeface="Poppins"/>
              <a:sym typeface="Poppi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118"/>
          <p:cNvSpPr/>
          <p:nvPr/>
        </p:nvSpPr>
        <p:spPr>
          <a:xfrm>
            <a:off x="290550" y="3396575"/>
            <a:ext cx="8562900" cy="1581000"/>
          </a:xfrm>
          <a:prstGeom prst="roundRect">
            <a:avLst>
              <a:gd fmla="val 16667" name="adj"/>
            </a:avLst>
          </a:pr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en" sz="1500">
                <a:solidFill>
                  <a:schemeClr val="dk1"/>
                </a:solidFill>
                <a:latin typeface="Poppins"/>
                <a:ea typeface="Poppins"/>
                <a:cs typeface="Poppins"/>
                <a:sym typeface="Poppins"/>
              </a:rPr>
              <a:t>Street 1 &amp; 2 should </a:t>
            </a:r>
            <a:r>
              <a:rPr b="1" lang="en" sz="1500" u="sng">
                <a:solidFill>
                  <a:schemeClr val="dk1"/>
                </a:solidFill>
                <a:latin typeface="Poppins"/>
                <a:ea typeface="Poppins"/>
                <a:cs typeface="Poppins"/>
                <a:sym typeface="Poppins"/>
              </a:rPr>
              <a:t>never</a:t>
            </a:r>
            <a:r>
              <a:rPr b="1" lang="en" sz="1500">
                <a:solidFill>
                  <a:schemeClr val="dk1"/>
                </a:solidFill>
                <a:latin typeface="Poppins"/>
                <a:ea typeface="Poppins"/>
                <a:cs typeface="Poppins"/>
                <a:sym typeface="Poppins"/>
              </a:rPr>
              <a:t> contain:</a:t>
            </a:r>
            <a:endParaRPr b="1" sz="1500">
              <a:solidFill>
                <a:schemeClr val="dk1"/>
              </a:solidFill>
              <a:latin typeface="Poppins"/>
              <a:ea typeface="Poppins"/>
              <a:cs typeface="Poppins"/>
              <a:sym typeface="Poppins"/>
            </a:endParaRPr>
          </a:p>
          <a:p>
            <a:pPr indent="-317500" lvl="0" marL="457200" rtl="0" algn="l">
              <a:lnSpc>
                <a:spcPct val="100000"/>
              </a:lnSpc>
              <a:spcBef>
                <a:spcPts val="0"/>
              </a:spcBef>
              <a:spcAft>
                <a:spcPts val="0"/>
              </a:spcAft>
              <a:buClr>
                <a:schemeClr val="dk1"/>
              </a:buClr>
              <a:buSzPts val="1400"/>
              <a:buFont typeface="Poppins"/>
              <a:buChar char="●"/>
            </a:pPr>
            <a:r>
              <a:rPr lang="en">
                <a:solidFill>
                  <a:schemeClr val="dk1"/>
                </a:solidFill>
                <a:latin typeface="Poppins"/>
                <a:ea typeface="Poppins"/>
                <a:cs typeface="Poppins"/>
                <a:sym typeface="Poppins"/>
              </a:rPr>
              <a:t>Geo data (city or any higher level)</a:t>
            </a:r>
            <a:endParaRPr>
              <a:solidFill>
                <a:schemeClr val="dk1"/>
              </a:solidFill>
              <a:latin typeface="Poppins"/>
              <a:ea typeface="Poppins"/>
              <a:cs typeface="Poppins"/>
              <a:sym typeface="Poppins"/>
            </a:endParaRPr>
          </a:p>
          <a:p>
            <a:pPr indent="-317500" lvl="0" marL="457200" rtl="0" algn="l">
              <a:lnSpc>
                <a:spcPct val="100000"/>
              </a:lnSpc>
              <a:spcBef>
                <a:spcPts val="0"/>
              </a:spcBef>
              <a:spcAft>
                <a:spcPts val="0"/>
              </a:spcAft>
              <a:buClr>
                <a:schemeClr val="dk1"/>
              </a:buClr>
              <a:buSzPts val="1400"/>
              <a:buFont typeface="Poppins"/>
              <a:buChar char="●"/>
            </a:pPr>
            <a:r>
              <a:rPr lang="en">
                <a:solidFill>
                  <a:schemeClr val="dk1"/>
                </a:solidFill>
                <a:latin typeface="Poppins"/>
                <a:ea typeface="Poppins"/>
                <a:cs typeface="Poppins"/>
                <a:sym typeface="Poppins"/>
              </a:rPr>
              <a:t>Postal code</a:t>
            </a:r>
            <a:endParaRPr>
              <a:solidFill>
                <a:schemeClr val="dk1"/>
              </a:solidFill>
              <a:latin typeface="Poppins"/>
              <a:ea typeface="Poppins"/>
              <a:cs typeface="Poppins"/>
              <a:sym typeface="Poppins"/>
            </a:endParaRPr>
          </a:p>
          <a:p>
            <a:pPr indent="-317500" lvl="0" marL="457200" rtl="0" algn="l">
              <a:lnSpc>
                <a:spcPct val="100000"/>
              </a:lnSpc>
              <a:spcBef>
                <a:spcPts val="0"/>
              </a:spcBef>
              <a:spcAft>
                <a:spcPts val="0"/>
              </a:spcAft>
              <a:buClr>
                <a:schemeClr val="dk1"/>
              </a:buClr>
              <a:buSzPts val="1400"/>
              <a:buFont typeface="Poppins"/>
              <a:buChar char="●"/>
            </a:pPr>
            <a:r>
              <a:rPr lang="en">
                <a:solidFill>
                  <a:schemeClr val="dk1"/>
                </a:solidFill>
                <a:latin typeface="Poppins"/>
                <a:ea typeface="Poppins"/>
                <a:cs typeface="Poppins"/>
                <a:sym typeface="Poppins"/>
              </a:rPr>
              <a:t>P.O Box</a:t>
            </a:r>
            <a:endParaRPr>
              <a:solidFill>
                <a:schemeClr val="dk1"/>
              </a:solidFill>
              <a:latin typeface="Poppins"/>
              <a:ea typeface="Poppins"/>
              <a:cs typeface="Poppins"/>
              <a:sym typeface="Poppins"/>
            </a:endParaRPr>
          </a:p>
          <a:p>
            <a:pPr indent="-317500" lvl="0" marL="457200" rtl="0" algn="l">
              <a:lnSpc>
                <a:spcPct val="100000"/>
              </a:lnSpc>
              <a:spcBef>
                <a:spcPts val="0"/>
              </a:spcBef>
              <a:spcAft>
                <a:spcPts val="0"/>
              </a:spcAft>
              <a:buClr>
                <a:schemeClr val="dk1"/>
              </a:buClr>
              <a:buSzPts val="1400"/>
              <a:buFont typeface="Poppins"/>
              <a:buChar char="●"/>
            </a:pPr>
            <a:r>
              <a:rPr lang="en">
                <a:solidFill>
                  <a:schemeClr val="dk1"/>
                </a:solidFill>
                <a:latin typeface="Poppins"/>
                <a:ea typeface="Poppins"/>
                <a:cs typeface="Poppins"/>
                <a:sym typeface="Poppins"/>
              </a:rPr>
              <a:t>Plus codes</a:t>
            </a:r>
            <a:endParaRPr>
              <a:solidFill>
                <a:schemeClr val="dk1"/>
              </a:solidFill>
              <a:latin typeface="Poppins"/>
              <a:ea typeface="Poppins"/>
              <a:cs typeface="Poppins"/>
              <a:sym typeface="Poppins"/>
            </a:endParaRPr>
          </a:p>
          <a:p>
            <a:pPr indent="-317500" lvl="0" marL="457200" rtl="0" algn="l">
              <a:lnSpc>
                <a:spcPct val="100000"/>
              </a:lnSpc>
              <a:spcBef>
                <a:spcPts val="0"/>
              </a:spcBef>
              <a:spcAft>
                <a:spcPts val="0"/>
              </a:spcAft>
              <a:buClr>
                <a:schemeClr val="dk1"/>
              </a:buClr>
              <a:buSzPts val="1400"/>
              <a:buFont typeface="Poppins"/>
              <a:buChar char="●"/>
            </a:pPr>
            <a:r>
              <a:rPr lang="en">
                <a:solidFill>
                  <a:schemeClr val="dk1"/>
                </a:solidFill>
                <a:latin typeface="Poppins"/>
                <a:ea typeface="Poppins"/>
                <a:cs typeface="Poppins"/>
                <a:sym typeface="Poppins"/>
              </a:rPr>
              <a:t>Any other value that belongs in another field on the form</a:t>
            </a:r>
            <a:endParaRPr>
              <a:latin typeface="Poppins"/>
              <a:ea typeface="Poppins"/>
              <a:cs typeface="Poppins"/>
              <a:sym typeface="Poppins"/>
            </a:endParaRPr>
          </a:p>
        </p:txBody>
      </p:sp>
      <p:sp>
        <p:nvSpPr>
          <p:cNvPr id="488" name="Google Shape;488;p118"/>
          <p:cNvSpPr/>
          <p:nvPr/>
        </p:nvSpPr>
        <p:spPr>
          <a:xfrm>
            <a:off x="329550" y="1750238"/>
            <a:ext cx="8484900" cy="900000"/>
          </a:xfrm>
          <a:prstGeom prst="roundRect">
            <a:avLst>
              <a:gd fmla="val 16667" name="adj"/>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u="sng">
                <a:latin typeface="Poppins"/>
                <a:ea typeface="Poppins"/>
                <a:cs typeface="Poppins"/>
                <a:sym typeface="Poppins"/>
              </a:rPr>
              <a:t>Exceptions</a:t>
            </a:r>
            <a:r>
              <a:rPr b="1" lang="en" u="sng">
                <a:latin typeface="Poppins"/>
                <a:ea typeface="Poppins"/>
                <a:cs typeface="Poppins"/>
                <a:sym typeface="Poppins"/>
              </a:rPr>
              <a:t> </a:t>
            </a:r>
            <a:r>
              <a:rPr b="1" lang="en">
                <a:latin typeface="Poppins"/>
                <a:ea typeface="Poppins"/>
                <a:cs typeface="Poppins"/>
                <a:sym typeface="Poppins"/>
              </a:rPr>
              <a:t>when Street1 is left blank:</a:t>
            </a:r>
            <a:endParaRPr b="1">
              <a:latin typeface="Poppins"/>
              <a:ea typeface="Poppins"/>
              <a:cs typeface="Poppins"/>
              <a:sym typeface="Poppins"/>
            </a:endParaRPr>
          </a:p>
          <a:p>
            <a:pPr indent="-317500" lvl="0" marL="457200" rtl="0" algn="l">
              <a:spcBef>
                <a:spcPts val="0"/>
              </a:spcBef>
              <a:spcAft>
                <a:spcPts val="0"/>
              </a:spcAft>
              <a:buSzPts val="1400"/>
              <a:buFont typeface="Poppins"/>
              <a:buChar char="●"/>
            </a:pPr>
            <a:r>
              <a:rPr lang="en">
                <a:latin typeface="Poppins"/>
                <a:ea typeface="Poppins"/>
                <a:cs typeface="Poppins"/>
                <a:sym typeface="Poppins"/>
              </a:rPr>
              <a:t>Food trucks (unless they have one permanent location)</a:t>
            </a:r>
            <a:endParaRPr>
              <a:latin typeface="Poppins"/>
              <a:ea typeface="Poppins"/>
              <a:cs typeface="Poppins"/>
              <a:sym typeface="Poppins"/>
            </a:endParaRPr>
          </a:p>
          <a:p>
            <a:pPr indent="-317500" lvl="0" marL="457200" rtl="0" algn="l">
              <a:spcBef>
                <a:spcPts val="0"/>
              </a:spcBef>
              <a:spcAft>
                <a:spcPts val="0"/>
              </a:spcAft>
              <a:buSzPts val="1400"/>
              <a:buFont typeface="Poppins"/>
              <a:buChar char="●"/>
            </a:pPr>
            <a:r>
              <a:rPr lang="en">
                <a:latin typeface="Poppins"/>
                <a:ea typeface="Poppins"/>
                <a:cs typeface="Poppins"/>
                <a:sym typeface="Poppins"/>
              </a:rPr>
              <a:t>Tour companies that don’t have one permanent meeting/departure point </a:t>
            </a:r>
            <a:endParaRPr>
              <a:latin typeface="Poppins"/>
              <a:ea typeface="Poppins"/>
              <a:cs typeface="Poppins"/>
              <a:sym typeface="Poppins"/>
            </a:endParaRPr>
          </a:p>
        </p:txBody>
      </p:sp>
      <p:sp>
        <p:nvSpPr>
          <p:cNvPr id="489" name="Google Shape;489;p118"/>
          <p:cNvSpPr txBox="1"/>
          <p:nvPr>
            <p:ph type="title"/>
          </p:nvPr>
        </p:nvSpPr>
        <p:spPr>
          <a:xfrm>
            <a:off x="424950" y="431200"/>
            <a:ext cx="7727700" cy="5727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b="1" lang="en"/>
              <a:t>Street 1 &amp; 2</a:t>
            </a:r>
            <a:endParaRPr b="1"/>
          </a:p>
        </p:txBody>
      </p:sp>
      <p:sp>
        <p:nvSpPr>
          <p:cNvPr id="490" name="Google Shape;490;p118"/>
          <p:cNvSpPr/>
          <p:nvPr/>
        </p:nvSpPr>
        <p:spPr>
          <a:xfrm>
            <a:off x="329550" y="1170670"/>
            <a:ext cx="8484900" cy="461100"/>
          </a:xfrm>
          <a:prstGeom prst="roundRect">
            <a:avLst>
              <a:gd fmla="val 16667" name="adj"/>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700">
                <a:latin typeface="Poppins"/>
                <a:ea typeface="Poppins"/>
                <a:cs typeface="Poppins"/>
                <a:sym typeface="Poppins"/>
              </a:rPr>
              <a:t>When in doubt, ensure Street 1 is </a:t>
            </a:r>
            <a:r>
              <a:rPr b="1" lang="en" sz="1700" u="sng">
                <a:latin typeface="Poppins"/>
                <a:ea typeface="Poppins"/>
                <a:cs typeface="Poppins"/>
                <a:sym typeface="Poppins"/>
              </a:rPr>
              <a:t>NOT</a:t>
            </a:r>
            <a:r>
              <a:rPr b="1" lang="en" sz="1700">
                <a:latin typeface="Poppins"/>
                <a:ea typeface="Poppins"/>
                <a:cs typeface="Poppins"/>
                <a:sym typeface="Poppins"/>
              </a:rPr>
              <a:t> left blank!</a:t>
            </a:r>
            <a:endParaRPr b="1" sz="1700">
              <a:latin typeface="Poppins"/>
              <a:ea typeface="Poppins"/>
              <a:cs typeface="Poppins"/>
              <a:sym typeface="Poppins"/>
            </a:endParaRPr>
          </a:p>
        </p:txBody>
      </p:sp>
      <p:sp>
        <p:nvSpPr>
          <p:cNvPr id="491" name="Google Shape;491;p118"/>
          <p:cNvSpPr/>
          <p:nvPr/>
        </p:nvSpPr>
        <p:spPr>
          <a:xfrm>
            <a:off x="329550" y="2756700"/>
            <a:ext cx="3099600" cy="533400"/>
          </a:xfrm>
          <a:prstGeom prst="roundRect">
            <a:avLst>
              <a:gd fmla="val 16667" name="adj"/>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Poppins"/>
                <a:ea typeface="Poppins"/>
                <a:cs typeface="Poppins"/>
                <a:sym typeface="Poppins"/>
              </a:rPr>
              <a:t>Street 1:</a:t>
            </a:r>
            <a:r>
              <a:rPr lang="en">
                <a:solidFill>
                  <a:schemeClr val="dk1"/>
                </a:solidFill>
                <a:latin typeface="Poppins"/>
                <a:ea typeface="Poppins"/>
                <a:cs typeface="Poppins"/>
                <a:sym typeface="Poppins"/>
              </a:rPr>
              <a:t> 7 </a:t>
            </a:r>
            <a:endParaRPr>
              <a:solidFill>
                <a:schemeClr val="dk1"/>
              </a:solidFill>
              <a:latin typeface="Poppins"/>
              <a:ea typeface="Poppins"/>
              <a:cs typeface="Poppins"/>
              <a:sym typeface="Poppins"/>
            </a:endParaRPr>
          </a:p>
          <a:p>
            <a:pPr indent="0" lvl="0" marL="0" rtl="0" algn="l">
              <a:spcBef>
                <a:spcPts val="0"/>
              </a:spcBef>
              <a:spcAft>
                <a:spcPts val="0"/>
              </a:spcAft>
              <a:buNone/>
            </a:pPr>
            <a:r>
              <a:rPr b="1" lang="en">
                <a:solidFill>
                  <a:schemeClr val="dk1"/>
                </a:solidFill>
                <a:latin typeface="Poppins"/>
                <a:ea typeface="Poppins"/>
                <a:cs typeface="Poppins"/>
                <a:sym typeface="Poppins"/>
              </a:rPr>
              <a:t>Street 2: </a:t>
            </a:r>
            <a:r>
              <a:rPr lang="en">
                <a:solidFill>
                  <a:schemeClr val="dk1"/>
                </a:solidFill>
                <a:latin typeface="Poppins"/>
                <a:ea typeface="Poppins"/>
                <a:cs typeface="Poppins"/>
                <a:sym typeface="Poppins"/>
              </a:rPr>
              <a:t>Soho Square</a:t>
            </a:r>
            <a:endParaRPr b="1" u="sng">
              <a:latin typeface="Poppins"/>
              <a:ea typeface="Poppins"/>
              <a:cs typeface="Poppins"/>
              <a:sym typeface="Poppins"/>
            </a:endParaRPr>
          </a:p>
        </p:txBody>
      </p:sp>
      <p:sp>
        <p:nvSpPr>
          <p:cNvPr id="492" name="Google Shape;492;p118"/>
          <p:cNvSpPr/>
          <p:nvPr/>
        </p:nvSpPr>
        <p:spPr>
          <a:xfrm>
            <a:off x="4838550" y="2756713"/>
            <a:ext cx="3975900" cy="533400"/>
          </a:xfrm>
          <a:prstGeom prst="roundRect">
            <a:avLst>
              <a:gd fmla="val 16667" name="adj"/>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Poppins"/>
                <a:ea typeface="Poppins"/>
                <a:cs typeface="Poppins"/>
                <a:sym typeface="Poppins"/>
              </a:rPr>
              <a:t>Street 1:</a:t>
            </a:r>
            <a:r>
              <a:rPr lang="en">
                <a:solidFill>
                  <a:schemeClr val="dk1"/>
                </a:solidFill>
                <a:latin typeface="Poppins"/>
                <a:ea typeface="Poppins"/>
                <a:cs typeface="Poppins"/>
                <a:sym typeface="Poppins"/>
              </a:rPr>
              <a:t> 7 Soho Square</a:t>
            </a:r>
            <a:endParaRPr>
              <a:solidFill>
                <a:schemeClr val="dk1"/>
              </a:solidFill>
              <a:latin typeface="Poppins"/>
              <a:ea typeface="Poppins"/>
              <a:cs typeface="Poppins"/>
              <a:sym typeface="Poppins"/>
            </a:endParaRPr>
          </a:p>
          <a:p>
            <a:pPr indent="0" lvl="0" marL="0" rtl="0" algn="l">
              <a:spcBef>
                <a:spcPts val="0"/>
              </a:spcBef>
              <a:spcAft>
                <a:spcPts val="0"/>
              </a:spcAft>
              <a:buNone/>
            </a:pPr>
            <a:r>
              <a:rPr b="1" lang="en">
                <a:solidFill>
                  <a:schemeClr val="dk1"/>
                </a:solidFill>
                <a:latin typeface="Poppins"/>
                <a:ea typeface="Poppins"/>
                <a:cs typeface="Poppins"/>
                <a:sym typeface="Poppins"/>
              </a:rPr>
              <a:t>Street 2: </a:t>
            </a:r>
            <a:r>
              <a:rPr lang="en">
                <a:solidFill>
                  <a:schemeClr val="dk1"/>
                </a:solidFill>
                <a:latin typeface="Poppins"/>
                <a:ea typeface="Poppins"/>
                <a:cs typeface="Poppins"/>
                <a:sym typeface="Poppins"/>
              </a:rPr>
              <a:t>(blank)</a:t>
            </a:r>
            <a:endParaRPr u="sng">
              <a:latin typeface="Poppins"/>
              <a:ea typeface="Poppins"/>
              <a:cs typeface="Poppins"/>
              <a:sym typeface="Poppins"/>
            </a:endParaRPr>
          </a:p>
        </p:txBody>
      </p:sp>
      <p:cxnSp>
        <p:nvCxnSpPr>
          <p:cNvPr id="493" name="Google Shape;493;p118"/>
          <p:cNvCxnSpPr>
            <a:stCxn id="491" idx="3"/>
            <a:endCxn id="492" idx="1"/>
          </p:cNvCxnSpPr>
          <p:nvPr/>
        </p:nvCxnSpPr>
        <p:spPr>
          <a:xfrm>
            <a:off x="3429150" y="3023400"/>
            <a:ext cx="1409400" cy="0"/>
          </a:xfrm>
          <a:prstGeom prst="straightConnector1">
            <a:avLst/>
          </a:prstGeom>
          <a:noFill/>
          <a:ln cap="flat" cmpd="sng" w="76200">
            <a:solidFill>
              <a:srgbClr val="FF6666"/>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119"/>
          <p:cNvSpPr txBox="1"/>
          <p:nvPr>
            <p:ph type="title"/>
          </p:nvPr>
        </p:nvSpPr>
        <p:spPr>
          <a:xfrm>
            <a:off x="424950" y="431200"/>
            <a:ext cx="7727700" cy="5727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b="1" lang="en"/>
              <a:t>Parent Geo</a:t>
            </a:r>
            <a:endParaRPr b="1"/>
          </a:p>
        </p:txBody>
      </p:sp>
      <p:sp>
        <p:nvSpPr>
          <p:cNvPr id="499" name="Google Shape;499;p119"/>
          <p:cNvSpPr txBox="1"/>
          <p:nvPr>
            <p:ph idx="1" type="body"/>
          </p:nvPr>
        </p:nvSpPr>
        <p:spPr>
          <a:xfrm>
            <a:off x="175725" y="1733175"/>
            <a:ext cx="5570100" cy="2459100"/>
          </a:xfrm>
          <a:prstGeom prst="rect">
            <a:avLst/>
          </a:prstGeom>
        </p:spPr>
        <p:txBody>
          <a:bodyPr anchorCtr="0" anchor="t" bIns="0" lIns="0" spcFirstLastPara="1" rIns="91425" wrap="square" tIns="0">
            <a:noAutofit/>
          </a:bodyPr>
          <a:lstStyle/>
          <a:p>
            <a:pPr indent="0" lvl="0" marL="0" rtl="0" algn="l">
              <a:spcBef>
                <a:spcPts val="0"/>
              </a:spcBef>
              <a:spcAft>
                <a:spcPts val="0"/>
              </a:spcAft>
              <a:buClr>
                <a:schemeClr val="dk1"/>
              </a:buClr>
              <a:buSzPts val="1100"/>
              <a:buFont typeface="Arial"/>
              <a:buNone/>
            </a:pPr>
            <a:r>
              <a:rPr lang="en" sz="2300"/>
              <a:t>We only list a place in the city/town where it is </a:t>
            </a:r>
            <a:r>
              <a:rPr b="1" lang="en" sz="2300"/>
              <a:t>physically located</a:t>
            </a:r>
            <a:r>
              <a:rPr lang="en" sz="2300"/>
              <a:t>. </a:t>
            </a:r>
            <a:endParaRPr sz="2300"/>
          </a:p>
          <a:p>
            <a:pPr indent="0" lvl="0" marL="0" rtl="0" algn="l">
              <a:spcBef>
                <a:spcPts val="1600"/>
              </a:spcBef>
              <a:spcAft>
                <a:spcPts val="1600"/>
              </a:spcAft>
              <a:buClr>
                <a:schemeClr val="dk1"/>
              </a:buClr>
              <a:buSzPts val="1100"/>
              <a:buFont typeface="Arial"/>
              <a:buNone/>
            </a:pPr>
            <a:r>
              <a:rPr lang="en" sz="2300"/>
              <a:t>When a place is </a:t>
            </a:r>
            <a:r>
              <a:rPr b="1" lang="en" sz="2300"/>
              <a:t>in between</a:t>
            </a:r>
            <a:r>
              <a:rPr lang="en" sz="2300"/>
              <a:t> </a:t>
            </a:r>
            <a:br>
              <a:rPr lang="en" sz="2300"/>
            </a:br>
            <a:r>
              <a:rPr lang="en" sz="2300"/>
              <a:t>two other cities/towns, we may list it in the city/town </a:t>
            </a:r>
            <a:r>
              <a:rPr b="1" lang="en" sz="2300"/>
              <a:t>closest to the place</a:t>
            </a:r>
            <a:r>
              <a:rPr lang="en" sz="2300"/>
              <a:t>.</a:t>
            </a:r>
            <a:endParaRPr sz="2300"/>
          </a:p>
        </p:txBody>
      </p:sp>
      <p:pic>
        <p:nvPicPr>
          <p:cNvPr id="500" name="Google Shape;500;p119"/>
          <p:cNvPicPr preferRelativeResize="0"/>
          <p:nvPr/>
        </p:nvPicPr>
        <p:blipFill rotWithShape="1">
          <a:blip r:embed="rId3">
            <a:alphaModFix/>
          </a:blip>
          <a:srcRect b="7467" l="16969" r="17206" t="5295"/>
          <a:stretch/>
        </p:blipFill>
        <p:spPr>
          <a:xfrm>
            <a:off x="5487650" y="1128550"/>
            <a:ext cx="3436476" cy="32954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120"/>
          <p:cNvSpPr txBox="1"/>
          <p:nvPr>
            <p:ph idx="1" type="body"/>
          </p:nvPr>
        </p:nvSpPr>
        <p:spPr>
          <a:xfrm>
            <a:off x="325200" y="1190225"/>
            <a:ext cx="5979000" cy="37764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sz="1900"/>
              <a:t>The </a:t>
            </a:r>
            <a:r>
              <a:rPr lang="en" sz="1900"/>
              <a:t>description</a:t>
            </a:r>
            <a:r>
              <a:rPr lang="en" sz="1900"/>
              <a:t> should be information about the business and its services.</a:t>
            </a:r>
            <a:endParaRPr sz="1900"/>
          </a:p>
          <a:p>
            <a:pPr indent="0" lvl="0" marL="0" rtl="0" algn="l">
              <a:spcBef>
                <a:spcPts val="1600"/>
              </a:spcBef>
              <a:spcAft>
                <a:spcPts val="0"/>
              </a:spcAft>
              <a:buNone/>
            </a:pPr>
            <a:r>
              <a:rPr lang="en" sz="2000">
                <a:solidFill>
                  <a:srgbClr val="FF0000"/>
                </a:solidFill>
              </a:rPr>
              <a:t>It should </a:t>
            </a:r>
            <a:r>
              <a:rPr b="1" lang="en" sz="2000">
                <a:solidFill>
                  <a:srgbClr val="FF0000"/>
                </a:solidFill>
              </a:rPr>
              <a:t>not </a:t>
            </a:r>
            <a:r>
              <a:rPr lang="en" sz="2000">
                <a:solidFill>
                  <a:srgbClr val="FF0000"/>
                </a:solidFill>
              </a:rPr>
              <a:t>include:</a:t>
            </a:r>
            <a:endParaRPr sz="2000">
              <a:solidFill>
                <a:srgbClr val="FF0000"/>
              </a:solidFill>
            </a:endParaRPr>
          </a:p>
          <a:p>
            <a:pPr indent="-330200" lvl="0" marL="457200" rtl="0" algn="l">
              <a:spcBef>
                <a:spcPts val="1600"/>
              </a:spcBef>
              <a:spcAft>
                <a:spcPts val="0"/>
              </a:spcAft>
              <a:buSzPts val="1600"/>
              <a:buChar char="●"/>
            </a:pPr>
            <a:r>
              <a:rPr lang="en" sz="1600"/>
              <a:t>Star ratings (e.g. Ocean Hotel </a:t>
            </a:r>
            <a:r>
              <a:rPr lang="en" sz="1800">
                <a:highlight>
                  <a:srgbClr val="FFFFFF"/>
                </a:highlight>
                <a:latin typeface="Roboto"/>
                <a:ea typeface="Roboto"/>
                <a:cs typeface="Roboto"/>
                <a:sym typeface="Roboto"/>
              </a:rPr>
              <a:t>★★★★★)</a:t>
            </a:r>
            <a:endParaRPr sz="1600"/>
          </a:p>
          <a:p>
            <a:pPr indent="-330200" lvl="0" marL="457200" rtl="0" algn="l">
              <a:spcBef>
                <a:spcPts val="0"/>
              </a:spcBef>
              <a:spcAft>
                <a:spcPts val="0"/>
              </a:spcAft>
              <a:buSzPts val="1600"/>
              <a:buChar char="●"/>
            </a:pPr>
            <a:r>
              <a:rPr lang="en" sz="1600"/>
              <a:t>Promotional language</a:t>
            </a:r>
            <a:endParaRPr sz="1600"/>
          </a:p>
          <a:p>
            <a:pPr indent="-330200" lvl="0" marL="457200" rtl="0" algn="l">
              <a:spcBef>
                <a:spcPts val="0"/>
              </a:spcBef>
              <a:spcAft>
                <a:spcPts val="0"/>
              </a:spcAft>
              <a:buSzPts val="1600"/>
              <a:buChar char="●"/>
            </a:pPr>
            <a:r>
              <a:rPr lang="en" sz="1600"/>
              <a:t>Contact info</a:t>
            </a:r>
            <a:endParaRPr sz="1600"/>
          </a:p>
          <a:p>
            <a:pPr indent="-330200" lvl="0" marL="457200" rtl="0" algn="l">
              <a:spcBef>
                <a:spcPts val="0"/>
              </a:spcBef>
              <a:spcAft>
                <a:spcPts val="0"/>
              </a:spcAft>
              <a:buSzPts val="1600"/>
              <a:buChar char="●"/>
            </a:pPr>
            <a:r>
              <a:rPr lang="en" sz="1600"/>
              <a:t>Messages directed at Tripadvisor </a:t>
            </a:r>
            <a:br>
              <a:rPr lang="en" sz="1600"/>
            </a:br>
            <a:r>
              <a:rPr lang="en" sz="1600"/>
              <a:t>(e.g. </a:t>
            </a:r>
            <a:r>
              <a:rPr lang="en" sz="1600"/>
              <a:t>threatening</a:t>
            </a:r>
            <a:r>
              <a:rPr lang="en" sz="1600"/>
              <a:t> legal action)</a:t>
            </a:r>
            <a:endParaRPr sz="1600"/>
          </a:p>
          <a:p>
            <a:pPr indent="-330200" lvl="0" marL="457200" rtl="0" algn="l">
              <a:spcBef>
                <a:spcPts val="0"/>
              </a:spcBef>
              <a:spcAft>
                <a:spcPts val="0"/>
              </a:spcAft>
              <a:buSzPts val="1600"/>
              <a:buChar char="●"/>
            </a:pPr>
            <a:r>
              <a:rPr lang="en" sz="1600"/>
              <a:t>Tripadvisor URLs</a:t>
            </a:r>
            <a:endParaRPr sz="1600"/>
          </a:p>
          <a:p>
            <a:pPr indent="0" lvl="0" marL="0" rtl="0" algn="l">
              <a:spcBef>
                <a:spcPts val="1600"/>
              </a:spcBef>
              <a:spcAft>
                <a:spcPts val="1600"/>
              </a:spcAft>
              <a:buNone/>
            </a:pPr>
            <a:r>
              <a:t/>
            </a:r>
            <a:endParaRPr sz="1900"/>
          </a:p>
        </p:txBody>
      </p:sp>
      <p:sp>
        <p:nvSpPr>
          <p:cNvPr id="506" name="Google Shape;506;p120"/>
          <p:cNvSpPr txBox="1"/>
          <p:nvPr>
            <p:ph type="title"/>
          </p:nvPr>
        </p:nvSpPr>
        <p:spPr>
          <a:xfrm>
            <a:off x="424950" y="431200"/>
            <a:ext cx="7727700" cy="5727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b="1" lang="en"/>
              <a:t>Description</a:t>
            </a:r>
            <a:endParaRPr b="1"/>
          </a:p>
        </p:txBody>
      </p:sp>
      <p:pic>
        <p:nvPicPr>
          <p:cNvPr id="507" name="Google Shape;507;p120"/>
          <p:cNvPicPr preferRelativeResize="0"/>
          <p:nvPr/>
        </p:nvPicPr>
        <p:blipFill>
          <a:blip r:embed="rId3">
            <a:alphaModFix/>
          </a:blip>
          <a:stretch>
            <a:fillRect/>
          </a:stretch>
        </p:blipFill>
        <p:spPr>
          <a:xfrm rot="-369354">
            <a:off x="5430080" y="1892804"/>
            <a:ext cx="1539439" cy="2371241"/>
          </a:xfrm>
          <a:prstGeom prst="rect">
            <a:avLst/>
          </a:prstGeom>
          <a:noFill/>
          <a:ln>
            <a:noFill/>
          </a:ln>
          <a:effectLst>
            <a:outerShdw blurRad="57150" rotWithShape="0" algn="bl" dir="5400000" dist="19050">
              <a:srgbClr val="000000">
                <a:alpha val="50000"/>
              </a:srgbClr>
            </a:outerShdw>
          </a:effectLst>
        </p:spPr>
      </p:pic>
      <p:pic>
        <p:nvPicPr>
          <p:cNvPr id="508" name="Google Shape;508;p120"/>
          <p:cNvPicPr preferRelativeResize="0"/>
          <p:nvPr/>
        </p:nvPicPr>
        <p:blipFill>
          <a:blip r:embed="rId4">
            <a:alphaModFix/>
          </a:blip>
          <a:stretch>
            <a:fillRect/>
          </a:stretch>
        </p:blipFill>
        <p:spPr>
          <a:xfrm rot="433804">
            <a:off x="6957328" y="3400927"/>
            <a:ext cx="1917317" cy="1508895"/>
          </a:xfrm>
          <a:prstGeom prst="rect">
            <a:avLst/>
          </a:prstGeom>
          <a:noFill/>
          <a:ln>
            <a:noFill/>
          </a:ln>
          <a:effectLst>
            <a:outerShdw blurRad="57150" rotWithShape="0" algn="bl" dir="5400000" dist="19050">
              <a:srgbClr val="000000">
                <a:alpha val="50000"/>
              </a:srgbClr>
            </a:outerShdw>
          </a:effectLst>
        </p:spPr>
      </p:pic>
      <p:sp>
        <p:nvSpPr>
          <p:cNvPr id="509" name="Google Shape;509;p120"/>
          <p:cNvSpPr/>
          <p:nvPr/>
        </p:nvSpPr>
        <p:spPr>
          <a:xfrm rot="-405983">
            <a:off x="5421901" y="2166472"/>
            <a:ext cx="1385148" cy="823521"/>
          </a:xfrm>
          <a:prstGeom prst="rect">
            <a:avLst/>
          </a:prstGeom>
          <a:noFill/>
          <a:ln cap="flat" cmpd="sng" w="381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pic>
        <p:nvPicPr>
          <p:cNvPr id="510" name="Google Shape;510;p120"/>
          <p:cNvPicPr preferRelativeResize="0"/>
          <p:nvPr/>
        </p:nvPicPr>
        <p:blipFill>
          <a:blip r:embed="rId5">
            <a:alphaModFix/>
          </a:blip>
          <a:stretch>
            <a:fillRect/>
          </a:stretch>
        </p:blipFill>
        <p:spPr>
          <a:xfrm rot="404234">
            <a:off x="6863019" y="441680"/>
            <a:ext cx="1726408" cy="2262741"/>
          </a:xfrm>
          <a:prstGeom prst="rect">
            <a:avLst/>
          </a:prstGeom>
          <a:noFill/>
          <a:ln>
            <a:noFill/>
          </a:ln>
          <a:effectLst>
            <a:outerShdw blurRad="57150" rotWithShape="0" algn="bl" dir="5400000" dist="19050">
              <a:srgbClr val="000000">
                <a:alpha val="50000"/>
              </a:srgbClr>
            </a:outerShdw>
          </a:effectLst>
        </p:spPr>
      </p:pic>
      <p:sp>
        <p:nvSpPr>
          <p:cNvPr id="511" name="Google Shape;511;p120"/>
          <p:cNvSpPr/>
          <p:nvPr/>
        </p:nvSpPr>
        <p:spPr>
          <a:xfrm rot="500572">
            <a:off x="6975284" y="1262943"/>
            <a:ext cx="1542423" cy="823545"/>
          </a:xfrm>
          <a:prstGeom prst="rect">
            <a:avLst/>
          </a:prstGeom>
          <a:noFill/>
          <a:ln cap="flat" cmpd="sng" w="381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512" name="Google Shape;512;p120"/>
          <p:cNvSpPr/>
          <p:nvPr/>
        </p:nvSpPr>
        <p:spPr>
          <a:xfrm rot="461276">
            <a:off x="6935847" y="4551210"/>
            <a:ext cx="1814207" cy="301830"/>
          </a:xfrm>
          <a:prstGeom prst="rect">
            <a:avLst/>
          </a:prstGeom>
          <a:noFill/>
          <a:ln cap="flat" cmpd="sng" w="381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121"/>
          <p:cNvSpPr txBox="1"/>
          <p:nvPr>
            <p:ph type="title"/>
          </p:nvPr>
        </p:nvSpPr>
        <p:spPr>
          <a:xfrm>
            <a:off x="424950" y="431200"/>
            <a:ext cx="7727700" cy="5727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b="1" lang="en"/>
              <a:t>Hours</a:t>
            </a:r>
            <a:endParaRPr b="1"/>
          </a:p>
        </p:txBody>
      </p:sp>
      <p:sp>
        <p:nvSpPr>
          <p:cNvPr id="518" name="Google Shape;518;p121"/>
          <p:cNvSpPr txBox="1"/>
          <p:nvPr>
            <p:ph idx="1" type="body"/>
          </p:nvPr>
        </p:nvSpPr>
        <p:spPr>
          <a:xfrm>
            <a:off x="504850" y="2042300"/>
            <a:ext cx="4927800" cy="1983600"/>
          </a:xfrm>
          <a:prstGeom prst="rect">
            <a:avLst/>
          </a:prstGeom>
        </p:spPr>
        <p:txBody>
          <a:bodyPr anchorCtr="0" anchor="t" bIns="0" lIns="0" spcFirstLastPara="1" rIns="91425" wrap="square" tIns="0">
            <a:noAutofit/>
          </a:bodyPr>
          <a:lstStyle/>
          <a:p>
            <a:pPr indent="0" lvl="0" marL="0" rtl="0" algn="l">
              <a:spcBef>
                <a:spcPts val="0"/>
              </a:spcBef>
              <a:spcAft>
                <a:spcPts val="0"/>
              </a:spcAft>
              <a:buClr>
                <a:schemeClr val="dk1"/>
              </a:buClr>
              <a:buSzPts val="1100"/>
              <a:buFont typeface="Arial"/>
              <a:buNone/>
            </a:pPr>
            <a:r>
              <a:rPr lang="en"/>
              <a:t>A listing’s hours of operation should be added if it’s available when researching.</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pic>
        <p:nvPicPr>
          <p:cNvPr id="519" name="Google Shape;519;p121"/>
          <p:cNvPicPr preferRelativeResize="0"/>
          <p:nvPr/>
        </p:nvPicPr>
        <p:blipFill>
          <a:blip r:embed="rId3">
            <a:alphaModFix/>
          </a:blip>
          <a:stretch>
            <a:fillRect/>
          </a:stretch>
        </p:blipFill>
        <p:spPr>
          <a:xfrm>
            <a:off x="5515475" y="1459738"/>
            <a:ext cx="3403825" cy="2224013"/>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pic>
        <p:nvPicPr>
          <p:cNvPr id="524" name="Google Shape;524;p122"/>
          <p:cNvPicPr preferRelativeResize="0"/>
          <p:nvPr/>
        </p:nvPicPr>
        <p:blipFill>
          <a:blip r:embed="rId3">
            <a:alphaModFix/>
          </a:blip>
          <a:stretch>
            <a:fillRect/>
          </a:stretch>
        </p:blipFill>
        <p:spPr>
          <a:xfrm>
            <a:off x="3197913" y="0"/>
            <a:ext cx="5685524" cy="5143502"/>
          </a:xfrm>
          <a:prstGeom prst="rect">
            <a:avLst/>
          </a:prstGeom>
          <a:noFill/>
          <a:ln>
            <a:noFill/>
          </a:ln>
        </p:spPr>
      </p:pic>
      <p:sp>
        <p:nvSpPr>
          <p:cNvPr id="525" name="Google Shape;525;p122"/>
          <p:cNvSpPr txBox="1"/>
          <p:nvPr/>
        </p:nvSpPr>
        <p:spPr>
          <a:xfrm rot="-226134">
            <a:off x="6833274" y="1302225"/>
            <a:ext cx="1670413" cy="639481"/>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000">
                <a:solidFill>
                  <a:schemeClr val="dk1"/>
                </a:solidFill>
                <a:latin typeface="Pacifico"/>
                <a:ea typeface="Pacifico"/>
                <a:cs typeface="Pacifico"/>
                <a:sym typeface="Pacifico"/>
              </a:rPr>
              <a:t>Correct</a:t>
            </a:r>
            <a:endParaRPr sz="3000">
              <a:solidFill>
                <a:schemeClr val="dk1"/>
              </a:solidFill>
              <a:latin typeface="Pacifico"/>
              <a:ea typeface="Pacifico"/>
              <a:cs typeface="Pacifico"/>
              <a:sym typeface="Pacifico"/>
            </a:endParaRPr>
          </a:p>
        </p:txBody>
      </p:sp>
      <p:sp>
        <p:nvSpPr>
          <p:cNvPr id="526" name="Google Shape;526;p122"/>
          <p:cNvSpPr txBox="1"/>
          <p:nvPr/>
        </p:nvSpPr>
        <p:spPr>
          <a:xfrm rot="-119794">
            <a:off x="7065783" y="3364491"/>
            <a:ext cx="1670514" cy="639696"/>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000">
                <a:solidFill>
                  <a:schemeClr val="dk1"/>
                </a:solidFill>
                <a:latin typeface="Pacifico"/>
                <a:ea typeface="Pacifico"/>
                <a:cs typeface="Pacifico"/>
                <a:sym typeface="Pacifico"/>
              </a:rPr>
              <a:t>Incorrect</a:t>
            </a:r>
            <a:endParaRPr sz="3000">
              <a:solidFill>
                <a:schemeClr val="dk1"/>
              </a:solidFill>
              <a:latin typeface="Pacifico"/>
              <a:ea typeface="Pacifico"/>
              <a:cs typeface="Pacifico"/>
              <a:sym typeface="Pacifico"/>
            </a:endParaRPr>
          </a:p>
        </p:txBody>
      </p:sp>
      <p:sp>
        <p:nvSpPr>
          <p:cNvPr id="527" name="Google Shape;527;p122"/>
          <p:cNvSpPr txBox="1"/>
          <p:nvPr/>
        </p:nvSpPr>
        <p:spPr>
          <a:xfrm>
            <a:off x="115675" y="239275"/>
            <a:ext cx="2976600" cy="181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100">
                <a:solidFill>
                  <a:schemeClr val="accent6"/>
                </a:solidFill>
                <a:latin typeface="Impact"/>
                <a:ea typeface="Impact"/>
                <a:cs typeface="Impact"/>
                <a:sym typeface="Impact"/>
              </a:rPr>
              <a:t>Sort It Out</a:t>
            </a:r>
            <a:endParaRPr sz="3100">
              <a:solidFill>
                <a:schemeClr val="accent6"/>
              </a:solidFill>
              <a:latin typeface="Impact"/>
              <a:ea typeface="Impact"/>
              <a:cs typeface="Impact"/>
              <a:sym typeface="Impact"/>
            </a:endParaRPr>
          </a:p>
          <a:p>
            <a:pPr indent="0" lvl="0" marL="0" rtl="0" algn="l">
              <a:spcBef>
                <a:spcPts val="0"/>
              </a:spcBef>
              <a:spcAft>
                <a:spcPts val="0"/>
              </a:spcAft>
              <a:buNone/>
            </a:pPr>
            <a:r>
              <a:rPr lang="en" sz="3100">
                <a:solidFill>
                  <a:schemeClr val="accent6"/>
                </a:solidFill>
                <a:latin typeface="Impact"/>
                <a:ea typeface="Impact"/>
                <a:cs typeface="Impact"/>
                <a:sym typeface="Impact"/>
              </a:rPr>
              <a:t>Request Fields Activity</a:t>
            </a:r>
            <a:endParaRPr sz="3100">
              <a:solidFill>
                <a:schemeClr val="accent6"/>
              </a:solidFill>
              <a:latin typeface="Impact"/>
              <a:ea typeface="Impact"/>
              <a:cs typeface="Impact"/>
              <a:sym typeface="Impact"/>
            </a:endParaRPr>
          </a:p>
        </p:txBody>
      </p:sp>
      <p:sp>
        <p:nvSpPr>
          <p:cNvPr id="528" name="Google Shape;528;p122"/>
          <p:cNvSpPr txBox="1"/>
          <p:nvPr/>
        </p:nvSpPr>
        <p:spPr>
          <a:xfrm>
            <a:off x="221200" y="3249400"/>
            <a:ext cx="3468000" cy="1023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2100" u="sng">
                <a:solidFill>
                  <a:srgbClr val="004F32"/>
                </a:solidFill>
                <a:highlight>
                  <a:schemeClr val="accent2"/>
                </a:highlight>
                <a:latin typeface="Poppins"/>
                <a:ea typeface="Poppins"/>
                <a:cs typeface="Poppins"/>
                <a:sym typeface="Poppins"/>
                <a:hlinkClick r:id="rId4">
                  <a:extLst>
                    <a:ext uri="{A12FA001-AC4F-418D-AE19-62706E023703}">
                      <ahyp:hlinkClr val="tx"/>
                    </a:ext>
                  </a:extLst>
                </a:hlinkClick>
              </a:rPr>
              <a:t>Link to interactive </a:t>
            </a:r>
            <a:br>
              <a:rPr b="1" lang="en" sz="2100" u="sng">
                <a:solidFill>
                  <a:srgbClr val="004F32"/>
                </a:solidFill>
                <a:highlight>
                  <a:schemeClr val="accent2"/>
                </a:highlight>
                <a:latin typeface="Poppins"/>
                <a:ea typeface="Poppins"/>
                <a:cs typeface="Poppins"/>
                <a:sym typeface="Poppins"/>
                <a:hlinkClick r:id="rId5">
                  <a:extLst>
                    <a:ext uri="{A12FA001-AC4F-418D-AE19-62706E023703}">
                      <ahyp:hlinkClr val="tx"/>
                    </a:ext>
                  </a:extLst>
                </a:hlinkClick>
              </a:rPr>
            </a:br>
            <a:r>
              <a:rPr b="1" lang="en" sz="2100" u="sng">
                <a:solidFill>
                  <a:srgbClr val="004F32"/>
                </a:solidFill>
                <a:highlight>
                  <a:schemeClr val="accent2"/>
                </a:highlight>
                <a:latin typeface="Poppins"/>
                <a:ea typeface="Poppins"/>
                <a:cs typeface="Poppins"/>
                <a:sym typeface="Poppins"/>
                <a:hlinkClick r:id="rId6">
                  <a:extLst>
                    <a:ext uri="{A12FA001-AC4F-418D-AE19-62706E023703}">
                      <ahyp:hlinkClr val="tx"/>
                    </a:ext>
                  </a:extLst>
                </a:hlinkClick>
              </a:rPr>
              <a:t>game board</a:t>
            </a:r>
            <a:endParaRPr b="1" sz="2100">
              <a:solidFill>
                <a:srgbClr val="000000"/>
              </a:solidFill>
              <a:highlight>
                <a:schemeClr val="accent2"/>
              </a:highlight>
              <a:latin typeface="Poppins"/>
              <a:ea typeface="Poppins"/>
              <a:cs typeface="Poppins"/>
              <a:sym typeface="Poppins"/>
            </a:endParaRPr>
          </a:p>
          <a:p>
            <a:pPr indent="0" lvl="0" marL="0" rtl="0" algn="l">
              <a:lnSpc>
                <a:spcPct val="115000"/>
              </a:lnSpc>
              <a:spcBef>
                <a:spcPts val="0"/>
              </a:spcBef>
              <a:spcAft>
                <a:spcPts val="0"/>
              </a:spcAft>
              <a:buClr>
                <a:srgbClr val="000000"/>
              </a:buClr>
              <a:buSzPts val="1100"/>
              <a:buFont typeface="Arial"/>
              <a:buNone/>
            </a:pPr>
            <a:r>
              <a:t/>
            </a:r>
            <a:endParaRPr sz="1800">
              <a:solidFill>
                <a:srgbClr val="000000"/>
              </a:solidFill>
              <a:highlight>
                <a:schemeClr val="accent2"/>
              </a:highlight>
              <a:latin typeface="Poppins"/>
              <a:ea typeface="Poppins"/>
              <a:cs typeface="Poppins"/>
              <a:sym typeface="Poppi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32" name="Shape 532"/>
        <p:cNvGrpSpPr/>
        <p:nvPr/>
      </p:nvGrpSpPr>
      <p:grpSpPr>
        <a:xfrm>
          <a:off x="0" y="0"/>
          <a:ext cx="0" cy="0"/>
          <a:chOff x="0" y="0"/>
          <a:chExt cx="0" cy="0"/>
        </a:xfrm>
      </p:grpSpPr>
      <p:sp>
        <p:nvSpPr>
          <p:cNvPr id="533" name="Google Shape;533;p123"/>
          <p:cNvSpPr/>
          <p:nvPr/>
        </p:nvSpPr>
        <p:spPr>
          <a:xfrm>
            <a:off x="420000" y="1192150"/>
            <a:ext cx="4151100" cy="3687000"/>
          </a:xfrm>
          <a:prstGeom prst="roundRect">
            <a:avLst>
              <a:gd fmla="val 9445" name="adj"/>
            </a:avLst>
          </a:prstGeom>
          <a:solidFill>
            <a:srgbClr val="F3F3F3"/>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534" name="Google Shape;534;p123"/>
          <p:cNvSpPr/>
          <p:nvPr/>
        </p:nvSpPr>
        <p:spPr>
          <a:xfrm>
            <a:off x="4877200" y="1192150"/>
            <a:ext cx="4151100" cy="3687000"/>
          </a:xfrm>
          <a:prstGeom prst="roundRect">
            <a:avLst>
              <a:gd fmla="val 9445" name="adj"/>
            </a:avLst>
          </a:prstGeom>
          <a:solidFill>
            <a:srgbClr val="F3F3F3"/>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535" name="Google Shape;535;p123"/>
          <p:cNvSpPr/>
          <p:nvPr/>
        </p:nvSpPr>
        <p:spPr>
          <a:xfrm>
            <a:off x="5127063" y="1318425"/>
            <a:ext cx="1647300" cy="8601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Poppins"/>
                <a:ea typeface="Poppins"/>
                <a:cs typeface="Poppins"/>
                <a:sym typeface="Poppins"/>
              </a:rPr>
              <a:t>Name:</a:t>
            </a:r>
            <a:endParaRPr b="1">
              <a:latin typeface="Poppins"/>
              <a:ea typeface="Poppins"/>
              <a:cs typeface="Poppins"/>
              <a:sym typeface="Poppins"/>
            </a:endParaRPr>
          </a:p>
          <a:p>
            <a:pPr indent="0" lvl="0" marL="0" rtl="0" algn="ctr">
              <a:spcBef>
                <a:spcPts val="0"/>
              </a:spcBef>
              <a:spcAft>
                <a:spcPts val="0"/>
              </a:spcAft>
              <a:buNone/>
            </a:pPr>
            <a:r>
              <a:rPr lang="en">
                <a:latin typeface="Poppins"/>
                <a:ea typeface="Poppins"/>
                <a:cs typeface="Poppins"/>
                <a:sym typeface="Poppins"/>
              </a:rPr>
              <a:t>Copley Hotel </a:t>
            </a:r>
            <a:endParaRPr>
              <a:latin typeface="Poppins"/>
              <a:ea typeface="Poppins"/>
              <a:cs typeface="Poppins"/>
              <a:sym typeface="Poppins"/>
            </a:endParaRPr>
          </a:p>
          <a:p>
            <a:pPr indent="0" lvl="0" marL="0" rtl="0" algn="ctr">
              <a:spcBef>
                <a:spcPts val="0"/>
              </a:spcBef>
              <a:spcAft>
                <a:spcPts val="0"/>
              </a:spcAft>
              <a:buNone/>
            </a:pPr>
            <a:r>
              <a:rPr lang="en">
                <a:latin typeface="Poppins"/>
                <a:ea typeface="Poppins"/>
                <a:cs typeface="Poppins"/>
                <a:sym typeface="Poppins"/>
              </a:rPr>
              <a:t>5 Stars!!!</a:t>
            </a:r>
            <a:endParaRPr>
              <a:latin typeface="Poppins"/>
              <a:ea typeface="Poppins"/>
              <a:cs typeface="Poppins"/>
              <a:sym typeface="Poppins"/>
            </a:endParaRPr>
          </a:p>
        </p:txBody>
      </p:sp>
      <p:sp>
        <p:nvSpPr>
          <p:cNvPr id="536" name="Google Shape;536;p123"/>
          <p:cNvSpPr/>
          <p:nvPr/>
        </p:nvSpPr>
        <p:spPr>
          <a:xfrm>
            <a:off x="737850" y="1420675"/>
            <a:ext cx="1647300" cy="860100"/>
          </a:xfrm>
          <a:prstGeom prst="roundRect">
            <a:avLst>
              <a:gd fmla="val 1666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Poppins"/>
                <a:ea typeface="Poppins"/>
                <a:cs typeface="Poppins"/>
                <a:sym typeface="Poppins"/>
              </a:rPr>
              <a:t>Street 1:</a:t>
            </a:r>
            <a:endParaRPr>
              <a:latin typeface="Poppins"/>
              <a:ea typeface="Poppins"/>
              <a:cs typeface="Poppins"/>
              <a:sym typeface="Poppins"/>
            </a:endParaRPr>
          </a:p>
          <a:p>
            <a:pPr indent="0" lvl="0" marL="0" rtl="0" algn="ctr">
              <a:spcBef>
                <a:spcPts val="0"/>
              </a:spcBef>
              <a:spcAft>
                <a:spcPts val="0"/>
              </a:spcAft>
              <a:buNone/>
            </a:pPr>
            <a:r>
              <a:rPr lang="en">
                <a:latin typeface="Poppins"/>
                <a:ea typeface="Poppins"/>
                <a:cs typeface="Poppins"/>
                <a:sym typeface="Poppins"/>
              </a:rPr>
              <a:t>123 Tremont St.</a:t>
            </a:r>
            <a:endParaRPr>
              <a:latin typeface="Poppins"/>
              <a:ea typeface="Poppins"/>
              <a:cs typeface="Poppins"/>
              <a:sym typeface="Poppins"/>
            </a:endParaRPr>
          </a:p>
        </p:txBody>
      </p:sp>
      <p:sp>
        <p:nvSpPr>
          <p:cNvPr id="537" name="Google Shape;537;p123"/>
          <p:cNvSpPr/>
          <p:nvPr/>
        </p:nvSpPr>
        <p:spPr>
          <a:xfrm>
            <a:off x="2605938" y="1420675"/>
            <a:ext cx="1647300" cy="860100"/>
          </a:xfrm>
          <a:prstGeom prst="roundRect">
            <a:avLst>
              <a:gd fmla="val 1666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Poppins"/>
                <a:ea typeface="Poppins"/>
                <a:cs typeface="Poppins"/>
                <a:sym typeface="Poppins"/>
              </a:rPr>
              <a:t>URL:</a:t>
            </a:r>
            <a:endParaRPr b="1">
              <a:latin typeface="Poppins"/>
              <a:ea typeface="Poppins"/>
              <a:cs typeface="Poppins"/>
              <a:sym typeface="Poppins"/>
            </a:endParaRPr>
          </a:p>
          <a:p>
            <a:pPr indent="0" lvl="0" marL="0" rtl="0" algn="ctr">
              <a:spcBef>
                <a:spcPts val="0"/>
              </a:spcBef>
              <a:spcAft>
                <a:spcPts val="0"/>
              </a:spcAft>
              <a:buNone/>
            </a:pPr>
            <a:r>
              <a:rPr lang="en" sz="1300">
                <a:latin typeface="Poppins"/>
                <a:ea typeface="Poppins"/>
                <a:cs typeface="Poppins"/>
                <a:sym typeface="Poppins"/>
              </a:rPr>
              <a:t>www.instagram.com/</a:t>
            </a:r>
            <a:endParaRPr sz="1300">
              <a:latin typeface="Poppins"/>
              <a:ea typeface="Poppins"/>
              <a:cs typeface="Poppins"/>
              <a:sym typeface="Poppins"/>
            </a:endParaRPr>
          </a:p>
          <a:p>
            <a:pPr indent="0" lvl="0" marL="0" rtl="0" algn="ctr">
              <a:spcBef>
                <a:spcPts val="0"/>
              </a:spcBef>
              <a:spcAft>
                <a:spcPts val="0"/>
              </a:spcAft>
              <a:buNone/>
            </a:pPr>
            <a:r>
              <a:rPr lang="en" sz="1300">
                <a:latin typeface="Poppins"/>
                <a:ea typeface="Poppins"/>
                <a:cs typeface="Poppins"/>
                <a:sym typeface="Poppins"/>
              </a:rPr>
              <a:t>rios_tapasbar</a:t>
            </a:r>
            <a:r>
              <a:rPr lang="en">
                <a:latin typeface="Poppins"/>
                <a:ea typeface="Poppins"/>
                <a:cs typeface="Poppins"/>
                <a:sym typeface="Poppins"/>
              </a:rPr>
              <a:t>/</a:t>
            </a:r>
            <a:endParaRPr>
              <a:latin typeface="Poppins"/>
              <a:ea typeface="Poppins"/>
              <a:cs typeface="Poppins"/>
              <a:sym typeface="Poppins"/>
            </a:endParaRPr>
          </a:p>
        </p:txBody>
      </p:sp>
      <p:sp>
        <p:nvSpPr>
          <p:cNvPr id="538" name="Google Shape;538;p123"/>
          <p:cNvSpPr/>
          <p:nvPr/>
        </p:nvSpPr>
        <p:spPr>
          <a:xfrm>
            <a:off x="7068900" y="2655300"/>
            <a:ext cx="1647300" cy="8601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Poppins"/>
                <a:ea typeface="Poppins"/>
                <a:cs typeface="Poppins"/>
                <a:sym typeface="Poppins"/>
              </a:rPr>
              <a:t>Description:</a:t>
            </a:r>
            <a:endParaRPr b="1">
              <a:latin typeface="Poppins"/>
              <a:ea typeface="Poppins"/>
              <a:cs typeface="Poppins"/>
              <a:sym typeface="Poppins"/>
            </a:endParaRPr>
          </a:p>
          <a:p>
            <a:pPr indent="0" lvl="0" marL="0" rtl="0" algn="ctr">
              <a:spcBef>
                <a:spcPts val="0"/>
              </a:spcBef>
              <a:spcAft>
                <a:spcPts val="0"/>
              </a:spcAft>
              <a:buNone/>
            </a:pPr>
            <a:r>
              <a:rPr lang="en" sz="1200">
                <a:latin typeface="Poppins"/>
                <a:ea typeface="Poppins"/>
                <a:cs typeface="Poppins"/>
                <a:sym typeface="Poppins"/>
              </a:rPr>
              <a:t>www.tripadvisor.com/Hotel_Review-g187147-d229968…</a:t>
            </a:r>
            <a:endParaRPr sz="1200">
              <a:latin typeface="Poppins"/>
              <a:ea typeface="Poppins"/>
              <a:cs typeface="Poppins"/>
              <a:sym typeface="Poppins"/>
            </a:endParaRPr>
          </a:p>
        </p:txBody>
      </p:sp>
      <p:sp>
        <p:nvSpPr>
          <p:cNvPr id="539" name="Google Shape;539;p123"/>
          <p:cNvSpPr/>
          <p:nvPr/>
        </p:nvSpPr>
        <p:spPr>
          <a:xfrm>
            <a:off x="2605938" y="2419525"/>
            <a:ext cx="1647300" cy="860100"/>
          </a:xfrm>
          <a:prstGeom prst="roundRect">
            <a:avLst>
              <a:gd fmla="val 1666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Poppins"/>
                <a:ea typeface="Poppins"/>
                <a:cs typeface="Poppins"/>
                <a:sym typeface="Poppins"/>
              </a:rPr>
              <a:t>Phone:</a:t>
            </a:r>
            <a:endParaRPr b="1">
              <a:latin typeface="Poppins"/>
              <a:ea typeface="Poppins"/>
              <a:cs typeface="Poppins"/>
              <a:sym typeface="Poppins"/>
            </a:endParaRPr>
          </a:p>
          <a:p>
            <a:pPr indent="0" lvl="0" marL="0" rtl="0" algn="ctr">
              <a:spcBef>
                <a:spcPts val="0"/>
              </a:spcBef>
              <a:spcAft>
                <a:spcPts val="0"/>
              </a:spcAft>
              <a:buNone/>
            </a:pPr>
            <a:r>
              <a:rPr lang="en">
                <a:latin typeface="Poppins"/>
                <a:ea typeface="Poppins"/>
                <a:cs typeface="Poppins"/>
                <a:sym typeface="Poppins"/>
              </a:rPr>
              <a:t>+34 930 12 12 70</a:t>
            </a:r>
            <a:endParaRPr>
              <a:latin typeface="Poppins"/>
              <a:ea typeface="Poppins"/>
              <a:cs typeface="Poppins"/>
              <a:sym typeface="Poppins"/>
            </a:endParaRPr>
          </a:p>
        </p:txBody>
      </p:sp>
      <p:sp>
        <p:nvSpPr>
          <p:cNvPr id="540" name="Google Shape;540;p123"/>
          <p:cNvSpPr/>
          <p:nvPr/>
        </p:nvSpPr>
        <p:spPr>
          <a:xfrm>
            <a:off x="5139238" y="2706438"/>
            <a:ext cx="1647300" cy="8601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Poppins"/>
                <a:ea typeface="Poppins"/>
                <a:cs typeface="Poppins"/>
                <a:sym typeface="Poppins"/>
              </a:rPr>
              <a:t>Street 1:</a:t>
            </a:r>
            <a:endParaRPr b="1">
              <a:latin typeface="Poppins"/>
              <a:ea typeface="Poppins"/>
              <a:cs typeface="Poppins"/>
              <a:sym typeface="Poppins"/>
            </a:endParaRPr>
          </a:p>
          <a:p>
            <a:pPr indent="0" lvl="0" marL="0" rtl="0" algn="ctr">
              <a:spcBef>
                <a:spcPts val="0"/>
              </a:spcBef>
              <a:spcAft>
                <a:spcPts val="0"/>
              </a:spcAft>
              <a:buNone/>
            </a:pPr>
            <a:r>
              <a:rPr lang="en">
                <a:latin typeface="Poppins"/>
                <a:ea typeface="Poppins"/>
                <a:cs typeface="Poppins"/>
                <a:sym typeface="Poppins"/>
              </a:rPr>
              <a:t>South Dr. Rizal Park Manila</a:t>
            </a:r>
            <a:endParaRPr>
              <a:latin typeface="Poppins"/>
              <a:ea typeface="Poppins"/>
              <a:cs typeface="Poppins"/>
              <a:sym typeface="Poppins"/>
            </a:endParaRPr>
          </a:p>
        </p:txBody>
      </p:sp>
      <p:sp>
        <p:nvSpPr>
          <p:cNvPr id="541" name="Google Shape;541;p123"/>
          <p:cNvSpPr/>
          <p:nvPr/>
        </p:nvSpPr>
        <p:spPr>
          <a:xfrm>
            <a:off x="7068900" y="1343613"/>
            <a:ext cx="1647300" cy="8601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Poppins"/>
                <a:ea typeface="Poppins"/>
                <a:cs typeface="Poppins"/>
                <a:sym typeface="Poppins"/>
              </a:rPr>
              <a:t>Email:</a:t>
            </a:r>
            <a:endParaRPr b="1">
              <a:latin typeface="Poppins"/>
              <a:ea typeface="Poppins"/>
              <a:cs typeface="Poppins"/>
              <a:sym typeface="Poppins"/>
            </a:endParaRPr>
          </a:p>
          <a:p>
            <a:pPr indent="0" lvl="0" marL="0" rtl="0" algn="ctr">
              <a:spcBef>
                <a:spcPts val="0"/>
              </a:spcBef>
              <a:spcAft>
                <a:spcPts val="0"/>
              </a:spcAft>
              <a:buNone/>
            </a:pPr>
            <a:r>
              <a:rPr lang="en" sz="1300">
                <a:latin typeface="Poppins"/>
                <a:ea typeface="Poppins"/>
                <a:cs typeface="Poppins"/>
                <a:sym typeface="Poppins"/>
              </a:rPr>
              <a:t>mphilippe@tripadvisor.com</a:t>
            </a:r>
            <a:endParaRPr b="1" sz="1300">
              <a:latin typeface="Poppins"/>
              <a:ea typeface="Poppins"/>
              <a:cs typeface="Poppins"/>
              <a:sym typeface="Poppins"/>
            </a:endParaRPr>
          </a:p>
        </p:txBody>
      </p:sp>
      <p:sp>
        <p:nvSpPr>
          <p:cNvPr id="542" name="Google Shape;542;p123"/>
          <p:cNvSpPr/>
          <p:nvPr/>
        </p:nvSpPr>
        <p:spPr>
          <a:xfrm>
            <a:off x="737838" y="2419513"/>
            <a:ext cx="1647300" cy="860100"/>
          </a:xfrm>
          <a:prstGeom prst="roundRect">
            <a:avLst>
              <a:gd fmla="val 1666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Poppins"/>
                <a:ea typeface="Poppins"/>
                <a:cs typeface="Poppins"/>
                <a:sym typeface="Poppins"/>
              </a:rPr>
              <a:t>Phone:</a:t>
            </a:r>
            <a:endParaRPr b="1">
              <a:latin typeface="Poppins"/>
              <a:ea typeface="Poppins"/>
              <a:cs typeface="Poppins"/>
              <a:sym typeface="Poppins"/>
            </a:endParaRPr>
          </a:p>
          <a:p>
            <a:pPr indent="0" lvl="0" marL="0" rtl="0" algn="ctr">
              <a:spcBef>
                <a:spcPts val="0"/>
              </a:spcBef>
              <a:spcAft>
                <a:spcPts val="0"/>
              </a:spcAft>
              <a:buNone/>
            </a:pPr>
            <a:r>
              <a:rPr lang="en" sz="1300">
                <a:latin typeface="Poppins"/>
                <a:ea typeface="Poppins"/>
                <a:cs typeface="Poppins"/>
                <a:sym typeface="Poppins"/>
              </a:rPr>
              <a:t>+44 7836 2300</a:t>
            </a:r>
            <a:endParaRPr sz="1300">
              <a:latin typeface="Poppins"/>
              <a:ea typeface="Poppins"/>
              <a:cs typeface="Poppins"/>
              <a:sym typeface="Poppins"/>
            </a:endParaRPr>
          </a:p>
        </p:txBody>
      </p:sp>
      <p:sp>
        <p:nvSpPr>
          <p:cNvPr id="543" name="Google Shape;543;p123"/>
          <p:cNvSpPr/>
          <p:nvPr/>
        </p:nvSpPr>
        <p:spPr>
          <a:xfrm>
            <a:off x="6199800" y="3679263"/>
            <a:ext cx="1647300" cy="8601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Poppins"/>
                <a:ea typeface="Poppins"/>
                <a:cs typeface="Poppins"/>
                <a:sym typeface="Poppins"/>
              </a:rPr>
              <a:t>Name:</a:t>
            </a:r>
            <a:endParaRPr b="1">
              <a:latin typeface="Poppins"/>
              <a:ea typeface="Poppins"/>
              <a:cs typeface="Poppins"/>
              <a:sym typeface="Poppins"/>
            </a:endParaRPr>
          </a:p>
          <a:p>
            <a:pPr indent="0" lvl="0" marL="0" rtl="0" algn="ctr">
              <a:spcBef>
                <a:spcPts val="0"/>
              </a:spcBef>
              <a:spcAft>
                <a:spcPts val="0"/>
              </a:spcAft>
              <a:buNone/>
            </a:pPr>
            <a:r>
              <a:rPr lang="en">
                <a:latin typeface="Poppins"/>
                <a:ea typeface="Poppins"/>
                <a:cs typeface="Poppins"/>
                <a:sym typeface="Poppins"/>
              </a:rPr>
              <a:t>Thai Tanic </a:t>
            </a:r>
            <a:r>
              <a:rPr lang="en">
                <a:solidFill>
                  <a:srgbClr val="040C28"/>
                </a:solidFill>
                <a:latin typeface="Roboto"/>
                <a:ea typeface="Roboto"/>
                <a:cs typeface="Roboto"/>
                <a:sym typeface="Roboto"/>
              </a:rPr>
              <a:t>™</a:t>
            </a:r>
            <a:endParaRPr sz="1600">
              <a:latin typeface="Poppins"/>
              <a:ea typeface="Poppins"/>
              <a:cs typeface="Poppins"/>
              <a:sym typeface="Poppins"/>
            </a:endParaRPr>
          </a:p>
        </p:txBody>
      </p:sp>
      <p:sp>
        <p:nvSpPr>
          <p:cNvPr id="544" name="Google Shape;544;p123"/>
          <p:cNvSpPr/>
          <p:nvPr/>
        </p:nvSpPr>
        <p:spPr>
          <a:xfrm>
            <a:off x="1826813" y="3515388"/>
            <a:ext cx="1647300" cy="860100"/>
          </a:xfrm>
          <a:prstGeom prst="roundRect">
            <a:avLst>
              <a:gd fmla="val 1666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Poppins"/>
                <a:ea typeface="Poppins"/>
                <a:cs typeface="Poppins"/>
                <a:sym typeface="Poppins"/>
              </a:rPr>
              <a:t>Email:</a:t>
            </a:r>
            <a:endParaRPr b="1">
              <a:latin typeface="Poppins"/>
              <a:ea typeface="Poppins"/>
              <a:cs typeface="Poppins"/>
              <a:sym typeface="Poppins"/>
            </a:endParaRPr>
          </a:p>
          <a:p>
            <a:pPr indent="0" lvl="0" marL="0" rtl="0" algn="ctr">
              <a:spcBef>
                <a:spcPts val="0"/>
              </a:spcBef>
              <a:spcAft>
                <a:spcPts val="0"/>
              </a:spcAft>
              <a:buNone/>
            </a:pPr>
            <a:r>
              <a:rPr lang="en">
                <a:latin typeface="Poppins"/>
                <a:ea typeface="Poppins"/>
                <a:cs typeface="Poppins"/>
                <a:sym typeface="Poppins"/>
              </a:rPr>
              <a:t>info@jarasushi.com</a:t>
            </a:r>
            <a:endParaRPr>
              <a:latin typeface="Poppins"/>
              <a:ea typeface="Poppins"/>
              <a:cs typeface="Poppins"/>
              <a:sym typeface="Poppins"/>
            </a:endParaRPr>
          </a:p>
        </p:txBody>
      </p:sp>
      <p:sp>
        <p:nvSpPr>
          <p:cNvPr id="545" name="Google Shape;545;p123"/>
          <p:cNvSpPr txBox="1"/>
          <p:nvPr/>
        </p:nvSpPr>
        <p:spPr>
          <a:xfrm>
            <a:off x="3018000" y="57000"/>
            <a:ext cx="3011100" cy="708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400">
                <a:solidFill>
                  <a:schemeClr val="dk1"/>
                </a:solidFill>
                <a:latin typeface="Poppins"/>
                <a:ea typeface="Poppins"/>
                <a:cs typeface="Poppins"/>
                <a:sym typeface="Poppins"/>
              </a:rPr>
              <a:t>Round 1 answers</a:t>
            </a:r>
            <a:endParaRPr b="1" sz="2400">
              <a:solidFill>
                <a:schemeClr val="dk1"/>
              </a:solidFill>
              <a:latin typeface="Poppins"/>
              <a:ea typeface="Poppins"/>
              <a:cs typeface="Poppins"/>
              <a:sym typeface="Poppins"/>
            </a:endParaRPr>
          </a:p>
        </p:txBody>
      </p:sp>
      <p:sp>
        <p:nvSpPr>
          <p:cNvPr id="546" name="Google Shape;546;p123"/>
          <p:cNvSpPr/>
          <p:nvPr/>
        </p:nvSpPr>
        <p:spPr>
          <a:xfrm>
            <a:off x="918300" y="721025"/>
            <a:ext cx="3154500" cy="245700"/>
          </a:xfrm>
          <a:prstGeom prst="roundRect">
            <a:avLst>
              <a:gd fmla="val 16667" name="adj"/>
            </a:avLst>
          </a:prstGeom>
          <a:solidFill>
            <a:srgbClr val="34E0A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Poppins"/>
                <a:ea typeface="Poppins"/>
                <a:cs typeface="Poppins"/>
                <a:sym typeface="Poppins"/>
              </a:rPr>
              <a:t>Correct</a:t>
            </a:r>
            <a:endParaRPr>
              <a:latin typeface="Poppins"/>
              <a:ea typeface="Poppins"/>
              <a:cs typeface="Poppins"/>
              <a:sym typeface="Poppins"/>
            </a:endParaRPr>
          </a:p>
        </p:txBody>
      </p:sp>
      <p:sp>
        <p:nvSpPr>
          <p:cNvPr id="547" name="Google Shape;547;p123"/>
          <p:cNvSpPr/>
          <p:nvPr/>
        </p:nvSpPr>
        <p:spPr>
          <a:xfrm>
            <a:off x="5375500" y="721025"/>
            <a:ext cx="3154500" cy="245700"/>
          </a:xfrm>
          <a:prstGeom prst="roundRect">
            <a:avLst>
              <a:gd fmla="val 16667" name="adj"/>
            </a:avLst>
          </a:pr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Poppins"/>
                <a:ea typeface="Poppins"/>
                <a:cs typeface="Poppins"/>
                <a:sym typeface="Poppins"/>
              </a:rPr>
              <a:t>Incorrect</a:t>
            </a:r>
            <a:endParaRPr>
              <a:latin typeface="Poppins"/>
              <a:ea typeface="Poppins"/>
              <a:cs typeface="Poppins"/>
              <a:sym typeface="Poppi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51" name="Shape 551"/>
        <p:cNvGrpSpPr/>
        <p:nvPr/>
      </p:nvGrpSpPr>
      <p:grpSpPr>
        <a:xfrm>
          <a:off x="0" y="0"/>
          <a:ext cx="0" cy="0"/>
          <a:chOff x="0" y="0"/>
          <a:chExt cx="0" cy="0"/>
        </a:xfrm>
      </p:grpSpPr>
      <p:sp>
        <p:nvSpPr>
          <p:cNvPr id="552" name="Google Shape;552;p124"/>
          <p:cNvSpPr/>
          <p:nvPr/>
        </p:nvSpPr>
        <p:spPr>
          <a:xfrm>
            <a:off x="420000" y="1192150"/>
            <a:ext cx="4151100" cy="3687000"/>
          </a:xfrm>
          <a:prstGeom prst="roundRect">
            <a:avLst>
              <a:gd fmla="val 9445" name="adj"/>
            </a:avLst>
          </a:prstGeom>
          <a:solidFill>
            <a:srgbClr val="F3F3F3"/>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553" name="Google Shape;553;p124"/>
          <p:cNvSpPr/>
          <p:nvPr/>
        </p:nvSpPr>
        <p:spPr>
          <a:xfrm>
            <a:off x="4877200" y="1192150"/>
            <a:ext cx="4151100" cy="3687000"/>
          </a:xfrm>
          <a:prstGeom prst="roundRect">
            <a:avLst>
              <a:gd fmla="val 9445" name="adj"/>
            </a:avLst>
          </a:prstGeom>
          <a:solidFill>
            <a:srgbClr val="F3F3F3"/>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554" name="Google Shape;554;p124"/>
          <p:cNvSpPr txBox="1"/>
          <p:nvPr/>
        </p:nvSpPr>
        <p:spPr>
          <a:xfrm>
            <a:off x="3018000" y="57000"/>
            <a:ext cx="3011100" cy="708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400">
                <a:solidFill>
                  <a:schemeClr val="dk1"/>
                </a:solidFill>
                <a:latin typeface="Poppins"/>
                <a:ea typeface="Poppins"/>
                <a:cs typeface="Poppins"/>
                <a:sym typeface="Poppins"/>
              </a:rPr>
              <a:t>Round 2 answers</a:t>
            </a:r>
            <a:endParaRPr b="1" sz="2400">
              <a:solidFill>
                <a:schemeClr val="dk1"/>
              </a:solidFill>
              <a:latin typeface="Poppins"/>
              <a:ea typeface="Poppins"/>
              <a:cs typeface="Poppins"/>
              <a:sym typeface="Poppins"/>
            </a:endParaRPr>
          </a:p>
        </p:txBody>
      </p:sp>
      <p:sp>
        <p:nvSpPr>
          <p:cNvPr id="555" name="Google Shape;555;p124"/>
          <p:cNvSpPr/>
          <p:nvPr/>
        </p:nvSpPr>
        <p:spPr>
          <a:xfrm>
            <a:off x="918300" y="721025"/>
            <a:ext cx="3154500" cy="245700"/>
          </a:xfrm>
          <a:prstGeom prst="roundRect">
            <a:avLst>
              <a:gd fmla="val 16667" name="adj"/>
            </a:avLst>
          </a:prstGeom>
          <a:solidFill>
            <a:srgbClr val="34E0A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Poppins"/>
                <a:ea typeface="Poppins"/>
                <a:cs typeface="Poppins"/>
                <a:sym typeface="Poppins"/>
              </a:rPr>
              <a:t>Correct</a:t>
            </a:r>
            <a:endParaRPr>
              <a:latin typeface="Poppins"/>
              <a:ea typeface="Poppins"/>
              <a:cs typeface="Poppins"/>
              <a:sym typeface="Poppins"/>
            </a:endParaRPr>
          </a:p>
        </p:txBody>
      </p:sp>
      <p:sp>
        <p:nvSpPr>
          <p:cNvPr id="556" name="Google Shape;556;p124"/>
          <p:cNvSpPr/>
          <p:nvPr/>
        </p:nvSpPr>
        <p:spPr>
          <a:xfrm>
            <a:off x="5375500" y="721025"/>
            <a:ext cx="3154500" cy="245700"/>
          </a:xfrm>
          <a:prstGeom prst="roundRect">
            <a:avLst>
              <a:gd fmla="val 16667" name="adj"/>
            </a:avLst>
          </a:pr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Poppins"/>
                <a:ea typeface="Poppins"/>
                <a:cs typeface="Poppins"/>
                <a:sym typeface="Poppins"/>
              </a:rPr>
              <a:t>Incorrect</a:t>
            </a:r>
            <a:endParaRPr>
              <a:latin typeface="Poppins"/>
              <a:ea typeface="Poppins"/>
              <a:cs typeface="Poppins"/>
              <a:sym typeface="Poppins"/>
            </a:endParaRPr>
          </a:p>
        </p:txBody>
      </p:sp>
      <p:sp>
        <p:nvSpPr>
          <p:cNvPr id="557" name="Google Shape;557;p124"/>
          <p:cNvSpPr/>
          <p:nvPr/>
        </p:nvSpPr>
        <p:spPr>
          <a:xfrm>
            <a:off x="5195050" y="1456713"/>
            <a:ext cx="1647300" cy="8601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Poppins"/>
                <a:ea typeface="Poppins"/>
                <a:cs typeface="Poppins"/>
                <a:sym typeface="Poppins"/>
              </a:rPr>
              <a:t>URL:</a:t>
            </a:r>
            <a:endParaRPr b="1">
              <a:latin typeface="Poppins"/>
              <a:ea typeface="Poppins"/>
              <a:cs typeface="Poppins"/>
              <a:sym typeface="Poppins"/>
            </a:endParaRPr>
          </a:p>
          <a:p>
            <a:pPr indent="0" lvl="0" marL="0" rtl="0" algn="ctr">
              <a:spcBef>
                <a:spcPts val="0"/>
              </a:spcBef>
              <a:spcAft>
                <a:spcPts val="0"/>
              </a:spcAft>
              <a:buNone/>
            </a:pPr>
            <a:r>
              <a:rPr lang="en">
                <a:latin typeface="Poppins"/>
                <a:ea typeface="Poppins"/>
                <a:cs typeface="Poppins"/>
                <a:sym typeface="Poppins"/>
              </a:rPr>
              <a:t>www.yelp.com/biz/the-queens-arms-london</a:t>
            </a:r>
            <a:endParaRPr>
              <a:latin typeface="Poppins"/>
              <a:ea typeface="Poppins"/>
              <a:cs typeface="Poppins"/>
              <a:sym typeface="Poppins"/>
            </a:endParaRPr>
          </a:p>
        </p:txBody>
      </p:sp>
      <p:sp>
        <p:nvSpPr>
          <p:cNvPr id="558" name="Google Shape;558;p124"/>
          <p:cNvSpPr/>
          <p:nvPr/>
        </p:nvSpPr>
        <p:spPr>
          <a:xfrm>
            <a:off x="7063138" y="1456713"/>
            <a:ext cx="1647300" cy="8601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Poppins"/>
                <a:ea typeface="Poppins"/>
                <a:cs typeface="Poppins"/>
                <a:sym typeface="Poppins"/>
              </a:rPr>
              <a:t>Street 2:</a:t>
            </a:r>
            <a:endParaRPr b="1">
              <a:latin typeface="Poppins"/>
              <a:ea typeface="Poppins"/>
              <a:cs typeface="Poppins"/>
              <a:sym typeface="Poppins"/>
            </a:endParaRPr>
          </a:p>
          <a:p>
            <a:pPr indent="0" lvl="0" marL="0" rtl="0" algn="ctr">
              <a:spcBef>
                <a:spcPts val="0"/>
              </a:spcBef>
              <a:spcAft>
                <a:spcPts val="0"/>
              </a:spcAft>
              <a:buNone/>
            </a:pPr>
            <a:r>
              <a:rPr lang="en">
                <a:latin typeface="Poppins"/>
                <a:ea typeface="Poppins"/>
                <a:cs typeface="Poppins"/>
                <a:sym typeface="Poppins"/>
              </a:rPr>
              <a:t>400 1st Avenue</a:t>
            </a:r>
            <a:endParaRPr>
              <a:latin typeface="Poppins"/>
              <a:ea typeface="Poppins"/>
              <a:cs typeface="Poppins"/>
              <a:sym typeface="Poppins"/>
            </a:endParaRPr>
          </a:p>
        </p:txBody>
      </p:sp>
      <p:sp>
        <p:nvSpPr>
          <p:cNvPr id="559" name="Google Shape;559;p124"/>
          <p:cNvSpPr/>
          <p:nvPr/>
        </p:nvSpPr>
        <p:spPr>
          <a:xfrm>
            <a:off x="6199800" y="3580263"/>
            <a:ext cx="1647300" cy="8601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a:solidFill>
                  <a:schemeClr val="dk1"/>
                </a:solidFill>
                <a:latin typeface="Poppins"/>
                <a:ea typeface="Poppins"/>
                <a:cs typeface="Poppins"/>
                <a:sym typeface="Poppins"/>
              </a:rPr>
              <a:t>Phone:</a:t>
            </a:r>
            <a:endParaRPr b="1">
              <a:solidFill>
                <a:schemeClr val="dk1"/>
              </a:solidFill>
              <a:latin typeface="Poppins"/>
              <a:ea typeface="Poppins"/>
              <a:cs typeface="Poppins"/>
              <a:sym typeface="Poppins"/>
            </a:endParaRPr>
          </a:p>
          <a:p>
            <a:pPr indent="0" lvl="0" marL="0" rtl="0" algn="ctr">
              <a:spcBef>
                <a:spcPts val="0"/>
              </a:spcBef>
              <a:spcAft>
                <a:spcPts val="0"/>
              </a:spcAft>
              <a:buClr>
                <a:schemeClr val="dk1"/>
              </a:buClr>
              <a:buSzPts val="1100"/>
              <a:buFont typeface="Arial"/>
              <a:buNone/>
            </a:pPr>
            <a:r>
              <a:rPr lang="en">
                <a:solidFill>
                  <a:schemeClr val="dk1"/>
                </a:solidFill>
                <a:latin typeface="Poppins"/>
                <a:ea typeface="Poppins"/>
                <a:cs typeface="Poppins"/>
                <a:sym typeface="Poppins"/>
              </a:rPr>
              <a:t>617-426-1400</a:t>
            </a:r>
            <a:endParaRPr>
              <a:solidFill>
                <a:schemeClr val="dk1"/>
              </a:solidFill>
              <a:latin typeface="Poppins"/>
              <a:ea typeface="Poppins"/>
              <a:cs typeface="Poppins"/>
              <a:sym typeface="Poppins"/>
            </a:endParaRPr>
          </a:p>
          <a:p>
            <a:pPr indent="0" lvl="0" marL="0" rtl="0" algn="ctr">
              <a:spcBef>
                <a:spcPts val="0"/>
              </a:spcBef>
              <a:spcAft>
                <a:spcPts val="0"/>
              </a:spcAft>
              <a:buClr>
                <a:schemeClr val="dk1"/>
              </a:buClr>
              <a:buSzPts val="1100"/>
              <a:buFont typeface="Arial"/>
              <a:buNone/>
            </a:pPr>
            <a:r>
              <a:rPr lang="en">
                <a:solidFill>
                  <a:schemeClr val="dk1"/>
                </a:solidFill>
                <a:latin typeface="Poppins"/>
                <a:ea typeface="Poppins"/>
                <a:cs typeface="Poppins"/>
                <a:sym typeface="Poppins"/>
              </a:rPr>
              <a:t>Ext. 231</a:t>
            </a:r>
            <a:endParaRPr>
              <a:latin typeface="Poppins"/>
              <a:ea typeface="Poppins"/>
              <a:cs typeface="Poppins"/>
              <a:sym typeface="Poppins"/>
            </a:endParaRPr>
          </a:p>
        </p:txBody>
      </p:sp>
      <p:sp>
        <p:nvSpPr>
          <p:cNvPr id="560" name="Google Shape;560;p124"/>
          <p:cNvSpPr/>
          <p:nvPr/>
        </p:nvSpPr>
        <p:spPr>
          <a:xfrm>
            <a:off x="5195050" y="2518488"/>
            <a:ext cx="1647300" cy="8601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a:solidFill>
                  <a:schemeClr val="dk1"/>
                </a:solidFill>
                <a:latin typeface="Poppins"/>
                <a:ea typeface="Poppins"/>
                <a:cs typeface="Poppins"/>
                <a:sym typeface="Poppins"/>
              </a:rPr>
              <a:t>Street 1:</a:t>
            </a:r>
            <a:endParaRPr b="1">
              <a:solidFill>
                <a:schemeClr val="dk1"/>
              </a:solidFill>
              <a:latin typeface="Poppins"/>
              <a:ea typeface="Poppins"/>
              <a:cs typeface="Poppins"/>
              <a:sym typeface="Poppins"/>
            </a:endParaRPr>
          </a:p>
          <a:p>
            <a:pPr indent="0" lvl="0" marL="0" rtl="0" algn="ctr">
              <a:spcBef>
                <a:spcPts val="0"/>
              </a:spcBef>
              <a:spcAft>
                <a:spcPts val="0"/>
              </a:spcAft>
              <a:buClr>
                <a:schemeClr val="dk1"/>
              </a:buClr>
              <a:buSzPts val="1100"/>
              <a:buFont typeface="Arial"/>
              <a:buNone/>
            </a:pPr>
            <a:r>
              <a:rPr lang="en" sz="1200">
                <a:solidFill>
                  <a:schemeClr val="dk1"/>
                </a:solidFill>
                <a:latin typeface="Poppins"/>
                <a:ea typeface="Poppins"/>
                <a:cs typeface="Poppins"/>
                <a:sym typeface="Poppins"/>
              </a:rPr>
              <a:t>47th &amp; 48th floors</a:t>
            </a:r>
            <a:endParaRPr sz="1200">
              <a:solidFill>
                <a:schemeClr val="dk1"/>
              </a:solidFill>
              <a:latin typeface="Poppins"/>
              <a:ea typeface="Poppins"/>
              <a:cs typeface="Poppins"/>
              <a:sym typeface="Poppins"/>
            </a:endParaRPr>
          </a:p>
          <a:p>
            <a:pPr indent="0" lvl="0" marL="0" rtl="0" algn="ctr">
              <a:spcBef>
                <a:spcPts val="0"/>
              </a:spcBef>
              <a:spcAft>
                <a:spcPts val="0"/>
              </a:spcAft>
              <a:buClr>
                <a:schemeClr val="dk1"/>
              </a:buClr>
              <a:buSzPts val="1100"/>
              <a:buFont typeface="Arial"/>
              <a:buNone/>
            </a:pPr>
            <a:r>
              <a:rPr b="1" lang="en">
                <a:solidFill>
                  <a:schemeClr val="dk1"/>
                </a:solidFill>
                <a:latin typeface="Poppins"/>
                <a:ea typeface="Poppins"/>
                <a:cs typeface="Poppins"/>
                <a:sym typeface="Poppins"/>
              </a:rPr>
              <a:t>Street 2:</a:t>
            </a:r>
            <a:endParaRPr b="1">
              <a:solidFill>
                <a:schemeClr val="dk1"/>
              </a:solidFill>
              <a:latin typeface="Poppins"/>
              <a:ea typeface="Poppins"/>
              <a:cs typeface="Poppins"/>
              <a:sym typeface="Poppins"/>
            </a:endParaRPr>
          </a:p>
          <a:p>
            <a:pPr indent="0" lvl="0" marL="0" rtl="0" algn="ctr">
              <a:spcBef>
                <a:spcPts val="0"/>
              </a:spcBef>
              <a:spcAft>
                <a:spcPts val="0"/>
              </a:spcAft>
              <a:buClr>
                <a:schemeClr val="dk1"/>
              </a:buClr>
              <a:buSzPts val="1100"/>
              <a:buFont typeface="Arial"/>
              <a:buNone/>
            </a:pPr>
            <a:r>
              <a:rPr lang="en" sz="1200">
                <a:solidFill>
                  <a:schemeClr val="dk1"/>
                </a:solidFill>
                <a:latin typeface="Poppins"/>
                <a:ea typeface="Poppins"/>
                <a:cs typeface="Poppins"/>
                <a:sym typeface="Poppins"/>
              </a:rPr>
              <a:t>1535 Broadway</a:t>
            </a:r>
            <a:endParaRPr sz="1200">
              <a:latin typeface="Poppins"/>
              <a:ea typeface="Poppins"/>
              <a:cs typeface="Poppins"/>
              <a:sym typeface="Poppins"/>
            </a:endParaRPr>
          </a:p>
        </p:txBody>
      </p:sp>
      <p:sp>
        <p:nvSpPr>
          <p:cNvPr id="561" name="Google Shape;561;p124"/>
          <p:cNvSpPr/>
          <p:nvPr/>
        </p:nvSpPr>
        <p:spPr>
          <a:xfrm>
            <a:off x="7063138" y="2518488"/>
            <a:ext cx="1647300" cy="8601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Poppins"/>
                <a:ea typeface="Poppins"/>
                <a:cs typeface="Poppins"/>
                <a:sym typeface="Poppins"/>
              </a:rPr>
              <a:t>Street 1:</a:t>
            </a:r>
            <a:endParaRPr b="1">
              <a:latin typeface="Poppins"/>
              <a:ea typeface="Poppins"/>
              <a:cs typeface="Poppins"/>
              <a:sym typeface="Poppins"/>
            </a:endParaRPr>
          </a:p>
          <a:p>
            <a:pPr indent="0" lvl="0" marL="0" rtl="0" algn="ctr">
              <a:spcBef>
                <a:spcPts val="0"/>
              </a:spcBef>
              <a:spcAft>
                <a:spcPts val="0"/>
              </a:spcAft>
              <a:buNone/>
            </a:pPr>
            <a:r>
              <a:rPr lang="en">
                <a:latin typeface="Poppins"/>
                <a:ea typeface="Poppins"/>
                <a:cs typeface="Poppins"/>
                <a:sym typeface="Poppins"/>
              </a:rPr>
              <a:t>02215</a:t>
            </a:r>
            <a:endParaRPr>
              <a:latin typeface="Poppins"/>
              <a:ea typeface="Poppins"/>
              <a:cs typeface="Poppins"/>
              <a:sym typeface="Poppins"/>
            </a:endParaRPr>
          </a:p>
        </p:txBody>
      </p:sp>
      <p:sp>
        <p:nvSpPr>
          <p:cNvPr id="562" name="Google Shape;562;p124"/>
          <p:cNvSpPr/>
          <p:nvPr/>
        </p:nvSpPr>
        <p:spPr>
          <a:xfrm>
            <a:off x="737850" y="1456713"/>
            <a:ext cx="1647300" cy="860100"/>
          </a:xfrm>
          <a:prstGeom prst="roundRect">
            <a:avLst>
              <a:gd fmla="val 1666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Poppins"/>
                <a:ea typeface="Poppins"/>
                <a:cs typeface="Poppins"/>
                <a:sym typeface="Poppins"/>
              </a:rPr>
              <a:t>Description:</a:t>
            </a:r>
            <a:endParaRPr b="1">
              <a:latin typeface="Poppins"/>
              <a:ea typeface="Poppins"/>
              <a:cs typeface="Poppins"/>
              <a:sym typeface="Poppins"/>
            </a:endParaRPr>
          </a:p>
          <a:p>
            <a:pPr indent="0" lvl="0" marL="0" rtl="0" algn="ctr">
              <a:spcBef>
                <a:spcPts val="0"/>
              </a:spcBef>
              <a:spcAft>
                <a:spcPts val="0"/>
              </a:spcAft>
              <a:buNone/>
            </a:pPr>
            <a:r>
              <a:rPr lang="en">
                <a:latin typeface="Poppins"/>
                <a:ea typeface="Poppins"/>
                <a:cs typeface="Poppins"/>
                <a:sym typeface="Poppins"/>
              </a:rPr>
              <a:t>Call us for more info!</a:t>
            </a:r>
            <a:endParaRPr>
              <a:latin typeface="Poppins"/>
              <a:ea typeface="Poppins"/>
              <a:cs typeface="Poppins"/>
              <a:sym typeface="Poppins"/>
            </a:endParaRPr>
          </a:p>
        </p:txBody>
      </p:sp>
      <p:sp>
        <p:nvSpPr>
          <p:cNvPr id="563" name="Google Shape;563;p124"/>
          <p:cNvSpPr/>
          <p:nvPr/>
        </p:nvSpPr>
        <p:spPr>
          <a:xfrm>
            <a:off x="2605938" y="1456713"/>
            <a:ext cx="1647300" cy="860100"/>
          </a:xfrm>
          <a:prstGeom prst="roundRect">
            <a:avLst>
              <a:gd fmla="val 1666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Poppins"/>
                <a:ea typeface="Poppins"/>
                <a:cs typeface="Poppins"/>
                <a:sym typeface="Poppins"/>
              </a:rPr>
              <a:t>Name:</a:t>
            </a:r>
            <a:endParaRPr b="1">
              <a:latin typeface="Poppins"/>
              <a:ea typeface="Poppins"/>
              <a:cs typeface="Poppins"/>
              <a:sym typeface="Poppins"/>
            </a:endParaRPr>
          </a:p>
          <a:p>
            <a:pPr indent="0" lvl="0" marL="0" rtl="0" algn="ctr">
              <a:spcBef>
                <a:spcPts val="0"/>
              </a:spcBef>
              <a:spcAft>
                <a:spcPts val="0"/>
              </a:spcAft>
              <a:buNone/>
            </a:pPr>
            <a:r>
              <a:rPr lang="en">
                <a:latin typeface="Poppins"/>
                <a:ea typeface="Poppins"/>
                <a:cs typeface="Poppins"/>
                <a:sym typeface="Poppins"/>
              </a:rPr>
              <a:t>The Watergate Hotel</a:t>
            </a:r>
            <a:endParaRPr>
              <a:latin typeface="Poppins"/>
              <a:ea typeface="Poppins"/>
              <a:cs typeface="Poppins"/>
              <a:sym typeface="Poppins"/>
            </a:endParaRPr>
          </a:p>
        </p:txBody>
      </p:sp>
      <p:sp>
        <p:nvSpPr>
          <p:cNvPr id="564" name="Google Shape;564;p124"/>
          <p:cNvSpPr/>
          <p:nvPr/>
        </p:nvSpPr>
        <p:spPr>
          <a:xfrm>
            <a:off x="1671900" y="3563863"/>
            <a:ext cx="1647300" cy="860100"/>
          </a:xfrm>
          <a:prstGeom prst="roundRect">
            <a:avLst>
              <a:gd fmla="val 1666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Poppins"/>
                <a:ea typeface="Poppins"/>
                <a:cs typeface="Poppins"/>
                <a:sym typeface="Poppins"/>
              </a:rPr>
              <a:t>Description:</a:t>
            </a:r>
            <a:endParaRPr b="1">
              <a:latin typeface="Poppins"/>
              <a:ea typeface="Poppins"/>
              <a:cs typeface="Poppins"/>
              <a:sym typeface="Poppins"/>
            </a:endParaRPr>
          </a:p>
          <a:p>
            <a:pPr indent="0" lvl="0" marL="0" rtl="0" algn="ctr">
              <a:spcBef>
                <a:spcPts val="0"/>
              </a:spcBef>
              <a:spcAft>
                <a:spcPts val="0"/>
              </a:spcAft>
              <a:buNone/>
            </a:pPr>
            <a:r>
              <a:rPr lang="en" sz="1100">
                <a:latin typeface="Poppins"/>
                <a:ea typeface="Poppins"/>
                <a:cs typeface="Poppins"/>
                <a:sym typeface="Poppins"/>
              </a:rPr>
              <a:t>The most amazing French food in the area. Come and see!</a:t>
            </a:r>
            <a:endParaRPr sz="1100">
              <a:latin typeface="Poppins"/>
              <a:ea typeface="Poppins"/>
              <a:cs typeface="Poppins"/>
              <a:sym typeface="Poppins"/>
            </a:endParaRPr>
          </a:p>
        </p:txBody>
      </p:sp>
      <p:sp>
        <p:nvSpPr>
          <p:cNvPr id="565" name="Google Shape;565;p124"/>
          <p:cNvSpPr/>
          <p:nvPr/>
        </p:nvSpPr>
        <p:spPr>
          <a:xfrm>
            <a:off x="737850" y="2457263"/>
            <a:ext cx="1647300" cy="860100"/>
          </a:xfrm>
          <a:prstGeom prst="roundRect">
            <a:avLst>
              <a:gd fmla="val 1666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Poppins"/>
                <a:ea typeface="Poppins"/>
                <a:cs typeface="Poppins"/>
                <a:sym typeface="Poppins"/>
              </a:rPr>
              <a:t>URL:</a:t>
            </a:r>
            <a:endParaRPr b="1">
              <a:latin typeface="Poppins"/>
              <a:ea typeface="Poppins"/>
              <a:cs typeface="Poppins"/>
              <a:sym typeface="Poppins"/>
            </a:endParaRPr>
          </a:p>
          <a:p>
            <a:pPr indent="0" lvl="0" marL="0" rtl="0" algn="ctr">
              <a:spcBef>
                <a:spcPts val="0"/>
              </a:spcBef>
              <a:spcAft>
                <a:spcPts val="0"/>
              </a:spcAft>
              <a:buNone/>
            </a:pPr>
            <a:r>
              <a:rPr lang="en">
                <a:latin typeface="Poppins"/>
                <a:ea typeface="Poppins"/>
                <a:cs typeface="Poppins"/>
                <a:sym typeface="Poppins"/>
              </a:rPr>
              <a:t>www.theverbhotel.com/</a:t>
            </a:r>
            <a:endParaRPr>
              <a:latin typeface="Poppins"/>
              <a:ea typeface="Poppins"/>
              <a:cs typeface="Poppins"/>
              <a:sym typeface="Poppins"/>
            </a:endParaRPr>
          </a:p>
        </p:txBody>
      </p:sp>
      <p:sp>
        <p:nvSpPr>
          <p:cNvPr id="566" name="Google Shape;566;p124"/>
          <p:cNvSpPr/>
          <p:nvPr/>
        </p:nvSpPr>
        <p:spPr>
          <a:xfrm>
            <a:off x="2605938" y="2457263"/>
            <a:ext cx="1647300" cy="860100"/>
          </a:xfrm>
          <a:prstGeom prst="roundRect">
            <a:avLst>
              <a:gd fmla="val 1666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a:solidFill>
                  <a:schemeClr val="dk1"/>
                </a:solidFill>
                <a:latin typeface="Poppins"/>
                <a:ea typeface="Poppins"/>
                <a:cs typeface="Poppins"/>
                <a:sym typeface="Poppins"/>
              </a:rPr>
              <a:t>Street 1:</a:t>
            </a:r>
            <a:endParaRPr b="1">
              <a:solidFill>
                <a:schemeClr val="dk1"/>
              </a:solidFill>
              <a:latin typeface="Poppins"/>
              <a:ea typeface="Poppins"/>
              <a:cs typeface="Poppins"/>
              <a:sym typeface="Poppins"/>
            </a:endParaRPr>
          </a:p>
          <a:p>
            <a:pPr indent="0" lvl="0" marL="0" rtl="0" algn="ctr">
              <a:spcBef>
                <a:spcPts val="0"/>
              </a:spcBef>
              <a:spcAft>
                <a:spcPts val="0"/>
              </a:spcAft>
              <a:buClr>
                <a:schemeClr val="dk1"/>
              </a:buClr>
              <a:buSzPts val="1100"/>
              <a:buFont typeface="Arial"/>
              <a:buNone/>
            </a:pPr>
            <a:r>
              <a:rPr lang="en">
                <a:solidFill>
                  <a:schemeClr val="dk1"/>
                </a:solidFill>
                <a:latin typeface="Poppins"/>
                <a:ea typeface="Poppins"/>
                <a:cs typeface="Poppins"/>
                <a:sym typeface="Poppins"/>
              </a:rPr>
              <a:t>5 Lowell Street</a:t>
            </a:r>
            <a:endParaRPr>
              <a:solidFill>
                <a:schemeClr val="dk1"/>
              </a:solidFill>
              <a:latin typeface="Poppins"/>
              <a:ea typeface="Poppins"/>
              <a:cs typeface="Poppins"/>
              <a:sym typeface="Poppins"/>
            </a:endParaRPr>
          </a:p>
          <a:p>
            <a:pPr indent="0" lvl="0" marL="0" rtl="0" algn="ctr">
              <a:spcBef>
                <a:spcPts val="0"/>
              </a:spcBef>
              <a:spcAft>
                <a:spcPts val="0"/>
              </a:spcAft>
              <a:buClr>
                <a:schemeClr val="dk1"/>
              </a:buClr>
              <a:buSzPts val="1100"/>
              <a:buFont typeface="Arial"/>
              <a:buNone/>
            </a:pPr>
            <a:r>
              <a:rPr b="1" lang="en">
                <a:solidFill>
                  <a:schemeClr val="dk1"/>
                </a:solidFill>
                <a:latin typeface="Poppins"/>
                <a:ea typeface="Poppins"/>
                <a:cs typeface="Poppins"/>
                <a:sym typeface="Poppins"/>
              </a:rPr>
              <a:t>Street 2:</a:t>
            </a:r>
            <a:endParaRPr b="1">
              <a:solidFill>
                <a:schemeClr val="dk1"/>
              </a:solidFill>
              <a:latin typeface="Poppins"/>
              <a:ea typeface="Poppins"/>
              <a:cs typeface="Poppins"/>
              <a:sym typeface="Poppins"/>
            </a:endParaRPr>
          </a:p>
          <a:p>
            <a:pPr indent="0" lvl="0" marL="0" rtl="0" algn="ctr">
              <a:spcBef>
                <a:spcPts val="0"/>
              </a:spcBef>
              <a:spcAft>
                <a:spcPts val="0"/>
              </a:spcAft>
              <a:buClr>
                <a:schemeClr val="dk1"/>
              </a:buClr>
              <a:buSzPts val="1100"/>
              <a:buFont typeface="Arial"/>
              <a:buNone/>
            </a:pPr>
            <a:r>
              <a:rPr lang="en">
                <a:solidFill>
                  <a:schemeClr val="dk1"/>
                </a:solidFill>
                <a:latin typeface="Poppins"/>
                <a:ea typeface="Poppins"/>
                <a:cs typeface="Poppins"/>
                <a:sym typeface="Poppins"/>
              </a:rPr>
              <a:t>2nd floor </a:t>
            </a:r>
            <a:endParaRPr>
              <a:latin typeface="Poppins"/>
              <a:ea typeface="Poppins"/>
              <a:cs typeface="Poppins"/>
              <a:sym typeface="Poppi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570" name="Shape 570"/>
        <p:cNvGrpSpPr/>
        <p:nvPr/>
      </p:nvGrpSpPr>
      <p:grpSpPr>
        <a:xfrm>
          <a:off x="0" y="0"/>
          <a:ext cx="0" cy="0"/>
          <a:chOff x="0" y="0"/>
          <a:chExt cx="0" cy="0"/>
        </a:xfrm>
      </p:grpSpPr>
      <p:sp>
        <p:nvSpPr>
          <p:cNvPr id="571" name="Google Shape;571;p125"/>
          <p:cNvSpPr/>
          <p:nvPr/>
        </p:nvSpPr>
        <p:spPr>
          <a:xfrm>
            <a:off x="1590608" y="227634"/>
            <a:ext cx="5962800" cy="30315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2700">
                <a:solidFill>
                  <a:schemeClr val="dk1"/>
                </a:solidFill>
                <a:latin typeface="Poppins"/>
                <a:ea typeface="Poppins"/>
                <a:cs typeface="Poppins"/>
                <a:sym typeface="Poppins"/>
              </a:rPr>
              <a:t>Street 1:</a:t>
            </a:r>
            <a:endParaRPr b="1" sz="2700">
              <a:solidFill>
                <a:schemeClr val="dk1"/>
              </a:solidFill>
              <a:latin typeface="Poppins"/>
              <a:ea typeface="Poppins"/>
              <a:cs typeface="Poppins"/>
              <a:sym typeface="Poppins"/>
            </a:endParaRPr>
          </a:p>
          <a:p>
            <a:pPr indent="0" lvl="0" marL="0" rtl="0" algn="ctr">
              <a:spcBef>
                <a:spcPts val="0"/>
              </a:spcBef>
              <a:spcAft>
                <a:spcPts val="0"/>
              </a:spcAft>
              <a:buClr>
                <a:schemeClr val="dk1"/>
              </a:buClr>
              <a:buSzPts val="1100"/>
              <a:buFont typeface="Arial"/>
              <a:buNone/>
            </a:pPr>
            <a:r>
              <a:rPr lang="en" sz="2500">
                <a:solidFill>
                  <a:schemeClr val="dk1"/>
                </a:solidFill>
                <a:latin typeface="Poppins"/>
                <a:ea typeface="Poppins"/>
                <a:cs typeface="Poppins"/>
                <a:sym typeface="Poppins"/>
              </a:rPr>
              <a:t>47th &amp; 48th floors</a:t>
            </a:r>
            <a:endParaRPr sz="2500">
              <a:solidFill>
                <a:schemeClr val="dk1"/>
              </a:solidFill>
              <a:latin typeface="Poppins"/>
              <a:ea typeface="Poppins"/>
              <a:cs typeface="Poppins"/>
              <a:sym typeface="Poppins"/>
            </a:endParaRPr>
          </a:p>
          <a:p>
            <a:pPr indent="0" lvl="0" marL="0" rtl="0" algn="ctr">
              <a:spcBef>
                <a:spcPts val="0"/>
              </a:spcBef>
              <a:spcAft>
                <a:spcPts val="0"/>
              </a:spcAft>
              <a:buClr>
                <a:schemeClr val="dk1"/>
              </a:buClr>
              <a:buSzPts val="1100"/>
              <a:buFont typeface="Arial"/>
              <a:buNone/>
            </a:pPr>
            <a:r>
              <a:rPr b="1" lang="en" sz="2700">
                <a:solidFill>
                  <a:schemeClr val="dk1"/>
                </a:solidFill>
                <a:latin typeface="Poppins"/>
                <a:ea typeface="Poppins"/>
                <a:cs typeface="Poppins"/>
                <a:sym typeface="Poppins"/>
              </a:rPr>
              <a:t>Street 2:</a:t>
            </a:r>
            <a:endParaRPr b="1" sz="2700">
              <a:solidFill>
                <a:schemeClr val="dk1"/>
              </a:solidFill>
              <a:latin typeface="Poppins"/>
              <a:ea typeface="Poppins"/>
              <a:cs typeface="Poppins"/>
              <a:sym typeface="Poppins"/>
            </a:endParaRPr>
          </a:p>
          <a:p>
            <a:pPr indent="0" lvl="0" marL="0" rtl="0" algn="ctr">
              <a:spcBef>
                <a:spcPts val="0"/>
              </a:spcBef>
              <a:spcAft>
                <a:spcPts val="0"/>
              </a:spcAft>
              <a:buClr>
                <a:schemeClr val="dk1"/>
              </a:buClr>
              <a:buSzPts val="1100"/>
              <a:buFont typeface="Arial"/>
              <a:buNone/>
            </a:pPr>
            <a:r>
              <a:rPr lang="en" sz="2500">
                <a:solidFill>
                  <a:schemeClr val="dk1"/>
                </a:solidFill>
                <a:latin typeface="Poppins"/>
                <a:ea typeface="Poppins"/>
                <a:cs typeface="Poppins"/>
                <a:sym typeface="Poppins"/>
              </a:rPr>
              <a:t>1535 Broadway</a:t>
            </a:r>
            <a:endParaRPr sz="2500">
              <a:latin typeface="Poppins"/>
              <a:ea typeface="Poppins"/>
              <a:cs typeface="Poppins"/>
              <a:sym typeface="Poppins"/>
            </a:endParaRPr>
          </a:p>
        </p:txBody>
      </p:sp>
      <p:sp>
        <p:nvSpPr>
          <p:cNvPr id="572" name="Google Shape;572;p125"/>
          <p:cNvSpPr/>
          <p:nvPr/>
        </p:nvSpPr>
        <p:spPr>
          <a:xfrm>
            <a:off x="0" y="3605700"/>
            <a:ext cx="4572000" cy="1537800"/>
          </a:xfrm>
          <a:prstGeom prst="roundRect">
            <a:avLst>
              <a:gd fmla="val 16667" name="adj"/>
            </a:avLst>
          </a:prstGeom>
          <a:solidFill>
            <a:schemeClr val="accent6"/>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3000">
                <a:latin typeface="Poppins"/>
                <a:ea typeface="Poppins"/>
                <a:cs typeface="Poppins"/>
                <a:sym typeface="Poppins"/>
              </a:rPr>
              <a:t>CORRECT</a:t>
            </a:r>
            <a:endParaRPr b="1" sz="3000">
              <a:latin typeface="Poppins"/>
              <a:ea typeface="Poppins"/>
              <a:cs typeface="Poppins"/>
              <a:sym typeface="Poppins"/>
            </a:endParaRPr>
          </a:p>
        </p:txBody>
      </p:sp>
      <p:sp>
        <p:nvSpPr>
          <p:cNvPr id="573" name="Google Shape;573;p125"/>
          <p:cNvSpPr/>
          <p:nvPr/>
        </p:nvSpPr>
        <p:spPr>
          <a:xfrm>
            <a:off x="4572000" y="3605700"/>
            <a:ext cx="4572000" cy="1537800"/>
          </a:xfrm>
          <a:prstGeom prst="roundRect">
            <a:avLst>
              <a:gd fmla="val 16667" name="adj"/>
            </a:avLst>
          </a:pr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3000">
                <a:latin typeface="Poppins"/>
                <a:ea typeface="Poppins"/>
                <a:cs typeface="Poppins"/>
                <a:sym typeface="Poppins"/>
              </a:rPr>
              <a:t>INCORRECT</a:t>
            </a:r>
            <a:endParaRPr b="1" sz="3000">
              <a:latin typeface="Poppins"/>
              <a:ea typeface="Poppins"/>
              <a:cs typeface="Poppins"/>
              <a:sym typeface="Poppi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572"/>
                                        </p:tgtEl>
                                      </p:cBhvr>
                                    </p:animEffect>
                                    <p:set>
                                      <p:cBhvr>
                                        <p:cTn dur="1" fill="hold">
                                          <p:stCondLst>
                                            <p:cond delay="1000"/>
                                          </p:stCondLst>
                                        </p:cTn>
                                        <p:tgtEl>
                                          <p:spTgt spid="572"/>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577" name="Shape 577"/>
        <p:cNvGrpSpPr/>
        <p:nvPr/>
      </p:nvGrpSpPr>
      <p:grpSpPr>
        <a:xfrm>
          <a:off x="0" y="0"/>
          <a:ext cx="0" cy="0"/>
          <a:chOff x="0" y="0"/>
          <a:chExt cx="0" cy="0"/>
        </a:xfrm>
      </p:grpSpPr>
      <p:sp>
        <p:nvSpPr>
          <p:cNvPr id="578" name="Google Shape;578;p126"/>
          <p:cNvSpPr/>
          <p:nvPr/>
        </p:nvSpPr>
        <p:spPr>
          <a:xfrm>
            <a:off x="1590608" y="227634"/>
            <a:ext cx="5962800" cy="30315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2700">
                <a:solidFill>
                  <a:schemeClr val="dk1"/>
                </a:solidFill>
                <a:latin typeface="Poppins"/>
                <a:ea typeface="Poppins"/>
                <a:cs typeface="Poppins"/>
                <a:sym typeface="Poppins"/>
              </a:rPr>
              <a:t>Description:</a:t>
            </a:r>
            <a:endParaRPr b="1" sz="2700">
              <a:solidFill>
                <a:schemeClr val="dk1"/>
              </a:solidFill>
              <a:latin typeface="Poppins"/>
              <a:ea typeface="Poppins"/>
              <a:cs typeface="Poppins"/>
              <a:sym typeface="Poppins"/>
            </a:endParaRPr>
          </a:p>
          <a:p>
            <a:pPr indent="0" lvl="0" marL="0" rtl="0" algn="ctr">
              <a:spcBef>
                <a:spcPts val="0"/>
              </a:spcBef>
              <a:spcAft>
                <a:spcPts val="0"/>
              </a:spcAft>
              <a:buClr>
                <a:schemeClr val="dk1"/>
              </a:buClr>
              <a:buSzPts val="1100"/>
              <a:buFont typeface="Arial"/>
              <a:buNone/>
            </a:pPr>
            <a:r>
              <a:rPr lang="en" sz="2700">
                <a:solidFill>
                  <a:schemeClr val="dk1"/>
                </a:solidFill>
                <a:latin typeface="Poppins"/>
                <a:ea typeface="Poppins"/>
                <a:cs typeface="Poppins"/>
                <a:sym typeface="Poppins"/>
              </a:rPr>
              <a:t>Call us for more info!</a:t>
            </a:r>
            <a:endParaRPr sz="2700">
              <a:latin typeface="Poppins"/>
              <a:ea typeface="Poppins"/>
              <a:cs typeface="Poppins"/>
              <a:sym typeface="Poppins"/>
            </a:endParaRPr>
          </a:p>
        </p:txBody>
      </p:sp>
      <p:sp>
        <p:nvSpPr>
          <p:cNvPr id="579" name="Google Shape;579;p126"/>
          <p:cNvSpPr/>
          <p:nvPr/>
        </p:nvSpPr>
        <p:spPr>
          <a:xfrm>
            <a:off x="0" y="3605700"/>
            <a:ext cx="4572000" cy="1537800"/>
          </a:xfrm>
          <a:prstGeom prst="roundRect">
            <a:avLst>
              <a:gd fmla="val 16667" name="adj"/>
            </a:avLst>
          </a:prstGeom>
          <a:solidFill>
            <a:schemeClr val="accent6"/>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3000">
                <a:latin typeface="Poppins"/>
                <a:ea typeface="Poppins"/>
                <a:cs typeface="Poppins"/>
                <a:sym typeface="Poppins"/>
              </a:rPr>
              <a:t>CORRECT</a:t>
            </a:r>
            <a:endParaRPr b="1" sz="3000">
              <a:latin typeface="Poppins"/>
              <a:ea typeface="Poppins"/>
              <a:cs typeface="Poppins"/>
              <a:sym typeface="Poppins"/>
            </a:endParaRPr>
          </a:p>
        </p:txBody>
      </p:sp>
      <p:sp>
        <p:nvSpPr>
          <p:cNvPr id="580" name="Google Shape;580;p126"/>
          <p:cNvSpPr/>
          <p:nvPr/>
        </p:nvSpPr>
        <p:spPr>
          <a:xfrm>
            <a:off x="4572000" y="3605700"/>
            <a:ext cx="4572000" cy="1537800"/>
          </a:xfrm>
          <a:prstGeom prst="roundRect">
            <a:avLst>
              <a:gd fmla="val 16667" name="adj"/>
            </a:avLst>
          </a:pr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3000">
                <a:latin typeface="Poppins"/>
                <a:ea typeface="Poppins"/>
                <a:cs typeface="Poppins"/>
                <a:sym typeface="Poppins"/>
              </a:rPr>
              <a:t>INCORRECT</a:t>
            </a:r>
            <a:endParaRPr b="1" sz="3000">
              <a:latin typeface="Poppins"/>
              <a:ea typeface="Poppins"/>
              <a:cs typeface="Poppins"/>
              <a:sym typeface="Poppi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580"/>
                                        </p:tgtEl>
                                      </p:cBhvr>
                                    </p:animEffect>
                                    <p:set>
                                      <p:cBhvr>
                                        <p:cTn dur="1" fill="hold">
                                          <p:stCondLst>
                                            <p:cond delay="1000"/>
                                          </p:stCondLst>
                                        </p:cTn>
                                        <p:tgtEl>
                                          <p:spTgt spid="58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584" name="Shape 584"/>
        <p:cNvGrpSpPr/>
        <p:nvPr/>
      </p:nvGrpSpPr>
      <p:grpSpPr>
        <a:xfrm>
          <a:off x="0" y="0"/>
          <a:ext cx="0" cy="0"/>
          <a:chOff x="0" y="0"/>
          <a:chExt cx="0" cy="0"/>
        </a:xfrm>
      </p:grpSpPr>
      <p:sp>
        <p:nvSpPr>
          <p:cNvPr id="585" name="Google Shape;585;p127"/>
          <p:cNvSpPr/>
          <p:nvPr/>
        </p:nvSpPr>
        <p:spPr>
          <a:xfrm>
            <a:off x="1590608" y="227634"/>
            <a:ext cx="5962800" cy="30315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2700">
                <a:solidFill>
                  <a:schemeClr val="dk1"/>
                </a:solidFill>
                <a:latin typeface="Poppins"/>
                <a:ea typeface="Poppins"/>
                <a:cs typeface="Poppins"/>
                <a:sym typeface="Poppins"/>
              </a:rPr>
              <a:t>Name:</a:t>
            </a:r>
            <a:endParaRPr b="1" sz="2700">
              <a:solidFill>
                <a:schemeClr val="dk1"/>
              </a:solidFill>
              <a:latin typeface="Poppins"/>
              <a:ea typeface="Poppins"/>
              <a:cs typeface="Poppins"/>
              <a:sym typeface="Poppins"/>
            </a:endParaRPr>
          </a:p>
          <a:p>
            <a:pPr indent="0" lvl="0" marL="0" rtl="0" algn="ctr">
              <a:spcBef>
                <a:spcPts val="0"/>
              </a:spcBef>
              <a:spcAft>
                <a:spcPts val="0"/>
              </a:spcAft>
              <a:buClr>
                <a:schemeClr val="dk1"/>
              </a:buClr>
              <a:buSzPts val="1100"/>
              <a:buFont typeface="Arial"/>
              <a:buNone/>
            </a:pPr>
            <a:r>
              <a:rPr lang="en" sz="2700">
                <a:solidFill>
                  <a:schemeClr val="dk1"/>
                </a:solidFill>
                <a:latin typeface="Poppins"/>
                <a:ea typeface="Poppins"/>
                <a:cs typeface="Poppins"/>
                <a:sym typeface="Poppins"/>
              </a:rPr>
              <a:t>Thai Tanic </a:t>
            </a:r>
            <a:r>
              <a:rPr lang="en" sz="2700">
                <a:solidFill>
                  <a:srgbClr val="040C28"/>
                </a:solidFill>
                <a:latin typeface="Roboto"/>
                <a:ea typeface="Roboto"/>
                <a:cs typeface="Roboto"/>
                <a:sym typeface="Roboto"/>
              </a:rPr>
              <a:t>™</a:t>
            </a:r>
            <a:endParaRPr b="1" sz="2700">
              <a:solidFill>
                <a:schemeClr val="dk1"/>
              </a:solidFill>
              <a:latin typeface="Poppins"/>
              <a:ea typeface="Poppins"/>
              <a:cs typeface="Poppins"/>
              <a:sym typeface="Poppins"/>
            </a:endParaRPr>
          </a:p>
        </p:txBody>
      </p:sp>
      <p:sp>
        <p:nvSpPr>
          <p:cNvPr id="586" name="Google Shape;586;p127"/>
          <p:cNvSpPr/>
          <p:nvPr/>
        </p:nvSpPr>
        <p:spPr>
          <a:xfrm>
            <a:off x="0" y="3605700"/>
            <a:ext cx="4572000" cy="1537800"/>
          </a:xfrm>
          <a:prstGeom prst="roundRect">
            <a:avLst>
              <a:gd fmla="val 16667" name="adj"/>
            </a:avLst>
          </a:prstGeom>
          <a:solidFill>
            <a:schemeClr val="accent6"/>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3000">
                <a:latin typeface="Poppins"/>
                <a:ea typeface="Poppins"/>
                <a:cs typeface="Poppins"/>
                <a:sym typeface="Poppins"/>
              </a:rPr>
              <a:t>CORRECT</a:t>
            </a:r>
            <a:endParaRPr b="1" sz="3000">
              <a:latin typeface="Poppins"/>
              <a:ea typeface="Poppins"/>
              <a:cs typeface="Poppins"/>
              <a:sym typeface="Poppins"/>
            </a:endParaRPr>
          </a:p>
        </p:txBody>
      </p:sp>
      <p:sp>
        <p:nvSpPr>
          <p:cNvPr id="587" name="Google Shape;587;p127"/>
          <p:cNvSpPr/>
          <p:nvPr/>
        </p:nvSpPr>
        <p:spPr>
          <a:xfrm>
            <a:off x="4572000" y="3605700"/>
            <a:ext cx="4572000" cy="1537800"/>
          </a:xfrm>
          <a:prstGeom prst="roundRect">
            <a:avLst>
              <a:gd fmla="val 16667" name="adj"/>
            </a:avLst>
          </a:pr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3000">
                <a:latin typeface="Poppins"/>
                <a:ea typeface="Poppins"/>
                <a:cs typeface="Poppins"/>
                <a:sym typeface="Poppins"/>
              </a:rPr>
              <a:t>INCORRECT</a:t>
            </a:r>
            <a:endParaRPr b="1" sz="3000">
              <a:latin typeface="Poppins"/>
              <a:ea typeface="Poppins"/>
              <a:cs typeface="Poppins"/>
              <a:sym typeface="Poppi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586"/>
                                        </p:tgtEl>
                                      </p:cBhvr>
                                    </p:animEffect>
                                    <p:set>
                                      <p:cBhvr>
                                        <p:cTn dur="1" fill="hold">
                                          <p:stCondLst>
                                            <p:cond delay="1000"/>
                                          </p:stCondLst>
                                        </p:cTn>
                                        <p:tgtEl>
                                          <p:spTgt spid="58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591" name="Shape 591"/>
        <p:cNvGrpSpPr/>
        <p:nvPr/>
      </p:nvGrpSpPr>
      <p:grpSpPr>
        <a:xfrm>
          <a:off x="0" y="0"/>
          <a:ext cx="0" cy="0"/>
          <a:chOff x="0" y="0"/>
          <a:chExt cx="0" cy="0"/>
        </a:xfrm>
      </p:grpSpPr>
      <p:sp>
        <p:nvSpPr>
          <p:cNvPr id="592" name="Google Shape;592;p128"/>
          <p:cNvSpPr/>
          <p:nvPr/>
        </p:nvSpPr>
        <p:spPr>
          <a:xfrm>
            <a:off x="1590608" y="227634"/>
            <a:ext cx="5962800" cy="30315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2700">
                <a:solidFill>
                  <a:schemeClr val="dk1"/>
                </a:solidFill>
                <a:latin typeface="Poppins"/>
                <a:ea typeface="Poppins"/>
                <a:cs typeface="Poppins"/>
                <a:sym typeface="Poppins"/>
              </a:rPr>
              <a:t>Name:</a:t>
            </a:r>
            <a:endParaRPr b="1" sz="2700">
              <a:solidFill>
                <a:schemeClr val="dk1"/>
              </a:solidFill>
              <a:latin typeface="Poppins"/>
              <a:ea typeface="Poppins"/>
              <a:cs typeface="Poppins"/>
              <a:sym typeface="Poppins"/>
            </a:endParaRPr>
          </a:p>
          <a:p>
            <a:pPr indent="0" lvl="0" marL="0" rtl="0" algn="ctr">
              <a:spcBef>
                <a:spcPts val="0"/>
              </a:spcBef>
              <a:spcAft>
                <a:spcPts val="0"/>
              </a:spcAft>
              <a:buClr>
                <a:schemeClr val="dk1"/>
              </a:buClr>
              <a:buSzPts val="1100"/>
              <a:buFont typeface="Arial"/>
              <a:buNone/>
            </a:pPr>
            <a:r>
              <a:rPr lang="en" sz="2700">
                <a:solidFill>
                  <a:schemeClr val="dk1"/>
                </a:solidFill>
                <a:latin typeface="Poppins"/>
                <a:ea typeface="Poppins"/>
                <a:cs typeface="Poppins"/>
                <a:sym typeface="Poppins"/>
              </a:rPr>
              <a:t>Copley Hotel </a:t>
            </a:r>
            <a:endParaRPr sz="2700">
              <a:solidFill>
                <a:schemeClr val="dk1"/>
              </a:solidFill>
              <a:latin typeface="Poppins"/>
              <a:ea typeface="Poppins"/>
              <a:cs typeface="Poppins"/>
              <a:sym typeface="Poppins"/>
            </a:endParaRPr>
          </a:p>
          <a:p>
            <a:pPr indent="0" lvl="0" marL="0" rtl="0" algn="ctr">
              <a:spcBef>
                <a:spcPts val="0"/>
              </a:spcBef>
              <a:spcAft>
                <a:spcPts val="0"/>
              </a:spcAft>
              <a:buClr>
                <a:schemeClr val="dk1"/>
              </a:buClr>
              <a:buSzPts val="1100"/>
              <a:buFont typeface="Arial"/>
              <a:buNone/>
            </a:pPr>
            <a:r>
              <a:rPr lang="en" sz="2700">
                <a:solidFill>
                  <a:schemeClr val="dk1"/>
                </a:solidFill>
                <a:latin typeface="Poppins"/>
                <a:ea typeface="Poppins"/>
                <a:cs typeface="Poppins"/>
                <a:sym typeface="Poppins"/>
              </a:rPr>
              <a:t>5 Stars!!!</a:t>
            </a:r>
            <a:endParaRPr b="1" sz="2700">
              <a:solidFill>
                <a:schemeClr val="dk1"/>
              </a:solidFill>
              <a:latin typeface="Poppins"/>
              <a:ea typeface="Poppins"/>
              <a:cs typeface="Poppins"/>
              <a:sym typeface="Poppins"/>
            </a:endParaRPr>
          </a:p>
        </p:txBody>
      </p:sp>
      <p:sp>
        <p:nvSpPr>
          <p:cNvPr id="593" name="Google Shape;593;p128"/>
          <p:cNvSpPr/>
          <p:nvPr/>
        </p:nvSpPr>
        <p:spPr>
          <a:xfrm>
            <a:off x="0" y="3605700"/>
            <a:ext cx="4572000" cy="1537800"/>
          </a:xfrm>
          <a:prstGeom prst="roundRect">
            <a:avLst>
              <a:gd fmla="val 16667" name="adj"/>
            </a:avLst>
          </a:prstGeom>
          <a:solidFill>
            <a:schemeClr val="accent6"/>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3000">
                <a:latin typeface="Poppins"/>
                <a:ea typeface="Poppins"/>
                <a:cs typeface="Poppins"/>
                <a:sym typeface="Poppins"/>
              </a:rPr>
              <a:t>CORRECT</a:t>
            </a:r>
            <a:endParaRPr b="1" sz="3000">
              <a:latin typeface="Poppins"/>
              <a:ea typeface="Poppins"/>
              <a:cs typeface="Poppins"/>
              <a:sym typeface="Poppins"/>
            </a:endParaRPr>
          </a:p>
        </p:txBody>
      </p:sp>
      <p:sp>
        <p:nvSpPr>
          <p:cNvPr id="594" name="Google Shape;594;p128"/>
          <p:cNvSpPr/>
          <p:nvPr/>
        </p:nvSpPr>
        <p:spPr>
          <a:xfrm>
            <a:off x="4572000" y="3605700"/>
            <a:ext cx="4572000" cy="1537800"/>
          </a:xfrm>
          <a:prstGeom prst="roundRect">
            <a:avLst>
              <a:gd fmla="val 16667" name="adj"/>
            </a:avLst>
          </a:pr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3000">
                <a:latin typeface="Poppins"/>
                <a:ea typeface="Poppins"/>
                <a:cs typeface="Poppins"/>
                <a:sym typeface="Poppins"/>
              </a:rPr>
              <a:t>INCORRECT</a:t>
            </a:r>
            <a:endParaRPr b="1" sz="3000">
              <a:latin typeface="Poppins"/>
              <a:ea typeface="Poppins"/>
              <a:cs typeface="Poppins"/>
              <a:sym typeface="Poppi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593"/>
                                        </p:tgtEl>
                                      </p:cBhvr>
                                    </p:animEffect>
                                    <p:set>
                                      <p:cBhvr>
                                        <p:cTn dur="1" fill="hold">
                                          <p:stCondLst>
                                            <p:cond delay="1000"/>
                                          </p:stCondLst>
                                        </p:cTn>
                                        <p:tgtEl>
                                          <p:spTgt spid="593"/>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598" name="Shape 598"/>
        <p:cNvGrpSpPr/>
        <p:nvPr/>
      </p:nvGrpSpPr>
      <p:grpSpPr>
        <a:xfrm>
          <a:off x="0" y="0"/>
          <a:ext cx="0" cy="0"/>
          <a:chOff x="0" y="0"/>
          <a:chExt cx="0" cy="0"/>
        </a:xfrm>
      </p:grpSpPr>
      <p:sp>
        <p:nvSpPr>
          <p:cNvPr id="599" name="Google Shape;599;p129"/>
          <p:cNvSpPr/>
          <p:nvPr/>
        </p:nvSpPr>
        <p:spPr>
          <a:xfrm>
            <a:off x="1590608" y="227634"/>
            <a:ext cx="5962800" cy="30315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2700">
                <a:solidFill>
                  <a:schemeClr val="dk1"/>
                </a:solidFill>
                <a:latin typeface="Poppins"/>
                <a:ea typeface="Poppins"/>
                <a:cs typeface="Poppins"/>
                <a:sym typeface="Poppins"/>
              </a:rPr>
              <a:t>Street 1:</a:t>
            </a:r>
            <a:endParaRPr b="1" sz="2700">
              <a:solidFill>
                <a:schemeClr val="dk1"/>
              </a:solidFill>
              <a:latin typeface="Poppins"/>
              <a:ea typeface="Poppins"/>
              <a:cs typeface="Poppins"/>
              <a:sym typeface="Poppins"/>
            </a:endParaRPr>
          </a:p>
          <a:p>
            <a:pPr indent="0" lvl="0" marL="0" rtl="0" algn="ctr">
              <a:spcBef>
                <a:spcPts val="0"/>
              </a:spcBef>
              <a:spcAft>
                <a:spcPts val="0"/>
              </a:spcAft>
              <a:buClr>
                <a:schemeClr val="dk1"/>
              </a:buClr>
              <a:buSzPts val="1100"/>
              <a:buFont typeface="Arial"/>
              <a:buNone/>
            </a:pPr>
            <a:r>
              <a:rPr lang="en" sz="2700">
                <a:solidFill>
                  <a:schemeClr val="dk1"/>
                </a:solidFill>
                <a:latin typeface="Poppins"/>
                <a:ea typeface="Poppins"/>
                <a:cs typeface="Poppins"/>
                <a:sym typeface="Poppins"/>
              </a:rPr>
              <a:t>5 Lowell Street</a:t>
            </a:r>
            <a:endParaRPr sz="2700">
              <a:solidFill>
                <a:schemeClr val="dk1"/>
              </a:solidFill>
              <a:latin typeface="Poppins"/>
              <a:ea typeface="Poppins"/>
              <a:cs typeface="Poppins"/>
              <a:sym typeface="Poppins"/>
            </a:endParaRPr>
          </a:p>
          <a:p>
            <a:pPr indent="0" lvl="0" marL="0" rtl="0" algn="ctr">
              <a:spcBef>
                <a:spcPts val="0"/>
              </a:spcBef>
              <a:spcAft>
                <a:spcPts val="0"/>
              </a:spcAft>
              <a:buClr>
                <a:schemeClr val="dk1"/>
              </a:buClr>
              <a:buSzPts val="1100"/>
              <a:buFont typeface="Arial"/>
              <a:buNone/>
            </a:pPr>
            <a:r>
              <a:rPr b="1" lang="en" sz="2700">
                <a:solidFill>
                  <a:schemeClr val="dk1"/>
                </a:solidFill>
                <a:latin typeface="Poppins"/>
                <a:ea typeface="Poppins"/>
                <a:cs typeface="Poppins"/>
                <a:sym typeface="Poppins"/>
              </a:rPr>
              <a:t>Street 2:</a:t>
            </a:r>
            <a:endParaRPr b="1" sz="2700">
              <a:solidFill>
                <a:schemeClr val="dk1"/>
              </a:solidFill>
              <a:latin typeface="Poppins"/>
              <a:ea typeface="Poppins"/>
              <a:cs typeface="Poppins"/>
              <a:sym typeface="Poppins"/>
            </a:endParaRPr>
          </a:p>
          <a:p>
            <a:pPr indent="0" lvl="0" marL="0" rtl="0" algn="ctr">
              <a:spcBef>
                <a:spcPts val="0"/>
              </a:spcBef>
              <a:spcAft>
                <a:spcPts val="0"/>
              </a:spcAft>
              <a:buClr>
                <a:schemeClr val="dk1"/>
              </a:buClr>
              <a:buSzPts val="1100"/>
              <a:buFont typeface="Arial"/>
              <a:buNone/>
            </a:pPr>
            <a:r>
              <a:rPr lang="en" sz="2700">
                <a:solidFill>
                  <a:schemeClr val="dk1"/>
                </a:solidFill>
                <a:latin typeface="Poppins"/>
                <a:ea typeface="Poppins"/>
                <a:cs typeface="Poppins"/>
                <a:sym typeface="Poppins"/>
              </a:rPr>
              <a:t>2nd floor</a:t>
            </a:r>
            <a:endParaRPr b="1" sz="2700">
              <a:solidFill>
                <a:schemeClr val="dk1"/>
              </a:solidFill>
              <a:latin typeface="Poppins"/>
              <a:ea typeface="Poppins"/>
              <a:cs typeface="Poppins"/>
              <a:sym typeface="Poppins"/>
            </a:endParaRPr>
          </a:p>
        </p:txBody>
      </p:sp>
      <p:sp>
        <p:nvSpPr>
          <p:cNvPr id="600" name="Google Shape;600;p129"/>
          <p:cNvSpPr/>
          <p:nvPr/>
        </p:nvSpPr>
        <p:spPr>
          <a:xfrm>
            <a:off x="0" y="3605700"/>
            <a:ext cx="4572000" cy="1537800"/>
          </a:xfrm>
          <a:prstGeom prst="roundRect">
            <a:avLst>
              <a:gd fmla="val 16667" name="adj"/>
            </a:avLst>
          </a:prstGeom>
          <a:solidFill>
            <a:schemeClr val="accent6"/>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3000">
                <a:latin typeface="Poppins"/>
                <a:ea typeface="Poppins"/>
                <a:cs typeface="Poppins"/>
                <a:sym typeface="Poppins"/>
              </a:rPr>
              <a:t>CORRECT</a:t>
            </a:r>
            <a:endParaRPr b="1" sz="3000">
              <a:latin typeface="Poppins"/>
              <a:ea typeface="Poppins"/>
              <a:cs typeface="Poppins"/>
              <a:sym typeface="Poppins"/>
            </a:endParaRPr>
          </a:p>
        </p:txBody>
      </p:sp>
      <p:sp>
        <p:nvSpPr>
          <p:cNvPr id="601" name="Google Shape;601;p129"/>
          <p:cNvSpPr/>
          <p:nvPr/>
        </p:nvSpPr>
        <p:spPr>
          <a:xfrm>
            <a:off x="4572000" y="3605700"/>
            <a:ext cx="4572000" cy="1537800"/>
          </a:xfrm>
          <a:prstGeom prst="roundRect">
            <a:avLst>
              <a:gd fmla="val 16667" name="adj"/>
            </a:avLst>
          </a:pr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3000">
                <a:latin typeface="Poppins"/>
                <a:ea typeface="Poppins"/>
                <a:cs typeface="Poppins"/>
                <a:sym typeface="Poppins"/>
              </a:rPr>
              <a:t>INCORRECT</a:t>
            </a:r>
            <a:endParaRPr b="1" sz="3000">
              <a:latin typeface="Poppins"/>
              <a:ea typeface="Poppins"/>
              <a:cs typeface="Poppins"/>
              <a:sym typeface="Poppi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601"/>
                                        </p:tgtEl>
                                      </p:cBhvr>
                                    </p:animEffect>
                                    <p:set>
                                      <p:cBhvr>
                                        <p:cTn dur="1" fill="hold">
                                          <p:stCondLst>
                                            <p:cond delay="1000"/>
                                          </p:stCondLst>
                                        </p:cTn>
                                        <p:tgtEl>
                                          <p:spTgt spid="601"/>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130"/>
          <p:cNvSpPr/>
          <p:nvPr/>
        </p:nvSpPr>
        <p:spPr>
          <a:xfrm>
            <a:off x="6050251" y="1125449"/>
            <a:ext cx="2404661" cy="4391128"/>
          </a:xfrm>
          <a:custGeom>
            <a:rect b="b" l="l" r="r" t="t"/>
            <a:pathLst>
              <a:path extrusionOk="0" h="2761716" w="1477518">
                <a:moveTo>
                  <a:pt x="0" y="0"/>
                </a:moveTo>
                <a:lnTo>
                  <a:pt x="1477518" y="0"/>
                </a:lnTo>
                <a:lnTo>
                  <a:pt x="1477518" y="2761715"/>
                </a:lnTo>
                <a:lnTo>
                  <a:pt x="0" y="2761715"/>
                </a:lnTo>
                <a:lnTo>
                  <a:pt x="0" y="0"/>
                </a:lnTo>
                <a:close/>
              </a:path>
            </a:pathLst>
          </a:custGeom>
          <a:blipFill rotWithShape="1">
            <a:blip r:embed="rId3">
              <a:alphaModFix/>
            </a:blip>
            <a:stretch>
              <a:fillRect b="0" l="0" r="0" t="0"/>
            </a:stretch>
          </a:blipFill>
          <a:ln>
            <a:noFill/>
          </a:ln>
        </p:spPr>
      </p:sp>
      <p:sp>
        <p:nvSpPr>
          <p:cNvPr id="607" name="Google Shape;607;p130"/>
          <p:cNvSpPr txBox="1"/>
          <p:nvPr>
            <p:ph type="title"/>
          </p:nvPr>
        </p:nvSpPr>
        <p:spPr>
          <a:xfrm>
            <a:off x="809200" y="818125"/>
            <a:ext cx="4155000" cy="5727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t/>
            </a:r>
            <a:endParaRPr/>
          </a:p>
        </p:txBody>
      </p:sp>
      <p:sp>
        <p:nvSpPr>
          <p:cNvPr id="608" name="Google Shape;608;p130"/>
          <p:cNvSpPr/>
          <p:nvPr/>
        </p:nvSpPr>
        <p:spPr>
          <a:xfrm>
            <a:off x="-1248425" y="-61200"/>
            <a:ext cx="7580700" cy="5265900"/>
          </a:xfrm>
          <a:prstGeom prst="parallelogram">
            <a:avLst>
              <a:gd fmla="val 25000" name="adj"/>
            </a:avLst>
          </a:prstGeom>
          <a:solidFill>
            <a:schemeClr val="accent3"/>
          </a:solidFill>
          <a:ln cap="flat" cmpd="sng" w="9525">
            <a:solidFill>
              <a:srgbClr val="FF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609" name="Google Shape;609;p130"/>
          <p:cNvSpPr txBox="1"/>
          <p:nvPr/>
        </p:nvSpPr>
        <p:spPr>
          <a:xfrm rot="-211986">
            <a:off x="414714" y="462462"/>
            <a:ext cx="5554557" cy="2797124"/>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5900">
                <a:solidFill>
                  <a:schemeClr val="dk1"/>
                </a:solidFill>
                <a:latin typeface="Pacifico"/>
                <a:ea typeface="Pacifico"/>
                <a:cs typeface="Pacifico"/>
                <a:sym typeface="Pacifico"/>
              </a:rPr>
              <a:t>Ollie’s </a:t>
            </a:r>
            <a:endParaRPr b="1" sz="5900">
              <a:solidFill>
                <a:schemeClr val="dk1"/>
              </a:solidFill>
              <a:latin typeface="Pacifico"/>
              <a:ea typeface="Pacifico"/>
              <a:cs typeface="Pacifico"/>
              <a:sym typeface="Pacifico"/>
            </a:endParaRPr>
          </a:p>
          <a:p>
            <a:pPr indent="0" lvl="0" marL="0" rtl="0" algn="ctr">
              <a:spcBef>
                <a:spcPts val="0"/>
              </a:spcBef>
              <a:spcAft>
                <a:spcPts val="0"/>
              </a:spcAft>
              <a:buClr>
                <a:schemeClr val="dk1"/>
              </a:buClr>
              <a:buSzPts val="1100"/>
              <a:buFont typeface="Arial"/>
              <a:buNone/>
            </a:pPr>
            <a:r>
              <a:rPr b="1" lang="en" sz="5900">
                <a:solidFill>
                  <a:schemeClr val="dk1"/>
                </a:solidFill>
                <a:latin typeface="Pacifico"/>
                <a:ea typeface="Pacifico"/>
                <a:cs typeface="Pacifico"/>
                <a:sym typeface="Pacifico"/>
              </a:rPr>
              <a:t>Helpers</a:t>
            </a:r>
            <a:endParaRPr b="1" sz="5900">
              <a:solidFill>
                <a:schemeClr val="dk1"/>
              </a:solidFill>
              <a:latin typeface="Pacifico"/>
              <a:ea typeface="Pacifico"/>
              <a:cs typeface="Pacifico"/>
              <a:sym typeface="Pacifico"/>
            </a:endParaRPr>
          </a:p>
        </p:txBody>
      </p:sp>
      <p:sp>
        <p:nvSpPr>
          <p:cNvPr id="610" name="Google Shape;610;p130"/>
          <p:cNvSpPr txBox="1"/>
          <p:nvPr/>
        </p:nvSpPr>
        <p:spPr>
          <a:xfrm>
            <a:off x="984900" y="3254450"/>
            <a:ext cx="4414200" cy="1041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400">
                <a:solidFill>
                  <a:schemeClr val="dk1"/>
                </a:solidFill>
                <a:latin typeface="Poppins"/>
                <a:ea typeface="Poppins"/>
                <a:cs typeface="Poppins"/>
                <a:sym typeface="Poppins"/>
              </a:rPr>
              <a:t>Can you help Ollie to deliver all presents?</a:t>
            </a:r>
            <a:endParaRPr b="1" sz="2400">
              <a:solidFill>
                <a:schemeClr val="dk1"/>
              </a:solidFill>
              <a:latin typeface="Poppins"/>
              <a:ea typeface="Poppins"/>
              <a:cs typeface="Poppins"/>
              <a:sym typeface="Poppi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131"/>
          <p:cNvSpPr txBox="1"/>
          <p:nvPr>
            <p:ph type="title"/>
          </p:nvPr>
        </p:nvSpPr>
        <p:spPr>
          <a:xfrm>
            <a:off x="424950" y="431200"/>
            <a:ext cx="7727700" cy="5727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b="1" lang="en"/>
              <a:t>Translation &amp; Transliteration</a:t>
            </a:r>
            <a:endParaRPr/>
          </a:p>
        </p:txBody>
      </p:sp>
      <p:sp>
        <p:nvSpPr>
          <p:cNvPr id="616" name="Google Shape;616;p131"/>
          <p:cNvSpPr/>
          <p:nvPr/>
        </p:nvSpPr>
        <p:spPr>
          <a:xfrm>
            <a:off x="196950" y="1170025"/>
            <a:ext cx="3950400" cy="2954100"/>
          </a:xfrm>
          <a:prstGeom prst="snip1Rect">
            <a:avLst>
              <a:gd fmla="val 16667" name="adj"/>
            </a:avLst>
          </a:prstGeom>
          <a:solidFill>
            <a:schemeClr val="accent2"/>
          </a:solidFill>
          <a:ln cap="flat" cmpd="sng" w="9525">
            <a:solidFill>
              <a:schemeClr val="accent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Poppins"/>
                <a:ea typeface="Poppins"/>
                <a:cs typeface="Poppins"/>
                <a:sym typeface="Poppins"/>
              </a:rPr>
              <a:t>LATIN LANGUAGES</a:t>
            </a:r>
            <a:endParaRPr>
              <a:latin typeface="Poppins"/>
              <a:ea typeface="Poppins"/>
              <a:cs typeface="Poppins"/>
              <a:sym typeface="Poppins"/>
            </a:endParaRPr>
          </a:p>
          <a:p>
            <a:pPr indent="0" lvl="0" marL="0" rtl="0" algn="ctr">
              <a:spcBef>
                <a:spcPts val="0"/>
              </a:spcBef>
              <a:spcAft>
                <a:spcPts val="0"/>
              </a:spcAft>
              <a:buNone/>
            </a:pPr>
            <a:r>
              <a:t/>
            </a:r>
            <a:endParaRPr>
              <a:latin typeface="Poppins"/>
              <a:ea typeface="Poppins"/>
              <a:cs typeface="Poppins"/>
              <a:sym typeface="Poppins"/>
            </a:endParaRPr>
          </a:p>
          <a:p>
            <a:pPr indent="0" lvl="0" marL="0" rtl="0" algn="l">
              <a:spcBef>
                <a:spcPts val="0"/>
              </a:spcBef>
              <a:spcAft>
                <a:spcPts val="0"/>
              </a:spcAft>
              <a:buNone/>
            </a:pPr>
            <a:r>
              <a:rPr lang="en">
                <a:latin typeface="Poppins"/>
                <a:ea typeface="Poppins"/>
                <a:cs typeface="Poppins"/>
                <a:sym typeface="Poppins"/>
              </a:rPr>
              <a:t>Czech			Italian</a:t>
            </a:r>
            <a:endParaRPr>
              <a:latin typeface="Poppins"/>
              <a:ea typeface="Poppins"/>
              <a:cs typeface="Poppins"/>
              <a:sym typeface="Poppins"/>
            </a:endParaRPr>
          </a:p>
          <a:p>
            <a:pPr indent="0" lvl="0" marL="0" rtl="0" algn="l">
              <a:spcBef>
                <a:spcPts val="0"/>
              </a:spcBef>
              <a:spcAft>
                <a:spcPts val="0"/>
              </a:spcAft>
              <a:buNone/>
            </a:pPr>
            <a:r>
              <a:rPr lang="en">
                <a:latin typeface="Poppins"/>
                <a:ea typeface="Poppins"/>
                <a:cs typeface="Poppins"/>
                <a:sym typeface="Poppins"/>
              </a:rPr>
              <a:t>Danish			Norwegian</a:t>
            </a:r>
            <a:endParaRPr>
              <a:latin typeface="Poppins"/>
              <a:ea typeface="Poppins"/>
              <a:cs typeface="Poppins"/>
              <a:sym typeface="Poppins"/>
            </a:endParaRPr>
          </a:p>
          <a:p>
            <a:pPr indent="0" lvl="0" marL="0" rtl="0" algn="l">
              <a:spcBef>
                <a:spcPts val="0"/>
              </a:spcBef>
              <a:spcAft>
                <a:spcPts val="0"/>
              </a:spcAft>
              <a:buNone/>
            </a:pPr>
            <a:r>
              <a:rPr lang="en">
                <a:latin typeface="Poppins"/>
                <a:ea typeface="Poppins"/>
                <a:cs typeface="Poppins"/>
                <a:sym typeface="Poppins"/>
              </a:rPr>
              <a:t>Dutch			Polish</a:t>
            </a:r>
            <a:endParaRPr>
              <a:latin typeface="Poppins"/>
              <a:ea typeface="Poppins"/>
              <a:cs typeface="Poppins"/>
              <a:sym typeface="Poppins"/>
            </a:endParaRPr>
          </a:p>
          <a:p>
            <a:pPr indent="0" lvl="0" marL="0" rtl="0" algn="l">
              <a:spcBef>
                <a:spcPts val="0"/>
              </a:spcBef>
              <a:spcAft>
                <a:spcPts val="0"/>
              </a:spcAft>
              <a:buNone/>
            </a:pPr>
            <a:r>
              <a:rPr lang="en">
                <a:latin typeface="Poppins"/>
                <a:ea typeface="Poppins"/>
                <a:cs typeface="Poppins"/>
                <a:sym typeface="Poppins"/>
              </a:rPr>
              <a:t>English			Portuguese</a:t>
            </a:r>
            <a:endParaRPr>
              <a:latin typeface="Poppins"/>
              <a:ea typeface="Poppins"/>
              <a:cs typeface="Poppins"/>
              <a:sym typeface="Poppins"/>
            </a:endParaRPr>
          </a:p>
          <a:p>
            <a:pPr indent="0" lvl="0" marL="0" rtl="0" algn="l">
              <a:spcBef>
                <a:spcPts val="0"/>
              </a:spcBef>
              <a:spcAft>
                <a:spcPts val="0"/>
              </a:spcAft>
              <a:buNone/>
            </a:pPr>
            <a:r>
              <a:rPr lang="en">
                <a:latin typeface="Poppins"/>
                <a:ea typeface="Poppins"/>
                <a:cs typeface="Poppins"/>
                <a:sym typeface="Poppins"/>
              </a:rPr>
              <a:t>Finnish			Slovak</a:t>
            </a:r>
            <a:endParaRPr>
              <a:latin typeface="Poppins"/>
              <a:ea typeface="Poppins"/>
              <a:cs typeface="Poppins"/>
              <a:sym typeface="Poppins"/>
            </a:endParaRPr>
          </a:p>
          <a:p>
            <a:pPr indent="0" lvl="0" marL="0" rtl="0" algn="l">
              <a:spcBef>
                <a:spcPts val="0"/>
              </a:spcBef>
              <a:spcAft>
                <a:spcPts val="0"/>
              </a:spcAft>
              <a:buNone/>
            </a:pPr>
            <a:r>
              <a:rPr lang="en">
                <a:latin typeface="Poppins"/>
                <a:ea typeface="Poppins"/>
                <a:cs typeface="Poppins"/>
                <a:sym typeface="Poppins"/>
              </a:rPr>
              <a:t>French			Spanish</a:t>
            </a:r>
            <a:endParaRPr>
              <a:latin typeface="Poppins"/>
              <a:ea typeface="Poppins"/>
              <a:cs typeface="Poppins"/>
              <a:sym typeface="Poppins"/>
            </a:endParaRPr>
          </a:p>
          <a:p>
            <a:pPr indent="0" lvl="0" marL="0" rtl="0" algn="l">
              <a:spcBef>
                <a:spcPts val="0"/>
              </a:spcBef>
              <a:spcAft>
                <a:spcPts val="0"/>
              </a:spcAft>
              <a:buNone/>
            </a:pPr>
            <a:r>
              <a:rPr lang="en">
                <a:latin typeface="Poppins"/>
                <a:ea typeface="Poppins"/>
                <a:cs typeface="Poppins"/>
                <a:sym typeface="Poppins"/>
              </a:rPr>
              <a:t>German			Swedish</a:t>
            </a:r>
            <a:endParaRPr>
              <a:latin typeface="Poppins"/>
              <a:ea typeface="Poppins"/>
              <a:cs typeface="Poppins"/>
              <a:sym typeface="Poppins"/>
            </a:endParaRPr>
          </a:p>
          <a:p>
            <a:pPr indent="0" lvl="0" marL="0" rtl="0" algn="l">
              <a:spcBef>
                <a:spcPts val="0"/>
              </a:spcBef>
              <a:spcAft>
                <a:spcPts val="0"/>
              </a:spcAft>
              <a:buNone/>
            </a:pPr>
            <a:r>
              <a:rPr lang="en">
                <a:latin typeface="Poppins"/>
                <a:ea typeface="Poppins"/>
                <a:cs typeface="Poppins"/>
                <a:sym typeface="Poppins"/>
              </a:rPr>
              <a:t>Hungarian		Turkish</a:t>
            </a:r>
            <a:endParaRPr>
              <a:latin typeface="Poppins"/>
              <a:ea typeface="Poppins"/>
              <a:cs typeface="Poppins"/>
              <a:sym typeface="Poppins"/>
            </a:endParaRPr>
          </a:p>
          <a:p>
            <a:pPr indent="0" lvl="0" marL="0" rtl="0" algn="l">
              <a:spcBef>
                <a:spcPts val="0"/>
              </a:spcBef>
              <a:spcAft>
                <a:spcPts val="0"/>
              </a:spcAft>
              <a:buNone/>
            </a:pPr>
            <a:r>
              <a:rPr lang="en">
                <a:latin typeface="Poppins"/>
                <a:ea typeface="Poppins"/>
                <a:cs typeface="Poppins"/>
                <a:sym typeface="Poppins"/>
              </a:rPr>
              <a:t>Icelandic			Welsh</a:t>
            </a:r>
            <a:endParaRPr>
              <a:latin typeface="Poppins"/>
              <a:ea typeface="Poppins"/>
              <a:cs typeface="Poppins"/>
              <a:sym typeface="Poppins"/>
            </a:endParaRPr>
          </a:p>
          <a:p>
            <a:pPr indent="0" lvl="0" marL="0" rtl="0" algn="l">
              <a:spcBef>
                <a:spcPts val="0"/>
              </a:spcBef>
              <a:spcAft>
                <a:spcPts val="0"/>
              </a:spcAft>
              <a:buNone/>
            </a:pPr>
            <a:r>
              <a:rPr lang="en">
                <a:latin typeface="Poppins"/>
                <a:ea typeface="Poppins"/>
                <a:cs typeface="Poppins"/>
                <a:sym typeface="Poppins"/>
              </a:rPr>
              <a:t>Indonesian</a:t>
            </a:r>
            <a:endParaRPr>
              <a:latin typeface="Poppins"/>
              <a:ea typeface="Poppins"/>
              <a:cs typeface="Poppins"/>
              <a:sym typeface="Poppins"/>
            </a:endParaRPr>
          </a:p>
          <a:p>
            <a:pPr indent="0" lvl="0" marL="0" rtl="0" algn="l">
              <a:spcBef>
                <a:spcPts val="0"/>
              </a:spcBef>
              <a:spcAft>
                <a:spcPts val="0"/>
              </a:spcAft>
              <a:buNone/>
            </a:pPr>
            <a:r>
              <a:t/>
            </a:r>
            <a:endParaRPr>
              <a:latin typeface="Poppins"/>
              <a:ea typeface="Poppins"/>
              <a:cs typeface="Poppins"/>
              <a:sym typeface="Poppins"/>
            </a:endParaRPr>
          </a:p>
        </p:txBody>
      </p:sp>
      <p:sp>
        <p:nvSpPr>
          <p:cNvPr id="617" name="Google Shape;617;p131"/>
          <p:cNvSpPr/>
          <p:nvPr/>
        </p:nvSpPr>
        <p:spPr>
          <a:xfrm flipH="1">
            <a:off x="4983125" y="1971150"/>
            <a:ext cx="3950400" cy="2954100"/>
          </a:xfrm>
          <a:prstGeom prst="snip1Rect">
            <a:avLst>
              <a:gd fmla="val 16667" name="adj"/>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a:solidFill>
                  <a:schemeClr val="dk1"/>
                </a:solidFill>
                <a:latin typeface="Poppins"/>
                <a:ea typeface="Poppins"/>
                <a:cs typeface="Poppins"/>
                <a:sym typeface="Poppins"/>
              </a:rPr>
              <a:t>NON-</a:t>
            </a:r>
            <a:r>
              <a:rPr b="1" lang="en">
                <a:solidFill>
                  <a:schemeClr val="dk1"/>
                </a:solidFill>
                <a:latin typeface="Poppins"/>
                <a:ea typeface="Poppins"/>
                <a:cs typeface="Poppins"/>
                <a:sym typeface="Poppins"/>
              </a:rPr>
              <a:t>LATIN LANGUAGES</a:t>
            </a:r>
            <a:endParaRPr>
              <a:solidFill>
                <a:schemeClr val="dk1"/>
              </a:solidFill>
              <a:latin typeface="Poppins"/>
              <a:ea typeface="Poppins"/>
              <a:cs typeface="Poppins"/>
              <a:sym typeface="Poppins"/>
            </a:endParaRPr>
          </a:p>
          <a:p>
            <a:pPr indent="0" lvl="0" marL="0" rtl="0" algn="ctr">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ctr">
              <a:spcBef>
                <a:spcPts val="0"/>
              </a:spcBef>
              <a:spcAft>
                <a:spcPts val="0"/>
              </a:spcAft>
              <a:buClr>
                <a:schemeClr val="dk1"/>
              </a:buClr>
              <a:buSzPts val="1100"/>
              <a:buFont typeface="Arial"/>
              <a:buNone/>
            </a:pPr>
            <a:r>
              <a:rPr lang="en">
                <a:solidFill>
                  <a:schemeClr val="dk1"/>
                </a:solidFill>
                <a:latin typeface="Poppins"/>
                <a:ea typeface="Poppins"/>
                <a:cs typeface="Poppins"/>
                <a:sym typeface="Poppins"/>
              </a:rPr>
              <a:t>Arabic</a:t>
            </a:r>
            <a:endParaRPr>
              <a:solidFill>
                <a:schemeClr val="dk1"/>
              </a:solidFill>
              <a:latin typeface="Poppins"/>
              <a:ea typeface="Poppins"/>
              <a:cs typeface="Poppins"/>
              <a:sym typeface="Poppins"/>
            </a:endParaRPr>
          </a:p>
          <a:p>
            <a:pPr indent="0" lvl="0" marL="0" rtl="0" algn="ctr">
              <a:spcBef>
                <a:spcPts val="0"/>
              </a:spcBef>
              <a:spcAft>
                <a:spcPts val="0"/>
              </a:spcAft>
              <a:buClr>
                <a:schemeClr val="dk1"/>
              </a:buClr>
              <a:buSzPts val="1100"/>
              <a:buFont typeface="Arial"/>
              <a:buNone/>
            </a:pPr>
            <a:r>
              <a:rPr lang="en">
                <a:solidFill>
                  <a:schemeClr val="dk1"/>
                </a:solidFill>
                <a:latin typeface="Poppins"/>
                <a:ea typeface="Poppins"/>
                <a:cs typeface="Poppins"/>
                <a:sym typeface="Poppins"/>
              </a:rPr>
              <a:t>Chinese</a:t>
            </a:r>
            <a:endParaRPr>
              <a:solidFill>
                <a:schemeClr val="dk1"/>
              </a:solidFill>
              <a:latin typeface="Poppins"/>
              <a:ea typeface="Poppins"/>
              <a:cs typeface="Poppins"/>
              <a:sym typeface="Poppins"/>
            </a:endParaRPr>
          </a:p>
          <a:p>
            <a:pPr indent="0" lvl="0" marL="0" rtl="0" algn="ctr">
              <a:spcBef>
                <a:spcPts val="0"/>
              </a:spcBef>
              <a:spcAft>
                <a:spcPts val="0"/>
              </a:spcAft>
              <a:buNone/>
            </a:pPr>
            <a:r>
              <a:rPr lang="en">
                <a:solidFill>
                  <a:schemeClr val="dk1"/>
                </a:solidFill>
                <a:latin typeface="Poppins"/>
                <a:ea typeface="Poppins"/>
                <a:cs typeface="Poppins"/>
                <a:sym typeface="Poppins"/>
              </a:rPr>
              <a:t>Greek</a:t>
            </a:r>
            <a:endParaRPr>
              <a:solidFill>
                <a:schemeClr val="dk1"/>
              </a:solidFill>
              <a:latin typeface="Poppins"/>
              <a:ea typeface="Poppins"/>
              <a:cs typeface="Poppins"/>
              <a:sym typeface="Poppins"/>
            </a:endParaRPr>
          </a:p>
          <a:p>
            <a:pPr indent="0" lvl="0" marL="0" rtl="0" algn="ctr">
              <a:spcBef>
                <a:spcPts val="0"/>
              </a:spcBef>
              <a:spcAft>
                <a:spcPts val="0"/>
              </a:spcAft>
              <a:buClr>
                <a:schemeClr val="dk1"/>
              </a:buClr>
              <a:buSzPts val="1100"/>
              <a:buFont typeface="Arial"/>
              <a:buNone/>
            </a:pPr>
            <a:r>
              <a:rPr lang="en">
                <a:solidFill>
                  <a:schemeClr val="dk1"/>
                </a:solidFill>
                <a:latin typeface="Poppins"/>
                <a:ea typeface="Poppins"/>
                <a:cs typeface="Poppins"/>
                <a:sym typeface="Poppins"/>
              </a:rPr>
              <a:t>Hebrew</a:t>
            </a:r>
            <a:endParaRPr>
              <a:solidFill>
                <a:schemeClr val="dk1"/>
              </a:solidFill>
              <a:latin typeface="Poppins"/>
              <a:ea typeface="Poppins"/>
              <a:cs typeface="Poppins"/>
              <a:sym typeface="Poppins"/>
            </a:endParaRPr>
          </a:p>
          <a:p>
            <a:pPr indent="0" lvl="0" marL="0" rtl="0" algn="ctr">
              <a:spcBef>
                <a:spcPts val="0"/>
              </a:spcBef>
              <a:spcAft>
                <a:spcPts val="0"/>
              </a:spcAft>
              <a:buNone/>
            </a:pPr>
            <a:r>
              <a:rPr lang="en">
                <a:solidFill>
                  <a:schemeClr val="dk1"/>
                </a:solidFill>
                <a:latin typeface="Poppins"/>
                <a:ea typeface="Poppins"/>
                <a:cs typeface="Poppins"/>
                <a:sym typeface="Poppins"/>
              </a:rPr>
              <a:t>Japanese	</a:t>
            </a:r>
            <a:endParaRPr>
              <a:solidFill>
                <a:schemeClr val="dk1"/>
              </a:solidFill>
              <a:latin typeface="Poppins"/>
              <a:ea typeface="Poppins"/>
              <a:cs typeface="Poppins"/>
              <a:sym typeface="Poppins"/>
            </a:endParaRPr>
          </a:p>
          <a:p>
            <a:pPr indent="0" lvl="0" marL="0" rtl="0" algn="ctr">
              <a:spcBef>
                <a:spcPts val="0"/>
              </a:spcBef>
              <a:spcAft>
                <a:spcPts val="0"/>
              </a:spcAft>
              <a:buNone/>
            </a:pPr>
            <a:r>
              <a:rPr lang="en">
                <a:solidFill>
                  <a:schemeClr val="dk1"/>
                </a:solidFill>
                <a:latin typeface="Poppins"/>
                <a:ea typeface="Poppins"/>
                <a:cs typeface="Poppins"/>
                <a:sym typeface="Poppins"/>
              </a:rPr>
              <a:t>Korean</a:t>
            </a:r>
            <a:endParaRPr>
              <a:solidFill>
                <a:schemeClr val="dk1"/>
              </a:solidFill>
              <a:latin typeface="Poppins"/>
              <a:ea typeface="Poppins"/>
              <a:cs typeface="Poppins"/>
              <a:sym typeface="Poppins"/>
            </a:endParaRPr>
          </a:p>
          <a:p>
            <a:pPr indent="0" lvl="0" marL="0" rtl="0" algn="ctr">
              <a:spcBef>
                <a:spcPts val="0"/>
              </a:spcBef>
              <a:spcAft>
                <a:spcPts val="0"/>
              </a:spcAft>
              <a:buNone/>
            </a:pPr>
            <a:r>
              <a:rPr lang="en">
                <a:solidFill>
                  <a:schemeClr val="dk1"/>
                </a:solidFill>
                <a:latin typeface="Poppins"/>
                <a:ea typeface="Poppins"/>
                <a:cs typeface="Poppins"/>
                <a:sym typeface="Poppins"/>
              </a:rPr>
              <a:t>Russian</a:t>
            </a:r>
            <a:endParaRPr>
              <a:solidFill>
                <a:schemeClr val="dk1"/>
              </a:solidFill>
              <a:latin typeface="Poppins"/>
              <a:ea typeface="Poppins"/>
              <a:cs typeface="Poppins"/>
              <a:sym typeface="Poppins"/>
            </a:endParaRPr>
          </a:p>
          <a:p>
            <a:pPr indent="0" lvl="0" marL="0" rtl="0" algn="ctr">
              <a:spcBef>
                <a:spcPts val="0"/>
              </a:spcBef>
              <a:spcAft>
                <a:spcPts val="0"/>
              </a:spcAft>
              <a:buClr>
                <a:schemeClr val="dk1"/>
              </a:buClr>
              <a:buSzPts val="1100"/>
              <a:buFont typeface="Arial"/>
              <a:buNone/>
            </a:pPr>
            <a:r>
              <a:rPr lang="en">
                <a:solidFill>
                  <a:schemeClr val="dk1"/>
                </a:solidFill>
                <a:latin typeface="Poppins"/>
                <a:ea typeface="Poppins"/>
                <a:cs typeface="Poppins"/>
                <a:sym typeface="Poppins"/>
              </a:rPr>
              <a:t>Taiwanese</a:t>
            </a:r>
            <a:endParaRPr>
              <a:solidFill>
                <a:schemeClr val="dk1"/>
              </a:solidFill>
              <a:latin typeface="Poppins"/>
              <a:ea typeface="Poppins"/>
              <a:cs typeface="Poppins"/>
              <a:sym typeface="Poppins"/>
            </a:endParaRPr>
          </a:p>
          <a:p>
            <a:pPr indent="0" lvl="0" marL="0" rtl="0" algn="ctr">
              <a:spcBef>
                <a:spcPts val="0"/>
              </a:spcBef>
              <a:spcAft>
                <a:spcPts val="0"/>
              </a:spcAft>
              <a:buClr>
                <a:schemeClr val="dk1"/>
              </a:buClr>
              <a:buSzPts val="1100"/>
              <a:buFont typeface="Arial"/>
              <a:buNone/>
            </a:pPr>
            <a:r>
              <a:rPr lang="en">
                <a:solidFill>
                  <a:schemeClr val="dk1"/>
                </a:solidFill>
                <a:latin typeface="Poppins"/>
                <a:ea typeface="Poppins"/>
                <a:cs typeface="Poppins"/>
                <a:sym typeface="Poppins"/>
              </a:rPr>
              <a:t>Vietnamese</a:t>
            </a:r>
            <a:endParaRPr>
              <a:solidFill>
                <a:schemeClr val="dk1"/>
              </a:solidFill>
              <a:latin typeface="Poppins"/>
              <a:ea typeface="Poppins"/>
              <a:cs typeface="Poppins"/>
              <a:sym typeface="Poppins"/>
            </a:endParaRPr>
          </a:p>
          <a:p>
            <a:pPr indent="0" lvl="0" marL="0" rtl="0" algn="ctr">
              <a:spcBef>
                <a:spcPts val="0"/>
              </a:spcBef>
              <a:spcAft>
                <a:spcPts val="0"/>
              </a:spcAft>
              <a:buClr>
                <a:schemeClr val="dk1"/>
              </a:buClr>
              <a:buSzPts val="1100"/>
              <a:buFont typeface="Arial"/>
              <a:buNone/>
            </a:pPr>
            <a:r>
              <a:rPr lang="en">
                <a:solidFill>
                  <a:schemeClr val="dk1"/>
                </a:solidFill>
                <a:latin typeface="Poppins"/>
                <a:ea typeface="Poppins"/>
                <a:cs typeface="Poppins"/>
                <a:sym typeface="Poppins"/>
              </a:rPr>
              <a:t>Thai</a:t>
            </a:r>
            <a:endParaRPr>
              <a:solidFill>
                <a:schemeClr val="dk1"/>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21" name="Shape 621"/>
        <p:cNvGrpSpPr/>
        <p:nvPr/>
      </p:nvGrpSpPr>
      <p:grpSpPr>
        <a:xfrm>
          <a:off x="0" y="0"/>
          <a:ext cx="0" cy="0"/>
          <a:chOff x="0" y="0"/>
          <a:chExt cx="0" cy="0"/>
        </a:xfrm>
      </p:grpSpPr>
      <p:sp>
        <p:nvSpPr>
          <p:cNvPr id="622" name="Google Shape;622;p132"/>
          <p:cNvSpPr/>
          <p:nvPr/>
        </p:nvSpPr>
        <p:spPr>
          <a:xfrm>
            <a:off x="56500" y="102575"/>
            <a:ext cx="4377300" cy="493500"/>
          </a:xfrm>
          <a:prstGeom prst="roundRect">
            <a:avLst>
              <a:gd fmla="val 16667" name="adj"/>
            </a:avLst>
          </a:pr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623" name="Google Shape;623;p132"/>
          <p:cNvSpPr txBox="1"/>
          <p:nvPr/>
        </p:nvSpPr>
        <p:spPr>
          <a:xfrm>
            <a:off x="96325" y="79800"/>
            <a:ext cx="5531400" cy="51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Poppins"/>
                <a:ea typeface="Poppins"/>
                <a:cs typeface="Poppins"/>
                <a:sym typeface="Poppins"/>
              </a:rPr>
              <a:t>Local Fields in Calypso</a:t>
            </a:r>
            <a:endParaRPr sz="2400">
              <a:solidFill>
                <a:schemeClr val="dk1"/>
              </a:solidFill>
              <a:latin typeface="Poppins"/>
              <a:ea typeface="Poppins"/>
              <a:cs typeface="Poppins"/>
              <a:sym typeface="Poppins"/>
            </a:endParaRPr>
          </a:p>
        </p:txBody>
      </p:sp>
      <p:pic>
        <p:nvPicPr>
          <p:cNvPr id="624" name="Google Shape;624;p132" title="Calypso Local Field Final.mov">
            <a:hlinkClick r:id="rId3"/>
          </p:cNvPr>
          <p:cNvPicPr preferRelativeResize="0"/>
          <p:nvPr/>
        </p:nvPicPr>
        <p:blipFill>
          <a:blip r:embed="rId4">
            <a:alphaModFix/>
          </a:blip>
          <a:stretch>
            <a:fillRect/>
          </a:stretch>
        </p:blipFill>
        <p:spPr>
          <a:xfrm>
            <a:off x="0" y="978563"/>
            <a:ext cx="9144001" cy="397898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4"/>
                                        </p:tgtEl>
                                        <p:attrNameLst>
                                          <p:attrName>style.visibility</p:attrName>
                                        </p:attrNameLst>
                                      </p:cBhvr>
                                      <p:to>
                                        <p:strVal val="visible"/>
                                      </p:to>
                                    </p:set>
                                    <p:animEffect filter="fade" transition="in">
                                      <p:cBhvr>
                                        <p:cTn dur="1000"/>
                                        <p:tgtEl>
                                          <p:spTgt spid="6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28" name="Shape 628"/>
        <p:cNvGrpSpPr/>
        <p:nvPr/>
      </p:nvGrpSpPr>
      <p:grpSpPr>
        <a:xfrm>
          <a:off x="0" y="0"/>
          <a:ext cx="0" cy="0"/>
          <a:chOff x="0" y="0"/>
          <a:chExt cx="0" cy="0"/>
        </a:xfrm>
      </p:grpSpPr>
      <p:pic>
        <p:nvPicPr>
          <p:cNvPr id="629" name="Google Shape;629;p133" title="Screenshot 2025-04-02 at 8.27.46 AM.png"/>
          <p:cNvPicPr preferRelativeResize="0"/>
          <p:nvPr/>
        </p:nvPicPr>
        <p:blipFill>
          <a:blip r:embed="rId3">
            <a:alphaModFix/>
          </a:blip>
          <a:stretch>
            <a:fillRect/>
          </a:stretch>
        </p:blipFill>
        <p:spPr>
          <a:xfrm>
            <a:off x="1" y="493563"/>
            <a:ext cx="9144001" cy="4156364"/>
          </a:xfrm>
          <a:prstGeom prst="rect">
            <a:avLst/>
          </a:prstGeom>
          <a:noFill/>
          <a:ln>
            <a:noFill/>
          </a:ln>
        </p:spPr>
      </p:pic>
      <p:sp>
        <p:nvSpPr>
          <p:cNvPr id="630" name="Google Shape;630;p133"/>
          <p:cNvSpPr/>
          <p:nvPr/>
        </p:nvSpPr>
        <p:spPr>
          <a:xfrm>
            <a:off x="1309025" y="2073750"/>
            <a:ext cx="2907600" cy="498000"/>
          </a:xfrm>
          <a:prstGeom prst="rect">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630"/>
                                        </p:tgtEl>
                                        <p:attrNameLst>
                                          <p:attrName>style.visibility</p:attrName>
                                        </p:attrNameLst>
                                      </p:cBhvr>
                                      <p:to>
                                        <p:strVal val="visible"/>
                                      </p:to>
                                    </p:set>
                                    <p:anim calcmode="lin" valueType="num">
                                      <p:cBhvr additive="base">
                                        <p:cTn dur="1000"/>
                                        <p:tgtEl>
                                          <p:spTgt spid="630"/>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p134"/>
          <p:cNvSpPr txBox="1"/>
          <p:nvPr/>
        </p:nvSpPr>
        <p:spPr>
          <a:xfrm>
            <a:off x="1022744" y="3872326"/>
            <a:ext cx="6826200" cy="835200"/>
          </a:xfrm>
          <a:prstGeom prst="rect">
            <a:avLst/>
          </a:prstGeom>
          <a:solidFill>
            <a:srgbClr val="F2B203"/>
          </a:solidFill>
          <a:ln cap="flat" cmpd="sng" w="19050">
            <a:solidFill>
              <a:srgbClr val="F2B20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Poppins"/>
                <a:ea typeface="Poppins"/>
                <a:cs typeface="Poppins"/>
                <a:sym typeface="Poppins"/>
              </a:rPr>
              <a:t>More info on Latin vs. Non-Latin languages can be found in our KB here!</a:t>
            </a:r>
            <a:endParaRPr b="1">
              <a:latin typeface="Poppins"/>
              <a:ea typeface="Poppins"/>
              <a:cs typeface="Poppins"/>
              <a:sym typeface="Poppins"/>
            </a:endParaRPr>
          </a:p>
          <a:p>
            <a:pPr indent="0" lvl="0" marL="0" rtl="0" algn="ctr">
              <a:spcBef>
                <a:spcPts val="0"/>
              </a:spcBef>
              <a:spcAft>
                <a:spcPts val="0"/>
              </a:spcAft>
              <a:buNone/>
            </a:pPr>
            <a:r>
              <a:rPr b="1" lang="en" u="sng">
                <a:solidFill>
                  <a:schemeClr val="hlink"/>
                </a:solidFill>
                <a:latin typeface="Poppins"/>
                <a:ea typeface="Poppins"/>
                <a:cs typeface="Poppins"/>
                <a:sym typeface="Poppins"/>
                <a:hlinkClick r:id="rId3"/>
              </a:rPr>
              <a:t>Latin vs. Non-Latin Languages</a:t>
            </a:r>
            <a:endParaRPr b="1">
              <a:latin typeface="Poppins"/>
              <a:ea typeface="Poppins"/>
              <a:cs typeface="Poppins"/>
              <a:sym typeface="Poppins"/>
            </a:endParaRPr>
          </a:p>
        </p:txBody>
      </p:sp>
      <p:sp>
        <p:nvSpPr>
          <p:cNvPr id="636" name="Google Shape;636;p134"/>
          <p:cNvSpPr/>
          <p:nvPr/>
        </p:nvSpPr>
        <p:spPr>
          <a:xfrm>
            <a:off x="317475" y="611725"/>
            <a:ext cx="4149600" cy="3052500"/>
          </a:xfrm>
          <a:prstGeom prst="rect">
            <a:avLst/>
          </a:prstGeom>
          <a:solidFill>
            <a:srgbClr val="34E0A1"/>
          </a:solidFill>
          <a:ln cap="flat" cmpd="sng" w="9525">
            <a:solidFill>
              <a:srgbClr val="34E0A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latin typeface="Poppins"/>
                <a:ea typeface="Poppins"/>
                <a:cs typeface="Poppins"/>
                <a:sym typeface="Poppins"/>
              </a:rPr>
              <a:t>LATIN</a:t>
            </a:r>
            <a:endParaRPr b="1" sz="1600">
              <a:latin typeface="Poppins"/>
              <a:ea typeface="Poppins"/>
              <a:cs typeface="Poppins"/>
              <a:sym typeface="Poppins"/>
            </a:endParaRPr>
          </a:p>
          <a:p>
            <a:pPr indent="0" lvl="0" marL="0" rtl="0" algn="ctr">
              <a:spcBef>
                <a:spcPts val="1000"/>
              </a:spcBef>
              <a:spcAft>
                <a:spcPts val="0"/>
              </a:spcAft>
              <a:buNone/>
            </a:pPr>
            <a:r>
              <a:rPr b="1" lang="en" sz="1300">
                <a:latin typeface="Poppins"/>
                <a:ea typeface="Poppins"/>
                <a:cs typeface="Poppins"/>
                <a:sym typeface="Poppins"/>
              </a:rPr>
              <a:t>NAME, STREET 1 &amp; STREET 2 FIELDS ONLY</a:t>
            </a:r>
            <a:endParaRPr b="1" sz="1300">
              <a:latin typeface="Poppins"/>
              <a:ea typeface="Poppins"/>
              <a:cs typeface="Poppins"/>
              <a:sym typeface="Poppins"/>
            </a:endParaRPr>
          </a:p>
          <a:p>
            <a:pPr indent="0" lvl="0" marL="0" rtl="0" algn="ctr">
              <a:spcBef>
                <a:spcPts val="1000"/>
              </a:spcBef>
              <a:spcAft>
                <a:spcPts val="0"/>
              </a:spcAft>
              <a:buNone/>
            </a:pPr>
            <a:r>
              <a:t/>
            </a:r>
            <a:endParaRPr b="1" sz="1200">
              <a:latin typeface="Poppins"/>
              <a:ea typeface="Poppins"/>
              <a:cs typeface="Poppins"/>
              <a:sym typeface="Poppins"/>
            </a:endParaRPr>
          </a:p>
          <a:p>
            <a:pPr indent="-304800" lvl="0" marL="457200" rtl="0" algn="l">
              <a:spcBef>
                <a:spcPts val="1000"/>
              </a:spcBef>
              <a:spcAft>
                <a:spcPts val="0"/>
              </a:spcAft>
              <a:buClr>
                <a:srgbClr val="000000"/>
              </a:buClr>
              <a:buSzPts val="1200"/>
              <a:buFont typeface="Poppins"/>
              <a:buAutoNum type="arabicPeriod"/>
            </a:pPr>
            <a:r>
              <a:rPr lang="en" sz="1200">
                <a:latin typeface="Poppins"/>
                <a:ea typeface="Poppins"/>
                <a:cs typeface="Poppins"/>
                <a:sym typeface="Poppins"/>
              </a:rPr>
              <a:t>Apply the correct data to the primary field</a:t>
            </a:r>
            <a:endParaRPr sz="1200">
              <a:solidFill>
                <a:srgbClr val="000000"/>
              </a:solidFill>
              <a:latin typeface="Poppins"/>
              <a:ea typeface="Poppins"/>
              <a:cs typeface="Poppins"/>
              <a:sym typeface="Poppins"/>
            </a:endParaRPr>
          </a:p>
          <a:p>
            <a:pPr indent="-304800" lvl="0" marL="457200" rtl="0" algn="l">
              <a:spcBef>
                <a:spcPts val="1000"/>
              </a:spcBef>
              <a:spcAft>
                <a:spcPts val="0"/>
              </a:spcAft>
              <a:buClr>
                <a:srgbClr val="000000"/>
              </a:buClr>
              <a:buSzPts val="1200"/>
              <a:buFont typeface="Poppins"/>
              <a:buAutoNum type="arabicPeriod"/>
            </a:pPr>
            <a:r>
              <a:rPr lang="en" sz="1200">
                <a:latin typeface="Poppins"/>
                <a:ea typeface="Poppins"/>
                <a:cs typeface="Poppins"/>
                <a:sym typeface="Poppins"/>
              </a:rPr>
              <a:t>Delete the local field</a:t>
            </a:r>
            <a:endParaRPr sz="1200">
              <a:latin typeface="Poppins"/>
              <a:ea typeface="Poppins"/>
              <a:cs typeface="Poppins"/>
              <a:sym typeface="Poppins"/>
            </a:endParaRPr>
          </a:p>
          <a:p>
            <a:pPr indent="0" lvl="0" marL="0" rtl="0" algn="l">
              <a:spcBef>
                <a:spcPts val="1000"/>
              </a:spcBef>
              <a:spcAft>
                <a:spcPts val="0"/>
              </a:spcAft>
              <a:buNone/>
            </a:pPr>
            <a:r>
              <a:t/>
            </a:r>
            <a:endParaRPr sz="1200">
              <a:latin typeface="Poppins"/>
              <a:ea typeface="Poppins"/>
              <a:cs typeface="Poppins"/>
              <a:sym typeface="Poppins"/>
            </a:endParaRPr>
          </a:p>
          <a:p>
            <a:pPr indent="0" lvl="0" marL="0" rtl="0" algn="l">
              <a:spcBef>
                <a:spcPts val="1000"/>
              </a:spcBef>
              <a:spcAft>
                <a:spcPts val="0"/>
              </a:spcAft>
              <a:buNone/>
            </a:pPr>
            <a:r>
              <a:t/>
            </a:r>
            <a:endParaRPr sz="1200">
              <a:latin typeface="Poppins"/>
              <a:ea typeface="Poppins"/>
              <a:cs typeface="Poppins"/>
              <a:sym typeface="Poppins"/>
            </a:endParaRPr>
          </a:p>
          <a:p>
            <a:pPr indent="0" lvl="0" marL="457200" rtl="0" algn="l">
              <a:spcBef>
                <a:spcPts val="1000"/>
              </a:spcBef>
              <a:spcAft>
                <a:spcPts val="1000"/>
              </a:spcAft>
              <a:buNone/>
            </a:pPr>
            <a:r>
              <a:t/>
            </a:r>
            <a:endParaRPr sz="1200">
              <a:solidFill>
                <a:srgbClr val="000000"/>
              </a:solidFill>
              <a:latin typeface="Poppins"/>
              <a:ea typeface="Poppins"/>
              <a:cs typeface="Poppins"/>
              <a:sym typeface="Poppins"/>
            </a:endParaRPr>
          </a:p>
        </p:txBody>
      </p:sp>
      <p:sp>
        <p:nvSpPr>
          <p:cNvPr id="637" name="Google Shape;637;p134"/>
          <p:cNvSpPr/>
          <p:nvPr/>
        </p:nvSpPr>
        <p:spPr>
          <a:xfrm>
            <a:off x="4676904" y="611725"/>
            <a:ext cx="4149600" cy="3052500"/>
          </a:xfrm>
          <a:prstGeom prst="rect">
            <a:avLst/>
          </a:prstGeom>
          <a:solidFill>
            <a:srgbClr val="FFCCCC"/>
          </a:solidFill>
          <a:ln cap="flat" cmpd="sng" w="9525">
            <a:solidFill>
              <a:srgbClr val="FFCCCC"/>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latin typeface="Poppins"/>
                <a:ea typeface="Poppins"/>
                <a:cs typeface="Poppins"/>
                <a:sym typeface="Poppins"/>
              </a:rPr>
              <a:t>NON-LATIN</a:t>
            </a:r>
            <a:endParaRPr b="1" sz="1600">
              <a:latin typeface="Poppins"/>
              <a:ea typeface="Poppins"/>
              <a:cs typeface="Poppins"/>
              <a:sym typeface="Poppins"/>
            </a:endParaRPr>
          </a:p>
          <a:p>
            <a:pPr indent="0" lvl="0" marL="0" rtl="0" algn="ctr">
              <a:spcBef>
                <a:spcPts val="1000"/>
              </a:spcBef>
              <a:spcAft>
                <a:spcPts val="0"/>
              </a:spcAft>
              <a:buNone/>
            </a:pPr>
            <a:r>
              <a:rPr b="1" lang="en" sz="1300">
                <a:solidFill>
                  <a:schemeClr val="dk1"/>
                </a:solidFill>
                <a:latin typeface="Poppins"/>
                <a:ea typeface="Poppins"/>
                <a:cs typeface="Poppins"/>
                <a:sym typeface="Poppins"/>
              </a:rPr>
              <a:t>NAME, STREET 1 &amp; STREET 2 FIELDS ONLY</a:t>
            </a:r>
            <a:endParaRPr b="1" sz="1300">
              <a:solidFill>
                <a:schemeClr val="dk1"/>
              </a:solidFill>
              <a:latin typeface="Poppins"/>
              <a:ea typeface="Poppins"/>
              <a:cs typeface="Poppins"/>
              <a:sym typeface="Poppins"/>
            </a:endParaRPr>
          </a:p>
          <a:p>
            <a:pPr indent="0" lvl="0" marL="0" rtl="0" algn="ctr">
              <a:spcBef>
                <a:spcPts val="1000"/>
              </a:spcBef>
              <a:spcAft>
                <a:spcPts val="0"/>
              </a:spcAft>
              <a:buNone/>
            </a:pPr>
            <a:r>
              <a:t/>
            </a:r>
            <a:endParaRPr b="1" sz="1200">
              <a:latin typeface="Poppins"/>
              <a:ea typeface="Poppins"/>
              <a:cs typeface="Poppins"/>
              <a:sym typeface="Poppins"/>
            </a:endParaRPr>
          </a:p>
          <a:p>
            <a:pPr indent="-304800" lvl="0" marL="457200" rtl="0" algn="l">
              <a:spcBef>
                <a:spcPts val="1000"/>
              </a:spcBef>
              <a:spcAft>
                <a:spcPts val="0"/>
              </a:spcAft>
              <a:buClr>
                <a:srgbClr val="000000"/>
              </a:buClr>
              <a:buSzPts val="1200"/>
              <a:buFont typeface="Poppins"/>
              <a:buAutoNum type="arabicPeriod"/>
            </a:pPr>
            <a:r>
              <a:rPr lang="en" sz="1200">
                <a:latin typeface="Poppins"/>
                <a:ea typeface="Poppins"/>
                <a:cs typeface="Poppins"/>
                <a:sym typeface="Poppins"/>
              </a:rPr>
              <a:t>Transliterate the data using:</a:t>
            </a:r>
            <a:endParaRPr sz="1200">
              <a:latin typeface="Poppins"/>
              <a:ea typeface="Poppins"/>
              <a:cs typeface="Poppins"/>
              <a:sym typeface="Poppins"/>
            </a:endParaRPr>
          </a:p>
          <a:p>
            <a:pPr indent="-304800" lvl="1" marL="914400" rtl="0" algn="l">
              <a:spcBef>
                <a:spcPts val="0"/>
              </a:spcBef>
              <a:spcAft>
                <a:spcPts val="0"/>
              </a:spcAft>
              <a:buSzPts val="1200"/>
              <a:buFont typeface="Poppins"/>
              <a:buAutoNum type="alphaLcPeriod"/>
            </a:pPr>
            <a:r>
              <a:rPr lang="en" sz="1200">
                <a:latin typeface="Poppins"/>
                <a:ea typeface="Poppins"/>
                <a:cs typeface="Poppins"/>
                <a:sym typeface="Poppins"/>
              </a:rPr>
              <a:t>Google Translate</a:t>
            </a:r>
            <a:endParaRPr sz="1200">
              <a:latin typeface="Poppins"/>
              <a:ea typeface="Poppins"/>
              <a:cs typeface="Poppins"/>
              <a:sym typeface="Poppins"/>
            </a:endParaRPr>
          </a:p>
          <a:p>
            <a:pPr indent="-304800" lvl="1" marL="914400" rtl="0" algn="l">
              <a:spcBef>
                <a:spcPts val="0"/>
              </a:spcBef>
              <a:spcAft>
                <a:spcPts val="0"/>
              </a:spcAft>
              <a:buSzPts val="1200"/>
              <a:buFont typeface="Poppins"/>
              <a:buAutoNum type="alphaLcPeriod"/>
            </a:pPr>
            <a:r>
              <a:rPr lang="en" sz="1200">
                <a:latin typeface="Poppins"/>
                <a:ea typeface="Poppins"/>
                <a:cs typeface="Poppins"/>
                <a:sym typeface="Poppins"/>
              </a:rPr>
              <a:t>Yandex</a:t>
            </a:r>
            <a:endParaRPr sz="1200">
              <a:latin typeface="Poppins"/>
              <a:ea typeface="Poppins"/>
              <a:cs typeface="Poppins"/>
              <a:sym typeface="Poppins"/>
            </a:endParaRPr>
          </a:p>
          <a:p>
            <a:pPr indent="-304800" lvl="1" marL="914400" rtl="0" algn="l">
              <a:spcBef>
                <a:spcPts val="0"/>
              </a:spcBef>
              <a:spcAft>
                <a:spcPts val="0"/>
              </a:spcAft>
              <a:buSzPts val="1200"/>
              <a:buFont typeface="Poppins"/>
              <a:buAutoNum type="alphaLcPeriod"/>
            </a:pPr>
            <a:r>
              <a:rPr lang="en" sz="1200">
                <a:latin typeface="Poppins"/>
                <a:ea typeface="Poppins"/>
                <a:cs typeface="Poppins"/>
                <a:sym typeface="Poppins"/>
              </a:rPr>
              <a:t>Baidu (Chinese)</a:t>
            </a:r>
            <a:endParaRPr sz="1200">
              <a:latin typeface="Poppins"/>
              <a:ea typeface="Poppins"/>
              <a:cs typeface="Poppins"/>
              <a:sym typeface="Poppins"/>
            </a:endParaRPr>
          </a:p>
          <a:p>
            <a:pPr indent="-304800" lvl="0" marL="457200" rtl="0" algn="l">
              <a:spcBef>
                <a:spcPts val="0"/>
              </a:spcBef>
              <a:spcAft>
                <a:spcPts val="0"/>
              </a:spcAft>
              <a:buSzPts val="1200"/>
              <a:buFont typeface="Poppins"/>
              <a:buAutoNum type="arabicPeriod"/>
            </a:pPr>
            <a:r>
              <a:rPr lang="en" sz="1200">
                <a:latin typeface="Poppins"/>
                <a:ea typeface="Poppins"/>
                <a:cs typeface="Poppins"/>
                <a:sym typeface="Poppins"/>
              </a:rPr>
              <a:t>Apply the transliteration to the local field</a:t>
            </a:r>
            <a:endParaRPr sz="1200">
              <a:latin typeface="Poppins"/>
              <a:ea typeface="Poppins"/>
              <a:cs typeface="Poppins"/>
              <a:sym typeface="Poppins"/>
            </a:endParaRPr>
          </a:p>
          <a:p>
            <a:pPr indent="0" lvl="0" marL="0" rtl="0" algn="ctr">
              <a:spcBef>
                <a:spcPts val="0"/>
              </a:spcBef>
              <a:spcAft>
                <a:spcPts val="0"/>
              </a:spcAft>
              <a:buNone/>
            </a:pPr>
            <a:r>
              <a:t/>
            </a:r>
            <a:endParaRPr sz="1200">
              <a:latin typeface="Poppins"/>
              <a:ea typeface="Poppins"/>
              <a:cs typeface="Poppins"/>
              <a:sym typeface="Poppins"/>
            </a:endParaRPr>
          </a:p>
        </p:txBody>
      </p:sp>
      <p:sp>
        <p:nvSpPr>
          <p:cNvPr id="638" name="Google Shape;638;p134"/>
          <p:cNvSpPr/>
          <p:nvPr/>
        </p:nvSpPr>
        <p:spPr>
          <a:xfrm>
            <a:off x="486400" y="2844000"/>
            <a:ext cx="3863100" cy="740400"/>
          </a:xfrm>
          <a:prstGeom prst="roundRect">
            <a:avLst>
              <a:gd fmla="val 16667" name="adj"/>
            </a:avLst>
          </a:prstGeom>
          <a:solidFill>
            <a:srgbClr val="FFF2CC"/>
          </a:solidFill>
          <a:ln cap="flat" cmpd="sng" w="9525">
            <a:solidFill>
              <a:srgbClr val="FFF2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Poppins"/>
                <a:ea typeface="Poppins"/>
                <a:cs typeface="Poppins"/>
                <a:sym typeface="Poppins"/>
              </a:rPr>
              <a:t>UGC Candidates: </a:t>
            </a:r>
            <a:endParaRPr sz="1200">
              <a:latin typeface="Poppins"/>
              <a:ea typeface="Poppins"/>
              <a:cs typeface="Poppins"/>
              <a:sym typeface="Poppins"/>
            </a:endParaRPr>
          </a:p>
          <a:p>
            <a:pPr indent="0" lvl="0" marL="0" rtl="0" algn="ctr">
              <a:spcBef>
                <a:spcPts val="0"/>
              </a:spcBef>
              <a:spcAft>
                <a:spcPts val="0"/>
              </a:spcAft>
              <a:buNone/>
            </a:pPr>
            <a:r>
              <a:rPr lang="en" sz="1200">
                <a:latin typeface="Poppins"/>
                <a:ea typeface="Poppins"/>
                <a:cs typeface="Poppins"/>
                <a:sym typeface="Poppins"/>
              </a:rPr>
              <a:t>You will have to keep the data in the Name local field if it’s part of the request, as the tool does not allow for the field to be left blank.</a:t>
            </a:r>
            <a:endParaRPr sz="1200">
              <a:latin typeface="Poppins"/>
              <a:ea typeface="Poppins"/>
              <a:cs typeface="Poppins"/>
              <a:sym typeface="Poppin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pic>
        <p:nvPicPr>
          <p:cNvPr id="643" name="Google Shape;643;p135" title="11_v2.png"/>
          <p:cNvPicPr preferRelativeResize="0"/>
          <p:nvPr/>
        </p:nvPicPr>
        <p:blipFill>
          <a:blip r:embed="rId3">
            <a:alphaModFix/>
          </a:blip>
          <a:stretch>
            <a:fillRect/>
          </a:stretch>
        </p:blipFill>
        <p:spPr>
          <a:xfrm>
            <a:off x="0" y="0"/>
            <a:ext cx="9143990" cy="5143500"/>
          </a:xfrm>
          <a:prstGeom prst="rect">
            <a:avLst/>
          </a:prstGeom>
          <a:noFill/>
          <a:ln>
            <a:noFill/>
          </a:ln>
        </p:spPr>
      </p:pic>
      <p:sp>
        <p:nvSpPr>
          <p:cNvPr id="644" name="Google Shape;644;p135"/>
          <p:cNvSpPr txBox="1"/>
          <p:nvPr/>
        </p:nvSpPr>
        <p:spPr>
          <a:xfrm>
            <a:off x="3221800" y="2282950"/>
            <a:ext cx="5545500" cy="2655000"/>
          </a:xfrm>
          <a:prstGeom prst="rect">
            <a:avLst/>
          </a:prstGeom>
          <a:noFill/>
          <a:ln>
            <a:noFill/>
          </a:ln>
        </p:spPr>
        <p:txBody>
          <a:bodyPr anchorCtr="0" anchor="t" bIns="0" lIns="0" spcFirstLastPara="1" rIns="91425" wrap="square" tIns="0">
            <a:noAutofit/>
          </a:bodyPr>
          <a:lstStyle/>
          <a:p>
            <a:pPr indent="0" lvl="0" marL="0" rtl="0" algn="l">
              <a:lnSpc>
                <a:spcPct val="115000"/>
              </a:lnSpc>
              <a:spcBef>
                <a:spcPts val="0"/>
              </a:spcBef>
              <a:spcAft>
                <a:spcPts val="0"/>
              </a:spcAft>
              <a:buNone/>
            </a:pPr>
            <a:r>
              <a:rPr lang="en" sz="1500">
                <a:latin typeface="Poppins"/>
                <a:ea typeface="Poppins"/>
                <a:cs typeface="Poppins"/>
                <a:sym typeface="Poppins"/>
              </a:rPr>
              <a:t>1. Review the Field Guidelines Hierarchy to understand what source is best </a:t>
            </a:r>
            <a:endParaRPr sz="1500">
              <a:solidFill>
                <a:srgbClr val="000000"/>
              </a:solidFill>
              <a:latin typeface="Poppins"/>
              <a:ea typeface="Poppins"/>
              <a:cs typeface="Poppins"/>
              <a:sym typeface="Poppins"/>
            </a:endParaRPr>
          </a:p>
          <a:p>
            <a:pPr indent="0" lvl="0" marL="0" rtl="0" algn="l">
              <a:lnSpc>
                <a:spcPct val="115000"/>
              </a:lnSpc>
              <a:spcBef>
                <a:spcPts val="1600"/>
              </a:spcBef>
              <a:spcAft>
                <a:spcPts val="0"/>
              </a:spcAft>
              <a:buNone/>
            </a:pPr>
            <a:r>
              <a:rPr lang="en" sz="1500">
                <a:solidFill>
                  <a:srgbClr val="000000"/>
                </a:solidFill>
                <a:latin typeface="Poppins"/>
                <a:ea typeface="Poppins"/>
                <a:cs typeface="Poppins"/>
                <a:sym typeface="Poppins"/>
              </a:rPr>
              <a:t>2. Learn how to navigate</a:t>
            </a:r>
            <a:r>
              <a:rPr lang="en" sz="1500">
                <a:latin typeface="Poppins"/>
                <a:ea typeface="Poppins"/>
                <a:cs typeface="Poppins"/>
                <a:sym typeface="Poppins"/>
              </a:rPr>
              <a:t> the KB to apply good data in Street 1 &amp; 2 and Postal Code</a:t>
            </a:r>
            <a:endParaRPr sz="1500">
              <a:solidFill>
                <a:srgbClr val="000000"/>
              </a:solidFill>
              <a:latin typeface="Poppins"/>
              <a:ea typeface="Poppins"/>
              <a:cs typeface="Poppins"/>
              <a:sym typeface="Poppins"/>
            </a:endParaRPr>
          </a:p>
          <a:p>
            <a:pPr indent="0" lvl="0" marL="0" rtl="0" algn="l">
              <a:lnSpc>
                <a:spcPct val="115000"/>
              </a:lnSpc>
              <a:spcBef>
                <a:spcPts val="1600"/>
              </a:spcBef>
              <a:spcAft>
                <a:spcPts val="1600"/>
              </a:spcAft>
              <a:buNone/>
            </a:pPr>
            <a:r>
              <a:rPr lang="en" sz="1500">
                <a:latin typeface="Poppins"/>
                <a:ea typeface="Poppins"/>
                <a:cs typeface="Poppins"/>
                <a:sym typeface="Poppins"/>
              </a:rPr>
              <a:t>3. Understand the guidelines for all fields </a:t>
            </a:r>
            <a:endParaRPr sz="1500">
              <a:latin typeface="Poppins"/>
              <a:ea typeface="Poppins"/>
              <a:cs typeface="Poppins"/>
              <a:sym typeface="Poppin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A Theme for Places IAT">
  <a:themeElements>
    <a:clrScheme name="Simple Light">
      <a:dk1>
        <a:srgbClr val="000000"/>
      </a:dk1>
      <a:lt1>
        <a:srgbClr val="FFFFFF"/>
      </a:lt1>
      <a:dk2>
        <a:srgbClr val="595959"/>
      </a:dk2>
      <a:lt2>
        <a:srgbClr val="FAF1ED"/>
      </a:lt2>
      <a:accent1>
        <a:srgbClr val="34E0A1"/>
      </a:accent1>
      <a:accent2>
        <a:srgbClr val="F2B203"/>
      </a:accent2>
      <a:accent3>
        <a:srgbClr val="FF6666"/>
      </a:accent3>
      <a:accent4>
        <a:srgbClr val="663399"/>
      </a:accent4>
      <a:accent5>
        <a:srgbClr val="FFCCCC"/>
      </a:accent5>
      <a:accent6>
        <a:srgbClr val="00AA6C"/>
      </a:accent6>
      <a:hlink>
        <a:srgbClr val="004F3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A Theme for Places IAT">
  <a:themeElements>
    <a:clrScheme name="Simple Light">
      <a:dk1>
        <a:srgbClr val="000000"/>
      </a:dk1>
      <a:lt1>
        <a:srgbClr val="FFFFFF"/>
      </a:lt1>
      <a:dk2>
        <a:srgbClr val="595959"/>
      </a:dk2>
      <a:lt2>
        <a:srgbClr val="FAF1ED"/>
      </a:lt2>
      <a:accent1>
        <a:srgbClr val="34E0A1"/>
      </a:accent1>
      <a:accent2>
        <a:srgbClr val="F2B203"/>
      </a:accent2>
      <a:accent3>
        <a:srgbClr val="FF6666"/>
      </a:accent3>
      <a:accent4>
        <a:srgbClr val="663399"/>
      </a:accent4>
      <a:accent5>
        <a:srgbClr val="FFCCCC"/>
      </a:accent5>
      <a:accent6>
        <a:srgbClr val="00AA6C"/>
      </a:accent6>
      <a:hlink>
        <a:srgbClr val="004F3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TA Theme for Places IAT">
  <a:themeElements>
    <a:clrScheme name="Simple Light">
      <a:dk1>
        <a:srgbClr val="000000"/>
      </a:dk1>
      <a:lt1>
        <a:srgbClr val="FFFFFF"/>
      </a:lt1>
      <a:dk2>
        <a:srgbClr val="595959"/>
      </a:dk2>
      <a:lt2>
        <a:srgbClr val="FAF1ED"/>
      </a:lt2>
      <a:accent1>
        <a:srgbClr val="34E0A1"/>
      </a:accent1>
      <a:accent2>
        <a:srgbClr val="F2B203"/>
      </a:accent2>
      <a:accent3>
        <a:srgbClr val="FF6666"/>
      </a:accent3>
      <a:accent4>
        <a:srgbClr val="663399"/>
      </a:accent4>
      <a:accent5>
        <a:srgbClr val="FFCCCC"/>
      </a:accent5>
      <a:accent6>
        <a:srgbClr val="00AA6C"/>
      </a:accent6>
      <a:hlink>
        <a:srgbClr val="004F3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0EE4AE8D3AC874580C728DBD6C58F20" ma:contentTypeVersion="16" ma:contentTypeDescription="Create a new document." ma:contentTypeScope="" ma:versionID="006169719bc193b9aed0450dc1fb951c">
  <xsd:schema xmlns:xsd="http://www.w3.org/2001/XMLSchema" xmlns:xs="http://www.w3.org/2001/XMLSchema" xmlns:p="http://schemas.microsoft.com/office/2006/metadata/properties" xmlns:ns2="363a3933-3acd-4138-81fd-92928eeda287" xmlns:ns3="55fb9b3e-a026-48a2-bdfc-bbf57372bf68" targetNamespace="http://schemas.microsoft.com/office/2006/metadata/properties" ma:root="true" ma:fieldsID="dad33e39320f44d79dd0383e43ad2fe2" ns2:_="" ns3:_="">
    <xsd:import namespace="363a3933-3acd-4138-81fd-92928eeda287"/>
    <xsd:import namespace="55fb9b3e-a026-48a2-bdfc-bbf57372bf68"/>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SearchProperties" minOccurs="0"/>
                <xsd:element ref="ns3:MediaServiceObjectDetectorVersions" minOccurs="0"/>
                <xsd:element ref="ns3:MediaServiceGenerationTime" minOccurs="0"/>
                <xsd:element ref="ns3:MediaServiceEventHashCode" minOccurs="0"/>
                <xsd:element ref="ns3:MediaServiceDateTaken" minOccurs="0"/>
                <xsd:element ref="ns3:MediaLengthInSeconds" minOccurs="0"/>
                <xsd:element ref="ns3:lcf76f155ced4ddcb4097134ff3c332f" minOccurs="0"/>
                <xsd:element ref="ns2:TaxCatchAll" minOccurs="0"/>
                <xsd:element ref="ns3:MediaServiceOCR" minOccurs="0"/>
                <xsd:element ref="ns3:MediaServiceLocation"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63a3933-3acd-4138-81fd-92928eeda287"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6b6606f3-8e38-4bb2-982d-ae60526f985d}" ma:internalName="TaxCatchAll" ma:showField="CatchAllData" ma:web="363a3933-3acd-4138-81fd-92928eeda28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55fb9b3e-a026-48a2-bdfc-bbf57372bf68"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4d924c95-84b7-4d1c-8a87-b591b54e0cf6"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Location" ma:index="22" nillable="true" ma:displayName="Location" ma:indexed="true" ma:internalName="MediaServiceLocation" ma:readOnly="true">
      <xsd:simpleType>
        <xsd:restriction base="dms:Text"/>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55fb9b3e-a026-48a2-bdfc-bbf57372bf68">
      <Terms xmlns="http://schemas.microsoft.com/office/infopath/2007/PartnerControls"/>
    </lcf76f155ced4ddcb4097134ff3c332f>
    <TaxCatchAll xmlns="363a3933-3acd-4138-81fd-92928eeda287" xsi:nil="true"/>
  </documentManagement>
</p:properties>
</file>

<file path=customXml/itemProps1.xml><?xml version="1.0" encoding="utf-8"?>
<ds:datastoreItem xmlns:ds="http://schemas.openxmlformats.org/officeDocument/2006/customXml" ds:itemID="{806D1E66-9FF2-47C3-A583-F210BCA20BAA}"/>
</file>

<file path=customXml/itemProps2.xml><?xml version="1.0" encoding="utf-8"?>
<ds:datastoreItem xmlns:ds="http://schemas.openxmlformats.org/officeDocument/2006/customXml" ds:itemID="{2F66DF6F-1685-44AA-BD1F-711B3923DB29}"/>
</file>

<file path=customXml/itemProps3.xml><?xml version="1.0" encoding="utf-8"?>
<ds:datastoreItem xmlns:ds="http://schemas.openxmlformats.org/officeDocument/2006/customXml" ds:itemID="{DB025B63-3677-4CD9-9B82-2F3A12E27D9A}"/>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0x01010080EE4AE8D3AC874580C728DBD6C58F20</vt:lpwstr>
  </property>
</Properties>
</file>