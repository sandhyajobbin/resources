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7.xml" ContentType="application/vnd.openxmlformats-officedocument.presentationml.notesSl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18.xml" ContentType="application/vnd.openxmlformats-officedocument.presentationml.notesSlide+xml"/>
  <Override PartName="/ppt/slideLayouts/slideLayout35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authors.xml" ContentType="application/vnd.ms-powerpoint.authors+xml"/>
  <Override PartName="/ppt/comments/modernComment_170_B0E3EB46.xml" ContentType="application/vnd.ms-powerpoint.comment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4" r:id="rId3"/>
    <p:sldMasterId id="2147483687" r:id="rId4"/>
    <p:sldMasterId id="2147483689" r:id="rId5"/>
  </p:sldMasterIdLst>
  <p:notesMasterIdLst>
    <p:notesMasterId r:id="rId54"/>
  </p:notesMasterIdLst>
  <p:sldIdLst>
    <p:sldId id="256" r:id="rId6"/>
    <p:sldId id="423" r:id="rId7"/>
    <p:sldId id="332" r:id="rId8"/>
    <p:sldId id="321" r:id="rId9"/>
    <p:sldId id="366" r:id="rId10"/>
    <p:sldId id="322" r:id="rId11"/>
    <p:sldId id="354" r:id="rId12"/>
    <p:sldId id="335" r:id="rId13"/>
    <p:sldId id="305" r:id="rId14"/>
    <p:sldId id="333" r:id="rId15"/>
    <p:sldId id="367" r:id="rId16"/>
    <p:sldId id="369" r:id="rId17"/>
    <p:sldId id="370" r:id="rId18"/>
    <p:sldId id="425" r:id="rId19"/>
    <p:sldId id="372" r:id="rId20"/>
    <p:sldId id="385" r:id="rId21"/>
    <p:sldId id="374" r:id="rId22"/>
    <p:sldId id="383" r:id="rId23"/>
    <p:sldId id="390" r:id="rId24"/>
    <p:sldId id="258" r:id="rId25"/>
    <p:sldId id="391" r:id="rId26"/>
    <p:sldId id="392" r:id="rId27"/>
    <p:sldId id="393" r:id="rId28"/>
    <p:sldId id="413" r:id="rId29"/>
    <p:sldId id="414" r:id="rId30"/>
    <p:sldId id="384" r:id="rId31"/>
    <p:sldId id="387" r:id="rId32"/>
    <p:sldId id="388" r:id="rId33"/>
    <p:sldId id="389" r:id="rId34"/>
    <p:sldId id="419" r:id="rId35"/>
    <p:sldId id="378" r:id="rId36"/>
    <p:sldId id="379" r:id="rId37"/>
    <p:sldId id="380" r:id="rId38"/>
    <p:sldId id="381" r:id="rId39"/>
    <p:sldId id="382" r:id="rId40"/>
    <p:sldId id="375" r:id="rId41"/>
    <p:sldId id="376" r:id="rId42"/>
    <p:sldId id="368" r:id="rId43"/>
    <p:sldId id="424" r:id="rId44"/>
    <p:sldId id="377" r:id="rId45"/>
    <p:sldId id="362" r:id="rId46"/>
    <p:sldId id="300" r:id="rId47"/>
    <p:sldId id="364" r:id="rId48"/>
    <p:sldId id="363" r:id="rId49"/>
    <p:sldId id="365" r:id="rId50"/>
    <p:sldId id="420" r:id="rId51"/>
    <p:sldId id="421" r:id="rId52"/>
    <p:sldId id="422" r:id="rId53"/>
  </p:sldIdLst>
  <p:sldSz cx="18288000" cy="10287000"/>
  <p:notesSz cx="6858000" cy="9144000"/>
  <p:defaultTextStyle>
    <a:defPPr>
      <a:defRPr lang="en-US"/>
    </a:defPPr>
    <a:lvl1pPr marL="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6858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43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2EB9F7-5DA3-8116-45FB-F3A788FDA335}" name="Blessy S" initials="BS" userId="S::sbless2@sutherlandglobal.com::15b3e473-e26c-4018-a39b-85200c5350c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FF21"/>
    <a:srgbClr val="4F6400"/>
    <a:srgbClr val="3AC6E1"/>
    <a:srgbClr val="F15F47"/>
    <a:srgbClr val="FBA91E"/>
    <a:srgbClr val="002B11"/>
    <a:srgbClr val="FF57E6"/>
    <a:srgbClr val="00C6E5"/>
    <a:srgbClr val="A2CF00"/>
    <a:srgbClr val="5F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964" y="84"/>
      </p:cViewPr>
      <p:guideLst>
        <p:guide orient="horz" pos="324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customXml" Target="../customXml/item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8/10/relationships/authors" Target="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comments/modernComment_170_B0E3EB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76DFF3-1F81-46C4-AF0A-E07E90A1D3C1}" authorId="{A62EB9F7-5DA3-8116-45FB-F3A788FDA335}" created="2026-09-21T08:44:04.678">
    <pc:sldMkLst xmlns:pc="http://schemas.microsoft.com/office/powerpoint/2013/main/command">
      <pc:docMk/>
      <pc:sldMk cId="2967726918" sldId="368"/>
    </pc:sldMkLst>
    <p188:txBody>
      <a:bodyPr/>
      <a:lstStyle/>
      <a:p>
        <a:r>
          <a:rPr lang="en-US"/>
          <a:t>Retain this or the next design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7BB6F-F12F-4C51-A918-B1B34E8AC85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91116-4278-46C9-9DC4-9F609B2E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7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D0D8-8936-B7BE-6A04-065E0868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41363-01DD-253E-759C-589E393A0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927E3-A346-6037-4061-86DEB7A0B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796B9-71F8-5A9B-B62B-649FBCA24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452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0D2C-D7C3-C1DB-D812-FA433FFE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0D353-DD2E-8B36-7342-57BB4186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23B2A-E93A-F5CE-137E-6A4B21DF8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59C86-8F1A-1928-BF08-A98BCC9F8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07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FDD13-2BBA-1DF9-6E95-D013DB5B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A608F-260F-2687-8304-68C3C6AF6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DC086-3D84-CB5D-BB1D-EE9F18ADE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9EAF-EF7A-8B77-619A-E819ACCCF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21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4DD7D-9876-8C35-DF84-86294C82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61FCE-76B0-BDD0-3427-CA00C2EC9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FB8D2-BB8B-DDF3-73AD-4B558C63C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4E70F-CC5B-7600-7522-E75DD33C0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88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F9FF-5F3C-2DCD-9750-273EBF50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D42AA-D1E5-A724-BF0E-7D253B554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D2AF9-451A-5687-6A38-841199C63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DBED-0F27-116C-51EA-1A40587A9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369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Owner Response (Privacy)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Remove any Owner Response (OR) that reveals user information such as real name, phone number, email, or employer if this information is not present in the user's profile.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614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A010-CEB3-6062-7148-3391F722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99509-47DB-6A31-98B5-82672C63B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09E27-2779-F41C-CD7D-194F1E370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F26BC-0CF6-B175-2536-0944F0ACC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28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F84E-2E1B-04D7-88CA-DD12472D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7D6B4-42AB-A071-CFB8-43B6095C8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D4B47-E492-CA5B-F591-582ADC798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45B94-E294-B34E-6646-02C4050F3A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90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4F7E1-F829-8BE4-5F2E-B3DC16C6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A435A-91C0-2272-E8D6-2BAE27A9B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0ECEF-4CD8-550F-843E-7BFD10EE0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082BE-58A2-608E-2F42-1851C5E96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780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C1A7-0E36-B911-ED87-1FE4145C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7B26A-DC59-51A7-5CBF-8B2A14D84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11D8F-B4D9-E5E4-523E-6A8486F8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Trainer notes:</a:t>
            </a:r>
          </a:p>
          <a:p>
            <a:r>
              <a:rPr lang="en-US" b="1" dirty="0"/>
              <a:t>Clean up Tools: </a:t>
            </a:r>
            <a:r>
              <a:rPr lang="en-US" dirty="0"/>
              <a:t>Disable owner attributes in Location Center and registration in the Owner Tool (add ZD Ticket # and explanation in notes for both).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100DE-9FF7-85B5-9A7A-21ADF1F8B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460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448D-18F3-60C8-5F4C-9952D351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8D403-8406-2BE9-08D6-FEC5C2596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B6D48-B542-F394-1801-A2789BD80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Trainer notes:</a:t>
            </a:r>
          </a:p>
          <a:p>
            <a:r>
              <a:rPr lang="en-US" b="1" dirty="0"/>
              <a:t>Clean up Tools: </a:t>
            </a:r>
            <a:r>
              <a:rPr lang="en-US" dirty="0"/>
              <a:t>Disable owner attributes in Location Center and registration in the Owner Tool (add ZD Ticket # and explanation in notes for both).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4987F-322B-C3F5-6E9A-7AEE66245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533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DD9E-D63D-77D6-CD56-48EDCC34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BB796-32F2-6932-9465-89AA1478C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2F3BD-D3D8-8DDB-400C-116C3A219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Trainer notes:</a:t>
            </a:r>
          </a:p>
          <a:p>
            <a:r>
              <a:rPr lang="en-US" b="1" dirty="0"/>
              <a:t>Clean up Tools: </a:t>
            </a:r>
            <a:r>
              <a:rPr lang="en-US" dirty="0"/>
              <a:t>Disable owner attributes in Location Center and registration in the Owner Tool (add ZD Ticket # and explanation in notes for both).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7971B-F331-994C-5E90-1A0CCBCF0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494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9F40-360F-3B58-278A-BFB84987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96142-F81A-D143-957A-771D5D908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EA79E-AD64-2F9F-93CE-7D62FAEA3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93EDD-008C-E1DB-751C-B1399FAA4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291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7561-2170-A54A-2980-60382A95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A4492-ABAB-0138-FEAF-2D44F67E6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47B9B-9FDE-DE64-037E-C13F07DD8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F3A5F-2997-24BD-C393-C8FE091BE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024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9AA8-0505-3DEB-BC52-A29DA475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2452D-DB2E-FD1F-3E80-162E457CA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604FD-D51B-079E-EF6E-2245FE5EF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ACDFB-55F3-5DCF-2B5A-92A5094F6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878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7E33-2D5C-7EA7-9D1D-5691E7DE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99EAA-2B7C-261C-797A-7E62C2752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425AF-C33B-2EE6-8C96-3B89CB809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BBF45-E7C6-52D2-1510-01110570C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80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8F5D-1B85-D79C-8318-5FE68A1E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9D4E3-8A1F-3431-CBC2-B6ADA7ECD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4219C-18AB-2610-2E38-FC9765B4E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2E611-25C9-31C1-92B0-9962F0A94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919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9420-3012-21BC-2627-A3B9960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C6FC6-F14E-A968-6102-85CE45E5C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1C4B2-8115-5772-0138-4CECCDAF4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7D53D-F6C6-136A-4119-1E3F2F323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071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8BC8-3473-5CBB-37AA-5F90DDBF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B5F2B-F74E-BD62-4ECB-0277B2A3E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19AEC-C206-2943-00A6-A6F93C9C7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7D6B7-BB9C-D5CF-A9CF-10487EE55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3098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D4D1-EFF1-CAD0-91B3-F9DBF286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9DFB1-C1E0-EF3C-913B-6E60006BC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3935F-AC7A-7DBC-7885-9390358D7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D2C58-5A0B-AD6B-6B1A-7792BB5B5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6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1204-B1CD-73F7-ED2F-661011E0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21E79-1BA3-B7B9-AFC2-6BB18FD15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1C53C-23D7-9C59-CAED-7C959E6A7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2E279-AA61-5EAD-C15C-50DACCA57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4577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736C-4E71-EE7A-0D87-1698EFC5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A8159-9B3D-6B1E-DDCD-4D98009D2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A539B-3F1D-C6E9-CC8F-B96929C59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4AA2E-2EED-A5C5-1480-CCB8B9CB1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706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97C6-9AFA-F0C4-95D0-0473F1FB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9CA74-8908-9691-2094-0B3AE8CE7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1AF42-43D2-6C8A-D1AD-E3955A589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70F55-4B58-5F75-DD2F-55A09BC7C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0978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371E-4DEB-DBBA-DA38-A6B0E21D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45762-FB49-2470-9A4B-535DDA07F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07D53-44F2-BC01-4FAF-11E16DB75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03BED-BFDF-FB85-408D-1BA2891CC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120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C69D-28DA-5E16-886D-41CCCE08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9D9F2-A55D-11D2-10FF-B624F9455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2FAAE-4CE6-3208-77D2-E8F3EEC57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FD8E0-28CC-BCA5-0545-EF943BC5C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3707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69FB-0E18-001F-6263-A878158D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F98F8-A17E-99D2-FDED-C685D1959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A0269-2D78-36D6-2A26-E8D40063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99A0F-76B3-9F34-9213-AF0E97CC5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251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E984-5AD6-0A2B-0F89-153443E8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D81A8-9A85-6653-4C4D-0123F80F9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4129-BC77-11D7-75DE-1443172B2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0EF59-1B5E-BF26-C4BB-8AED2137D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25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3195638"/>
            <a:ext cx="11658600" cy="22050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5829300"/>
            <a:ext cx="96012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69" y="6610351"/>
            <a:ext cx="11658600" cy="2043113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69" y="4360070"/>
            <a:ext cx="11658600" cy="2250281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400301"/>
            <a:ext cx="6057900" cy="678894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72300" y="2400301"/>
            <a:ext cx="6057900" cy="678894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302670"/>
            <a:ext cx="6060282" cy="95964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262313"/>
            <a:ext cx="6060282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302670"/>
            <a:ext cx="6062663" cy="95964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3262313"/>
            <a:ext cx="6062663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09575"/>
            <a:ext cx="4512470" cy="1743075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409576"/>
            <a:ext cx="7667625" cy="877967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152651"/>
            <a:ext cx="4512470" cy="7036595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7200900"/>
            <a:ext cx="8229600" cy="850107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919163"/>
            <a:ext cx="8229600" cy="6172200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8051007"/>
            <a:ext cx="8229600" cy="1207293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4100" y="411958"/>
            <a:ext cx="3086100" cy="8777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11958"/>
            <a:ext cx="90297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1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7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90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8"/>
            <a:ext cx="15544800" cy="3000374"/>
          </a:xfrm>
        </p:spPr>
        <p:txBody>
          <a:bodyPr anchor="b"/>
          <a:lstStyle>
            <a:lvl1pPr marL="0" indent="0">
              <a:buNone/>
              <a:defRPr sz="4001">
                <a:solidFill>
                  <a:schemeClr val="tx1">
                    <a:tint val="75000"/>
                  </a:schemeClr>
                </a:solidFill>
              </a:defRPr>
            </a:lvl1pPr>
            <a:lvl2pPr marL="914445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9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337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4pPr>
            <a:lvl5pPr marL="3657783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5pPr>
            <a:lvl6pPr marL="4572228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6pPr>
            <a:lvl7pPr marL="5486675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7pPr>
            <a:lvl8pPr marL="6401120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8pPr>
            <a:lvl9pPr marL="7315566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58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2"/>
            <a:ext cx="8077200" cy="9051926"/>
          </a:xfrm>
        </p:spPr>
        <p:txBody>
          <a:bodyPr/>
          <a:lstStyle>
            <a:lvl1pPr>
              <a:defRPr sz="5601"/>
            </a:lvl1pPr>
            <a:lvl2pPr>
              <a:defRPr sz="4800"/>
            </a:lvl2pPr>
            <a:lvl3pPr>
              <a:defRPr sz="4001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2"/>
            <a:ext cx="8077200" cy="9051926"/>
          </a:xfrm>
        </p:spPr>
        <p:txBody>
          <a:bodyPr/>
          <a:lstStyle>
            <a:lvl1pPr>
              <a:defRPr sz="5601"/>
            </a:lvl1pPr>
            <a:lvl2pPr>
              <a:defRPr sz="4800"/>
            </a:lvl2pPr>
            <a:lvl3pPr>
              <a:defRPr sz="4001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42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45" indent="0">
              <a:buNone/>
              <a:defRPr sz="4001" b="1"/>
            </a:lvl2pPr>
            <a:lvl3pPr marL="1828892" indent="0">
              <a:buNone/>
              <a:defRPr sz="3600" b="1"/>
            </a:lvl3pPr>
            <a:lvl4pPr marL="2743337" indent="0">
              <a:buNone/>
              <a:defRPr sz="3200" b="1"/>
            </a:lvl4pPr>
            <a:lvl5pPr marL="3657783" indent="0">
              <a:buNone/>
              <a:defRPr sz="3200" b="1"/>
            </a:lvl5pPr>
            <a:lvl6pPr marL="4572228" indent="0">
              <a:buNone/>
              <a:defRPr sz="3200" b="1"/>
            </a:lvl6pPr>
            <a:lvl7pPr marL="5486675" indent="0">
              <a:buNone/>
              <a:defRPr sz="3200" b="1"/>
            </a:lvl7pPr>
            <a:lvl8pPr marL="6401120" indent="0">
              <a:buNone/>
              <a:defRPr sz="3200" b="1"/>
            </a:lvl8pPr>
            <a:lvl9pPr marL="7315566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1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1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45" indent="0">
              <a:buNone/>
              <a:defRPr sz="4001" b="1"/>
            </a:lvl2pPr>
            <a:lvl3pPr marL="1828892" indent="0">
              <a:buNone/>
              <a:defRPr sz="3600" b="1"/>
            </a:lvl3pPr>
            <a:lvl4pPr marL="2743337" indent="0">
              <a:buNone/>
              <a:defRPr sz="3200" b="1"/>
            </a:lvl4pPr>
            <a:lvl5pPr marL="3657783" indent="0">
              <a:buNone/>
              <a:defRPr sz="3200" b="1"/>
            </a:lvl5pPr>
            <a:lvl6pPr marL="4572228" indent="0">
              <a:buNone/>
              <a:defRPr sz="3200" b="1"/>
            </a:lvl6pPr>
            <a:lvl7pPr marL="5486675" indent="0">
              <a:buNone/>
              <a:defRPr sz="3200" b="1"/>
            </a:lvl7pPr>
            <a:lvl8pPr marL="6401120" indent="0">
              <a:buNone/>
              <a:defRPr sz="3200" b="1"/>
            </a:lvl8pPr>
            <a:lvl9pPr marL="7315566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1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93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69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25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2" y="546101"/>
            <a:ext cx="6016626" cy="2324100"/>
          </a:xfrm>
        </p:spPr>
        <p:txBody>
          <a:bodyPr anchor="b"/>
          <a:lstStyle>
            <a:lvl1pPr algn="l">
              <a:defRPr sz="40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1" cy="11706227"/>
          </a:xfrm>
        </p:spPr>
        <p:txBody>
          <a:bodyPr/>
          <a:lstStyle>
            <a:lvl1pPr>
              <a:defRPr sz="6401"/>
            </a:lvl1pPr>
            <a:lvl2pPr>
              <a:defRPr sz="5601"/>
            </a:lvl2pPr>
            <a:lvl3pPr>
              <a:defRPr sz="4800"/>
            </a:lvl3pPr>
            <a:lvl4pPr>
              <a:defRPr sz="4001"/>
            </a:lvl4pPr>
            <a:lvl5pPr>
              <a:defRPr sz="4001"/>
            </a:lvl5pPr>
            <a:lvl6pPr>
              <a:defRPr sz="4001"/>
            </a:lvl6pPr>
            <a:lvl7pPr>
              <a:defRPr sz="4001"/>
            </a:lvl7pPr>
            <a:lvl8pPr>
              <a:defRPr sz="4001"/>
            </a:lvl8pPr>
            <a:lvl9pPr>
              <a:defRPr sz="4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2" y="2870201"/>
            <a:ext cx="6016626" cy="9382127"/>
          </a:xfrm>
        </p:spPr>
        <p:txBody>
          <a:bodyPr/>
          <a:lstStyle>
            <a:lvl1pPr marL="0" indent="0">
              <a:buNone/>
              <a:defRPr sz="2801"/>
            </a:lvl1pPr>
            <a:lvl2pPr marL="914445" indent="0">
              <a:buNone/>
              <a:defRPr sz="2400"/>
            </a:lvl2pPr>
            <a:lvl3pPr marL="1828892" indent="0">
              <a:buNone/>
              <a:defRPr sz="2000"/>
            </a:lvl3pPr>
            <a:lvl4pPr marL="2743337" indent="0">
              <a:buNone/>
              <a:defRPr sz="1800"/>
            </a:lvl4pPr>
            <a:lvl5pPr marL="3657783" indent="0">
              <a:buNone/>
              <a:defRPr sz="1800"/>
            </a:lvl5pPr>
            <a:lvl6pPr marL="4572228" indent="0">
              <a:buNone/>
              <a:defRPr sz="1800"/>
            </a:lvl6pPr>
            <a:lvl7pPr marL="5486675" indent="0">
              <a:buNone/>
              <a:defRPr sz="1800"/>
            </a:lvl7pPr>
            <a:lvl8pPr marL="6401120" indent="0">
              <a:buNone/>
              <a:defRPr sz="1800"/>
            </a:lvl8pPr>
            <a:lvl9pPr marL="7315566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700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1"/>
            <a:ext cx="10972800" cy="1133477"/>
          </a:xfrm>
        </p:spPr>
        <p:txBody>
          <a:bodyPr anchor="b"/>
          <a:lstStyle>
            <a:lvl1pPr algn="l">
              <a:defRPr sz="40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49"/>
            <a:ext cx="10972800" cy="8229600"/>
          </a:xfrm>
        </p:spPr>
        <p:txBody>
          <a:bodyPr/>
          <a:lstStyle>
            <a:lvl1pPr marL="0" indent="0">
              <a:buNone/>
              <a:defRPr sz="6401"/>
            </a:lvl1pPr>
            <a:lvl2pPr marL="914445" indent="0">
              <a:buNone/>
              <a:defRPr sz="5601"/>
            </a:lvl2pPr>
            <a:lvl3pPr marL="1828892" indent="0">
              <a:buNone/>
              <a:defRPr sz="4800"/>
            </a:lvl3pPr>
            <a:lvl4pPr marL="2743337" indent="0">
              <a:buNone/>
              <a:defRPr sz="4001"/>
            </a:lvl4pPr>
            <a:lvl5pPr marL="3657783" indent="0">
              <a:buNone/>
              <a:defRPr sz="4001"/>
            </a:lvl5pPr>
            <a:lvl6pPr marL="4572228" indent="0">
              <a:buNone/>
              <a:defRPr sz="4001"/>
            </a:lvl6pPr>
            <a:lvl7pPr marL="5486675" indent="0">
              <a:buNone/>
              <a:defRPr sz="4001"/>
            </a:lvl7pPr>
            <a:lvl8pPr marL="6401120" indent="0">
              <a:buNone/>
              <a:defRPr sz="4001"/>
            </a:lvl8pPr>
            <a:lvl9pPr marL="7315566" indent="0">
              <a:buNone/>
              <a:defRPr sz="400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7"/>
            <a:ext cx="10972800" cy="1609724"/>
          </a:xfrm>
        </p:spPr>
        <p:txBody>
          <a:bodyPr/>
          <a:lstStyle>
            <a:lvl1pPr marL="0" indent="0">
              <a:buNone/>
              <a:defRPr sz="2801"/>
            </a:lvl1pPr>
            <a:lvl2pPr marL="914445" indent="0">
              <a:buNone/>
              <a:defRPr sz="2400"/>
            </a:lvl2pPr>
            <a:lvl3pPr marL="1828892" indent="0">
              <a:buNone/>
              <a:defRPr sz="2000"/>
            </a:lvl3pPr>
            <a:lvl4pPr marL="2743337" indent="0">
              <a:buNone/>
              <a:defRPr sz="1800"/>
            </a:lvl4pPr>
            <a:lvl5pPr marL="3657783" indent="0">
              <a:buNone/>
              <a:defRPr sz="1800"/>
            </a:lvl5pPr>
            <a:lvl6pPr marL="4572228" indent="0">
              <a:buNone/>
              <a:defRPr sz="1800"/>
            </a:lvl6pPr>
            <a:lvl7pPr marL="5486675" indent="0">
              <a:buNone/>
              <a:defRPr sz="1800"/>
            </a:lvl7pPr>
            <a:lvl8pPr marL="6401120" indent="0">
              <a:buNone/>
              <a:defRPr sz="1800"/>
            </a:lvl8pPr>
            <a:lvl9pPr marL="7315566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23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4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8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8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20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5977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96352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96185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824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35306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122130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546979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9701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6341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989968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47543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0725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866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127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363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43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2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47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751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641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8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57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402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9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00301"/>
            <a:ext cx="12344400" cy="6788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9534526"/>
            <a:ext cx="32004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6300" y="9534526"/>
            <a:ext cx="43434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9534526"/>
            <a:ext cx="32004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6858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buFont typeface="Arial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ct val="20000"/>
        </a:spcBef>
        <a:buFont typeface="Arial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buFont typeface="Arial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2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2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2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2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6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45" rtl="0" eaLnBrk="1" latinLnBrk="0" hangingPunct="1">
        <a:spcBef>
          <a:spcPct val="0"/>
        </a:spcBef>
        <a:buNone/>
        <a:defRPr sz="88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35" indent="-685835" algn="l" defTabSz="914445" rtl="0" eaLnBrk="1" latinLnBrk="0" hangingPunct="1">
        <a:spcBef>
          <a:spcPct val="20000"/>
        </a:spcBef>
        <a:buFont typeface="Arial"/>
        <a:buChar char="•"/>
        <a:defRPr sz="6401" kern="1200">
          <a:solidFill>
            <a:schemeClr val="tx1"/>
          </a:solidFill>
          <a:latin typeface="+mn-lt"/>
          <a:ea typeface="+mn-ea"/>
          <a:cs typeface="+mn-cs"/>
        </a:defRPr>
      </a:lvl1pPr>
      <a:lvl2pPr marL="1485975" indent="-571529" algn="l" defTabSz="914445" rtl="0" eaLnBrk="1" latinLnBrk="0" hangingPunct="1">
        <a:spcBef>
          <a:spcPct val="20000"/>
        </a:spcBef>
        <a:buFont typeface="Arial"/>
        <a:buChar char="–"/>
        <a:defRPr sz="5601" kern="1200">
          <a:solidFill>
            <a:schemeClr val="tx1"/>
          </a:solidFill>
          <a:latin typeface="+mn-lt"/>
          <a:ea typeface="+mn-ea"/>
          <a:cs typeface="+mn-cs"/>
        </a:defRPr>
      </a:lvl2pPr>
      <a:lvl3pPr marL="2286114" indent="-457223" algn="l" defTabSz="914445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561" indent="-457223" algn="l" defTabSz="914445" rtl="0" eaLnBrk="1" latinLnBrk="0" hangingPunct="1">
        <a:spcBef>
          <a:spcPct val="20000"/>
        </a:spcBef>
        <a:buFont typeface="Arial"/>
        <a:buChar char="–"/>
        <a:defRPr sz="4001" kern="1200">
          <a:solidFill>
            <a:schemeClr val="tx1"/>
          </a:solidFill>
          <a:latin typeface="+mn-lt"/>
          <a:ea typeface="+mn-ea"/>
          <a:cs typeface="+mn-cs"/>
        </a:defRPr>
      </a:lvl4pPr>
      <a:lvl5pPr marL="4115006" indent="-457223" algn="l" defTabSz="914445" rtl="0" eaLnBrk="1" latinLnBrk="0" hangingPunct="1">
        <a:spcBef>
          <a:spcPct val="20000"/>
        </a:spcBef>
        <a:buFont typeface="Arial"/>
        <a:buChar char="»"/>
        <a:defRPr sz="4001" kern="1200">
          <a:solidFill>
            <a:schemeClr val="tx1"/>
          </a:solidFill>
          <a:latin typeface="+mn-lt"/>
          <a:ea typeface="+mn-ea"/>
          <a:cs typeface="+mn-cs"/>
        </a:defRPr>
      </a:lvl5pPr>
      <a:lvl6pPr marL="5029452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897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7pPr>
      <a:lvl8pPr marL="6858344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789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45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92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337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783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228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675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1120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566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48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sldNum="0" hdr="0" ftr="0" dt="0"/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7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7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Relationship Id="rId9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8.sv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2" Type="http://schemas.openxmlformats.org/officeDocument/2006/relationships/image" Target="../media/image65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4" Type="http://schemas.openxmlformats.org/officeDocument/2006/relationships/image" Target="../media/image67.svg"/><Relationship Id="rId9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sv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78.png"/><Relationship Id="rId4" Type="http://schemas.openxmlformats.org/officeDocument/2006/relationships/image" Target="../media/image7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7" Type="http://schemas.openxmlformats.org/officeDocument/2006/relationships/image" Target="../media/image84.png"/><Relationship Id="rId2" Type="http://schemas.openxmlformats.org/officeDocument/2006/relationships/image" Target="../media/image79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3.svg"/><Relationship Id="rId5" Type="http://schemas.openxmlformats.org/officeDocument/2006/relationships/image" Target="../media/image82.svg"/><Relationship Id="rId4" Type="http://schemas.openxmlformats.org/officeDocument/2006/relationships/image" Target="../media/image8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8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87.svg"/><Relationship Id="rId5" Type="http://schemas.openxmlformats.org/officeDocument/2006/relationships/image" Target="../media/image86.svg"/><Relationship Id="rId4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1.svg"/><Relationship Id="rId5" Type="http://schemas.openxmlformats.org/officeDocument/2006/relationships/image" Target="../media/image90.svg"/><Relationship Id="rId4" Type="http://schemas.openxmlformats.org/officeDocument/2006/relationships/image" Target="../media/image89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38.sv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3.svg"/><Relationship Id="rId5" Type="http://schemas.microsoft.com/office/2007/relationships/hdphoto" Target="../media/hdphoto2.wdp"/><Relationship Id="rId4" Type="http://schemas.openxmlformats.org/officeDocument/2006/relationships/image" Target="../media/image92.png"/><Relationship Id="rId9" Type="http://schemas.openxmlformats.org/officeDocument/2006/relationships/image" Target="../media/image9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7.png"/><Relationship Id="rId5" Type="http://schemas.openxmlformats.org/officeDocument/2006/relationships/image" Target="../media/image96.svg"/><Relationship Id="rId4" Type="http://schemas.openxmlformats.org/officeDocument/2006/relationships/image" Target="../media/image9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5.png"/><Relationship Id="rId4" Type="http://schemas.openxmlformats.org/officeDocument/2006/relationships/image" Target="../media/image9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83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2.sv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svg"/><Relationship Id="rId5" Type="http://schemas.openxmlformats.org/officeDocument/2006/relationships/image" Target="../media/image106.svg"/><Relationship Id="rId4" Type="http://schemas.openxmlformats.org/officeDocument/2006/relationships/image" Target="../media/image10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110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2.svg"/><Relationship Id="rId4" Type="http://schemas.openxmlformats.org/officeDocument/2006/relationships/image" Target="../media/image1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4.svg"/><Relationship Id="rId5" Type="http://schemas.openxmlformats.org/officeDocument/2006/relationships/image" Target="../media/image114.svg"/><Relationship Id="rId4" Type="http://schemas.openxmlformats.org/officeDocument/2006/relationships/image" Target="../media/image113.sv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0_B0E3EB46.xml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7.sv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20.svg"/><Relationship Id="rId5" Type="http://schemas.openxmlformats.org/officeDocument/2006/relationships/image" Target="../media/image119.svg"/><Relationship Id="rId4" Type="http://schemas.openxmlformats.org/officeDocument/2006/relationships/image" Target="../media/image118.svg"/><Relationship Id="rId9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714375"/>
            <a:ext cx="16573500" cy="8715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481" y="3030512"/>
            <a:ext cx="3729038" cy="6143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8470" y="3930625"/>
            <a:ext cx="8491061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sz="5850" b="1" dirty="0">
                <a:solidFill>
                  <a:srgbClr val="1E293B"/>
                </a:solidFill>
                <a:latin typeface="Poppins"/>
              </a:rPr>
              <a:t>User Review Disputes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1813" y="5107781"/>
            <a:ext cx="12144375" cy="1047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41"/>
              </a:lnSpc>
            </a:pPr>
            <a:r>
              <a:rPr sz="2925" dirty="0">
                <a:solidFill>
                  <a:srgbClr val="4338CA"/>
                </a:solidFill>
                <a:latin typeface="Poppins Medium"/>
              </a:rPr>
              <a:t>Standard Operating Procedures &amp; Guidelines for Handling Member Review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9644063"/>
            <a:ext cx="3429000" cy="259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88">
                <a:solidFill>
                  <a:srgbClr val="64748B"/>
                </a:solidFill>
                <a:latin typeface="Poppins Medium"/>
              </a:rPr>
              <a:t>Tripadvisor/ Review Disputes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ACFFE-1280-0441-B250-B2843CF4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53830-E496-3518-8AA7-764D6D52C982}"/>
              </a:ext>
            </a:extLst>
          </p:cNvPr>
          <p:cNvSpPr txBox="1"/>
          <p:nvPr/>
        </p:nvSpPr>
        <p:spPr>
          <a:xfrm>
            <a:off x="961634" y="983355"/>
            <a:ext cx="16200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lack"/>
                <a:ea typeface="+mn-ea"/>
                <a:cs typeface="+mn-cs"/>
              </a:rPr>
              <a:t>Agenda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01538F-783E-E0B9-E017-98AC2416F304}"/>
              </a:ext>
            </a:extLst>
          </p:cNvPr>
          <p:cNvSpPr/>
          <p:nvPr/>
        </p:nvSpPr>
        <p:spPr>
          <a:xfrm>
            <a:off x="988848" y="2225301"/>
            <a:ext cx="16200000" cy="1015663"/>
          </a:xfrm>
          <a:prstGeom prst="roundRect">
            <a:avLst/>
          </a:prstGeom>
          <a:solidFill>
            <a:srgbClr val="CFF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21453-3ECB-41F2-B025-90D25E8C8176}"/>
              </a:ext>
            </a:extLst>
          </p:cNvPr>
          <p:cNvSpPr txBox="1"/>
          <p:nvPr/>
        </p:nvSpPr>
        <p:spPr>
          <a:xfrm>
            <a:off x="1527716" y="2225301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Review Reports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7069DC-382F-E447-1C39-3D871746B600}"/>
              </a:ext>
            </a:extLst>
          </p:cNvPr>
          <p:cNvSpPr/>
          <p:nvPr/>
        </p:nvSpPr>
        <p:spPr>
          <a:xfrm>
            <a:off x="961368" y="3656871"/>
            <a:ext cx="16200000" cy="1015663"/>
          </a:xfrm>
          <a:prstGeom prst="roundRect">
            <a:avLst/>
          </a:prstGeom>
          <a:solidFill>
            <a:srgbClr val="FF8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DB3A6B-E2AD-D37F-4B78-DEA3A4F8591D}"/>
              </a:ext>
            </a:extLst>
          </p:cNvPr>
          <p:cNvSpPr/>
          <p:nvPr/>
        </p:nvSpPr>
        <p:spPr>
          <a:xfrm>
            <a:off x="977697" y="6453729"/>
            <a:ext cx="16200000" cy="1015663"/>
          </a:xfrm>
          <a:prstGeom prst="roundRect">
            <a:avLst/>
          </a:prstGeom>
          <a:solidFill>
            <a:srgbClr val="9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4C0A-A0B9-E2B5-E547-D3F03D9A5319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73F27-2B15-90B4-86AB-0DC7F5F51FFD}"/>
              </a:ext>
            </a:extLst>
          </p:cNvPr>
          <p:cNvSpPr txBox="1"/>
          <p:nvPr/>
        </p:nvSpPr>
        <p:spPr>
          <a:xfrm>
            <a:off x="1527716" y="2783938"/>
            <a:ext cx="1509477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Let’s investigate reported content violations and managing photo or privacy disputes!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C9069-959D-A9A8-202C-1715ABF06EF1}"/>
              </a:ext>
            </a:extLst>
          </p:cNvPr>
          <p:cNvSpPr txBox="1"/>
          <p:nvPr/>
        </p:nvSpPr>
        <p:spPr>
          <a:xfrm>
            <a:off x="1496519" y="3625971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Received Fraud Letter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569710-A773-69AF-BC75-520CBEC0EACA}"/>
              </a:ext>
            </a:extLst>
          </p:cNvPr>
          <p:cNvSpPr txBox="1"/>
          <p:nvPr/>
        </p:nvSpPr>
        <p:spPr>
          <a:xfrm>
            <a:off x="1496519" y="4184608"/>
            <a:ext cx="1568117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Let’s learn how to handle different scenarios when user received Notification of Fraud!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C66BD-917B-C157-4A37-F0BB5515C9C7}"/>
              </a:ext>
            </a:extLst>
          </p:cNvPr>
          <p:cNvSpPr txBox="1"/>
          <p:nvPr/>
        </p:nvSpPr>
        <p:spPr>
          <a:xfrm>
            <a:off x="1527716" y="6425479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Merge Multiple Accounts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CE1503-5222-5EA2-AFBC-94176A4F0256}"/>
              </a:ext>
            </a:extLst>
          </p:cNvPr>
          <p:cNvSpPr txBox="1"/>
          <p:nvPr/>
        </p:nvSpPr>
        <p:spPr>
          <a:xfrm>
            <a:off x="1527716" y="6984116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Step-by-step workflow to handle merge request from the users!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BE4AF66-376E-24A5-A6B5-3D4D099382EF}"/>
              </a:ext>
            </a:extLst>
          </p:cNvPr>
          <p:cNvSpPr/>
          <p:nvPr/>
        </p:nvSpPr>
        <p:spPr>
          <a:xfrm>
            <a:off x="999734" y="5043018"/>
            <a:ext cx="16200000" cy="1015663"/>
          </a:xfrm>
          <a:prstGeom prst="roundRect">
            <a:avLst/>
          </a:prstGeom>
          <a:solidFill>
            <a:srgbClr val="23E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BD9917-C19C-1B00-4336-CBAD6CBBD580}"/>
              </a:ext>
            </a:extLst>
          </p:cNvPr>
          <p:cNvSpPr txBox="1"/>
          <p:nvPr/>
        </p:nvSpPr>
        <p:spPr>
          <a:xfrm>
            <a:off x="1534885" y="5012118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defRPr sz="28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Status of Their 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BD89A2-C699-3B49-5F9A-B3F33231BF7B}"/>
              </a:ext>
            </a:extLst>
          </p:cNvPr>
          <p:cNvSpPr txBox="1"/>
          <p:nvPr/>
        </p:nvSpPr>
        <p:spPr>
          <a:xfrm>
            <a:off x="1534885" y="5570755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Six-step verification process to check review status and special cases!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80C9E0A-AADC-0272-8EFD-5C48C69D0F31}"/>
              </a:ext>
            </a:extLst>
          </p:cNvPr>
          <p:cNvSpPr/>
          <p:nvPr/>
        </p:nvSpPr>
        <p:spPr>
          <a:xfrm>
            <a:off x="977697" y="7873577"/>
            <a:ext cx="16200000" cy="1015663"/>
          </a:xfrm>
          <a:prstGeom prst="roundRect">
            <a:avLst/>
          </a:prstGeom>
          <a:solidFill>
            <a:srgbClr val="E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16F4-A497-788D-AE0C-73D82B4A6E83}"/>
              </a:ext>
            </a:extLst>
          </p:cNvPr>
          <p:cNvSpPr txBox="1"/>
          <p:nvPr/>
        </p:nvSpPr>
        <p:spPr>
          <a:xfrm>
            <a:off x="1527716" y="7851692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Self-Removals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3BC360-A47F-D40F-823B-D28A9026F241}"/>
              </a:ext>
            </a:extLst>
          </p:cNvPr>
          <p:cNvSpPr txBox="1"/>
          <p:nvPr/>
        </p:nvSpPr>
        <p:spPr>
          <a:xfrm>
            <a:off x="1527716" y="8410329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Processing automated alerts triggered by fraud alerts and best practices to handle them!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80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2CAEF-AB96-91C2-8075-99EE2E31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0C987CE-946D-C30A-5777-9882A80A4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B22C2110-94AE-59B9-CB3D-E32EF3A8F670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5215F4A-8514-9DCA-9672-AF01F1A12E97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AB800A-3DF2-D222-E91D-8667D0D28093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B3A8175-27A6-7563-D58D-36AC5C29E575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2E6961E-690B-996C-315B-8492CF20BBE8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E4E7FB-2529-0541-8812-AF4299BB931E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FAD0CF6-E729-5D8D-6386-0BD730631483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DF88D0C-EC67-BDCF-C8AB-FAA60F8BAA46}"/>
              </a:ext>
            </a:extLst>
          </p:cNvPr>
          <p:cNvSpPr txBox="1"/>
          <p:nvPr/>
        </p:nvSpPr>
        <p:spPr>
          <a:xfrm>
            <a:off x="478385" y="8719968"/>
            <a:ext cx="1733123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01.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Review Reports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D0912C-5341-493A-7178-51E36A054D28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A8285A3-F15D-86E3-901F-07F2F7442781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670B03B-927B-F542-DEA7-7C79099C62EB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E49615ED-22ED-FC89-BB04-EC861AA76B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06A9F5B-B360-DB1B-B73A-DA9689556A7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4ED91C7-9E21-68D6-7CDA-E4B021BE5535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94B24942-27DA-5BC5-FDB2-B4FB398228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132111F-1F63-808E-68CE-6CDF01BCD89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6D0DAC6-59A4-BA3C-D06C-E269E6C6EBAE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F9D5ACA-10B2-DAA8-AD5A-DDAEE1B47B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F5C02DD-AA84-690F-DDEC-5BFADED646C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22ED8D2D-F56A-60C1-D417-20E7D2D3CD34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D8B7E3D8-3F33-95D6-E70F-C779EA69CBC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3B231E43-28D8-507C-F462-DB222081275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8FADC71-B61C-A247-89D1-607625430C7F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C4D4A55-048D-BD7F-4DB3-942E0BC0702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E8110E5-9B21-725C-479B-28CE8205247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444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2956B-C623-4075-6151-D3FBA0C0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09223C8-7EC6-A9F8-D8A6-C5B60E306EE7}"/>
              </a:ext>
            </a:extLst>
          </p:cNvPr>
          <p:cNvSpPr/>
          <p:nvPr/>
        </p:nvSpPr>
        <p:spPr>
          <a:xfrm>
            <a:off x="1013204" y="1309573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343"/>
              </a:lnSpc>
            </a:pPr>
            <a:r>
              <a:rPr lang="en-US" sz="54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Reports &amp; General Allegations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BC7E172-48E1-B6A0-F8B5-E43BCC0F184D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69"/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User reports &amp; general allegations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6AA791-98F1-C547-630E-4C28371F81EE}"/>
              </a:ext>
            </a:extLst>
          </p:cNvPr>
          <p:cNvSpPr/>
          <p:nvPr/>
        </p:nvSpPr>
        <p:spPr>
          <a:xfrm>
            <a:off x="931033" y="2855123"/>
            <a:ext cx="9584567" cy="1532320"/>
          </a:xfrm>
          <a:prstGeom prst="roundRect">
            <a:avLst/>
          </a:prstGeom>
          <a:ln w="38100">
            <a:solidFill>
              <a:srgbClr val="59A7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45"/>
            <a:endParaRPr 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82C75AC-F591-48A3-7264-84835270CE6F}"/>
              </a:ext>
            </a:extLst>
          </p:cNvPr>
          <p:cNvSpPr/>
          <p:nvPr/>
        </p:nvSpPr>
        <p:spPr>
          <a:xfrm>
            <a:off x="1230530" y="3168972"/>
            <a:ext cx="902411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13716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Users can report inappropriate content or potential guideline violations via on-site voting or by emailing </a:t>
            </a:r>
            <a:r>
              <a:rPr lang="en-US" sz="2200" u="sng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contentintegrity@tripadvisor.com</a:t>
            </a: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98AB62-8CA6-F104-D89F-99A8605C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050" t="9331" r="1597" b="19076"/>
          <a:stretch>
            <a:fillRect/>
          </a:stretch>
        </p:blipFill>
        <p:spPr>
          <a:xfrm>
            <a:off x="10815097" y="2855123"/>
            <a:ext cx="7004592" cy="50691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2" name="Group 5">
            <a:extLst>
              <a:ext uri="{FF2B5EF4-FFF2-40B4-BE49-F238E27FC236}">
                <a16:creationId xmlns:a16="http://schemas.microsoft.com/office/drawing/2014/main" id="{C72AE76F-52EA-E72B-34B6-213191F4FBE7}"/>
              </a:ext>
            </a:extLst>
          </p:cNvPr>
          <p:cNvGrpSpPr/>
          <p:nvPr/>
        </p:nvGrpSpPr>
        <p:grpSpPr>
          <a:xfrm>
            <a:off x="1197156" y="5360750"/>
            <a:ext cx="8922173" cy="2259860"/>
            <a:chOff x="0" y="-47625"/>
            <a:chExt cx="1866748" cy="1066483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F28973C1-C2D4-66E6-43FF-C0A0583E334D}"/>
                </a:ext>
              </a:extLst>
            </p:cNvPr>
            <p:cNvSpPr/>
            <p:nvPr/>
          </p:nvSpPr>
          <p:spPr>
            <a:xfrm>
              <a:off x="0" y="0"/>
              <a:ext cx="1760156" cy="1018858"/>
            </a:xfrm>
            <a:custGeom>
              <a:avLst/>
              <a:gdLst/>
              <a:ahLst/>
              <a:cxnLst/>
              <a:rect l="l" t="t" r="r" b="b"/>
              <a:pathLst>
                <a:path w="1866748" h="1018858">
                  <a:moveTo>
                    <a:pt x="55707" y="0"/>
                  </a:moveTo>
                  <a:lnTo>
                    <a:pt x="1811042" y="0"/>
                  </a:lnTo>
                  <a:cubicBezTo>
                    <a:pt x="1825816" y="0"/>
                    <a:pt x="1839985" y="5869"/>
                    <a:pt x="1850432" y="16316"/>
                  </a:cubicBezTo>
                  <a:cubicBezTo>
                    <a:pt x="1860879" y="26763"/>
                    <a:pt x="1866748" y="40932"/>
                    <a:pt x="1866748" y="55707"/>
                  </a:cubicBezTo>
                  <a:lnTo>
                    <a:pt x="1866748" y="963152"/>
                  </a:lnTo>
                  <a:cubicBezTo>
                    <a:pt x="1866748" y="993918"/>
                    <a:pt x="1841808" y="1018858"/>
                    <a:pt x="1811042" y="1018858"/>
                  </a:cubicBezTo>
                  <a:lnTo>
                    <a:pt x="55707" y="1018858"/>
                  </a:lnTo>
                  <a:cubicBezTo>
                    <a:pt x="24941" y="1018858"/>
                    <a:pt x="0" y="993918"/>
                    <a:pt x="0" y="963152"/>
                  </a:cubicBezTo>
                  <a:lnTo>
                    <a:pt x="0" y="55707"/>
                  </a:lnTo>
                  <a:cubicBezTo>
                    <a:pt x="0" y="24941"/>
                    <a:pt x="24941" y="0"/>
                    <a:pt x="55707" y="0"/>
                  </a:cubicBezTo>
                  <a:close/>
                </a:path>
              </a:pathLst>
            </a:custGeom>
            <a:solidFill>
              <a:srgbClr val="FFDE59">
                <a:alpha val="61569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B92120D6-E988-15D1-BD7E-BD6BC44CBF21}"/>
                </a:ext>
              </a:extLst>
            </p:cNvPr>
            <p:cNvSpPr txBox="1"/>
            <p:nvPr/>
          </p:nvSpPr>
          <p:spPr>
            <a:xfrm>
              <a:off x="0" y="-47625"/>
              <a:ext cx="1866748" cy="10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AD5A2929-5D02-C73B-2B0E-771FED4E1775}"/>
              </a:ext>
            </a:extLst>
          </p:cNvPr>
          <p:cNvGrpSpPr/>
          <p:nvPr/>
        </p:nvGrpSpPr>
        <p:grpSpPr>
          <a:xfrm>
            <a:off x="893447" y="5257290"/>
            <a:ext cx="788488" cy="788488"/>
            <a:chOff x="0" y="0"/>
            <a:chExt cx="812800" cy="812800"/>
          </a:xfrm>
        </p:grpSpPr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893C5DB3-A912-0367-7BFE-889F0BE925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C650B843-4D96-A6CA-27FC-AE9AF03DD9C9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7366" tIns="27366" rIns="27366" bIns="27366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sp>
        <p:nvSpPr>
          <p:cNvPr id="28" name="Freeform 11">
            <a:extLst>
              <a:ext uri="{FF2B5EF4-FFF2-40B4-BE49-F238E27FC236}">
                <a16:creationId xmlns:a16="http://schemas.microsoft.com/office/drawing/2014/main" id="{EDA447B5-6169-EA53-0750-334A3D9CB47F}"/>
              </a:ext>
            </a:extLst>
          </p:cNvPr>
          <p:cNvSpPr/>
          <p:nvPr/>
        </p:nvSpPr>
        <p:spPr>
          <a:xfrm>
            <a:off x="1028764" y="5361055"/>
            <a:ext cx="517856" cy="462618"/>
          </a:xfrm>
          <a:custGeom>
            <a:avLst/>
            <a:gdLst/>
            <a:ahLst/>
            <a:cxnLst/>
            <a:rect l="l" t="t" r="r" b="b"/>
            <a:pathLst>
              <a:path w="517856" h="462618">
                <a:moveTo>
                  <a:pt x="0" y="0"/>
                </a:moveTo>
                <a:lnTo>
                  <a:pt x="517855" y="0"/>
                </a:lnTo>
                <a:lnTo>
                  <a:pt x="517855" y="462617"/>
                </a:lnTo>
                <a:lnTo>
                  <a:pt x="0" y="462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CB96096D-56A8-C356-7DA2-3C5E7E56FF41}"/>
              </a:ext>
            </a:extLst>
          </p:cNvPr>
          <p:cNvSpPr txBox="1"/>
          <p:nvPr/>
        </p:nvSpPr>
        <p:spPr>
          <a:xfrm>
            <a:off x="1681935" y="6033306"/>
            <a:ext cx="771715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1371600"/>
            <a:r>
              <a:rPr lang="en-US" sz="220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Reports from non-affiliated individuals must be handled as standard user reports, regardless of any claimed affiliation.</a:t>
            </a:r>
            <a:endParaRPr lang="en-US" sz="2200" i="1" noProof="1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85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AC4FF-9E13-E879-9172-4A0D1E6E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AEAB524A-CD1F-FC04-3DC2-2A3E194457E7}"/>
              </a:ext>
            </a:extLst>
          </p:cNvPr>
          <p:cNvSpPr/>
          <p:nvPr/>
        </p:nvSpPr>
        <p:spPr>
          <a:xfrm rot="15278600">
            <a:off x="13556976" y="-3550392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76505F-0F4B-E1A6-1FB0-D0CB7B691E3B}"/>
              </a:ext>
            </a:extLst>
          </p:cNvPr>
          <p:cNvSpPr/>
          <p:nvPr/>
        </p:nvSpPr>
        <p:spPr>
          <a:xfrm>
            <a:off x="782976" y="549131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Standard Handling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40AC717-0BD3-75D1-8159-431D367E6A88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1: Preparation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1A847E-A6DB-F1EF-BCEF-0E817CCD4084}"/>
              </a:ext>
            </a:extLst>
          </p:cNvPr>
          <p:cNvGrpSpPr/>
          <p:nvPr/>
        </p:nvGrpSpPr>
        <p:grpSpPr>
          <a:xfrm>
            <a:off x="3200400" y="3720864"/>
            <a:ext cx="5943600" cy="3892246"/>
            <a:chOff x="975360" y="1492192"/>
            <a:chExt cx="2969524" cy="263751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EB3F7C4-96E5-1F1A-4AF9-414DAC2E4C61}"/>
                </a:ext>
              </a:extLst>
            </p:cNvPr>
            <p:cNvSpPr/>
            <p:nvPr/>
          </p:nvSpPr>
          <p:spPr>
            <a:xfrm>
              <a:off x="975360" y="1492193"/>
              <a:ext cx="2969524" cy="2637516"/>
            </a:xfrm>
            <a:custGeom>
              <a:avLst/>
              <a:gdLst>
                <a:gd name="connsiteX0" fmla="*/ 186875 w 2969524"/>
                <a:gd name="connsiteY0" fmla="*/ 0 h 4008120"/>
                <a:gd name="connsiteX1" fmla="*/ 2782649 w 2969524"/>
                <a:gd name="connsiteY1" fmla="*/ 0 h 4008120"/>
                <a:gd name="connsiteX2" fmla="*/ 2969524 w 2969524"/>
                <a:gd name="connsiteY2" fmla="*/ 186875 h 4008120"/>
                <a:gd name="connsiteX3" fmla="*/ 2969524 w 2969524"/>
                <a:gd name="connsiteY3" fmla="*/ 1984825 h 4008120"/>
                <a:gd name="connsiteX4" fmla="*/ 2967585 w 2969524"/>
                <a:gd name="connsiteY4" fmla="*/ 2004060 h 4008120"/>
                <a:gd name="connsiteX5" fmla="*/ 2969524 w 2969524"/>
                <a:gd name="connsiteY5" fmla="*/ 2023295 h 4008120"/>
                <a:gd name="connsiteX6" fmla="*/ 2969524 w 2969524"/>
                <a:gd name="connsiteY6" fmla="*/ 3821245 h 4008120"/>
                <a:gd name="connsiteX7" fmla="*/ 2782649 w 2969524"/>
                <a:gd name="connsiteY7" fmla="*/ 4008120 h 4008120"/>
                <a:gd name="connsiteX8" fmla="*/ 186875 w 2969524"/>
                <a:gd name="connsiteY8" fmla="*/ 4008120 h 4008120"/>
                <a:gd name="connsiteX9" fmla="*/ 0 w 2969524"/>
                <a:gd name="connsiteY9" fmla="*/ 3821245 h 4008120"/>
                <a:gd name="connsiteX10" fmla="*/ 0 w 2969524"/>
                <a:gd name="connsiteY10" fmla="*/ 2023295 h 4008120"/>
                <a:gd name="connsiteX11" fmla="*/ 1939 w 2969524"/>
                <a:gd name="connsiteY11" fmla="*/ 2004060 h 4008120"/>
                <a:gd name="connsiteX12" fmla="*/ 0 w 2969524"/>
                <a:gd name="connsiteY12" fmla="*/ 1984825 h 4008120"/>
                <a:gd name="connsiteX13" fmla="*/ 0 w 2969524"/>
                <a:gd name="connsiteY13" fmla="*/ 186875 h 4008120"/>
                <a:gd name="connsiteX14" fmla="*/ 186875 w 2969524"/>
                <a:gd name="connsiteY14" fmla="*/ 0 h 4008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69524" h="4008120">
                  <a:moveTo>
                    <a:pt x="186875" y="0"/>
                  </a:moveTo>
                  <a:lnTo>
                    <a:pt x="2782649" y="0"/>
                  </a:lnTo>
                  <a:cubicBezTo>
                    <a:pt x="2885857" y="0"/>
                    <a:pt x="2969524" y="83667"/>
                    <a:pt x="2969524" y="186875"/>
                  </a:cubicBezTo>
                  <a:lnTo>
                    <a:pt x="2969524" y="1984825"/>
                  </a:lnTo>
                  <a:lnTo>
                    <a:pt x="2967585" y="2004060"/>
                  </a:lnTo>
                  <a:lnTo>
                    <a:pt x="2969524" y="2023295"/>
                  </a:lnTo>
                  <a:lnTo>
                    <a:pt x="2969524" y="3821245"/>
                  </a:lnTo>
                  <a:cubicBezTo>
                    <a:pt x="2969524" y="3924453"/>
                    <a:pt x="2885857" y="4008120"/>
                    <a:pt x="2782649" y="4008120"/>
                  </a:cubicBezTo>
                  <a:lnTo>
                    <a:pt x="186875" y="4008120"/>
                  </a:lnTo>
                  <a:cubicBezTo>
                    <a:pt x="83667" y="4008120"/>
                    <a:pt x="0" y="3924453"/>
                    <a:pt x="0" y="3821245"/>
                  </a:cubicBezTo>
                  <a:lnTo>
                    <a:pt x="0" y="2023295"/>
                  </a:lnTo>
                  <a:lnTo>
                    <a:pt x="1939" y="2004060"/>
                  </a:lnTo>
                  <a:lnTo>
                    <a:pt x="0" y="1984825"/>
                  </a:lnTo>
                  <a:lnTo>
                    <a:pt x="0" y="186875"/>
                  </a:lnTo>
                  <a:cubicBezTo>
                    <a:pt x="0" y="83667"/>
                    <a:pt x="83667" y="0"/>
                    <a:pt x="18687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EF031E-1D3B-8AB8-760E-E78FDC362309}"/>
                </a:ext>
              </a:extLst>
            </p:cNvPr>
            <p:cNvSpPr/>
            <p:nvPr/>
          </p:nvSpPr>
          <p:spPr>
            <a:xfrm>
              <a:off x="975360" y="1492192"/>
              <a:ext cx="2969524" cy="1083228"/>
            </a:xfrm>
            <a:custGeom>
              <a:avLst/>
              <a:gdLst>
                <a:gd name="connsiteX0" fmla="*/ 186875 w 2969524"/>
                <a:gd name="connsiteY0" fmla="*/ 0 h 1083228"/>
                <a:gd name="connsiteX1" fmla="*/ 2782649 w 2969524"/>
                <a:gd name="connsiteY1" fmla="*/ 0 h 1083228"/>
                <a:gd name="connsiteX2" fmla="*/ 2969524 w 2969524"/>
                <a:gd name="connsiteY2" fmla="*/ 186875 h 1083228"/>
                <a:gd name="connsiteX3" fmla="*/ 2969524 w 2969524"/>
                <a:gd name="connsiteY3" fmla="*/ 1083228 h 1083228"/>
                <a:gd name="connsiteX4" fmla="*/ 0 w 2969524"/>
                <a:gd name="connsiteY4" fmla="*/ 1083228 h 1083228"/>
                <a:gd name="connsiteX5" fmla="*/ 0 w 2969524"/>
                <a:gd name="connsiteY5" fmla="*/ 186875 h 1083228"/>
                <a:gd name="connsiteX6" fmla="*/ 186875 w 2969524"/>
                <a:gd name="connsiteY6" fmla="*/ 0 h 108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9524" h="1083228">
                  <a:moveTo>
                    <a:pt x="186875" y="0"/>
                  </a:moveTo>
                  <a:lnTo>
                    <a:pt x="2782649" y="0"/>
                  </a:lnTo>
                  <a:cubicBezTo>
                    <a:pt x="2885857" y="0"/>
                    <a:pt x="2969524" y="83667"/>
                    <a:pt x="2969524" y="186875"/>
                  </a:cubicBezTo>
                  <a:lnTo>
                    <a:pt x="2969524" y="1083228"/>
                  </a:lnTo>
                  <a:lnTo>
                    <a:pt x="0" y="1083228"/>
                  </a:lnTo>
                  <a:lnTo>
                    <a:pt x="0" y="186875"/>
                  </a:lnTo>
                  <a:cubicBezTo>
                    <a:pt x="0" y="83667"/>
                    <a:pt x="83667" y="0"/>
                    <a:pt x="186875" y="0"/>
                  </a:cubicBezTo>
                  <a:close/>
                </a:path>
              </a:pathLst>
            </a:custGeom>
            <a:solidFill>
              <a:srgbClr val="D95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A86E7D6-CDE5-7297-8BD0-594239B7D811}"/>
                </a:ext>
              </a:extLst>
            </p:cNvPr>
            <p:cNvSpPr/>
            <p:nvPr/>
          </p:nvSpPr>
          <p:spPr>
            <a:xfrm>
              <a:off x="1129863" y="1646695"/>
              <a:ext cx="2660518" cy="2343034"/>
            </a:xfrm>
            <a:custGeom>
              <a:avLst/>
              <a:gdLst>
                <a:gd name="connsiteX0" fmla="*/ 122900 w 2660518"/>
                <a:gd name="connsiteY0" fmla="*/ 0 h 3699112"/>
                <a:gd name="connsiteX1" fmla="*/ 2537618 w 2660518"/>
                <a:gd name="connsiteY1" fmla="*/ 0 h 3699112"/>
                <a:gd name="connsiteX2" fmla="*/ 2660518 w 2660518"/>
                <a:gd name="connsiteY2" fmla="*/ 122900 h 3699112"/>
                <a:gd name="connsiteX3" fmla="*/ 2660518 w 2660518"/>
                <a:gd name="connsiteY3" fmla="*/ 1376389 h 3699112"/>
                <a:gd name="connsiteX4" fmla="*/ 2660518 w 2660518"/>
                <a:gd name="connsiteY4" fmla="*/ 1739793 h 3699112"/>
                <a:gd name="connsiteX5" fmla="*/ 2660518 w 2660518"/>
                <a:gd name="connsiteY5" fmla="*/ 1959319 h 3699112"/>
                <a:gd name="connsiteX6" fmla="*/ 2660518 w 2660518"/>
                <a:gd name="connsiteY6" fmla="*/ 2993282 h 3699112"/>
                <a:gd name="connsiteX7" fmla="*/ 2660518 w 2660518"/>
                <a:gd name="connsiteY7" fmla="*/ 3576212 h 3699112"/>
                <a:gd name="connsiteX8" fmla="*/ 2537618 w 2660518"/>
                <a:gd name="connsiteY8" fmla="*/ 3699112 h 3699112"/>
                <a:gd name="connsiteX9" fmla="*/ 122900 w 2660518"/>
                <a:gd name="connsiteY9" fmla="*/ 3699112 h 3699112"/>
                <a:gd name="connsiteX10" fmla="*/ 0 w 2660518"/>
                <a:gd name="connsiteY10" fmla="*/ 3576212 h 3699112"/>
                <a:gd name="connsiteX11" fmla="*/ 0 w 2660518"/>
                <a:gd name="connsiteY11" fmla="*/ 2993282 h 3699112"/>
                <a:gd name="connsiteX12" fmla="*/ 0 w 2660518"/>
                <a:gd name="connsiteY12" fmla="*/ 1959319 h 3699112"/>
                <a:gd name="connsiteX13" fmla="*/ 0 w 2660518"/>
                <a:gd name="connsiteY13" fmla="*/ 1739793 h 3699112"/>
                <a:gd name="connsiteX14" fmla="*/ 0 w 2660518"/>
                <a:gd name="connsiteY14" fmla="*/ 1376389 h 3699112"/>
                <a:gd name="connsiteX15" fmla="*/ 0 w 2660518"/>
                <a:gd name="connsiteY15" fmla="*/ 122900 h 3699112"/>
                <a:gd name="connsiteX16" fmla="*/ 122900 w 2660518"/>
                <a:gd name="connsiteY16" fmla="*/ 0 h 369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60518" h="3699112">
                  <a:moveTo>
                    <a:pt x="122900" y="0"/>
                  </a:moveTo>
                  <a:lnTo>
                    <a:pt x="2537618" y="0"/>
                  </a:lnTo>
                  <a:cubicBezTo>
                    <a:pt x="2605494" y="0"/>
                    <a:pt x="2660518" y="55024"/>
                    <a:pt x="2660518" y="122900"/>
                  </a:cubicBezTo>
                  <a:lnTo>
                    <a:pt x="2660518" y="1376389"/>
                  </a:lnTo>
                  <a:lnTo>
                    <a:pt x="2660518" y="1739793"/>
                  </a:lnTo>
                  <a:lnTo>
                    <a:pt x="2660518" y="1959319"/>
                  </a:lnTo>
                  <a:lnTo>
                    <a:pt x="2660518" y="2993282"/>
                  </a:lnTo>
                  <a:lnTo>
                    <a:pt x="2660518" y="3576212"/>
                  </a:lnTo>
                  <a:cubicBezTo>
                    <a:pt x="2660518" y="3644088"/>
                    <a:pt x="2605494" y="3699112"/>
                    <a:pt x="2537618" y="3699112"/>
                  </a:cubicBezTo>
                  <a:lnTo>
                    <a:pt x="122900" y="3699112"/>
                  </a:lnTo>
                  <a:cubicBezTo>
                    <a:pt x="55024" y="3699112"/>
                    <a:pt x="0" y="3644088"/>
                    <a:pt x="0" y="3576212"/>
                  </a:cubicBezTo>
                  <a:lnTo>
                    <a:pt x="0" y="2993282"/>
                  </a:lnTo>
                  <a:lnTo>
                    <a:pt x="0" y="1959319"/>
                  </a:lnTo>
                  <a:lnTo>
                    <a:pt x="0" y="1739793"/>
                  </a:lnTo>
                  <a:lnTo>
                    <a:pt x="0" y="1376389"/>
                  </a:lnTo>
                  <a:lnTo>
                    <a:pt x="0" y="122900"/>
                  </a:lnTo>
                  <a:cubicBezTo>
                    <a:pt x="0" y="55024"/>
                    <a:pt x="55024" y="0"/>
                    <a:pt x="1229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274320" tIns="1234440" rIns="27432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850174-5D0B-9186-4629-CB475D7DAC27}"/>
                </a:ext>
              </a:extLst>
            </p:cNvPr>
            <p:cNvSpPr/>
            <p:nvPr/>
          </p:nvSpPr>
          <p:spPr>
            <a:xfrm>
              <a:off x="1129863" y="1646695"/>
              <a:ext cx="2660518" cy="670561"/>
            </a:xfrm>
            <a:custGeom>
              <a:avLst/>
              <a:gdLst>
                <a:gd name="connsiteX0" fmla="*/ 122900 w 2660518"/>
                <a:gd name="connsiteY0" fmla="*/ 0 h 670561"/>
                <a:gd name="connsiteX1" fmla="*/ 2537618 w 2660518"/>
                <a:gd name="connsiteY1" fmla="*/ 0 h 670561"/>
                <a:gd name="connsiteX2" fmla="*/ 2660518 w 2660518"/>
                <a:gd name="connsiteY2" fmla="*/ 122900 h 670561"/>
                <a:gd name="connsiteX3" fmla="*/ 2660518 w 2660518"/>
                <a:gd name="connsiteY3" fmla="*/ 670561 h 670561"/>
                <a:gd name="connsiteX4" fmla="*/ 0 w 2660518"/>
                <a:gd name="connsiteY4" fmla="*/ 670561 h 670561"/>
                <a:gd name="connsiteX5" fmla="*/ 0 w 2660518"/>
                <a:gd name="connsiteY5" fmla="*/ 122900 h 670561"/>
                <a:gd name="connsiteX6" fmla="*/ 122900 w 2660518"/>
                <a:gd name="connsiteY6" fmla="*/ 0 h 67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0518" h="670561">
                  <a:moveTo>
                    <a:pt x="122900" y="0"/>
                  </a:moveTo>
                  <a:lnTo>
                    <a:pt x="2537618" y="0"/>
                  </a:lnTo>
                  <a:cubicBezTo>
                    <a:pt x="2605494" y="0"/>
                    <a:pt x="2660518" y="55024"/>
                    <a:pt x="2660518" y="122900"/>
                  </a:cubicBezTo>
                  <a:lnTo>
                    <a:pt x="2660518" y="670561"/>
                  </a:lnTo>
                  <a:lnTo>
                    <a:pt x="0" y="670561"/>
                  </a:lnTo>
                  <a:lnTo>
                    <a:pt x="0" y="122900"/>
                  </a:lnTo>
                  <a:cubicBezTo>
                    <a:pt x="0" y="55024"/>
                    <a:pt x="55024" y="0"/>
                    <a:pt x="122900" y="0"/>
                  </a:cubicBezTo>
                  <a:close/>
                </a:path>
              </a:pathLst>
            </a:custGeom>
            <a:solidFill>
              <a:srgbClr val="F3C9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 defTabSz="914400">
                <a:buClr>
                  <a:srgbClr val="000000"/>
                </a:buClr>
                <a:defRPr/>
              </a:pPr>
              <a:r>
                <a:rPr lang="en-US" sz="2400" b="1" kern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  <a:sym typeface="Arial"/>
                </a:rPr>
                <a:t>Manage Duplicates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  <a:sym typeface="Arial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72AFD16-BB6D-216A-286D-7DF985A54325}"/>
              </a:ext>
            </a:extLst>
          </p:cNvPr>
          <p:cNvSpPr txBox="1"/>
          <p:nvPr/>
        </p:nvSpPr>
        <p:spPr>
          <a:xfrm>
            <a:off x="4099654" y="5307750"/>
            <a:ext cx="4478636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Merge all tickets from the same user about a single issue into one active ticket before responding.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35FFE41-1436-F112-FC8A-CEEDECA165A6}"/>
              </a:ext>
            </a:extLst>
          </p:cNvPr>
          <p:cNvSpPr/>
          <p:nvPr/>
        </p:nvSpPr>
        <p:spPr>
          <a:xfrm>
            <a:off x="782976" y="2035318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1: Preparation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CE3F3-B870-4FED-B9EC-83901AA3D8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11925" r="2603" b="11014"/>
          <a:stretch>
            <a:fillRect/>
          </a:stretch>
        </p:blipFill>
        <p:spPr>
          <a:xfrm>
            <a:off x="11166257" y="3197734"/>
            <a:ext cx="5114877" cy="468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E340A-6015-F260-015A-481ECB35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4">
            <a:extLst>
              <a:ext uri="{FF2B5EF4-FFF2-40B4-BE49-F238E27FC236}">
                <a16:creationId xmlns:a16="http://schemas.microsoft.com/office/drawing/2014/main" id="{CD230EF1-0DBB-B3D8-2E78-01850652905B}"/>
              </a:ext>
            </a:extLst>
          </p:cNvPr>
          <p:cNvSpPr/>
          <p:nvPr/>
        </p:nvSpPr>
        <p:spPr>
          <a:xfrm rot="13154954">
            <a:off x="10970531" y="423802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7621BE-B37B-9637-8DBB-1753FB05B760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2: Locate disputed review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32" name="Group 2">
            <a:extLst>
              <a:ext uri="{FF2B5EF4-FFF2-40B4-BE49-F238E27FC236}">
                <a16:creationId xmlns:a16="http://schemas.microsoft.com/office/drawing/2014/main" id="{1940B921-F3A9-5CAB-C22D-69FCA770B435}"/>
              </a:ext>
            </a:extLst>
          </p:cNvPr>
          <p:cNvGrpSpPr/>
          <p:nvPr/>
        </p:nvGrpSpPr>
        <p:grpSpPr>
          <a:xfrm>
            <a:off x="881709" y="4609810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CDA48B9-81BB-5404-84FA-0D92B78CE4FA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37" name="Freeform 4">
                <a:extLst>
                  <a:ext uri="{FF2B5EF4-FFF2-40B4-BE49-F238E27FC236}">
                    <a16:creationId xmlns:a16="http://schemas.microsoft.com/office/drawing/2014/main" id="{AED08C62-DF3C-CF32-26B9-D1E88268CC0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86A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TextBox 5">
                <a:extLst>
                  <a:ext uri="{FF2B5EF4-FFF2-40B4-BE49-F238E27FC236}">
                    <a16:creationId xmlns:a16="http://schemas.microsoft.com/office/drawing/2014/main" id="{9A7E7556-33A7-0AD1-27A5-08C5CED635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59DF0678-1243-49F3-E43F-7BF18925E234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35" name="Freeform 7">
                <a:extLst>
                  <a:ext uri="{FF2B5EF4-FFF2-40B4-BE49-F238E27FC236}">
                    <a16:creationId xmlns:a16="http://schemas.microsoft.com/office/drawing/2014/main" id="{C28AE150-BE85-6BCB-998E-69A22802365D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18ACB833-FE2C-E864-7723-902D85A8917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42">
            <a:extLst>
              <a:ext uri="{FF2B5EF4-FFF2-40B4-BE49-F238E27FC236}">
                <a16:creationId xmlns:a16="http://schemas.microsoft.com/office/drawing/2014/main" id="{313B767F-C80D-85A4-A238-FD48AC4B800E}"/>
              </a:ext>
            </a:extLst>
          </p:cNvPr>
          <p:cNvSpPr txBox="1"/>
          <p:nvPr/>
        </p:nvSpPr>
        <p:spPr>
          <a:xfrm>
            <a:off x="1273594" y="5035681"/>
            <a:ext cx="3270902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378"/>
            <a:r>
              <a:rPr lang="en-US" sz="2200" b="1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URD Search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48" name="Group 2">
            <a:extLst>
              <a:ext uri="{FF2B5EF4-FFF2-40B4-BE49-F238E27FC236}">
                <a16:creationId xmlns:a16="http://schemas.microsoft.com/office/drawing/2014/main" id="{AC80AD07-9088-32D9-A7A5-E63D293D9DDD}"/>
              </a:ext>
            </a:extLst>
          </p:cNvPr>
          <p:cNvGrpSpPr/>
          <p:nvPr/>
        </p:nvGrpSpPr>
        <p:grpSpPr>
          <a:xfrm>
            <a:off x="5223550" y="4610944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9B6D5813-B407-C2C9-D03C-F882F0B1B95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54" name="Freeform 4">
                <a:extLst>
                  <a:ext uri="{FF2B5EF4-FFF2-40B4-BE49-F238E27FC236}">
                    <a16:creationId xmlns:a16="http://schemas.microsoft.com/office/drawing/2014/main" id="{760B1CE2-2E5D-6B35-056B-1AE3DCCB931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23EEB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id="{439B22DE-FBAE-1F0D-2CFE-F038DD00E93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92FB32AB-E5A3-6156-295E-663F302FB353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51" name="Freeform 7">
                <a:extLst>
                  <a:ext uri="{FF2B5EF4-FFF2-40B4-BE49-F238E27FC236}">
                    <a16:creationId xmlns:a16="http://schemas.microsoft.com/office/drawing/2014/main" id="{C25A6E9F-E9A9-985A-3FB1-2D9394ACE250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2EB21778-820E-745A-5421-466D2A5A41E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" name="Group 2">
            <a:extLst>
              <a:ext uri="{FF2B5EF4-FFF2-40B4-BE49-F238E27FC236}">
                <a16:creationId xmlns:a16="http://schemas.microsoft.com/office/drawing/2014/main" id="{B771C882-8F7F-51EA-9CE6-1092C513FA90}"/>
              </a:ext>
            </a:extLst>
          </p:cNvPr>
          <p:cNvGrpSpPr/>
          <p:nvPr/>
        </p:nvGrpSpPr>
        <p:grpSpPr>
          <a:xfrm>
            <a:off x="9572773" y="4609808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3">
              <a:extLst>
                <a:ext uri="{FF2B5EF4-FFF2-40B4-BE49-F238E27FC236}">
                  <a16:creationId xmlns:a16="http://schemas.microsoft.com/office/drawing/2014/main" id="{7F663762-BFFE-B755-BD85-551549119B0D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68" name="Freeform 4">
                <a:extLst>
                  <a:ext uri="{FF2B5EF4-FFF2-40B4-BE49-F238E27FC236}">
                    <a16:creationId xmlns:a16="http://schemas.microsoft.com/office/drawing/2014/main" id="{9F864079-F352-80EC-F90D-2D03259E1623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85FF8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TextBox 5">
                <a:extLst>
                  <a:ext uri="{FF2B5EF4-FFF2-40B4-BE49-F238E27FC236}">
                    <a16:creationId xmlns:a16="http://schemas.microsoft.com/office/drawing/2014/main" id="{7E45306C-5737-AD5D-5CCD-8037CB2CDFF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">
              <a:extLst>
                <a:ext uri="{FF2B5EF4-FFF2-40B4-BE49-F238E27FC236}">
                  <a16:creationId xmlns:a16="http://schemas.microsoft.com/office/drawing/2014/main" id="{9C351F33-C862-D600-A15F-CB4D900401D6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65" name="Freeform 7">
                <a:extLst>
                  <a:ext uri="{FF2B5EF4-FFF2-40B4-BE49-F238E27FC236}">
                    <a16:creationId xmlns:a16="http://schemas.microsoft.com/office/drawing/2014/main" id="{78478C90-C611-4FBC-222D-F097869012A9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TextBox 8">
                <a:extLst>
                  <a:ext uri="{FF2B5EF4-FFF2-40B4-BE49-F238E27FC236}">
                    <a16:creationId xmlns:a16="http://schemas.microsoft.com/office/drawing/2014/main" id="{6E2FC056-4084-1432-1067-315D124BF6D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Group 2">
            <a:extLst>
              <a:ext uri="{FF2B5EF4-FFF2-40B4-BE49-F238E27FC236}">
                <a16:creationId xmlns:a16="http://schemas.microsoft.com/office/drawing/2014/main" id="{435473A5-E54B-7325-93DE-DA4F4026D645}"/>
              </a:ext>
            </a:extLst>
          </p:cNvPr>
          <p:cNvGrpSpPr/>
          <p:nvPr/>
        </p:nvGrpSpPr>
        <p:grpSpPr>
          <a:xfrm>
            <a:off x="13825858" y="4609808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2" name="Group 3">
              <a:extLst>
                <a:ext uri="{FF2B5EF4-FFF2-40B4-BE49-F238E27FC236}">
                  <a16:creationId xmlns:a16="http://schemas.microsoft.com/office/drawing/2014/main" id="{BFF932D5-CE51-1315-AF09-09943BE8650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76" name="Freeform 4">
                <a:extLst>
                  <a:ext uri="{FF2B5EF4-FFF2-40B4-BE49-F238E27FC236}">
                    <a16:creationId xmlns:a16="http://schemas.microsoft.com/office/drawing/2014/main" id="{18BE465D-8647-F123-D86D-BAD003693C55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D953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TextBox 5">
                <a:extLst>
                  <a:ext uri="{FF2B5EF4-FFF2-40B4-BE49-F238E27FC236}">
                    <a16:creationId xmlns:a16="http://schemas.microsoft.com/office/drawing/2014/main" id="{AC502045-FC30-2B6C-2706-1094D36F054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6">
              <a:extLst>
                <a:ext uri="{FF2B5EF4-FFF2-40B4-BE49-F238E27FC236}">
                  <a16:creationId xmlns:a16="http://schemas.microsoft.com/office/drawing/2014/main" id="{18E2BB18-52FB-8C50-ECAB-B6E8F71E3807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4CC469CD-E65E-9984-5109-75B0A4EAEBE9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5" name="TextBox 8">
                <a:extLst>
                  <a:ext uri="{FF2B5EF4-FFF2-40B4-BE49-F238E27FC236}">
                    <a16:creationId xmlns:a16="http://schemas.microsoft.com/office/drawing/2014/main" id="{0C9C6E50-3807-9F9B-2473-9699205E1C6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ext 2">
            <a:extLst>
              <a:ext uri="{FF2B5EF4-FFF2-40B4-BE49-F238E27FC236}">
                <a16:creationId xmlns:a16="http://schemas.microsoft.com/office/drawing/2014/main" id="{77776A50-F963-5EA1-4B9C-1DF123907306}"/>
              </a:ext>
            </a:extLst>
          </p:cNvPr>
          <p:cNvSpPr/>
          <p:nvPr/>
        </p:nvSpPr>
        <p:spPr>
          <a:xfrm>
            <a:off x="881709" y="709228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Standard Handling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164424-8D6E-1163-BC38-F70EFFAC528D}"/>
              </a:ext>
            </a:extLst>
          </p:cNvPr>
          <p:cNvSpPr/>
          <p:nvPr/>
        </p:nvSpPr>
        <p:spPr>
          <a:xfrm>
            <a:off x="881709" y="1809560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2: Locate Disputed Review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BE630F-3F83-5E74-1137-026A955F52FC}"/>
              </a:ext>
            </a:extLst>
          </p:cNvPr>
          <p:cNvSpPr/>
          <p:nvPr/>
        </p:nvSpPr>
        <p:spPr>
          <a:xfrm>
            <a:off x="881709" y="3123070"/>
            <a:ext cx="11266748" cy="812288"/>
          </a:xfrm>
          <a:prstGeom prst="roundRect">
            <a:avLst/>
          </a:prstGeom>
          <a:ln w="38100">
            <a:solidFill>
              <a:srgbClr val="FFED0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45"/>
            <a:endParaRPr 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C41213A-254A-126D-6E70-D9BCB73BF7BF}"/>
              </a:ext>
            </a:extLst>
          </p:cNvPr>
          <p:cNvSpPr/>
          <p:nvPr/>
        </p:nvSpPr>
        <p:spPr>
          <a:xfrm>
            <a:off x="1130911" y="3318149"/>
            <a:ext cx="13281295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13716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the review is not linked, identify it using the following methods:</a:t>
            </a:r>
          </a:p>
        </p:txBody>
      </p:sp>
      <p:sp>
        <p:nvSpPr>
          <p:cNvPr id="11" name="TextBox 42">
            <a:extLst>
              <a:ext uri="{FF2B5EF4-FFF2-40B4-BE49-F238E27FC236}">
                <a16:creationId xmlns:a16="http://schemas.microsoft.com/office/drawing/2014/main" id="{D3D8DA00-5ADC-1DC1-A1B0-1D3D6792A597}"/>
              </a:ext>
            </a:extLst>
          </p:cNvPr>
          <p:cNvSpPr txBox="1"/>
          <p:nvPr/>
        </p:nvSpPr>
        <p:spPr>
          <a:xfrm>
            <a:off x="1281591" y="5598345"/>
            <a:ext cx="327090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Search using the user’s email as the "Voter Email."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TextBox 42">
            <a:extLst>
              <a:ext uri="{FF2B5EF4-FFF2-40B4-BE49-F238E27FC236}">
                <a16:creationId xmlns:a16="http://schemas.microsoft.com/office/drawing/2014/main" id="{C684562F-50D0-5910-694A-259E6B5A1A66}"/>
              </a:ext>
            </a:extLst>
          </p:cNvPr>
          <p:cNvSpPr txBox="1"/>
          <p:nvPr/>
        </p:nvSpPr>
        <p:spPr>
          <a:xfrm>
            <a:off x="5571519" y="5035681"/>
            <a:ext cx="3270902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378"/>
            <a:r>
              <a:rPr lang="en-US" sz="2200" b="1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Subject Line Check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TextBox 42">
            <a:extLst>
              <a:ext uri="{FF2B5EF4-FFF2-40B4-BE49-F238E27FC236}">
                <a16:creationId xmlns:a16="http://schemas.microsoft.com/office/drawing/2014/main" id="{B10A4B50-1069-E9A9-80A3-114C7FDABEC0}"/>
              </a:ext>
            </a:extLst>
          </p:cNvPr>
          <p:cNvSpPr txBox="1"/>
          <p:nvPr/>
        </p:nvSpPr>
        <p:spPr>
          <a:xfrm>
            <a:off x="5579516" y="5598345"/>
            <a:ext cx="327090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Look for Review IDs or Titles in the ticket subject.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TextBox 42">
            <a:extLst>
              <a:ext uri="{FF2B5EF4-FFF2-40B4-BE49-F238E27FC236}">
                <a16:creationId xmlns:a16="http://schemas.microsoft.com/office/drawing/2014/main" id="{D41CF836-ABA0-0D02-BA2D-9F8919D0E144}"/>
              </a:ext>
            </a:extLst>
          </p:cNvPr>
          <p:cNvSpPr txBox="1"/>
          <p:nvPr/>
        </p:nvSpPr>
        <p:spPr>
          <a:xfrm>
            <a:off x="9993809" y="5018804"/>
            <a:ext cx="3270902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378"/>
            <a:r>
              <a:rPr lang="en-US" sz="2200" b="1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Property Search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TextBox 42">
            <a:extLst>
              <a:ext uri="{FF2B5EF4-FFF2-40B4-BE49-F238E27FC236}">
                <a16:creationId xmlns:a16="http://schemas.microsoft.com/office/drawing/2014/main" id="{764915D2-B424-71B7-BAF5-829F15E280CA}"/>
              </a:ext>
            </a:extLst>
          </p:cNvPr>
          <p:cNvSpPr txBox="1"/>
          <p:nvPr/>
        </p:nvSpPr>
        <p:spPr>
          <a:xfrm>
            <a:off x="10001806" y="5581468"/>
            <a:ext cx="3270902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Cross-reference provided titles with the property’s review list or perform a Google search.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TextBox 42">
            <a:extLst>
              <a:ext uri="{FF2B5EF4-FFF2-40B4-BE49-F238E27FC236}">
                <a16:creationId xmlns:a16="http://schemas.microsoft.com/office/drawing/2014/main" id="{7BF823D9-CBA6-D6AB-A915-B789CAF43441}"/>
              </a:ext>
            </a:extLst>
          </p:cNvPr>
          <p:cNvSpPr txBox="1"/>
          <p:nvPr/>
        </p:nvSpPr>
        <p:spPr>
          <a:xfrm>
            <a:off x="14214108" y="5018804"/>
            <a:ext cx="3270902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378"/>
            <a:r>
              <a:rPr lang="en-US" sz="2200" b="1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Clarification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4" name="TextBox 42">
            <a:extLst>
              <a:ext uri="{FF2B5EF4-FFF2-40B4-BE49-F238E27FC236}">
                <a16:creationId xmlns:a16="http://schemas.microsoft.com/office/drawing/2014/main" id="{C67C6542-40A8-8563-1384-08B0B3BBD813}"/>
              </a:ext>
            </a:extLst>
          </p:cNvPr>
          <p:cNvSpPr txBox="1"/>
          <p:nvPr/>
        </p:nvSpPr>
        <p:spPr>
          <a:xfrm>
            <a:off x="14222105" y="5581468"/>
            <a:ext cx="3270902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378"/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still unclear, ask the user to confirm the link or title. If they cannot, apply the "</a:t>
            </a:r>
            <a:r>
              <a:rPr lang="en-US" sz="2200" i="1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Dispute – Not Specific Enough</a:t>
            </a:r>
            <a:r>
              <a:rPr lang="en-US" sz="2200" dirty="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 macro (customized for users).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ABD412C-7EF9-557B-6B42-615DF5BFE41D}"/>
              </a:ext>
            </a:extLst>
          </p:cNvPr>
          <p:cNvSpPr/>
          <p:nvPr/>
        </p:nvSpPr>
        <p:spPr>
          <a:xfrm>
            <a:off x="3333010" y="7951348"/>
            <a:ext cx="1152144" cy="1078992"/>
          </a:xfrm>
          <a:custGeom>
            <a:avLst/>
            <a:gdLst/>
            <a:ahLst/>
            <a:cxnLst/>
            <a:rect l="l" t="t" r="r" b="b"/>
            <a:pathLst>
              <a:path w="1521775" h="1521775">
                <a:moveTo>
                  <a:pt x="0" y="0"/>
                </a:moveTo>
                <a:lnTo>
                  <a:pt x="1521775" y="0"/>
                </a:lnTo>
                <a:lnTo>
                  <a:pt x="1521775" y="1521774"/>
                </a:lnTo>
                <a:lnTo>
                  <a:pt x="0" y="1521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2092F35F-C3F8-67B7-D9ED-5C2A345CACB3}"/>
              </a:ext>
            </a:extLst>
          </p:cNvPr>
          <p:cNvGrpSpPr/>
          <p:nvPr/>
        </p:nvGrpSpPr>
        <p:grpSpPr>
          <a:xfrm>
            <a:off x="7617520" y="7951348"/>
            <a:ext cx="1152144" cy="1078992"/>
            <a:chOff x="0" y="0"/>
            <a:chExt cx="2067394" cy="208760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36D36E9-D964-6CB7-413E-5C2FB481DF87}"/>
                </a:ext>
              </a:extLst>
            </p:cNvPr>
            <p:cNvSpPr/>
            <p:nvPr/>
          </p:nvSpPr>
          <p:spPr>
            <a:xfrm>
              <a:off x="0" y="0"/>
              <a:ext cx="1839186" cy="1839186"/>
            </a:xfrm>
            <a:custGeom>
              <a:avLst/>
              <a:gdLst/>
              <a:ahLst/>
              <a:cxnLst/>
              <a:rect l="l" t="t" r="r" b="b"/>
              <a:pathLst>
                <a:path w="1839186" h="1839186">
                  <a:moveTo>
                    <a:pt x="0" y="0"/>
                  </a:moveTo>
                  <a:lnTo>
                    <a:pt x="1839186" y="0"/>
                  </a:lnTo>
                  <a:lnTo>
                    <a:pt x="1839186" y="1839186"/>
                  </a:lnTo>
                  <a:lnTo>
                    <a:pt x="0" y="1839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9BB583B-A464-598B-2532-B5D3138BFA25}"/>
                </a:ext>
              </a:extLst>
            </p:cNvPr>
            <p:cNvSpPr/>
            <p:nvPr/>
          </p:nvSpPr>
          <p:spPr>
            <a:xfrm flipH="1">
              <a:off x="1258785" y="1322118"/>
              <a:ext cx="808609" cy="765483"/>
            </a:xfrm>
            <a:custGeom>
              <a:avLst/>
              <a:gdLst/>
              <a:ahLst/>
              <a:cxnLst/>
              <a:rect l="l" t="t" r="r" b="b"/>
              <a:pathLst>
                <a:path w="808609" h="765483">
                  <a:moveTo>
                    <a:pt x="808609" y="0"/>
                  </a:moveTo>
                  <a:lnTo>
                    <a:pt x="0" y="0"/>
                  </a:lnTo>
                  <a:lnTo>
                    <a:pt x="0" y="765483"/>
                  </a:lnTo>
                  <a:lnTo>
                    <a:pt x="808609" y="765483"/>
                  </a:lnTo>
                  <a:lnTo>
                    <a:pt x="808609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8">
            <a:extLst>
              <a:ext uri="{FF2B5EF4-FFF2-40B4-BE49-F238E27FC236}">
                <a16:creationId xmlns:a16="http://schemas.microsoft.com/office/drawing/2014/main" id="{771209A7-BCF5-47F9-FDCD-11DB0407ADEC}"/>
              </a:ext>
            </a:extLst>
          </p:cNvPr>
          <p:cNvSpPr/>
          <p:nvPr/>
        </p:nvSpPr>
        <p:spPr>
          <a:xfrm>
            <a:off x="12016264" y="7866096"/>
            <a:ext cx="1152144" cy="1078992"/>
          </a:xfrm>
          <a:custGeom>
            <a:avLst/>
            <a:gdLst/>
            <a:ahLst/>
            <a:cxnLst/>
            <a:rect l="l" t="t" r="r" b="b"/>
            <a:pathLst>
              <a:path w="2301181" h="2239816">
                <a:moveTo>
                  <a:pt x="0" y="0"/>
                </a:moveTo>
                <a:lnTo>
                  <a:pt x="2301181" y="0"/>
                </a:lnTo>
                <a:lnTo>
                  <a:pt x="2301181" y="2239816"/>
                </a:lnTo>
                <a:lnTo>
                  <a:pt x="0" y="2239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A0A93CD2-109E-23BD-2CBE-35B1AD7FBE74}"/>
              </a:ext>
            </a:extLst>
          </p:cNvPr>
          <p:cNvSpPr/>
          <p:nvPr/>
        </p:nvSpPr>
        <p:spPr>
          <a:xfrm>
            <a:off x="16263216" y="7856766"/>
            <a:ext cx="1154433" cy="1077471"/>
          </a:xfrm>
          <a:custGeom>
            <a:avLst/>
            <a:gdLst/>
            <a:ahLst/>
            <a:cxnLst/>
            <a:rect l="l" t="t" r="r" b="b"/>
            <a:pathLst>
              <a:path w="1154433" h="1077471">
                <a:moveTo>
                  <a:pt x="0" y="0"/>
                </a:moveTo>
                <a:lnTo>
                  <a:pt x="1154433" y="0"/>
                </a:lnTo>
                <a:lnTo>
                  <a:pt x="1154433" y="1077471"/>
                </a:lnTo>
                <a:lnTo>
                  <a:pt x="0" y="1077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9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58E7D-27C6-8D9C-EC77-1E4DD7E3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4">
            <a:extLst>
              <a:ext uri="{FF2B5EF4-FFF2-40B4-BE49-F238E27FC236}">
                <a16:creationId xmlns:a16="http://schemas.microsoft.com/office/drawing/2014/main" id="{DCD489C5-9433-ADFD-8EF7-EFD3D37F9ED5}"/>
              </a:ext>
            </a:extLst>
          </p:cNvPr>
          <p:cNvSpPr/>
          <p:nvPr/>
        </p:nvSpPr>
        <p:spPr>
          <a:xfrm rot="13154954">
            <a:off x="10970531" y="423802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A3A7C1-95EF-FD30-53CD-C04805DFF860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3: Review &amp; documentation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0B0DA4-C7FA-870F-8A31-DEE692D7A613}"/>
              </a:ext>
            </a:extLst>
          </p:cNvPr>
          <p:cNvGrpSpPr/>
          <p:nvPr/>
        </p:nvGrpSpPr>
        <p:grpSpPr>
          <a:xfrm>
            <a:off x="877470" y="2435398"/>
            <a:ext cx="4981820" cy="5519672"/>
            <a:chOff x="704976" y="1927952"/>
            <a:chExt cx="2400661" cy="367978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67CFC6F-CA57-3414-919D-C67E5C510A48}"/>
                </a:ext>
              </a:extLst>
            </p:cNvPr>
            <p:cNvSpPr/>
            <p:nvPr/>
          </p:nvSpPr>
          <p:spPr>
            <a:xfrm>
              <a:off x="704976" y="1927952"/>
              <a:ext cx="2172158" cy="3571492"/>
            </a:xfrm>
            <a:prstGeom prst="roundRect">
              <a:avLst>
                <a:gd name="adj" fmla="val 11901"/>
              </a:avLst>
            </a:prstGeom>
            <a:solidFill>
              <a:schemeClr val="bg1"/>
            </a:solidFill>
            <a:ln w="28575">
              <a:solidFill>
                <a:srgbClr val="FB5184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11480" rtlCol="0" anchor="t"/>
            <a:lstStyle/>
            <a:p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CC3BC77-3F26-C8C2-9DA2-0D1CD7DACC1B}"/>
                </a:ext>
              </a:extLst>
            </p:cNvPr>
            <p:cNvSpPr/>
            <p:nvPr/>
          </p:nvSpPr>
          <p:spPr>
            <a:xfrm>
              <a:off x="1209491" y="5391154"/>
              <a:ext cx="1163128" cy="216579"/>
            </a:xfrm>
            <a:prstGeom prst="roundRect">
              <a:avLst>
                <a:gd name="adj" fmla="val 50000"/>
              </a:avLst>
            </a:prstGeom>
            <a:solidFill>
              <a:srgbClr val="FB518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368A9A2-CEF5-3029-E54A-0B8EC87C7219}"/>
                </a:ext>
              </a:extLst>
            </p:cNvPr>
            <p:cNvSpPr/>
            <p:nvPr/>
          </p:nvSpPr>
          <p:spPr>
            <a:xfrm>
              <a:off x="765375" y="2084095"/>
              <a:ext cx="664516" cy="834343"/>
            </a:xfrm>
            <a:prstGeom prst="roundRect">
              <a:avLst>
                <a:gd name="adj" fmla="val 21422"/>
              </a:avLst>
            </a:prstGeom>
            <a:solidFill>
              <a:srgbClr val="FB518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3A677E4-3566-0BF9-2ECA-307BEB0AFF45}"/>
                </a:ext>
              </a:extLst>
            </p:cNvPr>
            <p:cNvGrpSpPr/>
            <p:nvPr/>
          </p:nvGrpSpPr>
          <p:grpSpPr>
            <a:xfrm>
              <a:off x="846478" y="2332483"/>
              <a:ext cx="2259159" cy="2142149"/>
              <a:chOff x="331844" y="1711226"/>
              <a:chExt cx="3501784" cy="2142149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602D91-0DF4-CA79-D7C5-B2B9CC6FB5FF}"/>
                  </a:ext>
                </a:extLst>
              </p:cNvPr>
              <p:cNvSpPr txBox="1"/>
              <p:nvPr/>
            </p:nvSpPr>
            <p:spPr>
              <a:xfrm>
                <a:off x="907548" y="1711226"/>
                <a:ext cx="2926080" cy="348813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lvl="0" algn="ctr" defTabSz="1371600"/>
                <a:r>
                  <a:rPr lang="en-US" sz="2800" b="1" noProof="1">
                    <a:solidFill>
                      <a:srgbClr val="FB5184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Evidence</a:t>
                </a:r>
                <a:endParaRPr kumimoji="0" lang="en-US" sz="2800" b="1" i="0" u="none" strike="noStrike" kern="1200" cap="none" spc="0" normalizeH="0" baseline="0" noProof="1">
                  <a:ln>
                    <a:noFill/>
                  </a:ln>
                  <a:solidFill>
                    <a:srgbClr val="FB5184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887263-6FE5-5748-D203-6B8770ABDA0C}"/>
                  </a:ext>
                </a:extLst>
              </p:cNvPr>
              <p:cNvSpPr txBox="1"/>
              <p:nvPr/>
            </p:nvSpPr>
            <p:spPr>
              <a:xfrm>
                <a:off x="331844" y="2889008"/>
                <a:ext cx="2926080" cy="96436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lvl="0" algn="just" defTabSz="1371600"/>
                <a:r>
                  <a:rPr lang="en-US" sz="2200" noProof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Request specific evidence if not provided or if further clarity is needed.</a:t>
                </a:r>
                <a:endParaRPr kumimoji="0" lang="en-US" sz="2200" b="0" i="0" u="none" strike="noStrike" kern="1200" cap="none" spc="0" normalizeH="0" baseline="0" noProof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F0E209-BB7B-5258-7674-BE80C04439A4}"/>
              </a:ext>
            </a:extLst>
          </p:cNvPr>
          <p:cNvGrpSpPr/>
          <p:nvPr/>
        </p:nvGrpSpPr>
        <p:grpSpPr>
          <a:xfrm>
            <a:off x="6352013" y="2486079"/>
            <a:ext cx="4507633" cy="5519672"/>
            <a:chOff x="704976" y="1927952"/>
            <a:chExt cx="2172158" cy="367978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9E530D4-723C-3676-4464-C06A9B345592}"/>
                </a:ext>
              </a:extLst>
            </p:cNvPr>
            <p:cNvSpPr/>
            <p:nvPr/>
          </p:nvSpPr>
          <p:spPr>
            <a:xfrm>
              <a:off x="704976" y="1927952"/>
              <a:ext cx="2172158" cy="3571492"/>
            </a:xfrm>
            <a:prstGeom prst="roundRect">
              <a:avLst>
                <a:gd name="adj" fmla="val 11901"/>
              </a:avLst>
            </a:prstGeom>
            <a:solidFill>
              <a:schemeClr val="bg1"/>
            </a:solidFill>
            <a:ln w="28575">
              <a:solidFill>
                <a:srgbClr val="A66A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11480" rtlCol="0" anchor="t"/>
            <a:lstStyle/>
            <a:p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BA91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5E00B37-B0A8-E071-BE87-E56006643F71}"/>
                </a:ext>
              </a:extLst>
            </p:cNvPr>
            <p:cNvSpPr/>
            <p:nvPr/>
          </p:nvSpPr>
          <p:spPr>
            <a:xfrm>
              <a:off x="1209491" y="5391154"/>
              <a:ext cx="1163128" cy="216579"/>
            </a:xfrm>
            <a:prstGeom prst="roundRect">
              <a:avLst>
                <a:gd name="adj" fmla="val 50000"/>
              </a:avLst>
            </a:prstGeom>
            <a:solidFill>
              <a:srgbClr val="A66A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88CF890-F4DB-B24C-7CF6-1690391147DD}"/>
                </a:ext>
              </a:extLst>
            </p:cNvPr>
            <p:cNvSpPr/>
            <p:nvPr/>
          </p:nvSpPr>
          <p:spPr>
            <a:xfrm>
              <a:off x="759093" y="2092646"/>
              <a:ext cx="664517" cy="834343"/>
            </a:xfrm>
            <a:prstGeom prst="roundRect">
              <a:avLst>
                <a:gd name="adj" fmla="val 21422"/>
              </a:avLst>
            </a:prstGeom>
            <a:solidFill>
              <a:srgbClr val="A66A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8E0E191-B6F3-C78A-EC13-2AABD4E41683}"/>
                </a:ext>
              </a:extLst>
            </p:cNvPr>
            <p:cNvGrpSpPr/>
            <p:nvPr/>
          </p:nvGrpSpPr>
          <p:grpSpPr>
            <a:xfrm>
              <a:off x="847182" y="2181726"/>
              <a:ext cx="1887748" cy="2218464"/>
              <a:chOff x="332935" y="1560469"/>
              <a:chExt cx="2926080" cy="221846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934B75-67F8-B978-7875-D2CC19C5DBEE}"/>
                  </a:ext>
                </a:extLst>
              </p:cNvPr>
              <p:cNvSpPr txBox="1"/>
              <p:nvPr/>
            </p:nvSpPr>
            <p:spPr>
              <a:xfrm>
                <a:off x="1452256" y="1560469"/>
                <a:ext cx="1742614" cy="636071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>
                <a:defPPr>
                  <a:defRPr lang="en-US"/>
                </a:defPPr>
                <a:lvl1pPr algn="ctr" defTabSz="1371600">
                  <a:defRPr sz="2800" b="1">
                    <a:solidFill>
                      <a:srgbClr val="FB5184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lvl1pPr>
              </a:lstStyle>
              <a:p>
                <a:pPr lvl="0"/>
                <a:r>
                  <a:rPr lang="en-US" noProof="1">
                    <a:solidFill>
                      <a:srgbClr val="A66AFF"/>
                    </a:solidFill>
                  </a:rPr>
                  <a:t>Apply Guidelines</a:t>
                </a:r>
                <a:endParaRPr kumimoji="0" lang="en-US" sz="2800" b="1" i="0" u="none" strike="noStrike" kern="1200" cap="none" spc="0" normalizeH="0" baseline="0" noProof="1">
                  <a:ln>
                    <a:noFill/>
                  </a:ln>
                  <a:solidFill>
                    <a:srgbClr val="A66AFF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654766-45CA-940A-0764-20809103FEAE}"/>
                  </a:ext>
                </a:extLst>
              </p:cNvPr>
              <p:cNvSpPr txBox="1"/>
              <p:nvPr/>
            </p:nvSpPr>
            <p:spPr>
              <a:xfrm>
                <a:off x="332935" y="2814566"/>
                <a:ext cx="2926080" cy="96436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>
                <a:defPPr>
                  <a:defRPr lang="en-US"/>
                </a:defPPr>
                <a:lvl1pPr algn="just" defTabSz="1371600">
                  <a:defRPr sz="220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lvl1pPr>
              </a:lstStyle>
              <a:p>
                <a:pPr lvl="0"/>
                <a:r>
                  <a:rPr lang="en-US" noProof="1"/>
                  <a:t>Assess the review according to Content Integrity/Content Moderation guidelines</a:t>
                </a:r>
                <a:endParaRPr kumimoji="0" lang="en-US" sz="2200" b="0" i="0" u="none" strike="noStrike" kern="1200" cap="none" spc="0" normalizeH="0" baseline="0" noProof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D55E2A-E46F-B2FD-456C-107102FD01ED}"/>
              </a:ext>
            </a:extLst>
          </p:cNvPr>
          <p:cNvGrpSpPr/>
          <p:nvPr/>
        </p:nvGrpSpPr>
        <p:grpSpPr>
          <a:xfrm>
            <a:off x="11833805" y="2494364"/>
            <a:ext cx="4507633" cy="5519672"/>
            <a:chOff x="704976" y="1927952"/>
            <a:chExt cx="2172158" cy="3679781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BCC45DC-6AC3-04C4-3025-2C71393CA219}"/>
                </a:ext>
              </a:extLst>
            </p:cNvPr>
            <p:cNvSpPr/>
            <p:nvPr/>
          </p:nvSpPr>
          <p:spPr>
            <a:xfrm>
              <a:off x="704976" y="1927952"/>
              <a:ext cx="2172158" cy="3571492"/>
            </a:xfrm>
            <a:prstGeom prst="roundRect">
              <a:avLst>
                <a:gd name="adj" fmla="val 11901"/>
              </a:avLst>
            </a:prstGeom>
            <a:solidFill>
              <a:schemeClr val="bg1"/>
            </a:solidFill>
            <a:ln w="28575">
              <a:solidFill>
                <a:srgbClr val="5FEA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11480" rtlCol="0" anchor="t"/>
            <a:lstStyle/>
            <a:p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3AC6E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5977206-B975-53A3-EB43-AAC26675307D}"/>
                </a:ext>
              </a:extLst>
            </p:cNvPr>
            <p:cNvSpPr/>
            <p:nvPr/>
          </p:nvSpPr>
          <p:spPr>
            <a:xfrm>
              <a:off x="1209491" y="5391154"/>
              <a:ext cx="1163128" cy="216579"/>
            </a:xfrm>
            <a:prstGeom prst="roundRect">
              <a:avLst>
                <a:gd name="adj" fmla="val 50000"/>
              </a:avLst>
            </a:prstGeom>
            <a:solidFill>
              <a:srgbClr val="5FEA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5498BFA-6E33-BEB7-80DC-F84C4F481110}"/>
                </a:ext>
              </a:extLst>
            </p:cNvPr>
            <p:cNvSpPr/>
            <p:nvPr/>
          </p:nvSpPr>
          <p:spPr>
            <a:xfrm>
              <a:off x="751395" y="2140099"/>
              <a:ext cx="667731" cy="834343"/>
            </a:xfrm>
            <a:prstGeom prst="roundRect">
              <a:avLst>
                <a:gd name="adj" fmla="val 21422"/>
              </a:avLst>
            </a:prstGeom>
            <a:solidFill>
              <a:srgbClr val="5FEA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94EAC2D-4B9D-8D71-92E2-7BA0A55B3862}"/>
                </a:ext>
              </a:extLst>
            </p:cNvPr>
            <p:cNvSpPr txBox="1"/>
            <p:nvPr/>
          </p:nvSpPr>
          <p:spPr>
            <a:xfrm>
              <a:off x="844076" y="3140217"/>
              <a:ext cx="1887747" cy="186717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algn="just" defTabSz="1371600">
                <a:defRPr sz="2200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pPr lvl="0"/>
              <a:r>
                <a:rPr lang="en-US" noProof="1"/>
                <a:t>Add URD comments explaining your decision</a:t>
              </a:r>
            </a:p>
            <a:p>
              <a:pPr lvl="0"/>
              <a:endParaRPr kumimoji="0" lang="en-US" sz="22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  <a:p>
              <a:pPr lvl="0"/>
              <a:r>
                <a:rPr lang="en-US" noProof="1"/>
                <a:t>Record Review/Location IDs in the ZD ticket fields</a:t>
              </a:r>
            </a:p>
            <a:p>
              <a:pPr lvl="0"/>
              <a:endParaRPr kumimoji="0" lang="en-US" sz="22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  <a:p>
              <a:pPr lvl="0"/>
              <a:r>
                <a:rPr lang="en-US" noProof="1"/>
                <a:t>Conduct a property sweep if a pattern emerges</a:t>
              </a:r>
              <a:endParaRPr kumimoji="0" lang="en-US" sz="22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AC6E3877-CC89-CB3A-3286-34A1BC3676B9}"/>
              </a:ext>
            </a:extLst>
          </p:cNvPr>
          <p:cNvSpPr/>
          <p:nvPr/>
        </p:nvSpPr>
        <p:spPr>
          <a:xfrm>
            <a:off x="6090556" y="8338132"/>
            <a:ext cx="11201401" cy="1339723"/>
          </a:xfrm>
          <a:prstGeom prst="roundRect">
            <a:avLst/>
          </a:prstGeom>
          <a:noFill/>
          <a:ln w="57150">
            <a:solidFill>
              <a:srgbClr val="FF97F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5A3965CA-1909-E727-2516-7151F7FB7E9F}"/>
              </a:ext>
            </a:extLst>
          </p:cNvPr>
          <p:cNvSpPr/>
          <p:nvPr/>
        </p:nvSpPr>
        <p:spPr>
          <a:xfrm>
            <a:off x="7621810" y="8500566"/>
            <a:ext cx="9609853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No Vote Rule</a:t>
            </a:r>
          </a:p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the user hasn't voted on-site and no removal is planned, advise them to use the on-site dispute tool before contacting us via email.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B225979-A620-EFBA-1266-2BE9F21748A2}"/>
              </a:ext>
            </a:extLst>
          </p:cNvPr>
          <p:cNvSpPr/>
          <p:nvPr/>
        </p:nvSpPr>
        <p:spPr>
          <a:xfrm>
            <a:off x="881709" y="285415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Standard Handling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35C0034-C9B5-FB76-A265-6C3EE6919971}"/>
              </a:ext>
            </a:extLst>
          </p:cNvPr>
          <p:cNvSpPr/>
          <p:nvPr/>
        </p:nvSpPr>
        <p:spPr>
          <a:xfrm>
            <a:off x="881709" y="1385747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3: Review &amp; Documentation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6C413-5134-C9C0-4CEB-B7B5162AD793}"/>
              </a:ext>
            </a:extLst>
          </p:cNvPr>
          <p:cNvSpPr txBox="1"/>
          <p:nvPr/>
        </p:nvSpPr>
        <p:spPr>
          <a:xfrm>
            <a:off x="13267314" y="3084441"/>
            <a:ext cx="3115289" cy="52322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algn="ctr" defTabSz="1371600">
              <a:defRPr sz="2800" b="1">
                <a:solidFill>
                  <a:srgbClr val="FB5184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noProof="1">
                <a:solidFill>
                  <a:srgbClr val="5FEAFF"/>
                </a:solidFill>
              </a:rPr>
              <a:t>Documentation</a:t>
            </a:r>
            <a:endParaRPr kumimoji="0" lang="en-US" sz="2800" b="1" i="0" u="none" strike="noStrike" kern="1200" cap="none" spc="0" normalizeH="0" baseline="0" noProof="1">
              <a:ln>
                <a:noFill/>
              </a:ln>
              <a:solidFill>
                <a:srgbClr val="5FEA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6AC2C3AC-AF56-5B71-EFDA-A7ADA1F913FC}"/>
              </a:ext>
            </a:extLst>
          </p:cNvPr>
          <p:cNvSpPr/>
          <p:nvPr/>
        </p:nvSpPr>
        <p:spPr>
          <a:xfrm>
            <a:off x="1171113" y="2823745"/>
            <a:ext cx="988284" cy="960120"/>
          </a:xfrm>
          <a:custGeom>
            <a:avLst/>
            <a:gdLst/>
            <a:ahLst/>
            <a:cxnLst/>
            <a:rect l="l" t="t" r="r" b="b"/>
            <a:pathLst>
              <a:path w="2315269" h="2315269">
                <a:moveTo>
                  <a:pt x="0" y="0"/>
                </a:moveTo>
                <a:lnTo>
                  <a:pt x="2315269" y="0"/>
                </a:lnTo>
                <a:lnTo>
                  <a:pt x="2315269" y="2315269"/>
                </a:lnTo>
                <a:lnTo>
                  <a:pt x="0" y="2315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10" name="Group 12">
            <a:extLst>
              <a:ext uri="{FF2B5EF4-FFF2-40B4-BE49-F238E27FC236}">
                <a16:creationId xmlns:a16="http://schemas.microsoft.com/office/drawing/2014/main" id="{6A31F817-8F70-0C51-B437-C3B4D1F8715D}"/>
              </a:ext>
            </a:extLst>
          </p:cNvPr>
          <p:cNvGrpSpPr/>
          <p:nvPr/>
        </p:nvGrpSpPr>
        <p:grpSpPr>
          <a:xfrm>
            <a:off x="6762014" y="2817754"/>
            <a:ext cx="842321" cy="1014558"/>
            <a:chOff x="0" y="0"/>
            <a:chExt cx="2020336" cy="2507126"/>
          </a:xfrm>
        </p:grpSpPr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CD3514E6-5B7C-63CB-94C2-6AD364FAF697}"/>
                </a:ext>
              </a:extLst>
            </p:cNvPr>
            <p:cNvSpPr/>
            <p:nvPr/>
          </p:nvSpPr>
          <p:spPr>
            <a:xfrm>
              <a:off x="0" y="0"/>
              <a:ext cx="1972272" cy="2507126"/>
            </a:xfrm>
            <a:custGeom>
              <a:avLst/>
              <a:gdLst/>
              <a:ahLst/>
              <a:cxnLst/>
              <a:rect l="l" t="t" r="r" b="b"/>
              <a:pathLst>
                <a:path w="1972272" h="2507126">
                  <a:moveTo>
                    <a:pt x="0" y="0"/>
                  </a:moveTo>
                  <a:lnTo>
                    <a:pt x="1972272" y="0"/>
                  </a:lnTo>
                  <a:lnTo>
                    <a:pt x="1972272" y="2507126"/>
                  </a:lnTo>
                  <a:lnTo>
                    <a:pt x="0" y="250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14">
              <a:extLst>
                <a:ext uri="{FF2B5EF4-FFF2-40B4-BE49-F238E27FC236}">
                  <a16:creationId xmlns:a16="http://schemas.microsoft.com/office/drawing/2014/main" id="{20021065-9B14-5B3B-5C32-CAAFEEAFDE70}"/>
                </a:ext>
              </a:extLst>
            </p:cNvPr>
            <p:cNvSpPr txBox="1"/>
            <p:nvPr/>
          </p:nvSpPr>
          <p:spPr>
            <a:xfrm>
              <a:off x="0" y="2016741"/>
              <a:ext cx="2020336" cy="390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80"/>
                </a:lnSpc>
                <a:spcBef>
                  <a:spcPct val="0"/>
                </a:spcBef>
              </a:pPr>
              <a:r>
                <a:rPr lang="en-US" sz="914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Guidelines</a:t>
              </a:r>
            </a:p>
          </p:txBody>
        </p:sp>
      </p:grpSp>
      <p:sp>
        <p:nvSpPr>
          <p:cNvPr id="28" name="Freeform 15">
            <a:extLst>
              <a:ext uri="{FF2B5EF4-FFF2-40B4-BE49-F238E27FC236}">
                <a16:creationId xmlns:a16="http://schemas.microsoft.com/office/drawing/2014/main" id="{427D5F18-D67F-7ECF-927B-9F9290D40DA4}"/>
              </a:ext>
            </a:extLst>
          </p:cNvPr>
          <p:cNvSpPr/>
          <p:nvPr/>
        </p:nvSpPr>
        <p:spPr>
          <a:xfrm>
            <a:off x="12146679" y="2936846"/>
            <a:ext cx="940043" cy="1002991"/>
          </a:xfrm>
          <a:custGeom>
            <a:avLst/>
            <a:gdLst/>
            <a:ahLst/>
            <a:cxnLst/>
            <a:rect l="l" t="t" r="r" b="b"/>
            <a:pathLst>
              <a:path w="2042247" h="2286098">
                <a:moveTo>
                  <a:pt x="0" y="0"/>
                </a:moveTo>
                <a:lnTo>
                  <a:pt x="2042247" y="0"/>
                </a:lnTo>
                <a:lnTo>
                  <a:pt x="2042247" y="2286098"/>
                </a:lnTo>
                <a:lnTo>
                  <a:pt x="0" y="2286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E11904B3-BD36-1077-F2D3-2A686A5B9B23}"/>
              </a:ext>
            </a:extLst>
          </p:cNvPr>
          <p:cNvSpPr/>
          <p:nvPr/>
        </p:nvSpPr>
        <p:spPr>
          <a:xfrm>
            <a:off x="6495788" y="8457781"/>
            <a:ext cx="844977" cy="1184384"/>
          </a:xfrm>
          <a:custGeom>
            <a:avLst/>
            <a:gdLst/>
            <a:ahLst/>
            <a:cxnLst/>
            <a:rect l="l" t="t" r="r" b="b"/>
            <a:pathLst>
              <a:path w="1463476" h="1892426">
                <a:moveTo>
                  <a:pt x="0" y="0"/>
                </a:moveTo>
                <a:lnTo>
                  <a:pt x="1463476" y="0"/>
                </a:lnTo>
                <a:lnTo>
                  <a:pt x="1463476" y="1892426"/>
                </a:lnTo>
                <a:lnTo>
                  <a:pt x="0" y="1892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4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63086-E081-41DC-9E49-EA3702C5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>
            <a:extLst>
              <a:ext uri="{FF2B5EF4-FFF2-40B4-BE49-F238E27FC236}">
                <a16:creationId xmlns:a16="http://schemas.microsoft.com/office/drawing/2014/main" id="{0FFAF4C7-1DC7-97DC-1338-19754CA4E265}"/>
              </a:ext>
            </a:extLst>
          </p:cNvPr>
          <p:cNvGrpSpPr/>
          <p:nvPr/>
        </p:nvGrpSpPr>
        <p:grpSpPr>
          <a:xfrm>
            <a:off x="2053969" y="4990349"/>
            <a:ext cx="13456179" cy="2336432"/>
            <a:chOff x="0" y="-47625"/>
            <a:chExt cx="3544014" cy="61535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053CD1A4-F349-14E7-66C2-E10174C80422}"/>
                </a:ext>
              </a:extLst>
            </p:cNvPr>
            <p:cNvSpPr/>
            <p:nvPr/>
          </p:nvSpPr>
          <p:spPr>
            <a:xfrm>
              <a:off x="0" y="0"/>
              <a:ext cx="3544014" cy="567732"/>
            </a:xfrm>
            <a:custGeom>
              <a:avLst/>
              <a:gdLst/>
              <a:ahLst/>
              <a:cxnLst/>
              <a:rect l="l" t="t" r="r" b="b"/>
              <a:pathLst>
                <a:path w="3544014" h="567732">
                  <a:moveTo>
                    <a:pt x="0" y="0"/>
                  </a:moveTo>
                  <a:lnTo>
                    <a:pt x="3544014" y="0"/>
                  </a:lnTo>
                  <a:lnTo>
                    <a:pt x="3544014" y="567732"/>
                  </a:lnTo>
                  <a:lnTo>
                    <a:pt x="0" y="567732"/>
                  </a:lnTo>
                  <a:close/>
                </a:path>
              </a:pathLst>
            </a:custGeom>
            <a:solidFill>
              <a:srgbClr val="E7FFE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5BA97CED-0406-1112-F513-BE9C1363AEBC}"/>
                </a:ext>
              </a:extLst>
            </p:cNvPr>
            <p:cNvSpPr txBox="1"/>
            <p:nvPr/>
          </p:nvSpPr>
          <p:spPr>
            <a:xfrm>
              <a:off x="0" y="-47625"/>
              <a:ext cx="3544014" cy="615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oup 5">
            <a:extLst>
              <a:ext uri="{FF2B5EF4-FFF2-40B4-BE49-F238E27FC236}">
                <a16:creationId xmlns:a16="http://schemas.microsoft.com/office/drawing/2014/main" id="{1498B931-2903-9D71-4C5A-BC46777E4007}"/>
              </a:ext>
            </a:extLst>
          </p:cNvPr>
          <p:cNvGrpSpPr/>
          <p:nvPr/>
        </p:nvGrpSpPr>
        <p:grpSpPr>
          <a:xfrm>
            <a:off x="2053969" y="5171175"/>
            <a:ext cx="143696" cy="2155606"/>
            <a:chOff x="0" y="0"/>
            <a:chExt cx="37846" cy="56773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8684930-A75C-45B1-BE6F-7596D3F106E0}"/>
                </a:ext>
              </a:extLst>
            </p:cNvPr>
            <p:cNvSpPr/>
            <p:nvPr/>
          </p:nvSpPr>
          <p:spPr>
            <a:xfrm>
              <a:off x="0" y="0"/>
              <a:ext cx="37846" cy="567732"/>
            </a:xfrm>
            <a:custGeom>
              <a:avLst/>
              <a:gdLst/>
              <a:ahLst/>
              <a:cxnLst/>
              <a:rect l="l" t="t" r="r" b="b"/>
              <a:pathLst>
                <a:path w="37846" h="567732">
                  <a:moveTo>
                    <a:pt x="0" y="0"/>
                  </a:moveTo>
                  <a:lnTo>
                    <a:pt x="37846" y="0"/>
                  </a:lnTo>
                  <a:lnTo>
                    <a:pt x="37846" y="567732"/>
                  </a:lnTo>
                  <a:lnTo>
                    <a:pt x="0" y="567732"/>
                  </a:lnTo>
                  <a:close/>
                </a:path>
              </a:pathLst>
            </a:custGeom>
            <a:solidFill>
              <a:srgbClr val="00D7B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476E373A-7150-9A62-2E43-34CDB841172E}"/>
                </a:ext>
              </a:extLst>
            </p:cNvPr>
            <p:cNvSpPr txBox="1"/>
            <p:nvPr/>
          </p:nvSpPr>
          <p:spPr>
            <a:xfrm>
              <a:off x="0" y="-47625"/>
              <a:ext cx="37846" cy="615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Freeform 7">
            <a:extLst>
              <a:ext uri="{FF2B5EF4-FFF2-40B4-BE49-F238E27FC236}">
                <a16:creationId xmlns:a16="http://schemas.microsoft.com/office/drawing/2014/main" id="{B2C2D3A6-0A18-FBF5-4999-0107AF8D9C18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1A872EE-0710-CB58-AD95-8A88A77C67FD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4: Final response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93A4AC-F09D-C2F9-FF8F-9B75583224B0}"/>
              </a:ext>
            </a:extLst>
          </p:cNvPr>
          <p:cNvGrpSpPr/>
          <p:nvPr/>
        </p:nvGrpSpPr>
        <p:grpSpPr>
          <a:xfrm>
            <a:off x="1721792" y="2936728"/>
            <a:ext cx="7042861" cy="1643586"/>
            <a:chOff x="766737" y="2171700"/>
            <a:chExt cx="10536931" cy="274558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E5F8510-E43E-F0BB-E9AA-056B639417CD}"/>
                </a:ext>
              </a:extLst>
            </p:cNvPr>
            <p:cNvSpPr/>
            <p:nvPr/>
          </p:nvSpPr>
          <p:spPr>
            <a:xfrm>
              <a:off x="766737" y="2171700"/>
              <a:ext cx="10434663" cy="2625450"/>
            </a:xfrm>
            <a:prstGeom prst="roundRect">
              <a:avLst/>
            </a:prstGeom>
            <a:solidFill>
              <a:srgbClr val="FB518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70425C2-D086-F426-1B5E-91D42CDF3AE1}"/>
                </a:ext>
              </a:extLst>
            </p:cNvPr>
            <p:cNvSpPr/>
            <p:nvPr/>
          </p:nvSpPr>
          <p:spPr>
            <a:xfrm>
              <a:off x="869005" y="2291835"/>
              <a:ext cx="10434663" cy="2625450"/>
            </a:xfrm>
            <a:prstGeom prst="roundRect">
              <a:avLst/>
            </a:prstGeom>
            <a:ln>
              <a:solidFill>
                <a:srgbClr val="FB5184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 3">
            <a:extLst>
              <a:ext uri="{FF2B5EF4-FFF2-40B4-BE49-F238E27FC236}">
                <a16:creationId xmlns:a16="http://schemas.microsoft.com/office/drawing/2014/main" id="{7919BCEF-D01C-F781-82A6-73AB2EB22F89}"/>
              </a:ext>
            </a:extLst>
          </p:cNvPr>
          <p:cNvSpPr/>
          <p:nvPr/>
        </p:nvSpPr>
        <p:spPr>
          <a:xfrm>
            <a:off x="2850279" y="3205952"/>
            <a:ext cx="11889727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     </a:t>
            </a: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 the Allegation of Fraud macro</a:t>
            </a:r>
          </a:p>
          <a:p>
            <a:pPr lvl="0" defTabSz="1371600"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3C9A4D4-0F3C-E48A-4582-2DC31206ACD4}"/>
              </a:ext>
            </a:extLst>
          </p:cNvPr>
          <p:cNvSpPr/>
          <p:nvPr/>
        </p:nvSpPr>
        <p:spPr>
          <a:xfrm>
            <a:off x="900148" y="467545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Standard Handling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EB36B22-323B-CBCC-AAF4-E3F65BF3F29B}"/>
              </a:ext>
            </a:extLst>
          </p:cNvPr>
          <p:cNvSpPr/>
          <p:nvPr/>
        </p:nvSpPr>
        <p:spPr>
          <a:xfrm>
            <a:off x="900148" y="1616235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4: Final Response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633F8-98F8-0EAA-680B-B1AE13651781}"/>
              </a:ext>
            </a:extLst>
          </p:cNvPr>
          <p:cNvSpPr txBox="1"/>
          <p:nvPr/>
        </p:nvSpPr>
        <p:spPr>
          <a:xfrm>
            <a:off x="2780792" y="5909201"/>
            <a:ext cx="12486621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defTabSz="1371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2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defRPr>
            </a:lvl1pPr>
          </a:lstStyle>
          <a:p>
            <a:r>
              <a:rPr i="1" dirty="0"/>
              <a:t>"Thank you for your report. We will review the content in question and make any appropriate changes. Due to our privacy policy, I am unable to follow up with details regarding the investigation. Thank you for your participation and understanding."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17D102D-E2CF-78BD-4E16-5EDAA1623607}"/>
              </a:ext>
            </a:extLst>
          </p:cNvPr>
          <p:cNvSpPr/>
          <p:nvPr/>
        </p:nvSpPr>
        <p:spPr>
          <a:xfrm>
            <a:off x="2580309" y="5280040"/>
            <a:ext cx="1188972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Standardized Response Text: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3E2BA0B9-BA30-6503-16F5-023512B56311}"/>
              </a:ext>
            </a:extLst>
          </p:cNvPr>
          <p:cNvSpPr/>
          <p:nvPr/>
        </p:nvSpPr>
        <p:spPr>
          <a:xfrm>
            <a:off x="2006291" y="3359184"/>
            <a:ext cx="1091083" cy="876154"/>
          </a:xfrm>
          <a:custGeom>
            <a:avLst/>
            <a:gdLst/>
            <a:ahLst/>
            <a:cxnLst/>
            <a:rect l="l" t="t" r="r" b="b"/>
            <a:pathLst>
              <a:path w="2676192" h="2069589">
                <a:moveTo>
                  <a:pt x="0" y="0"/>
                </a:moveTo>
                <a:lnTo>
                  <a:pt x="2676192" y="0"/>
                </a:lnTo>
                <a:lnTo>
                  <a:pt x="2676192" y="2069588"/>
                </a:lnTo>
                <a:lnTo>
                  <a:pt x="0" y="2069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785E51-BDB8-0F50-F096-9F3FB32282EA}"/>
              </a:ext>
            </a:extLst>
          </p:cNvPr>
          <p:cNvGrpSpPr/>
          <p:nvPr/>
        </p:nvGrpSpPr>
        <p:grpSpPr>
          <a:xfrm>
            <a:off x="9144000" y="2936728"/>
            <a:ext cx="6974505" cy="1643586"/>
            <a:chOff x="766737" y="2171700"/>
            <a:chExt cx="10536931" cy="2745585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D24FFD5-4A0E-2514-B1E7-1332C2BE2328}"/>
                </a:ext>
              </a:extLst>
            </p:cNvPr>
            <p:cNvSpPr/>
            <p:nvPr/>
          </p:nvSpPr>
          <p:spPr>
            <a:xfrm>
              <a:off x="766737" y="2171700"/>
              <a:ext cx="10434663" cy="2625450"/>
            </a:xfrm>
            <a:prstGeom prst="roundRect">
              <a:avLst/>
            </a:prstGeom>
            <a:solidFill>
              <a:srgbClr val="FB518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8BE01D4-06B7-EC40-6BBE-7C3A99FE8599}"/>
                </a:ext>
              </a:extLst>
            </p:cNvPr>
            <p:cNvSpPr/>
            <p:nvPr/>
          </p:nvSpPr>
          <p:spPr>
            <a:xfrm>
              <a:off x="869005" y="2291835"/>
              <a:ext cx="10434663" cy="2625450"/>
            </a:xfrm>
            <a:prstGeom prst="roundRect">
              <a:avLst/>
            </a:prstGeom>
            <a:ln>
              <a:solidFill>
                <a:srgbClr val="FB5184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Text 3">
            <a:extLst>
              <a:ext uri="{FF2B5EF4-FFF2-40B4-BE49-F238E27FC236}">
                <a16:creationId xmlns:a16="http://schemas.microsoft.com/office/drawing/2014/main" id="{9AE506FC-85F9-39EE-1F2A-BA9E440DE64D}"/>
              </a:ext>
            </a:extLst>
          </p:cNvPr>
          <p:cNvSpPr/>
          <p:nvPr/>
        </p:nvSpPr>
        <p:spPr>
          <a:xfrm>
            <a:off x="11493878" y="3057770"/>
            <a:ext cx="4624627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Do not disclose internal investigation methods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E1C4AEEC-2E49-6ADA-1D3A-E63DE2236BEE}"/>
              </a:ext>
            </a:extLst>
          </p:cNvPr>
          <p:cNvGrpSpPr/>
          <p:nvPr/>
        </p:nvGrpSpPr>
        <p:grpSpPr>
          <a:xfrm>
            <a:off x="9637515" y="3331347"/>
            <a:ext cx="1049296" cy="926263"/>
            <a:chOff x="0" y="0"/>
            <a:chExt cx="1613394" cy="161339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460635F4-C8E9-EBE9-C5F5-76760E1E706E}"/>
                </a:ext>
              </a:extLst>
            </p:cNvPr>
            <p:cNvSpPr/>
            <p:nvPr/>
          </p:nvSpPr>
          <p:spPr>
            <a:xfrm>
              <a:off x="65656" y="55642"/>
              <a:ext cx="1482081" cy="1502109"/>
            </a:xfrm>
            <a:custGeom>
              <a:avLst/>
              <a:gdLst/>
              <a:ahLst/>
              <a:cxnLst/>
              <a:rect l="l" t="t" r="r" b="b"/>
              <a:pathLst>
                <a:path w="1482081" h="1502109">
                  <a:moveTo>
                    <a:pt x="0" y="0"/>
                  </a:moveTo>
                  <a:lnTo>
                    <a:pt x="1482081" y="0"/>
                  </a:lnTo>
                  <a:lnTo>
                    <a:pt x="1482081" y="1502109"/>
                  </a:lnTo>
                  <a:lnTo>
                    <a:pt x="0" y="1502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20">
              <a:extLst>
                <a:ext uri="{FF2B5EF4-FFF2-40B4-BE49-F238E27FC236}">
                  <a16:creationId xmlns:a16="http://schemas.microsoft.com/office/drawing/2014/main" id="{C65E190B-5ECC-F4BA-72A1-8B83BBEE108B}"/>
                </a:ext>
              </a:extLst>
            </p:cNvPr>
            <p:cNvSpPr/>
            <p:nvPr/>
          </p:nvSpPr>
          <p:spPr>
            <a:xfrm>
              <a:off x="0" y="0"/>
              <a:ext cx="1613394" cy="1613394"/>
            </a:xfrm>
            <a:custGeom>
              <a:avLst/>
              <a:gdLst/>
              <a:ahLst/>
              <a:cxnLst/>
              <a:rect l="l" t="t" r="r" b="b"/>
              <a:pathLst>
                <a:path w="1613394" h="1613394">
                  <a:moveTo>
                    <a:pt x="0" y="0"/>
                  </a:moveTo>
                  <a:lnTo>
                    <a:pt x="1613394" y="0"/>
                  </a:lnTo>
                  <a:lnTo>
                    <a:pt x="1613394" y="1613394"/>
                  </a:lnTo>
                  <a:lnTo>
                    <a:pt x="0" y="1613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680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96EC-3EC2-A4ED-2778-B9EC45C3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8">
            <a:extLst>
              <a:ext uri="{FF2B5EF4-FFF2-40B4-BE49-F238E27FC236}">
                <a16:creationId xmlns:a16="http://schemas.microsoft.com/office/drawing/2014/main" id="{F4C85FE0-2970-A55E-D122-B9F06581D47E}"/>
              </a:ext>
            </a:extLst>
          </p:cNvPr>
          <p:cNvSpPr/>
          <p:nvPr/>
        </p:nvSpPr>
        <p:spPr>
          <a:xfrm rot="19170964">
            <a:off x="13254152" y="-3733910"/>
            <a:ext cx="7440314" cy="6183818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Freeform 8">
            <a:extLst>
              <a:ext uri="{FF2B5EF4-FFF2-40B4-BE49-F238E27FC236}">
                <a16:creationId xmlns:a16="http://schemas.microsoft.com/office/drawing/2014/main" id="{99FD3158-27C2-E06D-34EA-CFB8ABFB9307}"/>
              </a:ext>
            </a:extLst>
          </p:cNvPr>
          <p:cNvSpPr/>
          <p:nvPr/>
        </p:nvSpPr>
        <p:spPr>
          <a:xfrm rot="13535020">
            <a:off x="-2404689" y="4074614"/>
            <a:ext cx="5796055" cy="4831846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FFF2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80D05F-07DE-2AAE-F2BC-8352C6315836}"/>
              </a:ext>
            </a:extLst>
          </p:cNvPr>
          <p:cNvGrpSpPr/>
          <p:nvPr/>
        </p:nvGrpSpPr>
        <p:grpSpPr>
          <a:xfrm>
            <a:off x="3354495" y="5810369"/>
            <a:ext cx="5120640" cy="348386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64E8CBA-078E-F3C7-475F-02D6AE44555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41" name="Freeform 4">
                <a:extLst>
                  <a:ext uri="{FF2B5EF4-FFF2-40B4-BE49-F238E27FC236}">
                    <a16:creationId xmlns:a16="http://schemas.microsoft.com/office/drawing/2014/main" id="{95B86DA4-82C8-5335-533F-0EA386DE119A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ED0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TextBox 5">
                <a:extLst>
                  <a:ext uri="{FF2B5EF4-FFF2-40B4-BE49-F238E27FC236}">
                    <a16:creationId xmlns:a16="http://schemas.microsoft.com/office/drawing/2014/main" id="{D943B03B-FB62-950F-F61A-05D624BFC0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6">
              <a:extLst>
                <a:ext uri="{FF2B5EF4-FFF2-40B4-BE49-F238E27FC236}">
                  <a16:creationId xmlns:a16="http://schemas.microsoft.com/office/drawing/2014/main" id="{4A425CCF-FB22-2D6B-EEE0-572FD544888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5B7746BF-0C48-1967-66E5-CF91EEBD7D9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TextBox 8">
                <a:extLst>
                  <a:ext uri="{FF2B5EF4-FFF2-40B4-BE49-F238E27FC236}">
                    <a16:creationId xmlns:a16="http://schemas.microsoft.com/office/drawing/2014/main" id="{67F798C3-3A39-C5A2-D980-22ECB5485F6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AE8623-BC0A-B6D6-E866-6CA7E063AC25}"/>
              </a:ext>
            </a:extLst>
          </p:cNvPr>
          <p:cNvSpPr txBox="1"/>
          <p:nvPr/>
        </p:nvSpPr>
        <p:spPr>
          <a:xfrm>
            <a:off x="759754" y="698020"/>
            <a:ext cx="16200000" cy="89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lvl="0" defTabSz="1371600">
              <a:defRPr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defRPr>
            </a:lvl1pPr>
          </a:lstStyle>
          <a:p>
            <a:r>
              <a:rPr lang="en-US" dirty="0">
                <a:sym typeface="Arial"/>
              </a:rPr>
              <a:t>Specific Content Types: Action to take</a:t>
            </a:r>
            <a:endParaRPr dirty="0">
              <a:sym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FE628C-9A1A-D684-5180-98E14952B3DC}"/>
              </a:ext>
            </a:extLst>
          </p:cNvPr>
          <p:cNvGrpSpPr/>
          <p:nvPr/>
        </p:nvGrpSpPr>
        <p:grpSpPr>
          <a:xfrm>
            <a:off x="887329" y="2124691"/>
            <a:ext cx="5120640" cy="329622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A914720-6AF1-8497-A7C1-0B1B24A2A62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D396D97C-0B59-0F2D-61BB-5298C294EB8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6D3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3D338BE6-042F-EB7C-456A-8F6F7F84048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7D2B3FDC-650B-12CA-76ED-28089051BD86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9232A350-64D9-672E-5D61-4B6C6C983466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A6141CA8-DB74-051C-21EA-6239D5E564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B5F779-475A-A28A-DFCD-14CEC43193ED}"/>
              </a:ext>
            </a:extLst>
          </p:cNvPr>
          <p:cNvGrpSpPr/>
          <p:nvPr/>
        </p:nvGrpSpPr>
        <p:grpSpPr>
          <a:xfrm>
            <a:off x="6666346" y="2183230"/>
            <a:ext cx="5120640" cy="3296226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3">
              <a:extLst>
                <a:ext uri="{FF2B5EF4-FFF2-40B4-BE49-F238E27FC236}">
                  <a16:creationId xmlns:a16="http://schemas.microsoft.com/office/drawing/2014/main" id="{0EFE2068-87FE-016E-D91A-05779FD1668A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850FB930-08CA-B6FB-D460-59AD4EF9C99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5FEA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87F7DAB6-4839-2DEF-1720-58A3D69F18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C79CCE32-44AB-4A85-B013-CE4DDFEAA6B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AF7AFB65-3552-9DD9-F60B-B93E9B3D71B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8">
                <a:extLst>
                  <a:ext uri="{FF2B5EF4-FFF2-40B4-BE49-F238E27FC236}">
                    <a16:creationId xmlns:a16="http://schemas.microsoft.com/office/drawing/2014/main" id="{70CB24F6-E3D0-5215-4F58-D42587827A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766C60-F65F-503F-D7B0-8EFAED755058}"/>
              </a:ext>
            </a:extLst>
          </p:cNvPr>
          <p:cNvGrpSpPr/>
          <p:nvPr/>
        </p:nvGrpSpPr>
        <p:grpSpPr>
          <a:xfrm>
            <a:off x="12445363" y="2201188"/>
            <a:ext cx="5120640" cy="329622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42A1EBFC-0317-F12A-B395-9F2927D9C381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26" name="Freeform 4">
                <a:extLst>
                  <a:ext uri="{FF2B5EF4-FFF2-40B4-BE49-F238E27FC236}">
                    <a16:creationId xmlns:a16="http://schemas.microsoft.com/office/drawing/2014/main" id="{71644966-610F-03BC-EE8F-9A43A230E84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CFFF2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BB6EFF5A-190A-588B-0FB0-87419536E2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6">
              <a:extLst>
                <a:ext uri="{FF2B5EF4-FFF2-40B4-BE49-F238E27FC236}">
                  <a16:creationId xmlns:a16="http://schemas.microsoft.com/office/drawing/2014/main" id="{86759740-478C-1278-96BF-48F46D6A3A2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7CFCD0A6-B88A-54AA-901E-17401745F8FB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TextBox 8">
                <a:extLst>
                  <a:ext uri="{FF2B5EF4-FFF2-40B4-BE49-F238E27FC236}">
                    <a16:creationId xmlns:a16="http://schemas.microsoft.com/office/drawing/2014/main" id="{10FA0015-FE22-BB99-887D-D4E2DA4F11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AA74F69-D8B6-AF8E-8E43-AD82199FAC97}"/>
              </a:ext>
            </a:extLst>
          </p:cNvPr>
          <p:cNvGrpSpPr/>
          <p:nvPr/>
        </p:nvGrpSpPr>
        <p:grpSpPr>
          <a:xfrm>
            <a:off x="9712127" y="5846261"/>
            <a:ext cx="5120640" cy="3482186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91D983A6-2132-F060-5B76-0E3EDF1DCD83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2" name="Freeform 4">
                <a:extLst>
                  <a:ext uri="{FF2B5EF4-FFF2-40B4-BE49-F238E27FC236}">
                    <a16:creationId xmlns:a16="http://schemas.microsoft.com/office/drawing/2014/main" id="{5450B737-408B-44C3-C8D8-E88D1CB4326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57E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TextBox 5">
                <a:extLst>
                  <a:ext uri="{FF2B5EF4-FFF2-40B4-BE49-F238E27FC236}">
                    <a16:creationId xmlns:a16="http://schemas.microsoft.com/office/drawing/2014/main" id="{339B3986-C1F3-C618-814E-42ADFF5EFA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6">
              <a:extLst>
                <a:ext uri="{FF2B5EF4-FFF2-40B4-BE49-F238E27FC236}">
                  <a16:creationId xmlns:a16="http://schemas.microsoft.com/office/drawing/2014/main" id="{CF93F966-7342-921E-0967-61BF23FBE28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23FE8D04-8C1D-2BE2-FF64-867113F6685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TextBox 8">
                <a:extLst>
                  <a:ext uri="{FF2B5EF4-FFF2-40B4-BE49-F238E27FC236}">
                    <a16:creationId xmlns:a16="http://schemas.microsoft.com/office/drawing/2014/main" id="{F20BF11A-1EF1-087C-FCDC-E83262BCD5F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ECDE6975-56FA-78B6-840C-8983F38080BF}"/>
              </a:ext>
            </a:extLst>
          </p:cNvPr>
          <p:cNvSpPr txBox="1"/>
          <p:nvPr/>
        </p:nvSpPr>
        <p:spPr>
          <a:xfrm>
            <a:off x="1637733" y="2320867"/>
            <a:ext cx="3639427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Owner Response (Privacy)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E514FC-CD3B-5EC2-D03C-E2E5B7CEEA25}"/>
              </a:ext>
            </a:extLst>
          </p:cNvPr>
          <p:cNvSpPr txBox="1"/>
          <p:nvPr/>
        </p:nvSpPr>
        <p:spPr>
          <a:xfrm>
            <a:off x="1213670" y="3301799"/>
            <a:ext cx="448755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Remove any Owner Response that reveals user information if that information is not present in the user's profile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86CA49-3882-FB17-A417-D4A0E000E20F}"/>
              </a:ext>
            </a:extLst>
          </p:cNvPr>
          <p:cNvSpPr txBox="1"/>
          <p:nvPr/>
        </p:nvSpPr>
        <p:spPr>
          <a:xfrm>
            <a:off x="7192730" y="2322983"/>
            <a:ext cx="436360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Standard Photo Violation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FF58C3-B986-D8A8-941E-53D57333FCD2}"/>
              </a:ext>
            </a:extLst>
          </p:cNvPr>
          <p:cNvSpPr txBox="1"/>
          <p:nvPr/>
        </p:nvSpPr>
        <p:spPr>
          <a:xfrm>
            <a:off x="7192730" y="3296254"/>
            <a:ext cx="4188193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Remove photos that contain selfies, logos, or spam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80E43F-9B9F-40D1-B53C-8B8A1F62EEC0}"/>
              </a:ext>
            </a:extLst>
          </p:cNvPr>
          <p:cNvSpPr txBox="1"/>
          <p:nvPr/>
        </p:nvSpPr>
        <p:spPr>
          <a:xfrm>
            <a:off x="12850586" y="2576944"/>
            <a:ext cx="433793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Illegal Photo Content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EB2F0D-7161-8227-E90B-6201EBCD4212}"/>
              </a:ext>
            </a:extLst>
          </p:cNvPr>
          <p:cNvSpPr txBox="1"/>
          <p:nvPr/>
        </p:nvSpPr>
        <p:spPr>
          <a:xfrm>
            <a:off x="12657515" y="3109085"/>
            <a:ext cx="4743156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Escalate photos depicting illegal activities, drugs, or escort services to Tier 2 for a member ban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3094E5-B745-EBDA-E5E6-80F66C9BC635}"/>
              </a:ext>
            </a:extLst>
          </p:cNvPr>
          <p:cNvSpPr txBox="1"/>
          <p:nvPr/>
        </p:nvSpPr>
        <p:spPr>
          <a:xfrm>
            <a:off x="3974590" y="6182336"/>
            <a:ext cx="414662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User Privacy (Photo)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C52F6-FF09-FD0B-46B4-87F41B530259}"/>
              </a:ext>
            </a:extLst>
          </p:cNvPr>
          <p:cNvSpPr txBox="1"/>
          <p:nvPr/>
        </p:nvSpPr>
        <p:spPr>
          <a:xfrm>
            <a:off x="3635633" y="6892190"/>
            <a:ext cx="448557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Remove photos posted by others if the user reports that the photo is of themselves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F11FC8-A9CD-5EE0-4BE3-7D45ABBCD531}"/>
              </a:ext>
            </a:extLst>
          </p:cNvPr>
          <p:cNvSpPr txBox="1"/>
          <p:nvPr/>
        </p:nvSpPr>
        <p:spPr>
          <a:xfrm>
            <a:off x="10754752" y="6182336"/>
            <a:ext cx="338122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Voter Templates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ABC9388-3396-F64E-5E08-7E4E45EDF828}"/>
              </a:ext>
            </a:extLst>
          </p:cNvPr>
          <p:cNvSpPr txBox="1"/>
          <p:nvPr/>
        </p:nvSpPr>
        <p:spPr>
          <a:xfrm>
            <a:off x="10078245" y="6926774"/>
            <a:ext cx="438840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a user reports not receiving a template sent within the past 3 months, resend the template.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6A71088-7341-E340-E2CA-2A7E014EA6F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90155" y="6080603"/>
            <a:ext cx="2848598" cy="35607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Text 19">
            <a:extLst>
              <a:ext uri="{FF2B5EF4-FFF2-40B4-BE49-F238E27FC236}">
                <a16:creationId xmlns:a16="http://schemas.microsoft.com/office/drawing/2014/main" id="{0F6FDDD3-B4F5-25A3-811F-7A590DB8DA8A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Specific Content Types: Action to take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626843BC-42A8-E35C-F56C-4E423EC7C8BB}"/>
              </a:ext>
            </a:extLst>
          </p:cNvPr>
          <p:cNvGrpSpPr/>
          <p:nvPr/>
        </p:nvGrpSpPr>
        <p:grpSpPr>
          <a:xfrm>
            <a:off x="10459173" y="4287023"/>
            <a:ext cx="955925" cy="911862"/>
            <a:chOff x="0" y="0"/>
            <a:chExt cx="2576180" cy="233573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Freeform 23">
              <a:extLst>
                <a:ext uri="{FF2B5EF4-FFF2-40B4-BE49-F238E27FC236}">
                  <a16:creationId xmlns:a16="http://schemas.microsoft.com/office/drawing/2014/main" id="{8404AB54-43F8-8626-9F6F-3B237E3F02DD}"/>
                </a:ext>
              </a:extLst>
            </p:cNvPr>
            <p:cNvSpPr/>
            <p:nvPr/>
          </p:nvSpPr>
          <p:spPr>
            <a:xfrm>
              <a:off x="0" y="0"/>
              <a:ext cx="2576180" cy="2335737"/>
            </a:xfrm>
            <a:custGeom>
              <a:avLst/>
              <a:gdLst/>
              <a:ahLst/>
              <a:cxnLst/>
              <a:rect l="l" t="t" r="r" b="b"/>
              <a:pathLst>
                <a:path w="2576180" h="2335737">
                  <a:moveTo>
                    <a:pt x="0" y="0"/>
                  </a:moveTo>
                  <a:lnTo>
                    <a:pt x="2576180" y="0"/>
                  </a:lnTo>
                  <a:lnTo>
                    <a:pt x="2576180" y="2335737"/>
                  </a:lnTo>
                  <a:lnTo>
                    <a:pt x="0" y="2335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7C651B33-B19D-B931-F0AE-4CF5FE121072}"/>
                </a:ext>
              </a:extLst>
            </p:cNvPr>
            <p:cNvSpPr/>
            <p:nvPr/>
          </p:nvSpPr>
          <p:spPr>
            <a:xfrm>
              <a:off x="1577857" y="1739068"/>
              <a:ext cx="596669" cy="596669"/>
            </a:xfrm>
            <a:custGeom>
              <a:avLst/>
              <a:gdLst/>
              <a:ahLst/>
              <a:cxnLst/>
              <a:rect l="l" t="t" r="r" b="b"/>
              <a:pathLst>
                <a:path w="596669" h="596669">
                  <a:moveTo>
                    <a:pt x="0" y="0"/>
                  </a:moveTo>
                  <a:lnTo>
                    <a:pt x="596669" y="0"/>
                  </a:lnTo>
                  <a:lnTo>
                    <a:pt x="596669" y="596669"/>
                  </a:lnTo>
                  <a:lnTo>
                    <a:pt x="0" y="59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906F6656-7FE3-B538-BB07-0FEFEC8C32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6043" y="4323038"/>
            <a:ext cx="943084" cy="879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327E7F6-3970-816D-E1D8-41FBC573D0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22137" y="4290052"/>
            <a:ext cx="867303" cy="8534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1" name="Freeform 2">
            <a:extLst>
              <a:ext uri="{FF2B5EF4-FFF2-40B4-BE49-F238E27FC236}">
                <a16:creationId xmlns:a16="http://schemas.microsoft.com/office/drawing/2014/main" id="{D573A2FE-ACE5-84E6-EDE1-FD69652F31C1}"/>
              </a:ext>
            </a:extLst>
          </p:cNvPr>
          <p:cNvSpPr/>
          <p:nvPr/>
        </p:nvSpPr>
        <p:spPr>
          <a:xfrm>
            <a:off x="6942255" y="8035545"/>
            <a:ext cx="1010646" cy="930028"/>
          </a:xfrm>
          <a:custGeom>
            <a:avLst/>
            <a:gdLst/>
            <a:ahLst/>
            <a:cxnLst/>
            <a:rect l="l" t="t" r="r" b="b"/>
            <a:pathLst>
              <a:path w="3473423" h="3734863">
                <a:moveTo>
                  <a:pt x="0" y="0"/>
                </a:moveTo>
                <a:lnTo>
                  <a:pt x="3473422" y="0"/>
                </a:lnTo>
                <a:lnTo>
                  <a:pt x="3473422" y="3734863"/>
                </a:lnTo>
                <a:lnTo>
                  <a:pt x="0" y="3734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">
            <a:extLst>
              <a:ext uri="{FF2B5EF4-FFF2-40B4-BE49-F238E27FC236}">
                <a16:creationId xmlns:a16="http://schemas.microsoft.com/office/drawing/2014/main" id="{123E38F3-4167-DFEE-DABB-E45A18B49584}"/>
              </a:ext>
            </a:extLst>
          </p:cNvPr>
          <p:cNvSpPr/>
          <p:nvPr/>
        </p:nvSpPr>
        <p:spPr>
          <a:xfrm>
            <a:off x="12609530" y="7682891"/>
            <a:ext cx="1857119" cy="183375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05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A8720-AA8F-6DCD-9C73-03DEB197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8541F7D8-0470-31AC-B2FC-EC2FA1A77A1B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078D41-07B8-B5F8-F184-1AF2B3A339E2}"/>
              </a:ext>
            </a:extLst>
          </p:cNvPr>
          <p:cNvSpPr/>
          <p:nvPr/>
        </p:nvSpPr>
        <p:spPr>
          <a:xfrm>
            <a:off x="772180" y="709568"/>
            <a:ext cx="129438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Viator Reviews Moderation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19510F-5785-8969-08CB-2521FD50112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Viator reviews moderation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893CD6-255A-17DD-36A5-9C673B281BEE}"/>
              </a:ext>
            </a:extLst>
          </p:cNvPr>
          <p:cNvSpPr/>
          <p:nvPr/>
        </p:nvSpPr>
        <p:spPr>
          <a:xfrm>
            <a:off x="842937" y="2264347"/>
            <a:ext cx="13635064" cy="1967337"/>
          </a:xfrm>
          <a:prstGeom prst="roundRect">
            <a:avLst/>
          </a:prstGeom>
          <a:ln w="38100">
            <a:solidFill>
              <a:srgbClr val="FF57E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3528F76-8FCC-01B1-014B-62C8B7ABA8F0}"/>
              </a:ext>
            </a:extLst>
          </p:cNvPr>
          <p:cNvSpPr/>
          <p:nvPr/>
        </p:nvSpPr>
        <p:spPr>
          <a:xfrm>
            <a:off x="2286452" y="2539612"/>
            <a:ext cx="13163348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Fraud Support can moderate Viator reviews in response to user inquiries.</a:t>
            </a:r>
          </a:p>
          <a:p>
            <a:pPr lvl="0" defTabSz="1371600">
              <a:defRPr/>
            </a:pP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endParaRPr lang="en-US" sz="2200" dirty="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Take appropriate CI/CM actions directly on the Viator review as needed.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6873AF6-AEE7-EFFB-FA7C-EA82563478E2}"/>
              </a:ext>
            </a:extLst>
          </p:cNvPr>
          <p:cNvGrpSpPr/>
          <p:nvPr/>
        </p:nvGrpSpPr>
        <p:grpSpPr>
          <a:xfrm>
            <a:off x="766737" y="4686217"/>
            <a:ext cx="5319600" cy="439037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">
              <a:extLst>
                <a:ext uri="{FF2B5EF4-FFF2-40B4-BE49-F238E27FC236}">
                  <a16:creationId xmlns:a16="http://schemas.microsoft.com/office/drawing/2014/main" id="{62CFB066-FD49-AB42-CF74-27C3CCEF5E3C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42" name="Freeform 4">
                <a:extLst>
                  <a:ext uri="{FF2B5EF4-FFF2-40B4-BE49-F238E27FC236}">
                    <a16:creationId xmlns:a16="http://schemas.microsoft.com/office/drawing/2014/main" id="{E47CBF2A-8E2E-5E13-C4BF-37BB0DFE5D0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EB5B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TextBox 5">
                <a:extLst>
                  <a:ext uri="{FF2B5EF4-FFF2-40B4-BE49-F238E27FC236}">
                    <a16:creationId xmlns:a16="http://schemas.microsoft.com/office/drawing/2014/main" id="{BD7DD66A-09B3-9683-83D6-6A79F72371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74C44248-B796-B937-B6C1-C4642DCAE0B3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39" name="Freeform 7">
                <a:extLst>
                  <a:ext uri="{FF2B5EF4-FFF2-40B4-BE49-F238E27FC236}">
                    <a16:creationId xmlns:a16="http://schemas.microsoft.com/office/drawing/2014/main" id="{99CC7B3F-7EE7-F162-8687-5615ABF82EDD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TextBox 8">
                <a:extLst>
                  <a:ext uri="{FF2B5EF4-FFF2-40B4-BE49-F238E27FC236}">
                    <a16:creationId xmlns:a16="http://schemas.microsoft.com/office/drawing/2014/main" id="{1DE4ABA9-C357-93DD-7937-5E3D0179B7F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C73222F-8235-5B25-2A44-004B1B82870F}"/>
              </a:ext>
            </a:extLst>
          </p:cNvPr>
          <p:cNvSpPr txBox="1"/>
          <p:nvPr/>
        </p:nvSpPr>
        <p:spPr>
          <a:xfrm>
            <a:off x="1187218" y="6172377"/>
            <a:ext cx="4478636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a user wishes to edit their Viator review, direct them to contact </a:t>
            </a:r>
            <a:r>
              <a:rPr lang="en-US" sz="2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c@v</a:t>
            </a: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6CFF96-1338-BB13-29BA-6642488A1527}"/>
              </a:ext>
            </a:extLst>
          </p:cNvPr>
          <p:cNvSpPr txBox="1"/>
          <p:nvPr/>
        </p:nvSpPr>
        <p:spPr>
          <a:xfrm>
            <a:off x="2129271" y="5315961"/>
            <a:ext cx="259453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Review Edits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E1909D0-55F9-75A8-D4FA-8B1D4A917391}"/>
              </a:ext>
            </a:extLst>
          </p:cNvPr>
          <p:cNvGrpSpPr/>
          <p:nvPr/>
        </p:nvGrpSpPr>
        <p:grpSpPr>
          <a:xfrm>
            <a:off x="6484200" y="4686217"/>
            <a:ext cx="5319600" cy="439037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3">
              <a:extLst>
                <a:ext uri="{FF2B5EF4-FFF2-40B4-BE49-F238E27FC236}">
                  <a16:creationId xmlns:a16="http://schemas.microsoft.com/office/drawing/2014/main" id="{D29611EA-D941-8810-7890-A59AE5F156D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0" name="Freeform 4">
                <a:extLst>
                  <a:ext uri="{FF2B5EF4-FFF2-40B4-BE49-F238E27FC236}">
                    <a16:creationId xmlns:a16="http://schemas.microsoft.com/office/drawing/2014/main" id="{CB4EF5E6-F36A-A089-0179-858CA572982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4E5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ADF6DA79-85ED-0810-DBC0-711F976725C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6">
              <a:extLst>
                <a:ext uri="{FF2B5EF4-FFF2-40B4-BE49-F238E27FC236}">
                  <a16:creationId xmlns:a16="http://schemas.microsoft.com/office/drawing/2014/main" id="{F97C17B8-360D-7A97-7A74-85495ECB1D08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6A98D854-A8FA-C0A8-24DA-47DC7E3E59BB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TextBox 8">
                <a:extLst>
                  <a:ext uri="{FF2B5EF4-FFF2-40B4-BE49-F238E27FC236}">
                    <a16:creationId xmlns:a16="http://schemas.microsoft.com/office/drawing/2014/main" id="{8AD9B901-3191-14E6-696F-4BA1DB70EB0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1ADAAB63-4481-DAAD-71C7-B7ED0B729CF7}"/>
              </a:ext>
            </a:extLst>
          </p:cNvPr>
          <p:cNvSpPr txBox="1"/>
          <p:nvPr/>
        </p:nvSpPr>
        <p:spPr>
          <a:xfrm>
            <a:off x="6927001" y="6006345"/>
            <a:ext cx="4478636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It is common for members to submit identical review text through both their personal Tripadvisor account and their temporary Viator booking email (</a:t>
            </a:r>
            <a:r>
              <a:rPr lang="en-US" sz="2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v@t</a:t>
            </a: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).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0B0F8E-349A-B9CD-25DE-21E43ED65043}"/>
              </a:ext>
            </a:extLst>
          </p:cNvPr>
          <p:cNvSpPr txBox="1"/>
          <p:nvPr/>
        </p:nvSpPr>
        <p:spPr>
          <a:xfrm>
            <a:off x="6794486" y="4991826"/>
            <a:ext cx="4699027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Duplicate Content on Viator Reviews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8B2B1E4-6722-8FA5-D978-5EF5D4B2368F}"/>
              </a:ext>
            </a:extLst>
          </p:cNvPr>
          <p:cNvGrpSpPr/>
          <p:nvPr/>
        </p:nvGrpSpPr>
        <p:grpSpPr>
          <a:xfrm>
            <a:off x="12201663" y="4686217"/>
            <a:ext cx="5319600" cy="439037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6" name="Group 3">
              <a:extLst>
                <a:ext uri="{FF2B5EF4-FFF2-40B4-BE49-F238E27FC236}">
                  <a16:creationId xmlns:a16="http://schemas.microsoft.com/office/drawing/2014/main" id="{2CBB9B4C-A6C6-A68C-E160-CE9BC38AE365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70" name="Freeform 4">
                <a:extLst>
                  <a:ext uri="{FF2B5EF4-FFF2-40B4-BE49-F238E27FC236}">
                    <a16:creationId xmlns:a16="http://schemas.microsoft.com/office/drawing/2014/main" id="{B8B76FC2-EC04-9806-A0DD-2A19BEBFF6C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CFFF2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1" name="TextBox 5">
                <a:extLst>
                  <a:ext uri="{FF2B5EF4-FFF2-40B4-BE49-F238E27FC236}">
                    <a16:creationId xmlns:a16="http://schemas.microsoft.com/office/drawing/2014/main" id="{698E8D69-70C3-92E3-C64D-08D5C324FF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">
              <a:extLst>
                <a:ext uri="{FF2B5EF4-FFF2-40B4-BE49-F238E27FC236}">
                  <a16:creationId xmlns:a16="http://schemas.microsoft.com/office/drawing/2014/main" id="{12A28583-3E5F-B210-3442-5FFA532B5859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68" name="Freeform 7">
                <a:extLst>
                  <a:ext uri="{FF2B5EF4-FFF2-40B4-BE49-F238E27FC236}">
                    <a16:creationId xmlns:a16="http://schemas.microsoft.com/office/drawing/2014/main" id="{57947CC1-BFD7-3D80-002A-208608A7F1BD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TextBox 8">
                <a:extLst>
                  <a:ext uri="{FF2B5EF4-FFF2-40B4-BE49-F238E27FC236}">
                    <a16:creationId xmlns:a16="http://schemas.microsoft.com/office/drawing/2014/main" id="{7CD6FAA1-CB7D-15C7-02E3-012FC49B87D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C11EE5F-A3FE-BEB8-3A9B-430B4BBB4901}"/>
              </a:ext>
            </a:extLst>
          </p:cNvPr>
          <p:cNvSpPr txBox="1"/>
          <p:nvPr/>
        </p:nvSpPr>
        <p:spPr>
          <a:xfrm>
            <a:off x="12643919" y="6077668"/>
            <a:ext cx="4478636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Both reviews may remain published; do not remove them for being duplicates.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F7658-3D29-CD36-5890-DBD14C481E8C}"/>
              </a:ext>
            </a:extLst>
          </p:cNvPr>
          <p:cNvSpPr txBox="1"/>
          <p:nvPr/>
        </p:nvSpPr>
        <p:spPr>
          <a:xfrm>
            <a:off x="12533723" y="5043102"/>
            <a:ext cx="4699027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Duplicate Content - Policy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grpSp>
        <p:nvGrpSpPr>
          <p:cNvPr id="7" name="Group 32">
            <a:extLst>
              <a:ext uri="{FF2B5EF4-FFF2-40B4-BE49-F238E27FC236}">
                <a16:creationId xmlns:a16="http://schemas.microsoft.com/office/drawing/2014/main" id="{C5C9231B-537B-2C34-6152-33557EC93100}"/>
              </a:ext>
            </a:extLst>
          </p:cNvPr>
          <p:cNvGrpSpPr/>
          <p:nvPr/>
        </p:nvGrpSpPr>
        <p:grpSpPr>
          <a:xfrm>
            <a:off x="16003844" y="7570266"/>
            <a:ext cx="1085077" cy="1119473"/>
            <a:chOff x="0" y="0"/>
            <a:chExt cx="1701850" cy="1797729"/>
          </a:xfrm>
        </p:grpSpPr>
        <p:sp>
          <p:nvSpPr>
            <p:cNvPr id="9" name="Freeform 33">
              <a:extLst>
                <a:ext uri="{FF2B5EF4-FFF2-40B4-BE49-F238E27FC236}">
                  <a16:creationId xmlns:a16="http://schemas.microsoft.com/office/drawing/2014/main" id="{FAAEA911-962F-5F09-7B40-9D4F141F96B0}"/>
                </a:ext>
              </a:extLst>
            </p:cNvPr>
            <p:cNvSpPr/>
            <p:nvPr/>
          </p:nvSpPr>
          <p:spPr>
            <a:xfrm>
              <a:off x="255079" y="163597"/>
              <a:ext cx="1191691" cy="1396513"/>
            </a:xfrm>
            <a:custGeom>
              <a:avLst/>
              <a:gdLst/>
              <a:ahLst/>
              <a:cxnLst/>
              <a:rect l="l" t="t" r="r" b="b"/>
              <a:pathLst>
                <a:path w="1191691" h="1396513">
                  <a:moveTo>
                    <a:pt x="0" y="0"/>
                  </a:moveTo>
                  <a:lnTo>
                    <a:pt x="1191692" y="0"/>
                  </a:lnTo>
                  <a:lnTo>
                    <a:pt x="1191692" y="1396513"/>
                  </a:lnTo>
                  <a:lnTo>
                    <a:pt x="0" y="1396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34">
              <a:extLst>
                <a:ext uri="{FF2B5EF4-FFF2-40B4-BE49-F238E27FC236}">
                  <a16:creationId xmlns:a16="http://schemas.microsoft.com/office/drawing/2014/main" id="{C991B524-41A7-4B6A-F6E0-30EA38D1C5E1}"/>
                </a:ext>
              </a:extLst>
            </p:cNvPr>
            <p:cNvSpPr/>
            <p:nvPr/>
          </p:nvSpPr>
          <p:spPr>
            <a:xfrm>
              <a:off x="0" y="0"/>
              <a:ext cx="1701850" cy="1797729"/>
            </a:xfrm>
            <a:custGeom>
              <a:avLst/>
              <a:gdLst/>
              <a:ahLst/>
              <a:cxnLst/>
              <a:rect l="l" t="t" r="r" b="b"/>
              <a:pathLst>
                <a:path w="1701850" h="1797729">
                  <a:moveTo>
                    <a:pt x="0" y="0"/>
                  </a:moveTo>
                  <a:lnTo>
                    <a:pt x="1701850" y="0"/>
                  </a:lnTo>
                  <a:lnTo>
                    <a:pt x="1701850" y="1797729"/>
                  </a:lnTo>
                  <a:lnTo>
                    <a:pt x="0" y="1797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31">
            <a:extLst>
              <a:ext uri="{FF2B5EF4-FFF2-40B4-BE49-F238E27FC236}">
                <a16:creationId xmlns:a16="http://schemas.microsoft.com/office/drawing/2014/main" id="{D64B3960-2B49-C253-D19A-1A1858F3521B}"/>
              </a:ext>
            </a:extLst>
          </p:cNvPr>
          <p:cNvSpPr/>
          <p:nvPr/>
        </p:nvSpPr>
        <p:spPr>
          <a:xfrm>
            <a:off x="10296346" y="7713338"/>
            <a:ext cx="1109291" cy="1019774"/>
          </a:xfrm>
          <a:custGeom>
            <a:avLst/>
            <a:gdLst/>
            <a:ahLst/>
            <a:cxnLst/>
            <a:rect l="l" t="t" r="r" b="b"/>
            <a:pathLst>
              <a:path w="1606792" h="1606792">
                <a:moveTo>
                  <a:pt x="0" y="0"/>
                </a:moveTo>
                <a:lnTo>
                  <a:pt x="1606792" y="0"/>
                </a:lnTo>
                <a:lnTo>
                  <a:pt x="1606792" y="1606792"/>
                </a:lnTo>
                <a:lnTo>
                  <a:pt x="0" y="1606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287EE2B0-B2A0-7A04-4B07-CC3461827399}"/>
              </a:ext>
            </a:extLst>
          </p:cNvPr>
          <p:cNvSpPr/>
          <p:nvPr/>
        </p:nvSpPr>
        <p:spPr>
          <a:xfrm>
            <a:off x="4657653" y="7623957"/>
            <a:ext cx="1085077" cy="954107"/>
          </a:xfrm>
          <a:custGeom>
            <a:avLst/>
            <a:gdLst/>
            <a:ahLst/>
            <a:cxnLst/>
            <a:rect l="l" t="t" r="r" b="b"/>
            <a:pathLst>
              <a:path w="2222818" h="2283717">
                <a:moveTo>
                  <a:pt x="0" y="0"/>
                </a:moveTo>
                <a:lnTo>
                  <a:pt x="2222817" y="0"/>
                </a:lnTo>
                <a:lnTo>
                  <a:pt x="2222817" y="2283717"/>
                </a:lnTo>
                <a:lnTo>
                  <a:pt x="0" y="22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E2464277-7D92-52BA-8E1F-83CC379003B8}"/>
              </a:ext>
            </a:extLst>
          </p:cNvPr>
          <p:cNvSpPr/>
          <p:nvPr/>
        </p:nvSpPr>
        <p:spPr>
          <a:xfrm>
            <a:off x="1139518" y="3373102"/>
            <a:ext cx="850354" cy="686916"/>
          </a:xfrm>
          <a:custGeom>
            <a:avLst/>
            <a:gdLst/>
            <a:ahLst/>
            <a:cxnLst/>
            <a:rect l="l" t="t" r="r" b="b"/>
            <a:pathLst>
              <a:path w="1921352" h="2088426">
                <a:moveTo>
                  <a:pt x="0" y="0"/>
                </a:moveTo>
                <a:lnTo>
                  <a:pt x="1921352" y="0"/>
                </a:lnTo>
                <a:lnTo>
                  <a:pt x="1921352" y="2088425"/>
                </a:lnTo>
                <a:lnTo>
                  <a:pt x="0" y="2088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28">
            <a:extLst>
              <a:ext uri="{FF2B5EF4-FFF2-40B4-BE49-F238E27FC236}">
                <a16:creationId xmlns:a16="http://schemas.microsoft.com/office/drawing/2014/main" id="{3A75E710-CB35-C6D2-8007-57648AADABF1}"/>
              </a:ext>
            </a:extLst>
          </p:cNvPr>
          <p:cNvSpPr/>
          <p:nvPr/>
        </p:nvSpPr>
        <p:spPr>
          <a:xfrm>
            <a:off x="1139518" y="2393928"/>
            <a:ext cx="850354" cy="752859"/>
          </a:xfrm>
          <a:custGeom>
            <a:avLst/>
            <a:gdLst/>
            <a:ahLst/>
            <a:cxnLst/>
            <a:rect l="l" t="t" r="r" b="b"/>
            <a:pathLst>
              <a:path w="1742082" h="1625943">
                <a:moveTo>
                  <a:pt x="0" y="0"/>
                </a:moveTo>
                <a:lnTo>
                  <a:pt x="1742082" y="0"/>
                </a:lnTo>
                <a:lnTo>
                  <a:pt x="1742082" y="1625943"/>
                </a:lnTo>
                <a:lnTo>
                  <a:pt x="0" y="16259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0121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D161B-A0B1-0789-8DCB-CC99413E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E2D71011-CA83-0D21-A4A1-B7B10D566716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7BAEF6-5333-5EDA-F269-FBD8D594C482}"/>
              </a:ext>
            </a:extLst>
          </p:cNvPr>
          <p:cNvSpPr/>
          <p:nvPr/>
        </p:nvSpPr>
        <p:spPr>
          <a:xfrm>
            <a:off x="914400" y="1415643"/>
            <a:ext cx="129438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3E1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 Quick Tips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3E18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C884141-1630-5414-F40B-E032AF5079E4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 quick tips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521858F9-140D-5EC2-C9D1-B84E8B082A7B}"/>
              </a:ext>
            </a:extLst>
          </p:cNvPr>
          <p:cNvSpPr/>
          <p:nvPr/>
        </p:nvSpPr>
        <p:spPr>
          <a:xfrm>
            <a:off x="914398" y="3810000"/>
            <a:ext cx="7867650" cy="3038296"/>
          </a:xfrm>
          <a:prstGeom prst="roundRect">
            <a:avLst>
              <a:gd name="adj" fmla="val 6098"/>
            </a:avLst>
          </a:prstGeom>
          <a:solidFill>
            <a:srgbClr val="E7FCFF"/>
          </a:solidFill>
          <a:ln/>
          <a:effectLst>
            <a:outerShdw blurRad="228600" dist="95250" dir="5400000" algn="bl" rotWithShape="0">
              <a:srgbClr val="002B1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7784B73-4642-26F5-81C4-906AF4CE0D5F}"/>
              </a:ext>
            </a:extLst>
          </p:cNvPr>
          <p:cNvSpPr/>
          <p:nvPr/>
        </p:nvSpPr>
        <p:spPr>
          <a:xfrm>
            <a:off x="914400" y="3810000"/>
            <a:ext cx="142875" cy="3038296"/>
          </a:xfrm>
          <a:prstGeom prst="rect">
            <a:avLst/>
          </a:prstGeom>
          <a:solidFill>
            <a:srgbClr val="00C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60E18DB-2B18-6CC8-7E2B-E488ACE5CE71}"/>
              </a:ext>
            </a:extLst>
          </p:cNvPr>
          <p:cNvSpPr/>
          <p:nvPr/>
        </p:nvSpPr>
        <p:spPr>
          <a:xfrm>
            <a:off x="1447800" y="4191000"/>
            <a:ext cx="76485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2625" b="1" dirty="0">
                <a:solidFill>
                  <a:srgbClr val="002B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 First</a:t>
            </a:r>
            <a:endParaRPr lang="en-US" sz="2625" dirty="0">
              <a:solidFill>
                <a:srgbClr val="002B11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3FE932F9-0EA5-D794-813C-B94E1C4A795D}"/>
              </a:ext>
            </a:extLst>
          </p:cNvPr>
          <p:cNvSpPr/>
          <p:nvPr/>
        </p:nvSpPr>
        <p:spPr>
          <a:xfrm>
            <a:off x="1447800" y="4757738"/>
            <a:ext cx="71618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3E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confirm to users if their report has led to penalties for another user.</a:t>
            </a:r>
            <a:endParaRPr lang="en-US" sz="2400" dirty="0">
              <a:solidFill>
                <a:srgbClr val="003E18"/>
              </a:solidFill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E32F2E07-1F45-8A37-A2A1-41ACD16FC127}"/>
              </a:ext>
            </a:extLst>
          </p:cNvPr>
          <p:cNvSpPr/>
          <p:nvPr/>
        </p:nvSpPr>
        <p:spPr>
          <a:xfrm>
            <a:off x="9505952" y="3833946"/>
            <a:ext cx="7867650" cy="3014350"/>
          </a:xfrm>
          <a:prstGeom prst="roundRect">
            <a:avLst>
              <a:gd name="adj" fmla="val 6098"/>
            </a:avLst>
          </a:prstGeom>
          <a:solidFill>
            <a:srgbClr val="F0FFF5"/>
          </a:solidFill>
          <a:ln/>
          <a:effectLst>
            <a:outerShdw blurRad="228600" dist="95250" dir="5400000" algn="bl" rotWithShape="0">
              <a:srgbClr val="002B1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4092BB11-8EC6-B2D8-A77F-46237AB09F29}"/>
              </a:ext>
            </a:extLst>
          </p:cNvPr>
          <p:cNvSpPr/>
          <p:nvPr/>
        </p:nvSpPr>
        <p:spPr>
          <a:xfrm>
            <a:off x="9505952" y="3833946"/>
            <a:ext cx="142875" cy="3014350"/>
          </a:xfrm>
          <a:prstGeom prst="rect">
            <a:avLst/>
          </a:prstGeom>
          <a:solidFill>
            <a:srgbClr val="00D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9AEBF0D-F92A-33AA-F75F-AE9D29E9D3A5}"/>
              </a:ext>
            </a:extLst>
          </p:cNvPr>
          <p:cNvSpPr/>
          <p:nvPr/>
        </p:nvSpPr>
        <p:spPr>
          <a:xfrm>
            <a:off x="10033932" y="4191000"/>
            <a:ext cx="76485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2625" b="1" dirty="0">
                <a:solidFill>
                  <a:srgbClr val="003E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Macro Editing</a:t>
            </a:r>
            <a:endParaRPr lang="en-US" sz="2625" dirty="0">
              <a:solidFill>
                <a:srgbClr val="003E18"/>
              </a:solidFill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6FEB1FFB-EFB6-BEAC-0247-1DE3F0B789B0}"/>
              </a:ext>
            </a:extLst>
          </p:cNvPr>
          <p:cNvSpPr/>
          <p:nvPr/>
        </p:nvSpPr>
        <p:spPr>
          <a:xfrm>
            <a:off x="10033932" y="4757738"/>
            <a:ext cx="71618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3E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 modify the "Dispute Not Specific" macro to address the user directly, not the owner.</a:t>
            </a:r>
            <a:endParaRPr lang="en-US" sz="2400" dirty="0">
              <a:solidFill>
                <a:srgbClr val="003E18"/>
              </a:solidFill>
            </a:endParaRPr>
          </a:p>
        </p:txBody>
      </p:sp>
      <p:sp>
        <p:nvSpPr>
          <p:cNvPr id="3" name="Freeform 36">
            <a:extLst>
              <a:ext uri="{FF2B5EF4-FFF2-40B4-BE49-F238E27FC236}">
                <a16:creationId xmlns:a16="http://schemas.microsoft.com/office/drawing/2014/main" id="{6147973B-2A1B-F46A-53F1-D1AF9280E6C0}"/>
              </a:ext>
            </a:extLst>
          </p:cNvPr>
          <p:cNvSpPr/>
          <p:nvPr/>
        </p:nvSpPr>
        <p:spPr>
          <a:xfrm>
            <a:off x="15802386" y="5593412"/>
            <a:ext cx="1393394" cy="1254884"/>
          </a:xfrm>
          <a:custGeom>
            <a:avLst/>
            <a:gdLst/>
            <a:ahLst/>
            <a:cxnLst/>
            <a:rect l="l" t="t" r="r" b="b"/>
            <a:pathLst>
              <a:path w="2633608" h="2352690">
                <a:moveTo>
                  <a:pt x="0" y="0"/>
                </a:moveTo>
                <a:lnTo>
                  <a:pt x="2633608" y="0"/>
                </a:lnTo>
                <a:lnTo>
                  <a:pt x="2633608" y="2352690"/>
                </a:lnTo>
                <a:lnTo>
                  <a:pt x="0" y="235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reeform 35">
            <a:extLst>
              <a:ext uri="{FF2B5EF4-FFF2-40B4-BE49-F238E27FC236}">
                <a16:creationId xmlns:a16="http://schemas.microsoft.com/office/drawing/2014/main" id="{A1CA1EB4-85F2-0CC3-BD47-CE1C765915E8}"/>
              </a:ext>
            </a:extLst>
          </p:cNvPr>
          <p:cNvSpPr/>
          <p:nvPr/>
        </p:nvSpPr>
        <p:spPr>
          <a:xfrm>
            <a:off x="7515993" y="5737603"/>
            <a:ext cx="1104570" cy="966502"/>
          </a:xfrm>
          <a:custGeom>
            <a:avLst/>
            <a:gdLst/>
            <a:ahLst/>
            <a:cxnLst/>
            <a:rect l="l" t="t" r="r" b="b"/>
            <a:pathLst>
              <a:path w="1705967" h="1752706">
                <a:moveTo>
                  <a:pt x="0" y="0"/>
                </a:moveTo>
                <a:lnTo>
                  <a:pt x="1705967" y="0"/>
                </a:lnTo>
                <a:lnTo>
                  <a:pt x="1705967" y="1752706"/>
                </a:lnTo>
                <a:lnTo>
                  <a:pt x="0" y="175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7C57F-FAFC-C6B8-AED8-91B77CE7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73BB967-E5BC-BDA1-ABBC-490077060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B4AE7071-72C3-A81B-7FF4-5197A4E28441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CCD5606-E539-DD30-B3BE-464EF02E5A6A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796516-25D9-A6A8-D465-18F69EB7DCA0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51DEF65-38F4-401D-E3F4-FB4ECD6C4F09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DAAC1F2-DA04-B344-B5E4-EA6689646C17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9CBEE67-0C21-8750-FE99-8C964F16B33A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C495D0B-D6A3-DAAB-A02A-1D7229708834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DD25E15-F640-1956-7641-E3819A8E538D}"/>
              </a:ext>
            </a:extLst>
          </p:cNvPr>
          <p:cNvSpPr txBox="1"/>
          <p:nvPr/>
        </p:nvSpPr>
        <p:spPr>
          <a:xfrm>
            <a:off x="478385" y="8719968"/>
            <a:ext cx="1733123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02. </a:t>
            </a:r>
            <a:r>
              <a:rPr lang="en-US" sz="7500" b="1" dirty="0">
                <a:solidFill>
                  <a:srgbClr val="003E18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Received Fraud Letter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3E18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D083191-A64F-75D4-A9E3-DC163D11EF6D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CF720FE-940D-E252-4B10-A5EF4771692A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0AE69325-6B5F-1F00-18BD-802520F9BE3F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54D6BEEF-A81F-003F-9F4A-357C4B8AD83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7E6DB2FB-AA97-1A17-38F3-B7E321E833D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C3EF1A24-BCA5-6150-3B17-48801BF2BBF9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7E457A2A-E4B4-15B9-0FB1-04513D23BCD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F6CD4C3-611B-3B00-0BBA-E10B6452674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455F021A-DEDC-575B-CDC6-5186FC7123B6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5F8A2205-F6DD-6C9A-CF0C-CA2E6CEEDCA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C3FC59F-070B-5989-58FD-00415736C26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BD7D2F88-DFF2-71E4-6094-DC00103F3063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AE4BC1EA-15F6-8ED7-21FE-0B66F099F0A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741C4FAB-A389-C14B-0170-727C3B5FEAD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E51EE7CB-FDE7-4FDD-3A2A-24148AA8EF3B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0E16C616-6A24-247D-C926-C28FE7EB72D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5FF5C4F7-0377-A946-C88F-48ED93E8A5D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646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4534B-1FE1-84F8-684A-69D8BF685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C0836AE7-3059-7819-9962-97A9C3456CCF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2783F1-4B8A-9444-510F-359BEB0C4B6A}"/>
              </a:ext>
            </a:extLst>
          </p:cNvPr>
          <p:cNvSpPr/>
          <p:nvPr/>
        </p:nvSpPr>
        <p:spPr>
          <a:xfrm>
            <a:off x="772180" y="709568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Handling Fraud Letters for Non-Affiliated Users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EE4D67-83A8-1A44-20C2-412351865A65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Handling fraud letters for non-affiliated users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6DF52-2C5A-0FAA-5A85-ED41016257CC}"/>
              </a:ext>
            </a:extLst>
          </p:cNvPr>
          <p:cNvGrpSpPr/>
          <p:nvPr/>
        </p:nvGrpSpPr>
        <p:grpSpPr>
          <a:xfrm>
            <a:off x="772180" y="1762489"/>
            <a:ext cx="13711264" cy="1691828"/>
            <a:chOff x="766737" y="2171700"/>
            <a:chExt cx="13711264" cy="16942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FA39459-FFA4-490F-3D10-253F40F8D3BB}"/>
                </a:ext>
              </a:extLst>
            </p:cNvPr>
            <p:cNvSpPr/>
            <p:nvPr/>
          </p:nvSpPr>
          <p:spPr>
            <a:xfrm>
              <a:off x="766737" y="2171700"/>
              <a:ext cx="13635064" cy="1618090"/>
            </a:xfrm>
            <a:prstGeom prst="roundRect">
              <a:avLst/>
            </a:prstGeom>
            <a:solidFill>
              <a:srgbClr val="FB518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9E7D4E9-CDCB-3E72-5DF8-7AE8E15C7D73}"/>
                </a:ext>
              </a:extLst>
            </p:cNvPr>
            <p:cNvSpPr/>
            <p:nvPr/>
          </p:nvSpPr>
          <p:spPr>
            <a:xfrm>
              <a:off x="842937" y="2247900"/>
              <a:ext cx="13635064" cy="1618090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 3">
            <a:extLst>
              <a:ext uri="{FF2B5EF4-FFF2-40B4-BE49-F238E27FC236}">
                <a16:creationId xmlns:a16="http://schemas.microsoft.com/office/drawing/2014/main" id="{C028AB42-2E14-0E6C-03E8-A1F01BF11C2A}"/>
              </a:ext>
            </a:extLst>
          </p:cNvPr>
          <p:cNvSpPr/>
          <p:nvPr/>
        </p:nvSpPr>
        <p:spPr>
          <a:xfrm>
            <a:off x="2838861" y="2402544"/>
            <a:ext cx="11788777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Occasionally, an individual receives a Notification of Fraud but does not own or work for the property.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A1BAE9D-0E9C-D986-AFFD-5B639186144F}"/>
              </a:ext>
            </a:extLst>
          </p:cNvPr>
          <p:cNvGrpSpPr/>
          <p:nvPr/>
        </p:nvGrpSpPr>
        <p:grpSpPr>
          <a:xfrm>
            <a:off x="772180" y="3871677"/>
            <a:ext cx="5319600" cy="749929"/>
            <a:chOff x="984760" y="2171700"/>
            <a:chExt cx="3928437" cy="4304269"/>
          </a:xfrm>
          <a:solidFill>
            <a:srgbClr val="9BF2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">
              <a:extLst>
                <a:ext uri="{FF2B5EF4-FFF2-40B4-BE49-F238E27FC236}">
                  <a16:creationId xmlns:a16="http://schemas.microsoft.com/office/drawing/2014/main" id="{DF4A5020-FCC3-F793-4553-760D5EB00DE2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  <a:grpFill/>
          </p:grpSpPr>
          <p:sp>
            <p:nvSpPr>
              <p:cNvPr id="42" name="Freeform 4">
                <a:extLst>
                  <a:ext uri="{FF2B5EF4-FFF2-40B4-BE49-F238E27FC236}">
                    <a16:creationId xmlns:a16="http://schemas.microsoft.com/office/drawing/2014/main" id="{9CD3BA00-B496-9A2F-16DE-69E9D792238F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TextBox 5">
                <a:extLst>
                  <a:ext uri="{FF2B5EF4-FFF2-40B4-BE49-F238E27FC236}">
                    <a16:creationId xmlns:a16="http://schemas.microsoft.com/office/drawing/2014/main" id="{E2316371-F8C7-1251-F850-A2F4610D01A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0" name="TextBox 8">
              <a:extLst>
                <a:ext uri="{FF2B5EF4-FFF2-40B4-BE49-F238E27FC236}">
                  <a16:creationId xmlns:a16="http://schemas.microsoft.com/office/drawing/2014/main" id="{804BEB89-6756-BD05-E9B3-BD5EAA892203}"/>
                </a:ext>
              </a:extLst>
            </p:cNvPr>
            <p:cNvSpPr txBox="1"/>
            <p:nvPr/>
          </p:nvSpPr>
          <p:spPr>
            <a:xfrm>
              <a:off x="1147517" y="2196724"/>
              <a:ext cx="3602924" cy="40964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Text 3">
            <a:extLst>
              <a:ext uri="{FF2B5EF4-FFF2-40B4-BE49-F238E27FC236}">
                <a16:creationId xmlns:a16="http://schemas.microsoft.com/office/drawing/2014/main" id="{813085B9-5C07-205B-EF23-9C97626DD91C}"/>
              </a:ext>
            </a:extLst>
          </p:cNvPr>
          <p:cNvSpPr/>
          <p:nvPr/>
        </p:nvSpPr>
        <p:spPr>
          <a:xfrm>
            <a:off x="992574" y="1985184"/>
            <a:ext cx="1178877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Overview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F9CF04B-41D8-AA66-2AD3-8D85C4C86EB0}"/>
              </a:ext>
            </a:extLst>
          </p:cNvPr>
          <p:cNvSpPr/>
          <p:nvPr/>
        </p:nvSpPr>
        <p:spPr>
          <a:xfrm>
            <a:off x="877924" y="3979068"/>
            <a:ext cx="39218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Why It Happens?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BB6836-0940-DB3D-A128-94F9561F85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05542" y="3735951"/>
            <a:ext cx="1054048" cy="1054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1D470AE-F587-56C4-8EF2-2F2A5264DC5C}"/>
              </a:ext>
            </a:extLst>
          </p:cNvPr>
          <p:cNvGrpSpPr/>
          <p:nvPr/>
        </p:nvGrpSpPr>
        <p:grpSpPr>
          <a:xfrm>
            <a:off x="772180" y="5204662"/>
            <a:ext cx="9663273" cy="1649070"/>
            <a:chOff x="1989595" y="1240929"/>
            <a:chExt cx="6442182" cy="109937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BB389F0-93A3-2F49-F78F-5031ED057763}"/>
                </a:ext>
              </a:extLst>
            </p:cNvPr>
            <p:cNvSpPr/>
            <p:nvPr/>
          </p:nvSpPr>
          <p:spPr>
            <a:xfrm>
              <a:off x="2813138" y="1333386"/>
              <a:ext cx="4613861" cy="9144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651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: Rounded Corners 2">
              <a:extLst>
                <a:ext uri="{FF2B5EF4-FFF2-40B4-BE49-F238E27FC236}">
                  <a16:creationId xmlns:a16="http://schemas.microsoft.com/office/drawing/2014/main" id="{43089F70-B079-FEAD-489B-65C96265BA29}"/>
                </a:ext>
              </a:extLst>
            </p:cNvPr>
            <p:cNvSpPr/>
            <p:nvPr/>
          </p:nvSpPr>
          <p:spPr>
            <a:xfrm>
              <a:off x="1989595" y="1240929"/>
              <a:ext cx="1143951" cy="1099315"/>
            </a:xfrm>
            <a:custGeom>
              <a:avLst/>
              <a:gdLst>
                <a:gd name="connsiteX0" fmla="*/ 0 w 1720311"/>
                <a:gd name="connsiteY0" fmla="*/ 182826 h 1096935"/>
                <a:gd name="connsiteX1" fmla="*/ 182826 w 1720311"/>
                <a:gd name="connsiteY1" fmla="*/ 0 h 1096935"/>
                <a:gd name="connsiteX2" fmla="*/ 1537485 w 1720311"/>
                <a:gd name="connsiteY2" fmla="*/ 0 h 1096935"/>
                <a:gd name="connsiteX3" fmla="*/ 1720311 w 1720311"/>
                <a:gd name="connsiteY3" fmla="*/ 182826 h 1096935"/>
                <a:gd name="connsiteX4" fmla="*/ 1720311 w 1720311"/>
                <a:gd name="connsiteY4" fmla="*/ 914109 h 1096935"/>
                <a:gd name="connsiteX5" fmla="*/ 1537485 w 1720311"/>
                <a:gd name="connsiteY5" fmla="*/ 1096935 h 1096935"/>
                <a:gd name="connsiteX6" fmla="*/ 182826 w 1720311"/>
                <a:gd name="connsiteY6" fmla="*/ 1096935 h 1096935"/>
                <a:gd name="connsiteX7" fmla="*/ 0 w 1720311"/>
                <a:gd name="connsiteY7" fmla="*/ 914109 h 1096935"/>
                <a:gd name="connsiteX8" fmla="*/ 0 w 1720311"/>
                <a:gd name="connsiteY8" fmla="*/ 182826 h 109693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537485 w 1720311"/>
                <a:gd name="connsiteY5" fmla="*/ 1096935 h 1099315"/>
                <a:gd name="connsiteX6" fmla="*/ 1097796 w 1720311"/>
                <a:gd name="connsiteY6" fmla="*/ 1099315 h 1099315"/>
                <a:gd name="connsiteX7" fmla="*/ 182826 w 1720311"/>
                <a:gd name="connsiteY7" fmla="*/ 1096935 h 1099315"/>
                <a:gd name="connsiteX8" fmla="*/ 0 w 1720311"/>
                <a:gd name="connsiteY8" fmla="*/ 914109 h 1099315"/>
                <a:gd name="connsiteX9" fmla="*/ 0 w 1720311"/>
                <a:gd name="connsiteY9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097796 w 1720311"/>
                <a:gd name="connsiteY5" fmla="*/ 1099315 h 1099315"/>
                <a:gd name="connsiteX6" fmla="*/ 182826 w 1720311"/>
                <a:gd name="connsiteY6" fmla="*/ 1096935 h 1099315"/>
                <a:gd name="connsiteX7" fmla="*/ 0 w 1720311"/>
                <a:gd name="connsiteY7" fmla="*/ 914109 h 1099315"/>
                <a:gd name="connsiteX8" fmla="*/ 0 w 1720311"/>
                <a:gd name="connsiteY8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097796 w 1720311"/>
                <a:gd name="connsiteY4" fmla="*/ 1099315 h 1099315"/>
                <a:gd name="connsiteX5" fmla="*/ 182826 w 1720311"/>
                <a:gd name="connsiteY5" fmla="*/ 1096935 h 1099315"/>
                <a:gd name="connsiteX6" fmla="*/ 0 w 1720311"/>
                <a:gd name="connsiteY6" fmla="*/ 914109 h 1099315"/>
                <a:gd name="connsiteX7" fmla="*/ 0 w 1720311"/>
                <a:gd name="connsiteY7" fmla="*/ 182826 h 1099315"/>
                <a:gd name="connsiteX0" fmla="*/ 0 w 1573552"/>
                <a:gd name="connsiteY0" fmla="*/ 182826 h 1099315"/>
                <a:gd name="connsiteX1" fmla="*/ 182826 w 1573552"/>
                <a:gd name="connsiteY1" fmla="*/ 0 h 1099315"/>
                <a:gd name="connsiteX2" fmla="*/ 1537485 w 1573552"/>
                <a:gd name="connsiteY2" fmla="*/ 0 h 1099315"/>
                <a:gd name="connsiteX3" fmla="*/ 1097796 w 1573552"/>
                <a:gd name="connsiteY3" fmla="*/ 1099315 h 1099315"/>
                <a:gd name="connsiteX4" fmla="*/ 182826 w 1573552"/>
                <a:gd name="connsiteY4" fmla="*/ 1096935 h 1099315"/>
                <a:gd name="connsiteX5" fmla="*/ 0 w 1573552"/>
                <a:gd name="connsiteY5" fmla="*/ 914109 h 1099315"/>
                <a:gd name="connsiteX6" fmla="*/ 0 w 1573552"/>
                <a:gd name="connsiteY6" fmla="*/ 182826 h 1099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3552" h="1099315">
                  <a:moveTo>
                    <a:pt x="0" y="182826"/>
                  </a:moveTo>
                  <a:cubicBezTo>
                    <a:pt x="0" y="81854"/>
                    <a:pt x="81854" y="0"/>
                    <a:pt x="182826" y="0"/>
                  </a:cubicBezTo>
                  <a:lnTo>
                    <a:pt x="1537485" y="0"/>
                  </a:lnTo>
                  <a:cubicBezTo>
                    <a:pt x="1689980" y="183219"/>
                    <a:pt x="1323572" y="916493"/>
                    <a:pt x="1097796" y="1099315"/>
                  </a:cubicBezTo>
                  <a:lnTo>
                    <a:pt x="182826" y="1096935"/>
                  </a:lnTo>
                  <a:cubicBezTo>
                    <a:pt x="81854" y="1096935"/>
                    <a:pt x="0" y="1015081"/>
                    <a:pt x="0" y="914109"/>
                  </a:cubicBezTo>
                  <a:lnTo>
                    <a:pt x="0" y="182826"/>
                  </a:lnTo>
                  <a:close/>
                </a:path>
              </a:pathLst>
            </a:custGeom>
            <a:solidFill>
              <a:srgbClr val="C197FF"/>
            </a:solidFill>
            <a:ln w="6350" cap="flat" cmpd="sng" algn="ctr">
              <a:solidFill>
                <a:srgbClr val="C197FF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685800"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3E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9DA82BA-0A2F-526A-1B78-F9956490D10E}"/>
                </a:ext>
              </a:extLst>
            </p:cNvPr>
            <p:cNvSpPr/>
            <p:nvPr/>
          </p:nvSpPr>
          <p:spPr>
            <a:xfrm>
              <a:off x="7334497" y="1243373"/>
              <a:ext cx="1097280" cy="1096935"/>
            </a:xfrm>
            <a:prstGeom prst="roundRect">
              <a:avLst/>
            </a:prstGeom>
            <a:solidFill>
              <a:srgbClr val="C197FF"/>
            </a:solidFill>
            <a:ln w="6350" cap="flat" cmpd="sng" algn="ctr">
              <a:solidFill>
                <a:srgbClr val="C197FF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D0C321D-0F9B-2F60-16D3-4F8EB335AF0E}"/>
                </a:ext>
              </a:extLst>
            </p:cNvPr>
            <p:cNvGrpSpPr/>
            <p:nvPr/>
          </p:nvGrpSpPr>
          <p:grpSpPr>
            <a:xfrm>
              <a:off x="2148149" y="1416266"/>
              <a:ext cx="5019261" cy="738664"/>
              <a:chOff x="8006222" y="1399264"/>
              <a:chExt cx="2852324" cy="738664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593FF3A-FD5C-1369-45C3-BC92517D721C}"/>
                  </a:ext>
                </a:extLst>
              </p:cNvPr>
              <p:cNvSpPr txBox="1"/>
              <p:nvPr/>
            </p:nvSpPr>
            <p:spPr>
              <a:xfrm>
                <a:off x="8006222" y="1580576"/>
                <a:ext cx="446293" cy="348813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lvl="0" algn="ctr" defTabSz="1371600"/>
                <a:r>
                  <a:rPr lang="en-US" sz="2800" b="1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Errors</a:t>
                </a:r>
                <a:endParaRPr kumimoji="0" 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002B11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3413641-7889-FCBA-E891-7A10A74BC5AD}"/>
                  </a:ext>
                </a:extLst>
              </p:cNvPr>
              <p:cNvSpPr txBox="1"/>
              <p:nvPr/>
            </p:nvSpPr>
            <p:spPr>
              <a:xfrm>
                <a:off x="8616477" y="1399264"/>
                <a:ext cx="2242069" cy="738664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lvl="0" algn="just" defTabSz="1371600"/>
                <a:r>
                  <a:rPr lang="en-US" sz="2200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Accidental registration, bad filter calls, or analyst processing mistakes (e.g., owner photos)</a:t>
                </a:r>
                <a:endParaRPr kumimoji="0" lang="en-US" sz="2200" b="0" i="0" u="none" strike="noStrike" kern="0" cap="none" spc="0" normalizeH="0" baseline="0" noProof="1">
                  <a:ln>
                    <a:noFill/>
                  </a:ln>
                  <a:solidFill>
                    <a:srgbClr val="002B11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5C3A090-D9F4-D3F0-C73D-381DCD478E97}"/>
              </a:ext>
            </a:extLst>
          </p:cNvPr>
          <p:cNvGrpSpPr/>
          <p:nvPr/>
        </p:nvGrpSpPr>
        <p:grpSpPr>
          <a:xfrm>
            <a:off x="772179" y="7075843"/>
            <a:ext cx="9663275" cy="1648973"/>
            <a:chOff x="1989594" y="1240929"/>
            <a:chExt cx="6442183" cy="109931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1A4ACB0-1584-EB53-9F30-712E03AA8098}"/>
                </a:ext>
              </a:extLst>
            </p:cNvPr>
            <p:cNvSpPr/>
            <p:nvPr/>
          </p:nvSpPr>
          <p:spPr>
            <a:xfrm>
              <a:off x="2813138" y="1368988"/>
              <a:ext cx="4613861" cy="9144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651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: Rounded Corners 2">
              <a:extLst>
                <a:ext uri="{FF2B5EF4-FFF2-40B4-BE49-F238E27FC236}">
                  <a16:creationId xmlns:a16="http://schemas.microsoft.com/office/drawing/2014/main" id="{1995829D-3F54-AB44-8B42-5685A94215B4}"/>
                </a:ext>
              </a:extLst>
            </p:cNvPr>
            <p:cNvSpPr/>
            <p:nvPr/>
          </p:nvSpPr>
          <p:spPr>
            <a:xfrm>
              <a:off x="1989594" y="1240929"/>
              <a:ext cx="1143951" cy="1099315"/>
            </a:xfrm>
            <a:custGeom>
              <a:avLst/>
              <a:gdLst>
                <a:gd name="connsiteX0" fmla="*/ 0 w 1720311"/>
                <a:gd name="connsiteY0" fmla="*/ 182826 h 1096935"/>
                <a:gd name="connsiteX1" fmla="*/ 182826 w 1720311"/>
                <a:gd name="connsiteY1" fmla="*/ 0 h 1096935"/>
                <a:gd name="connsiteX2" fmla="*/ 1537485 w 1720311"/>
                <a:gd name="connsiteY2" fmla="*/ 0 h 1096935"/>
                <a:gd name="connsiteX3" fmla="*/ 1720311 w 1720311"/>
                <a:gd name="connsiteY3" fmla="*/ 182826 h 1096935"/>
                <a:gd name="connsiteX4" fmla="*/ 1720311 w 1720311"/>
                <a:gd name="connsiteY4" fmla="*/ 914109 h 1096935"/>
                <a:gd name="connsiteX5" fmla="*/ 1537485 w 1720311"/>
                <a:gd name="connsiteY5" fmla="*/ 1096935 h 1096935"/>
                <a:gd name="connsiteX6" fmla="*/ 182826 w 1720311"/>
                <a:gd name="connsiteY6" fmla="*/ 1096935 h 1096935"/>
                <a:gd name="connsiteX7" fmla="*/ 0 w 1720311"/>
                <a:gd name="connsiteY7" fmla="*/ 914109 h 1096935"/>
                <a:gd name="connsiteX8" fmla="*/ 0 w 1720311"/>
                <a:gd name="connsiteY8" fmla="*/ 182826 h 109693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537485 w 1720311"/>
                <a:gd name="connsiteY5" fmla="*/ 1096935 h 1099315"/>
                <a:gd name="connsiteX6" fmla="*/ 1097796 w 1720311"/>
                <a:gd name="connsiteY6" fmla="*/ 1099315 h 1099315"/>
                <a:gd name="connsiteX7" fmla="*/ 182826 w 1720311"/>
                <a:gd name="connsiteY7" fmla="*/ 1096935 h 1099315"/>
                <a:gd name="connsiteX8" fmla="*/ 0 w 1720311"/>
                <a:gd name="connsiteY8" fmla="*/ 914109 h 1099315"/>
                <a:gd name="connsiteX9" fmla="*/ 0 w 1720311"/>
                <a:gd name="connsiteY9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097796 w 1720311"/>
                <a:gd name="connsiteY5" fmla="*/ 1099315 h 1099315"/>
                <a:gd name="connsiteX6" fmla="*/ 182826 w 1720311"/>
                <a:gd name="connsiteY6" fmla="*/ 1096935 h 1099315"/>
                <a:gd name="connsiteX7" fmla="*/ 0 w 1720311"/>
                <a:gd name="connsiteY7" fmla="*/ 914109 h 1099315"/>
                <a:gd name="connsiteX8" fmla="*/ 0 w 1720311"/>
                <a:gd name="connsiteY8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097796 w 1720311"/>
                <a:gd name="connsiteY4" fmla="*/ 1099315 h 1099315"/>
                <a:gd name="connsiteX5" fmla="*/ 182826 w 1720311"/>
                <a:gd name="connsiteY5" fmla="*/ 1096935 h 1099315"/>
                <a:gd name="connsiteX6" fmla="*/ 0 w 1720311"/>
                <a:gd name="connsiteY6" fmla="*/ 914109 h 1099315"/>
                <a:gd name="connsiteX7" fmla="*/ 0 w 1720311"/>
                <a:gd name="connsiteY7" fmla="*/ 182826 h 1099315"/>
                <a:gd name="connsiteX0" fmla="*/ 0 w 1573552"/>
                <a:gd name="connsiteY0" fmla="*/ 182826 h 1099315"/>
                <a:gd name="connsiteX1" fmla="*/ 182826 w 1573552"/>
                <a:gd name="connsiteY1" fmla="*/ 0 h 1099315"/>
                <a:gd name="connsiteX2" fmla="*/ 1537485 w 1573552"/>
                <a:gd name="connsiteY2" fmla="*/ 0 h 1099315"/>
                <a:gd name="connsiteX3" fmla="*/ 1097796 w 1573552"/>
                <a:gd name="connsiteY3" fmla="*/ 1099315 h 1099315"/>
                <a:gd name="connsiteX4" fmla="*/ 182826 w 1573552"/>
                <a:gd name="connsiteY4" fmla="*/ 1096935 h 1099315"/>
                <a:gd name="connsiteX5" fmla="*/ 0 w 1573552"/>
                <a:gd name="connsiteY5" fmla="*/ 914109 h 1099315"/>
                <a:gd name="connsiteX6" fmla="*/ 0 w 1573552"/>
                <a:gd name="connsiteY6" fmla="*/ 182826 h 1099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3552" h="1099315">
                  <a:moveTo>
                    <a:pt x="0" y="182826"/>
                  </a:moveTo>
                  <a:cubicBezTo>
                    <a:pt x="0" y="81854"/>
                    <a:pt x="81854" y="0"/>
                    <a:pt x="182826" y="0"/>
                  </a:cubicBezTo>
                  <a:lnTo>
                    <a:pt x="1537485" y="0"/>
                  </a:lnTo>
                  <a:cubicBezTo>
                    <a:pt x="1689980" y="183219"/>
                    <a:pt x="1323572" y="916493"/>
                    <a:pt x="1097796" y="1099315"/>
                  </a:cubicBezTo>
                  <a:lnTo>
                    <a:pt x="182826" y="1096935"/>
                  </a:lnTo>
                  <a:cubicBezTo>
                    <a:pt x="81854" y="1096935"/>
                    <a:pt x="0" y="1015081"/>
                    <a:pt x="0" y="914109"/>
                  </a:cubicBezTo>
                  <a:lnTo>
                    <a:pt x="0" y="182826"/>
                  </a:lnTo>
                  <a:close/>
                </a:path>
              </a:pathLst>
            </a:custGeom>
            <a:solidFill>
              <a:srgbClr val="D1FF73"/>
            </a:solidFill>
            <a:ln w="6350" cap="flat" cmpd="sng" algn="ctr">
              <a:solidFill>
                <a:srgbClr val="D1FF73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685800"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1C41A63-FC6F-668B-2CD4-9779A5EF3B77}"/>
                </a:ext>
              </a:extLst>
            </p:cNvPr>
            <p:cNvSpPr/>
            <p:nvPr/>
          </p:nvSpPr>
          <p:spPr>
            <a:xfrm>
              <a:off x="7334497" y="1240929"/>
              <a:ext cx="1097280" cy="1096935"/>
            </a:xfrm>
            <a:prstGeom prst="roundRect">
              <a:avLst/>
            </a:prstGeom>
            <a:solidFill>
              <a:srgbClr val="D1FF73"/>
            </a:solidFill>
            <a:ln w="6350" cap="flat" cmpd="sng" algn="ctr">
              <a:solidFill>
                <a:srgbClr val="D1FF73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59671C36-FA1C-F6ED-42CD-1F3C4F30B002}"/>
              </a:ext>
            </a:extLst>
          </p:cNvPr>
          <p:cNvSpPr txBox="1"/>
          <p:nvPr/>
        </p:nvSpPr>
        <p:spPr>
          <a:xfrm>
            <a:off x="929347" y="7560616"/>
            <a:ext cx="1339346" cy="52322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lvl="0" algn="ctr" defTabSz="1371600">
              <a:defRPr sz="2800" b="1" kern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noProof="1"/>
              <a:t>Legacy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393C45-63F9-5E00-577B-27C8B23BEA4C}"/>
              </a:ext>
            </a:extLst>
          </p:cNvPr>
          <p:cNvSpPr txBox="1"/>
          <p:nvPr/>
        </p:nvSpPr>
        <p:spPr>
          <a:xfrm>
            <a:off x="2603381" y="7416487"/>
            <a:ext cx="5918085" cy="1107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1371600">
              <a:defRPr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defRPr>
            </a:lvl1pPr>
          </a:lstStyle>
          <a:p>
            <a:r>
              <a:rPr lang="en-US" noProof="1"/>
              <a:t>System misidentification or former employees/owners who no longer have access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6EF428D-DC47-187B-311A-3BA51642B1C7}"/>
              </a:ext>
            </a:extLst>
          </p:cNvPr>
          <p:cNvSpPr/>
          <p:nvPr/>
        </p:nvSpPr>
        <p:spPr>
          <a:xfrm>
            <a:off x="11513991" y="5319203"/>
            <a:ext cx="6227294" cy="3340057"/>
          </a:xfrm>
          <a:custGeom>
            <a:avLst/>
            <a:gdLst>
              <a:gd name="csX0" fmla="*/ 1295400 w 5676900"/>
              <a:gd name="csY0" fmla="*/ 0 h 3886200"/>
              <a:gd name="csX1" fmla="*/ 5143500 w 5676900"/>
              <a:gd name="csY1" fmla="*/ 0 h 3886200"/>
              <a:gd name="csX2" fmla="*/ 5676900 w 5676900"/>
              <a:gd name="csY2" fmla="*/ 533400 h 3886200"/>
              <a:gd name="csX3" fmla="*/ 5676900 w 5676900"/>
              <a:gd name="csY3" fmla="*/ 3238500 h 3886200"/>
              <a:gd name="csX4" fmla="*/ 0 w 5676900"/>
              <a:gd name="csY4" fmla="*/ 609600 h 3886200"/>
              <a:gd name="csX5" fmla="*/ 0 w 5676900"/>
              <a:gd name="csY5" fmla="*/ 3505200 h 3886200"/>
              <a:gd name="csX6" fmla="*/ 381000 w 5676900"/>
              <a:gd name="csY6" fmla="*/ 3886200 h 3886200"/>
              <a:gd name="csX7" fmla="*/ 4229100 w 5676900"/>
              <a:gd name="csY7" fmla="*/ 3886200 h 3886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76900" h="3886200">
                <a:moveTo>
                  <a:pt x="1295400" y="0"/>
                </a:moveTo>
                <a:lnTo>
                  <a:pt x="5143500" y="0"/>
                </a:lnTo>
                <a:cubicBezTo>
                  <a:pt x="5499100" y="0"/>
                  <a:pt x="5676900" y="177800"/>
                  <a:pt x="5676900" y="533400"/>
                </a:cubicBezTo>
                <a:lnTo>
                  <a:pt x="5676900" y="3238500"/>
                </a:lnTo>
                <a:moveTo>
                  <a:pt x="0" y="609600"/>
                </a:moveTo>
                <a:lnTo>
                  <a:pt x="0" y="3505200"/>
                </a:lnTo>
                <a:cubicBezTo>
                  <a:pt x="0" y="3759200"/>
                  <a:pt x="127000" y="3886200"/>
                  <a:pt x="381000" y="3886200"/>
                </a:cubicBezTo>
                <a:lnTo>
                  <a:pt x="4229100" y="3886200"/>
                </a:lnTo>
              </a:path>
            </a:pathLst>
          </a:custGeom>
          <a:noFill/>
          <a:ln w="45720" cap="rnd">
            <a:solidFill>
              <a:srgbClr val="6780FF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defTabSz="1371600"/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9F8A564-4F6D-CBF8-F87E-A6DD4D85679A}"/>
              </a:ext>
            </a:extLst>
          </p:cNvPr>
          <p:cNvSpPr txBox="1"/>
          <p:nvPr/>
        </p:nvSpPr>
        <p:spPr>
          <a:xfrm>
            <a:off x="11767704" y="6035120"/>
            <a:ext cx="5973581" cy="2634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40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noProof="1">
                <a:solidFill>
                  <a:srgbClr val="002B11"/>
                </a:solidFill>
              </a:rPr>
              <a:t>If investigation confirms the user is NOT affiliated, do not share any details regarding property data, rankings, or management responses.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B94B048-911C-A64A-33BD-5D4B64007701}"/>
              </a:ext>
            </a:extLst>
          </p:cNvPr>
          <p:cNvSpPr/>
          <p:nvPr/>
        </p:nvSpPr>
        <p:spPr>
          <a:xfrm>
            <a:off x="11177885" y="5010769"/>
            <a:ext cx="2556705" cy="802774"/>
          </a:xfrm>
          <a:prstGeom prst="roundRect">
            <a:avLst/>
          </a:prstGeom>
          <a:solidFill>
            <a:srgbClr val="00C6E5"/>
          </a:solidFill>
          <a:ln w="6350" cap="flat" cmpd="sng" algn="ctr">
            <a:solidFill>
              <a:srgbClr val="C197FF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64BF08D-AFE0-0D27-A2B8-E9FFAE7557AF}"/>
              </a:ext>
            </a:extLst>
          </p:cNvPr>
          <p:cNvSpPr txBox="1"/>
          <p:nvPr/>
        </p:nvSpPr>
        <p:spPr>
          <a:xfrm>
            <a:off x="11223430" y="5139502"/>
            <a:ext cx="2465614" cy="52322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lvl="0" algn="ctr" defTabSz="1371600">
              <a:defRPr sz="2800" b="1" kern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noProof="1"/>
              <a:t>Privacy Rule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BE1CD0-6CE2-FD93-306C-F511F8A57272}"/>
              </a:ext>
            </a:extLst>
          </p:cNvPr>
          <p:cNvSpPr/>
          <p:nvPr/>
        </p:nvSpPr>
        <p:spPr>
          <a:xfrm>
            <a:off x="1283021" y="2401277"/>
            <a:ext cx="1054048" cy="919064"/>
          </a:xfrm>
          <a:custGeom>
            <a:avLst/>
            <a:gdLst/>
            <a:ahLst/>
            <a:cxnLst/>
            <a:rect l="l" t="t" r="r" b="b"/>
            <a:pathLst>
              <a:path w="5378824" h="4114800">
                <a:moveTo>
                  <a:pt x="0" y="0"/>
                </a:moveTo>
                <a:lnTo>
                  <a:pt x="5378824" y="0"/>
                </a:lnTo>
                <a:lnTo>
                  <a:pt x="5378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759925D-F2D6-D09E-E920-B0595AE8AAF4}"/>
              </a:ext>
            </a:extLst>
          </p:cNvPr>
          <p:cNvSpPr/>
          <p:nvPr/>
        </p:nvSpPr>
        <p:spPr>
          <a:xfrm>
            <a:off x="16280505" y="7728905"/>
            <a:ext cx="1796886" cy="184181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868F2A6-686E-7942-63E9-30EBE19DE200}"/>
              </a:ext>
            </a:extLst>
          </p:cNvPr>
          <p:cNvSpPr/>
          <p:nvPr/>
        </p:nvSpPr>
        <p:spPr>
          <a:xfrm>
            <a:off x="8930397" y="5594505"/>
            <a:ext cx="1391554" cy="859006"/>
          </a:xfrm>
          <a:custGeom>
            <a:avLst/>
            <a:gdLst/>
            <a:ahLst/>
            <a:cxnLst/>
            <a:rect l="l" t="t" r="r" b="b"/>
            <a:pathLst>
              <a:path w="7315200" h="3474720">
                <a:moveTo>
                  <a:pt x="0" y="0"/>
                </a:moveTo>
                <a:lnTo>
                  <a:pt x="7315200" y="0"/>
                </a:lnTo>
                <a:lnTo>
                  <a:pt x="7315200" y="3474720"/>
                </a:lnTo>
                <a:lnTo>
                  <a:pt x="0" y="3474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4250EADF-7CAF-BED9-C98F-17C82901346F}"/>
              </a:ext>
            </a:extLst>
          </p:cNvPr>
          <p:cNvSpPr/>
          <p:nvPr/>
        </p:nvSpPr>
        <p:spPr>
          <a:xfrm>
            <a:off x="9025887" y="7310786"/>
            <a:ext cx="1214653" cy="1184196"/>
          </a:xfrm>
          <a:custGeom>
            <a:avLst/>
            <a:gdLst/>
            <a:ahLst/>
            <a:cxnLst/>
            <a:rect l="l" t="t" r="r" b="b"/>
            <a:pathLst>
              <a:path w="4308691" h="4114800">
                <a:moveTo>
                  <a:pt x="0" y="0"/>
                </a:moveTo>
                <a:lnTo>
                  <a:pt x="4308691" y="0"/>
                </a:lnTo>
                <a:lnTo>
                  <a:pt x="4308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9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94BCF-4562-CD9D-865E-7C1E6D3C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CA11DA98-4153-B988-4EE5-5F7E35B24B02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6F3A19-F8FB-66DA-CA4A-FDBEC9C1BA13}"/>
              </a:ext>
            </a:extLst>
          </p:cNvPr>
          <p:cNvSpPr/>
          <p:nvPr/>
        </p:nvSpPr>
        <p:spPr>
          <a:xfrm>
            <a:off x="738064" y="433436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1: Fraud Letter Sent in Error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A3F4827-6C6D-0FBE-205B-14DE4B66B9E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1: Fraud letter sent in error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993332-A92C-7092-834E-D68F16DE35CE}"/>
              </a:ext>
            </a:extLst>
          </p:cNvPr>
          <p:cNvGrpSpPr/>
          <p:nvPr/>
        </p:nvGrpSpPr>
        <p:grpSpPr>
          <a:xfrm>
            <a:off x="738064" y="1598166"/>
            <a:ext cx="11572220" cy="956348"/>
            <a:chOff x="766737" y="2171700"/>
            <a:chExt cx="13711264" cy="16942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BB90A4-89D0-54CF-2B70-5A3DB57603EA}"/>
                </a:ext>
              </a:extLst>
            </p:cNvPr>
            <p:cNvSpPr/>
            <p:nvPr/>
          </p:nvSpPr>
          <p:spPr>
            <a:xfrm>
              <a:off x="766737" y="2171700"/>
              <a:ext cx="13635064" cy="1618090"/>
            </a:xfrm>
            <a:prstGeom prst="roundRect">
              <a:avLst/>
            </a:prstGeom>
            <a:solidFill>
              <a:srgbClr val="FB518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3DE2A25-59D0-D877-3B88-5B1E6D9A5B93}"/>
                </a:ext>
              </a:extLst>
            </p:cNvPr>
            <p:cNvSpPr/>
            <p:nvPr/>
          </p:nvSpPr>
          <p:spPr>
            <a:xfrm>
              <a:off x="842937" y="2247900"/>
              <a:ext cx="13635064" cy="1618090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 3">
            <a:extLst>
              <a:ext uri="{FF2B5EF4-FFF2-40B4-BE49-F238E27FC236}">
                <a16:creationId xmlns:a16="http://schemas.microsoft.com/office/drawing/2014/main" id="{0608A2D2-8446-F0E2-8E2A-C505E2A0EF8E}"/>
              </a:ext>
            </a:extLst>
          </p:cNvPr>
          <p:cNvSpPr/>
          <p:nvPr/>
        </p:nvSpPr>
        <p:spPr>
          <a:xfrm>
            <a:off x="975895" y="1874236"/>
            <a:ext cx="1178877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When the user is not connected AND the fraud determination was a mistake: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9" name="Line 23">
            <a:extLst>
              <a:ext uri="{FF2B5EF4-FFF2-40B4-BE49-F238E27FC236}">
                <a16:creationId xmlns:a16="http://schemas.microsoft.com/office/drawing/2014/main" id="{0EAC8C8E-F51C-6FC4-3F86-38FCC5F6E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3217" y="4033304"/>
            <a:ext cx="15625763" cy="0"/>
          </a:xfrm>
          <a:prstGeom prst="line">
            <a:avLst/>
          </a:prstGeom>
          <a:noFill/>
          <a:ln w="28575">
            <a:solidFill>
              <a:srgbClr val="FFFFFF">
                <a:lumMod val="85000"/>
              </a:srgb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48852B-8AA2-D384-DACD-808A4D18661F}"/>
              </a:ext>
            </a:extLst>
          </p:cNvPr>
          <p:cNvGrpSpPr/>
          <p:nvPr/>
        </p:nvGrpSpPr>
        <p:grpSpPr>
          <a:xfrm>
            <a:off x="3355329" y="3878523"/>
            <a:ext cx="304800" cy="307182"/>
            <a:chOff x="2454275" y="2555738"/>
            <a:chExt cx="203200" cy="204788"/>
          </a:xfrm>
        </p:grpSpPr>
        <p:sp>
          <p:nvSpPr>
            <p:cNvPr id="15" name="Freeform 34">
              <a:extLst>
                <a:ext uri="{FF2B5EF4-FFF2-40B4-BE49-F238E27FC236}">
                  <a16:creationId xmlns:a16="http://schemas.microsoft.com/office/drawing/2014/main" id="{E45C0CEC-F100-5776-F18C-FCD3663BB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275" y="2555738"/>
              <a:ext cx="203200" cy="204788"/>
            </a:xfrm>
            <a:prstGeom prst="ellipse">
              <a:avLst/>
            </a:prstGeom>
            <a:solidFill>
              <a:srgbClr val="FFFFFF"/>
            </a:solidFill>
            <a:ln w="36513">
              <a:solidFill>
                <a:srgbClr val="244470"/>
              </a:solidFill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BB1F49B2-DEBB-FB23-AD05-10C3083EA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363" y="2620825"/>
              <a:ext cx="73025" cy="73025"/>
            </a:xfrm>
            <a:prstGeom prst="ellipse">
              <a:avLst/>
            </a:prstGeom>
            <a:solidFill>
              <a:srgbClr val="244470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3966B8-85D8-5259-2CAD-CF2CF6FEA0EE}"/>
              </a:ext>
            </a:extLst>
          </p:cNvPr>
          <p:cNvGrpSpPr/>
          <p:nvPr/>
        </p:nvGrpSpPr>
        <p:grpSpPr>
          <a:xfrm>
            <a:off x="7029300" y="3878523"/>
            <a:ext cx="307182" cy="307182"/>
            <a:chOff x="4857750" y="2555738"/>
            <a:chExt cx="204788" cy="204788"/>
          </a:xfrm>
        </p:grpSpPr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45FE5BEF-83CF-CCC2-E665-EEA456DC2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750" y="2555738"/>
              <a:ext cx="204788" cy="204788"/>
            </a:xfrm>
            <a:prstGeom prst="ellipse">
              <a:avLst/>
            </a:prstGeom>
            <a:solidFill>
              <a:srgbClr val="FFFFFF"/>
            </a:solidFill>
            <a:ln w="36513">
              <a:solidFill>
                <a:srgbClr val="6EA56C"/>
              </a:solidFill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3CF553C4-FEE5-D2E3-7CC4-8351706E2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425" y="2620825"/>
              <a:ext cx="71438" cy="73025"/>
            </a:xfrm>
            <a:prstGeom prst="ellipse">
              <a:avLst/>
            </a:prstGeom>
            <a:solidFill>
              <a:srgbClr val="6EA56C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676B22-9AF9-D66A-9E21-AB7713905BD2}"/>
              </a:ext>
            </a:extLst>
          </p:cNvPr>
          <p:cNvGrpSpPr/>
          <p:nvPr/>
        </p:nvGrpSpPr>
        <p:grpSpPr>
          <a:xfrm>
            <a:off x="10704462" y="3878523"/>
            <a:ext cx="307182" cy="307182"/>
            <a:chOff x="7261225" y="2555738"/>
            <a:chExt cx="204788" cy="204788"/>
          </a:xfrm>
        </p:grpSpPr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60154299-B21B-B4E2-BBCB-4275EC826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1225" y="2555738"/>
              <a:ext cx="204788" cy="204788"/>
            </a:xfrm>
            <a:prstGeom prst="ellipse">
              <a:avLst/>
            </a:prstGeom>
            <a:solidFill>
              <a:srgbClr val="FFFFFF"/>
            </a:solidFill>
            <a:ln w="36513">
              <a:solidFill>
                <a:srgbClr val="FBA91E"/>
              </a:solidFill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4411D9B6-B1D0-4D1A-AECA-6989F8B3A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00" y="2620825"/>
              <a:ext cx="73025" cy="73025"/>
            </a:xfrm>
            <a:prstGeom prst="ellipse">
              <a:avLst/>
            </a:prstGeom>
            <a:solidFill>
              <a:srgbClr val="FBA91E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AA7092-F3DE-4337-515C-7C78AE820BD3}"/>
              </a:ext>
            </a:extLst>
          </p:cNvPr>
          <p:cNvGrpSpPr/>
          <p:nvPr/>
        </p:nvGrpSpPr>
        <p:grpSpPr>
          <a:xfrm>
            <a:off x="14379624" y="3878523"/>
            <a:ext cx="307182" cy="307182"/>
            <a:chOff x="9556750" y="2555738"/>
            <a:chExt cx="204788" cy="204788"/>
          </a:xfrm>
        </p:grpSpPr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A74742B1-8566-60B3-0DBA-5CFA5D9B6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750" y="2555738"/>
              <a:ext cx="204788" cy="204788"/>
            </a:xfrm>
            <a:prstGeom prst="ellipse">
              <a:avLst/>
            </a:prstGeom>
            <a:solidFill>
              <a:srgbClr val="FFFFFF"/>
            </a:solidFill>
            <a:ln w="36513">
              <a:solidFill>
                <a:srgbClr val="F15F47"/>
              </a:solidFill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Freeform 41">
              <a:extLst>
                <a:ext uri="{FF2B5EF4-FFF2-40B4-BE49-F238E27FC236}">
                  <a16:creationId xmlns:a16="http://schemas.microsoft.com/office/drawing/2014/main" id="{19DB57EA-3AD2-20B4-10F3-082D7F26B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838" y="2620825"/>
              <a:ext cx="73025" cy="73025"/>
            </a:xfrm>
            <a:prstGeom prst="ellipse">
              <a:avLst/>
            </a:prstGeom>
            <a:solidFill>
              <a:srgbClr val="F15F47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6AD68DC-9B28-0AF8-033D-8EE819A57935}"/>
              </a:ext>
            </a:extLst>
          </p:cNvPr>
          <p:cNvGrpSpPr/>
          <p:nvPr/>
        </p:nvGrpSpPr>
        <p:grpSpPr>
          <a:xfrm>
            <a:off x="508393" y="2831444"/>
            <a:ext cx="2323514" cy="3166134"/>
            <a:chOff x="460767" y="2153269"/>
            <a:chExt cx="1549009" cy="21107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0" name="Line 24">
              <a:extLst>
                <a:ext uri="{FF2B5EF4-FFF2-40B4-BE49-F238E27FC236}">
                  <a16:creationId xmlns:a16="http://schemas.microsoft.com/office/drawing/2014/main" id="{DBAB275D-CAB6-0E74-E9F5-0FAFCD80C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Line 25">
              <a:extLst>
                <a:ext uri="{FF2B5EF4-FFF2-40B4-BE49-F238E27FC236}">
                  <a16:creationId xmlns:a16="http://schemas.microsoft.com/office/drawing/2014/main" id="{04BB519F-0D2E-E5C3-581F-04DB377FF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 w="22225">
              <a:solidFill>
                <a:srgbClr val="BDC6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5ADA27F-E527-DFBB-B653-E7AC0448B9B6}"/>
                </a:ext>
              </a:extLst>
            </p:cNvPr>
            <p:cNvGrpSpPr/>
            <p:nvPr/>
          </p:nvGrpSpPr>
          <p:grpSpPr>
            <a:xfrm rot="18900000">
              <a:off x="625475" y="2301875"/>
              <a:ext cx="1384301" cy="1343026"/>
              <a:chOff x="625475" y="2301875"/>
              <a:chExt cx="1384301" cy="1343026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1235C2B-DA67-495A-1870-DA2563F36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475" y="2324100"/>
                <a:ext cx="400051" cy="1025526"/>
              </a:xfrm>
              <a:custGeom>
                <a:avLst/>
                <a:gdLst>
                  <a:gd name="csX0" fmla="*/ 400051 w 400051"/>
                  <a:gd name="csY0" fmla="*/ 0 h 1025526"/>
                  <a:gd name="csX1" fmla="*/ 73343 w 400051"/>
                  <a:gd name="csY1" fmla="*/ 426721 h 1025526"/>
                  <a:gd name="csX2" fmla="*/ 125413 w 400051"/>
                  <a:gd name="csY2" fmla="*/ 1025526 h 1025526"/>
                  <a:gd name="csX3" fmla="*/ 112659 w 400051"/>
                  <a:gd name="csY3" fmla="*/ 1006447 h 1025526"/>
                  <a:gd name="csX4" fmla="*/ 88746 w 400051"/>
                  <a:gd name="csY4" fmla="*/ 966698 h 1025526"/>
                  <a:gd name="csX5" fmla="*/ 67489 w 400051"/>
                  <a:gd name="csY5" fmla="*/ 926420 h 1025526"/>
                  <a:gd name="csX6" fmla="*/ 49421 w 400051"/>
                  <a:gd name="csY6" fmla="*/ 884552 h 1025526"/>
                  <a:gd name="csX7" fmla="*/ 33479 w 400051"/>
                  <a:gd name="csY7" fmla="*/ 842153 h 1025526"/>
                  <a:gd name="csX8" fmla="*/ 21256 w 400051"/>
                  <a:gd name="csY8" fmla="*/ 799225 h 1025526"/>
                  <a:gd name="csX9" fmla="*/ 11691 w 400051"/>
                  <a:gd name="csY9" fmla="*/ 754707 h 1025526"/>
                  <a:gd name="csX10" fmla="*/ 4783 w 400051"/>
                  <a:gd name="csY10" fmla="*/ 710188 h 1025526"/>
                  <a:gd name="csX11" fmla="*/ 1063 w 400051"/>
                  <a:gd name="csY11" fmla="*/ 665670 h 1025526"/>
                  <a:gd name="csX12" fmla="*/ 0 w 400051"/>
                  <a:gd name="csY12" fmla="*/ 620622 h 1025526"/>
                  <a:gd name="csX13" fmla="*/ 2126 w 400051"/>
                  <a:gd name="csY13" fmla="*/ 576104 h 1025526"/>
                  <a:gd name="csX14" fmla="*/ 6908 w 400051"/>
                  <a:gd name="csY14" fmla="*/ 531055 h 1025526"/>
                  <a:gd name="csX15" fmla="*/ 14348 w 400051"/>
                  <a:gd name="csY15" fmla="*/ 486537 h 1025526"/>
                  <a:gd name="csX16" fmla="*/ 18464 w 400051"/>
                  <a:gd name="csY16" fmla="*/ 469296 h 1025526"/>
                  <a:gd name="csX17" fmla="*/ 19061 w 400051"/>
                  <a:gd name="csY17" fmla="*/ 466152 h 1025526"/>
                  <a:gd name="csX18" fmla="*/ 19832 w 400051"/>
                  <a:gd name="csY18" fmla="*/ 463568 h 1025526"/>
                  <a:gd name="csX19" fmla="*/ 24976 w 400051"/>
                  <a:gd name="csY19" fmla="*/ 442019 h 1025526"/>
                  <a:gd name="csX20" fmla="*/ 38793 w 400051"/>
                  <a:gd name="csY20" fmla="*/ 398561 h 1025526"/>
                  <a:gd name="csX21" fmla="*/ 40666 w 400051"/>
                  <a:gd name="csY21" fmla="*/ 393680 h 1025526"/>
                  <a:gd name="csX22" fmla="*/ 42906 w 400051"/>
                  <a:gd name="csY22" fmla="*/ 386165 h 1025526"/>
                  <a:gd name="csX23" fmla="*/ 47412 w 400051"/>
                  <a:gd name="csY23" fmla="*/ 376100 h 1025526"/>
                  <a:gd name="csX24" fmla="*/ 55267 w 400051"/>
                  <a:gd name="csY24" fmla="*/ 355632 h 1025526"/>
                  <a:gd name="csX25" fmla="*/ 65364 w 400051"/>
                  <a:gd name="csY25" fmla="*/ 334963 h 1025526"/>
                  <a:gd name="csX26" fmla="*/ 65439 w 400051"/>
                  <a:gd name="csY26" fmla="*/ 335834 h 1025526"/>
                  <a:gd name="csX27" fmla="*/ 76819 w 400051"/>
                  <a:gd name="csY27" fmla="*/ 310415 h 1025526"/>
                  <a:gd name="csX28" fmla="*/ 118680 w 400051"/>
                  <a:gd name="csY28" fmla="*/ 239433 h 1025526"/>
                  <a:gd name="csX29" fmla="*/ 169020 w 400051"/>
                  <a:gd name="csY29" fmla="*/ 173748 h 1025526"/>
                  <a:gd name="csX30" fmla="*/ 226778 w 400051"/>
                  <a:gd name="csY30" fmla="*/ 114949 h 1025526"/>
                  <a:gd name="csX31" fmla="*/ 290894 w 400051"/>
                  <a:gd name="csY31" fmla="*/ 63037 h 1025526"/>
                  <a:gd name="csX32" fmla="*/ 361899 w 400051"/>
                  <a:gd name="csY32" fmla="*/ 18540 h 1025526"/>
                  <a:gd name="csX0" fmla="*/ 400051 w 400051"/>
                  <a:gd name="csY0" fmla="*/ 0 h 1025526"/>
                  <a:gd name="csX1" fmla="*/ 125413 w 400051"/>
                  <a:gd name="csY1" fmla="*/ 1025526 h 1025526"/>
                  <a:gd name="csX2" fmla="*/ 112659 w 400051"/>
                  <a:gd name="csY2" fmla="*/ 1006447 h 1025526"/>
                  <a:gd name="csX3" fmla="*/ 88746 w 400051"/>
                  <a:gd name="csY3" fmla="*/ 966698 h 1025526"/>
                  <a:gd name="csX4" fmla="*/ 67489 w 400051"/>
                  <a:gd name="csY4" fmla="*/ 926420 h 1025526"/>
                  <a:gd name="csX5" fmla="*/ 49421 w 400051"/>
                  <a:gd name="csY5" fmla="*/ 884552 h 1025526"/>
                  <a:gd name="csX6" fmla="*/ 33479 w 400051"/>
                  <a:gd name="csY6" fmla="*/ 842153 h 1025526"/>
                  <a:gd name="csX7" fmla="*/ 21256 w 400051"/>
                  <a:gd name="csY7" fmla="*/ 799225 h 1025526"/>
                  <a:gd name="csX8" fmla="*/ 11691 w 400051"/>
                  <a:gd name="csY8" fmla="*/ 754707 h 1025526"/>
                  <a:gd name="csX9" fmla="*/ 4783 w 400051"/>
                  <a:gd name="csY9" fmla="*/ 710188 h 1025526"/>
                  <a:gd name="csX10" fmla="*/ 1063 w 400051"/>
                  <a:gd name="csY10" fmla="*/ 665670 h 1025526"/>
                  <a:gd name="csX11" fmla="*/ 0 w 400051"/>
                  <a:gd name="csY11" fmla="*/ 620622 h 1025526"/>
                  <a:gd name="csX12" fmla="*/ 2126 w 400051"/>
                  <a:gd name="csY12" fmla="*/ 576104 h 1025526"/>
                  <a:gd name="csX13" fmla="*/ 6908 w 400051"/>
                  <a:gd name="csY13" fmla="*/ 531055 h 1025526"/>
                  <a:gd name="csX14" fmla="*/ 14348 w 400051"/>
                  <a:gd name="csY14" fmla="*/ 486537 h 1025526"/>
                  <a:gd name="csX15" fmla="*/ 18464 w 400051"/>
                  <a:gd name="csY15" fmla="*/ 469296 h 1025526"/>
                  <a:gd name="csX16" fmla="*/ 19061 w 400051"/>
                  <a:gd name="csY16" fmla="*/ 466152 h 1025526"/>
                  <a:gd name="csX17" fmla="*/ 19832 w 400051"/>
                  <a:gd name="csY17" fmla="*/ 463568 h 1025526"/>
                  <a:gd name="csX18" fmla="*/ 24976 w 400051"/>
                  <a:gd name="csY18" fmla="*/ 442019 h 1025526"/>
                  <a:gd name="csX19" fmla="*/ 38793 w 400051"/>
                  <a:gd name="csY19" fmla="*/ 398561 h 1025526"/>
                  <a:gd name="csX20" fmla="*/ 40666 w 400051"/>
                  <a:gd name="csY20" fmla="*/ 393680 h 1025526"/>
                  <a:gd name="csX21" fmla="*/ 42906 w 400051"/>
                  <a:gd name="csY21" fmla="*/ 386165 h 1025526"/>
                  <a:gd name="csX22" fmla="*/ 47412 w 400051"/>
                  <a:gd name="csY22" fmla="*/ 376100 h 1025526"/>
                  <a:gd name="csX23" fmla="*/ 55267 w 400051"/>
                  <a:gd name="csY23" fmla="*/ 355632 h 1025526"/>
                  <a:gd name="csX24" fmla="*/ 65364 w 400051"/>
                  <a:gd name="csY24" fmla="*/ 334963 h 1025526"/>
                  <a:gd name="csX25" fmla="*/ 65439 w 400051"/>
                  <a:gd name="csY25" fmla="*/ 335834 h 1025526"/>
                  <a:gd name="csX26" fmla="*/ 76819 w 400051"/>
                  <a:gd name="csY26" fmla="*/ 310415 h 1025526"/>
                  <a:gd name="csX27" fmla="*/ 118680 w 400051"/>
                  <a:gd name="csY27" fmla="*/ 239433 h 1025526"/>
                  <a:gd name="csX28" fmla="*/ 169020 w 400051"/>
                  <a:gd name="csY28" fmla="*/ 173748 h 1025526"/>
                  <a:gd name="csX29" fmla="*/ 226778 w 400051"/>
                  <a:gd name="csY29" fmla="*/ 114949 h 1025526"/>
                  <a:gd name="csX30" fmla="*/ 290894 w 400051"/>
                  <a:gd name="csY30" fmla="*/ 63037 h 1025526"/>
                  <a:gd name="csX31" fmla="*/ 361899 w 400051"/>
                  <a:gd name="csY31" fmla="*/ 18540 h 1025526"/>
                  <a:gd name="csX32" fmla="*/ 400051 w 400051"/>
                  <a:gd name="csY32" fmla="*/ 0 h 1025526"/>
                  <a:gd name="csX0" fmla="*/ 125413 w 400051"/>
                  <a:gd name="csY0" fmla="*/ 1025526 h 1116966"/>
                  <a:gd name="csX1" fmla="*/ 112659 w 400051"/>
                  <a:gd name="csY1" fmla="*/ 1006447 h 1116966"/>
                  <a:gd name="csX2" fmla="*/ 88746 w 400051"/>
                  <a:gd name="csY2" fmla="*/ 966698 h 1116966"/>
                  <a:gd name="csX3" fmla="*/ 67489 w 400051"/>
                  <a:gd name="csY3" fmla="*/ 926420 h 1116966"/>
                  <a:gd name="csX4" fmla="*/ 49421 w 400051"/>
                  <a:gd name="csY4" fmla="*/ 884552 h 1116966"/>
                  <a:gd name="csX5" fmla="*/ 33479 w 400051"/>
                  <a:gd name="csY5" fmla="*/ 842153 h 1116966"/>
                  <a:gd name="csX6" fmla="*/ 21256 w 400051"/>
                  <a:gd name="csY6" fmla="*/ 799225 h 1116966"/>
                  <a:gd name="csX7" fmla="*/ 11691 w 400051"/>
                  <a:gd name="csY7" fmla="*/ 754707 h 1116966"/>
                  <a:gd name="csX8" fmla="*/ 4783 w 400051"/>
                  <a:gd name="csY8" fmla="*/ 710188 h 1116966"/>
                  <a:gd name="csX9" fmla="*/ 1063 w 400051"/>
                  <a:gd name="csY9" fmla="*/ 665670 h 1116966"/>
                  <a:gd name="csX10" fmla="*/ 0 w 400051"/>
                  <a:gd name="csY10" fmla="*/ 620622 h 1116966"/>
                  <a:gd name="csX11" fmla="*/ 2126 w 400051"/>
                  <a:gd name="csY11" fmla="*/ 576104 h 1116966"/>
                  <a:gd name="csX12" fmla="*/ 6908 w 400051"/>
                  <a:gd name="csY12" fmla="*/ 531055 h 1116966"/>
                  <a:gd name="csX13" fmla="*/ 14348 w 400051"/>
                  <a:gd name="csY13" fmla="*/ 486537 h 1116966"/>
                  <a:gd name="csX14" fmla="*/ 18464 w 400051"/>
                  <a:gd name="csY14" fmla="*/ 469296 h 1116966"/>
                  <a:gd name="csX15" fmla="*/ 19061 w 400051"/>
                  <a:gd name="csY15" fmla="*/ 466152 h 1116966"/>
                  <a:gd name="csX16" fmla="*/ 19832 w 400051"/>
                  <a:gd name="csY16" fmla="*/ 463568 h 1116966"/>
                  <a:gd name="csX17" fmla="*/ 24976 w 400051"/>
                  <a:gd name="csY17" fmla="*/ 442019 h 1116966"/>
                  <a:gd name="csX18" fmla="*/ 38793 w 400051"/>
                  <a:gd name="csY18" fmla="*/ 398561 h 1116966"/>
                  <a:gd name="csX19" fmla="*/ 40666 w 400051"/>
                  <a:gd name="csY19" fmla="*/ 393680 h 1116966"/>
                  <a:gd name="csX20" fmla="*/ 42906 w 400051"/>
                  <a:gd name="csY20" fmla="*/ 386165 h 1116966"/>
                  <a:gd name="csX21" fmla="*/ 47412 w 400051"/>
                  <a:gd name="csY21" fmla="*/ 376100 h 1116966"/>
                  <a:gd name="csX22" fmla="*/ 55267 w 400051"/>
                  <a:gd name="csY22" fmla="*/ 355632 h 1116966"/>
                  <a:gd name="csX23" fmla="*/ 65364 w 400051"/>
                  <a:gd name="csY23" fmla="*/ 334963 h 1116966"/>
                  <a:gd name="csX24" fmla="*/ 65439 w 400051"/>
                  <a:gd name="csY24" fmla="*/ 335834 h 1116966"/>
                  <a:gd name="csX25" fmla="*/ 76819 w 400051"/>
                  <a:gd name="csY25" fmla="*/ 310415 h 1116966"/>
                  <a:gd name="csX26" fmla="*/ 118680 w 400051"/>
                  <a:gd name="csY26" fmla="*/ 239433 h 1116966"/>
                  <a:gd name="csX27" fmla="*/ 169020 w 400051"/>
                  <a:gd name="csY27" fmla="*/ 173748 h 1116966"/>
                  <a:gd name="csX28" fmla="*/ 226778 w 400051"/>
                  <a:gd name="csY28" fmla="*/ 114949 h 1116966"/>
                  <a:gd name="csX29" fmla="*/ 290894 w 400051"/>
                  <a:gd name="csY29" fmla="*/ 63037 h 1116966"/>
                  <a:gd name="csX30" fmla="*/ 361899 w 400051"/>
                  <a:gd name="csY30" fmla="*/ 18540 h 1116966"/>
                  <a:gd name="csX31" fmla="*/ 400051 w 400051"/>
                  <a:gd name="csY31" fmla="*/ 0 h 1116966"/>
                  <a:gd name="csX32" fmla="*/ 216853 w 400051"/>
                  <a:gd name="csY32" fmla="*/ 1116966 h 1116966"/>
                  <a:gd name="csX0" fmla="*/ 125413 w 400051"/>
                  <a:gd name="csY0" fmla="*/ 1025526 h 1025526"/>
                  <a:gd name="csX1" fmla="*/ 112659 w 400051"/>
                  <a:gd name="csY1" fmla="*/ 1006447 h 1025526"/>
                  <a:gd name="csX2" fmla="*/ 88746 w 400051"/>
                  <a:gd name="csY2" fmla="*/ 966698 h 1025526"/>
                  <a:gd name="csX3" fmla="*/ 67489 w 400051"/>
                  <a:gd name="csY3" fmla="*/ 926420 h 1025526"/>
                  <a:gd name="csX4" fmla="*/ 49421 w 400051"/>
                  <a:gd name="csY4" fmla="*/ 884552 h 1025526"/>
                  <a:gd name="csX5" fmla="*/ 33479 w 400051"/>
                  <a:gd name="csY5" fmla="*/ 842153 h 1025526"/>
                  <a:gd name="csX6" fmla="*/ 21256 w 400051"/>
                  <a:gd name="csY6" fmla="*/ 799225 h 1025526"/>
                  <a:gd name="csX7" fmla="*/ 11691 w 400051"/>
                  <a:gd name="csY7" fmla="*/ 754707 h 1025526"/>
                  <a:gd name="csX8" fmla="*/ 4783 w 400051"/>
                  <a:gd name="csY8" fmla="*/ 710188 h 1025526"/>
                  <a:gd name="csX9" fmla="*/ 1063 w 400051"/>
                  <a:gd name="csY9" fmla="*/ 665670 h 1025526"/>
                  <a:gd name="csX10" fmla="*/ 0 w 400051"/>
                  <a:gd name="csY10" fmla="*/ 620622 h 1025526"/>
                  <a:gd name="csX11" fmla="*/ 2126 w 400051"/>
                  <a:gd name="csY11" fmla="*/ 576104 h 1025526"/>
                  <a:gd name="csX12" fmla="*/ 6908 w 400051"/>
                  <a:gd name="csY12" fmla="*/ 531055 h 1025526"/>
                  <a:gd name="csX13" fmla="*/ 14348 w 400051"/>
                  <a:gd name="csY13" fmla="*/ 486537 h 1025526"/>
                  <a:gd name="csX14" fmla="*/ 18464 w 400051"/>
                  <a:gd name="csY14" fmla="*/ 469296 h 1025526"/>
                  <a:gd name="csX15" fmla="*/ 19061 w 400051"/>
                  <a:gd name="csY15" fmla="*/ 466152 h 1025526"/>
                  <a:gd name="csX16" fmla="*/ 19832 w 400051"/>
                  <a:gd name="csY16" fmla="*/ 463568 h 1025526"/>
                  <a:gd name="csX17" fmla="*/ 24976 w 400051"/>
                  <a:gd name="csY17" fmla="*/ 442019 h 1025526"/>
                  <a:gd name="csX18" fmla="*/ 38793 w 400051"/>
                  <a:gd name="csY18" fmla="*/ 398561 h 1025526"/>
                  <a:gd name="csX19" fmla="*/ 40666 w 400051"/>
                  <a:gd name="csY19" fmla="*/ 393680 h 1025526"/>
                  <a:gd name="csX20" fmla="*/ 42906 w 400051"/>
                  <a:gd name="csY20" fmla="*/ 386165 h 1025526"/>
                  <a:gd name="csX21" fmla="*/ 47412 w 400051"/>
                  <a:gd name="csY21" fmla="*/ 376100 h 1025526"/>
                  <a:gd name="csX22" fmla="*/ 55267 w 400051"/>
                  <a:gd name="csY22" fmla="*/ 355632 h 1025526"/>
                  <a:gd name="csX23" fmla="*/ 65364 w 400051"/>
                  <a:gd name="csY23" fmla="*/ 334963 h 1025526"/>
                  <a:gd name="csX24" fmla="*/ 65439 w 400051"/>
                  <a:gd name="csY24" fmla="*/ 335834 h 1025526"/>
                  <a:gd name="csX25" fmla="*/ 76819 w 400051"/>
                  <a:gd name="csY25" fmla="*/ 310415 h 1025526"/>
                  <a:gd name="csX26" fmla="*/ 118680 w 400051"/>
                  <a:gd name="csY26" fmla="*/ 239433 h 1025526"/>
                  <a:gd name="csX27" fmla="*/ 169020 w 400051"/>
                  <a:gd name="csY27" fmla="*/ 173748 h 1025526"/>
                  <a:gd name="csX28" fmla="*/ 226778 w 400051"/>
                  <a:gd name="csY28" fmla="*/ 114949 h 1025526"/>
                  <a:gd name="csX29" fmla="*/ 290894 w 400051"/>
                  <a:gd name="csY29" fmla="*/ 63037 h 1025526"/>
                  <a:gd name="csX30" fmla="*/ 361899 w 400051"/>
                  <a:gd name="csY30" fmla="*/ 18540 h 1025526"/>
                  <a:gd name="csX31" fmla="*/ 400051 w 400051"/>
                  <a:gd name="csY31" fmla="*/ 0 h 1025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400051" h="1025526">
                    <a:moveTo>
                      <a:pt x="125413" y="1025526"/>
                    </a:moveTo>
                    <a:lnTo>
                      <a:pt x="112659" y="1006447"/>
                    </a:lnTo>
                    <a:lnTo>
                      <a:pt x="88746" y="966698"/>
                    </a:lnTo>
                    <a:lnTo>
                      <a:pt x="67489" y="926420"/>
                    </a:lnTo>
                    <a:lnTo>
                      <a:pt x="49421" y="884552"/>
                    </a:lnTo>
                    <a:lnTo>
                      <a:pt x="33479" y="842153"/>
                    </a:lnTo>
                    <a:lnTo>
                      <a:pt x="21256" y="799225"/>
                    </a:lnTo>
                    <a:lnTo>
                      <a:pt x="11691" y="754707"/>
                    </a:lnTo>
                    <a:lnTo>
                      <a:pt x="4783" y="710188"/>
                    </a:lnTo>
                    <a:lnTo>
                      <a:pt x="1063" y="665670"/>
                    </a:lnTo>
                    <a:cubicBezTo>
                      <a:pt x="709" y="650654"/>
                      <a:pt x="354" y="635638"/>
                      <a:pt x="0" y="620622"/>
                    </a:cubicBezTo>
                    <a:cubicBezTo>
                      <a:pt x="709" y="605783"/>
                      <a:pt x="1417" y="590943"/>
                      <a:pt x="2126" y="576104"/>
                    </a:cubicBezTo>
                    <a:lnTo>
                      <a:pt x="6908" y="531055"/>
                    </a:lnTo>
                    <a:lnTo>
                      <a:pt x="14348" y="486537"/>
                    </a:lnTo>
                    <a:lnTo>
                      <a:pt x="18464" y="469296"/>
                    </a:lnTo>
                    <a:lnTo>
                      <a:pt x="19061" y="466152"/>
                    </a:lnTo>
                    <a:lnTo>
                      <a:pt x="19832" y="463568"/>
                    </a:lnTo>
                    <a:lnTo>
                      <a:pt x="24976" y="442019"/>
                    </a:lnTo>
                    <a:lnTo>
                      <a:pt x="38793" y="398561"/>
                    </a:lnTo>
                    <a:lnTo>
                      <a:pt x="40666" y="393680"/>
                    </a:lnTo>
                    <a:lnTo>
                      <a:pt x="42906" y="386165"/>
                    </a:lnTo>
                    <a:lnTo>
                      <a:pt x="47412" y="376100"/>
                    </a:lnTo>
                    <a:lnTo>
                      <a:pt x="55267" y="355632"/>
                    </a:lnTo>
                    <a:lnTo>
                      <a:pt x="65364" y="334963"/>
                    </a:lnTo>
                    <a:cubicBezTo>
                      <a:pt x="65389" y="335253"/>
                      <a:pt x="65414" y="335544"/>
                      <a:pt x="65439" y="335834"/>
                    </a:cubicBezTo>
                    <a:lnTo>
                      <a:pt x="76819" y="310415"/>
                    </a:lnTo>
                    <a:lnTo>
                      <a:pt x="118680" y="239433"/>
                    </a:lnTo>
                    <a:lnTo>
                      <a:pt x="169020" y="173748"/>
                    </a:lnTo>
                    <a:lnTo>
                      <a:pt x="226778" y="114949"/>
                    </a:lnTo>
                    <a:lnTo>
                      <a:pt x="290894" y="63037"/>
                    </a:lnTo>
                    <a:lnTo>
                      <a:pt x="361899" y="18540"/>
                    </a:lnTo>
                    <a:lnTo>
                      <a:pt x="400051" y="0"/>
                    </a:lnTo>
                  </a:path>
                </a:pathLst>
              </a:custGeom>
              <a:noFill/>
              <a:ln w="22225" cap="rnd">
                <a:solidFill>
                  <a:srgbClr val="244470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53">
                <a:extLst>
                  <a:ext uri="{FF2B5EF4-FFF2-40B4-BE49-F238E27FC236}">
                    <a16:creationId xmlns:a16="http://schemas.microsoft.com/office/drawing/2014/main" id="{81D271B8-146E-D37C-49A9-B4400E22A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4163" y="2301875"/>
                <a:ext cx="455613" cy="887413"/>
              </a:xfrm>
              <a:custGeom>
                <a:avLst/>
                <a:gdLst>
                  <a:gd name="T0" fmla="*/ 0 w 861"/>
                  <a:gd name="T1" fmla="*/ 0 h 1677"/>
                  <a:gd name="T2" fmla="*/ 63 w 861"/>
                  <a:gd name="T3" fmla="*/ 24 h 1677"/>
                  <a:gd name="T4" fmla="*/ 183 w 861"/>
                  <a:gd name="T5" fmla="*/ 82 h 1677"/>
                  <a:gd name="T6" fmla="*/ 294 w 861"/>
                  <a:gd name="T7" fmla="*/ 150 h 1677"/>
                  <a:gd name="T8" fmla="*/ 395 w 861"/>
                  <a:gd name="T9" fmla="*/ 228 h 1677"/>
                  <a:gd name="T10" fmla="*/ 489 w 861"/>
                  <a:gd name="T11" fmla="*/ 314 h 1677"/>
                  <a:gd name="T12" fmla="*/ 573 w 861"/>
                  <a:gd name="T13" fmla="*/ 409 h 1677"/>
                  <a:gd name="T14" fmla="*/ 647 w 861"/>
                  <a:gd name="T15" fmla="*/ 511 h 1677"/>
                  <a:gd name="T16" fmla="*/ 710 w 861"/>
                  <a:gd name="T17" fmla="*/ 619 h 1677"/>
                  <a:gd name="T18" fmla="*/ 763 w 861"/>
                  <a:gd name="T19" fmla="*/ 734 h 1677"/>
                  <a:gd name="T20" fmla="*/ 806 w 861"/>
                  <a:gd name="T21" fmla="*/ 852 h 1677"/>
                  <a:gd name="T22" fmla="*/ 836 w 861"/>
                  <a:gd name="T23" fmla="*/ 974 h 1677"/>
                  <a:gd name="T24" fmla="*/ 855 w 861"/>
                  <a:gd name="T25" fmla="*/ 1100 h 1677"/>
                  <a:gd name="T26" fmla="*/ 861 w 861"/>
                  <a:gd name="T27" fmla="*/ 1226 h 1677"/>
                  <a:gd name="T28" fmla="*/ 856 w 861"/>
                  <a:gd name="T29" fmla="*/ 1355 h 1677"/>
                  <a:gd name="T30" fmla="*/ 836 w 861"/>
                  <a:gd name="T31" fmla="*/ 1484 h 1677"/>
                  <a:gd name="T32" fmla="*/ 804 w 861"/>
                  <a:gd name="T33" fmla="*/ 1613 h 1677"/>
                  <a:gd name="T34" fmla="*/ 782 w 861"/>
                  <a:gd name="T35" fmla="*/ 1677 h 1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61" h="1677">
                    <a:moveTo>
                      <a:pt x="0" y="0"/>
                    </a:moveTo>
                    <a:lnTo>
                      <a:pt x="63" y="24"/>
                    </a:lnTo>
                    <a:lnTo>
                      <a:pt x="183" y="82"/>
                    </a:lnTo>
                    <a:lnTo>
                      <a:pt x="294" y="150"/>
                    </a:lnTo>
                    <a:lnTo>
                      <a:pt x="395" y="228"/>
                    </a:lnTo>
                    <a:lnTo>
                      <a:pt x="489" y="314"/>
                    </a:lnTo>
                    <a:lnTo>
                      <a:pt x="573" y="409"/>
                    </a:lnTo>
                    <a:lnTo>
                      <a:pt x="647" y="511"/>
                    </a:lnTo>
                    <a:lnTo>
                      <a:pt x="710" y="619"/>
                    </a:lnTo>
                    <a:lnTo>
                      <a:pt x="763" y="734"/>
                    </a:lnTo>
                    <a:lnTo>
                      <a:pt x="806" y="852"/>
                    </a:lnTo>
                    <a:lnTo>
                      <a:pt x="836" y="974"/>
                    </a:lnTo>
                    <a:lnTo>
                      <a:pt x="855" y="1100"/>
                    </a:lnTo>
                    <a:lnTo>
                      <a:pt x="861" y="1226"/>
                    </a:lnTo>
                    <a:lnTo>
                      <a:pt x="856" y="1355"/>
                    </a:lnTo>
                    <a:lnTo>
                      <a:pt x="836" y="1484"/>
                    </a:lnTo>
                    <a:lnTo>
                      <a:pt x="804" y="1613"/>
                    </a:lnTo>
                    <a:lnTo>
                      <a:pt x="782" y="1677"/>
                    </a:lnTo>
                  </a:path>
                </a:pathLst>
              </a:custGeom>
              <a:noFill/>
              <a:ln w="22225" cap="rnd">
                <a:solidFill>
                  <a:srgbClr val="244470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54">
                <a:extLst>
                  <a:ext uri="{FF2B5EF4-FFF2-40B4-BE49-F238E27FC236}">
                    <a16:creationId xmlns:a16="http://schemas.microsoft.com/office/drawing/2014/main" id="{B7664CC8-3F57-1C98-C478-AA0005B3F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0" y="3414713"/>
                <a:ext cx="561975" cy="230188"/>
              </a:xfrm>
              <a:custGeom>
                <a:avLst/>
                <a:gdLst>
                  <a:gd name="T0" fmla="*/ 1063 w 1063"/>
                  <a:gd name="T1" fmla="*/ 0 h 434"/>
                  <a:gd name="T2" fmla="*/ 1012 w 1063"/>
                  <a:gd name="T3" fmla="*/ 55 h 434"/>
                  <a:gd name="T4" fmla="*/ 899 w 1063"/>
                  <a:gd name="T5" fmla="*/ 154 h 434"/>
                  <a:gd name="T6" fmla="*/ 778 w 1063"/>
                  <a:gd name="T7" fmla="*/ 239 h 434"/>
                  <a:gd name="T8" fmla="*/ 648 w 1063"/>
                  <a:gd name="T9" fmla="*/ 308 h 434"/>
                  <a:gd name="T10" fmla="*/ 512 w 1063"/>
                  <a:gd name="T11" fmla="*/ 363 h 434"/>
                  <a:gd name="T12" fmla="*/ 371 w 1063"/>
                  <a:gd name="T13" fmla="*/ 403 h 434"/>
                  <a:gd name="T14" fmla="*/ 224 w 1063"/>
                  <a:gd name="T15" fmla="*/ 427 h 434"/>
                  <a:gd name="T16" fmla="*/ 74 w 1063"/>
                  <a:gd name="T17" fmla="*/ 434 h 434"/>
                  <a:gd name="T18" fmla="*/ 0 w 1063"/>
                  <a:gd name="T19" fmla="*/ 42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3" h="434">
                    <a:moveTo>
                      <a:pt x="1063" y="0"/>
                    </a:moveTo>
                    <a:lnTo>
                      <a:pt x="1012" y="55"/>
                    </a:lnTo>
                    <a:lnTo>
                      <a:pt x="899" y="154"/>
                    </a:lnTo>
                    <a:lnTo>
                      <a:pt x="778" y="239"/>
                    </a:lnTo>
                    <a:lnTo>
                      <a:pt x="648" y="308"/>
                    </a:lnTo>
                    <a:lnTo>
                      <a:pt x="512" y="363"/>
                    </a:lnTo>
                    <a:lnTo>
                      <a:pt x="371" y="403"/>
                    </a:lnTo>
                    <a:lnTo>
                      <a:pt x="224" y="427"/>
                    </a:lnTo>
                    <a:lnTo>
                      <a:pt x="74" y="434"/>
                    </a:lnTo>
                    <a:lnTo>
                      <a:pt x="0" y="429"/>
                    </a:lnTo>
                  </a:path>
                </a:pathLst>
              </a:custGeom>
              <a:noFill/>
              <a:ln w="22225" cap="rnd">
                <a:solidFill>
                  <a:srgbClr val="244470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F3BF6E5-61A7-67C6-D9B5-DA693043B491}"/>
                </a:ext>
              </a:extLst>
            </p:cNvPr>
            <p:cNvGrpSpPr/>
            <p:nvPr/>
          </p:nvGrpSpPr>
          <p:grpSpPr>
            <a:xfrm>
              <a:off x="793750" y="2427288"/>
              <a:ext cx="1047750" cy="1049338"/>
              <a:chOff x="793750" y="2427288"/>
              <a:chExt cx="1047750" cy="1049338"/>
            </a:xfrm>
          </p:grpSpPr>
          <p:sp>
            <p:nvSpPr>
              <p:cNvPr id="47" name="Freeform 45">
                <a:extLst>
                  <a:ext uri="{FF2B5EF4-FFF2-40B4-BE49-F238E27FC236}">
                    <a16:creationId xmlns:a16="http://schemas.microsoft.com/office/drawing/2014/main" id="{645739DC-8699-736A-FCA0-4595A68E9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" y="2427288"/>
                <a:ext cx="1047750" cy="1049338"/>
              </a:xfrm>
              <a:prstGeom prst="ellipse">
                <a:avLst/>
              </a:prstGeom>
              <a:solidFill>
                <a:srgbClr val="2444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46">
                <a:extLst>
                  <a:ext uri="{FF2B5EF4-FFF2-40B4-BE49-F238E27FC236}">
                    <a16:creationId xmlns:a16="http://schemas.microsoft.com/office/drawing/2014/main" id="{5A44F648-DE0D-1C7F-CD6A-FB9E23FC4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525" y="2532063"/>
                <a:ext cx="838200" cy="8397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47">
                <a:extLst>
                  <a:ext uri="{FF2B5EF4-FFF2-40B4-BE49-F238E27FC236}">
                    <a16:creationId xmlns:a16="http://schemas.microsoft.com/office/drawing/2014/main" id="{28A91A49-C67D-C21E-F549-FA77E156E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188" y="2627313"/>
                <a:ext cx="650875" cy="649288"/>
              </a:xfrm>
              <a:prstGeom prst="ellipse">
                <a:avLst/>
              </a:prstGeom>
              <a:solidFill>
                <a:srgbClr val="2444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48">
                <a:extLst>
                  <a:ext uri="{FF2B5EF4-FFF2-40B4-BE49-F238E27FC236}">
                    <a16:creationId xmlns:a16="http://schemas.microsoft.com/office/drawing/2014/main" id="{2DC138FF-622D-DF70-77F0-E65D2CE53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438" y="2720975"/>
                <a:ext cx="460375" cy="4619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49">
                <a:extLst>
                  <a:ext uri="{FF2B5EF4-FFF2-40B4-BE49-F238E27FC236}">
                    <a16:creationId xmlns:a16="http://schemas.microsoft.com/office/drawing/2014/main" id="{3C63F2AE-242D-411C-6053-6FBCA8AA7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2809875"/>
                <a:ext cx="282575" cy="284163"/>
              </a:xfrm>
              <a:prstGeom prst="ellipse">
                <a:avLst/>
              </a:prstGeom>
              <a:solidFill>
                <a:srgbClr val="2444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50">
                <a:extLst>
                  <a:ext uri="{FF2B5EF4-FFF2-40B4-BE49-F238E27FC236}">
                    <a16:creationId xmlns:a16="http://schemas.microsoft.com/office/drawing/2014/main" id="{AB489454-CD7A-F888-69F1-553B45778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238" y="2900363"/>
                <a:ext cx="104775" cy="1031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51">
                <a:extLst>
                  <a:ext uri="{FF2B5EF4-FFF2-40B4-BE49-F238E27FC236}">
                    <a16:creationId xmlns:a16="http://schemas.microsoft.com/office/drawing/2014/main" id="{72600C45-CB93-2F0D-72BD-9A432A086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0" y="2922588"/>
                <a:ext cx="57150" cy="58738"/>
              </a:xfrm>
              <a:prstGeom prst="ellipse">
                <a:avLst/>
              </a:prstGeom>
              <a:solidFill>
                <a:srgbClr val="2444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4" name="Freeform 63">
              <a:extLst>
                <a:ext uri="{FF2B5EF4-FFF2-40B4-BE49-F238E27FC236}">
                  <a16:creationId xmlns:a16="http://schemas.microsoft.com/office/drawing/2014/main" id="{A29EF200-DB28-8891-C236-0BC33C89B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67" y="2153269"/>
              <a:ext cx="450850" cy="450850"/>
            </a:xfrm>
            <a:prstGeom prst="ellipse">
              <a:avLst/>
            </a:prstGeom>
            <a:solidFill>
              <a:srgbClr val="244470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68580" rIns="0" bIns="6858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01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A6B96D5-A225-D0B4-DECC-A9763A1A5246}"/>
              </a:ext>
            </a:extLst>
          </p:cNvPr>
          <p:cNvGrpSpPr/>
          <p:nvPr/>
        </p:nvGrpSpPr>
        <p:grpSpPr>
          <a:xfrm>
            <a:off x="4183555" y="2831444"/>
            <a:ext cx="2323514" cy="3166134"/>
            <a:chOff x="460767" y="2153269"/>
            <a:chExt cx="1549009" cy="21107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8" name="Line 24">
              <a:extLst>
                <a:ext uri="{FF2B5EF4-FFF2-40B4-BE49-F238E27FC236}">
                  <a16:creationId xmlns:a16="http://schemas.microsoft.com/office/drawing/2014/main" id="{D2B3FA97-CC5A-52BB-3221-EF8FD9323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Line 25">
              <a:extLst>
                <a:ext uri="{FF2B5EF4-FFF2-40B4-BE49-F238E27FC236}">
                  <a16:creationId xmlns:a16="http://schemas.microsoft.com/office/drawing/2014/main" id="{CB38C5D4-65A4-4E2C-BA5C-235358317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 w="22225">
              <a:solidFill>
                <a:srgbClr val="BDC6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E9269DC-9425-B2F5-A66E-A2FDF5495885}"/>
                </a:ext>
              </a:extLst>
            </p:cNvPr>
            <p:cNvGrpSpPr/>
            <p:nvPr/>
          </p:nvGrpSpPr>
          <p:grpSpPr>
            <a:xfrm rot="18900000">
              <a:off x="625475" y="2301875"/>
              <a:ext cx="1384301" cy="1343026"/>
              <a:chOff x="625475" y="2301875"/>
              <a:chExt cx="1384301" cy="1343026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349C286-28CD-BA03-C425-9104E6105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475" y="2324100"/>
                <a:ext cx="400051" cy="1025526"/>
              </a:xfrm>
              <a:custGeom>
                <a:avLst/>
                <a:gdLst>
                  <a:gd name="csX0" fmla="*/ 400051 w 400051"/>
                  <a:gd name="csY0" fmla="*/ 0 h 1025526"/>
                  <a:gd name="csX1" fmla="*/ 73343 w 400051"/>
                  <a:gd name="csY1" fmla="*/ 426721 h 1025526"/>
                  <a:gd name="csX2" fmla="*/ 125413 w 400051"/>
                  <a:gd name="csY2" fmla="*/ 1025526 h 1025526"/>
                  <a:gd name="csX3" fmla="*/ 112659 w 400051"/>
                  <a:gd name="csY3" fmla="*/ 1006447 h 1025526"/>
                  <a:gd name="csX4" fmla="*/ 88746 w 400051"/>
                  <a:gd name="csY4" fmla="*/ 966698 h 1025526"/>
                  <a:gd name="csX5" fmla="*/ 67489 w 400051"/>
                  <a:gd name="csY5" fmla="*/ 926420 h 1025526"/>
                  <a:gd name="csX6" fmla="*/ 49421 w 400051"/>
                  <a:gd name="csY6" fmla="*/ 884552 h 1025526"/>
                  <a:gd name="csX7" fmla="*/ 33479 w 400051"/>
                  <a:gd name="csY7" fmla="*/ 842153 h 1025526"/>
                  <a:gd name="csX8" fmla="*/ 21256 w 400051"/>
                  <a:gd name="csY8" fmla="*/ 799225 h 1025526"/>
                  <a:gd name="csX9" fmla="*/ 11691 w 400051"/>
                  <a:gd name="csY9" fmla="*/ 754707 h 1025526"/>
                  <a:gd name="csX10" fmla="*/ 4783 w 400051"/>
                  <a:gd name="csY10" fmla="*/ 710188 h 1025526"/>
                  <a:gd name="csX11" fmla="*/ 1063 w 400051"/>
                  <a:gd name="csY11" fmla="*/ 665670 h 1025526"/>
                  <a:gd name="csX12" fmla="*/ 0 w 400051"/>
                  <a:gd name="csY12" fmla="*/ 620622 h 1025526"/>
                  <a:gd name="csX13" fmla="*/ 2126 w 400051"/>
                  <a:gd name="csY13" fmla="*/ 576104 h 1025526"/>
                  <a:gd name="csX14" fmla="*/ 6908 w 400051"/>
                  <a:gd name="csY14" fmla="*/ 531055 h 1025526"/>
                  <a:gd name="csX15" fmla="*/ 14348 w 400051"/>
                  <a:gd name="csY15" fmla="*/ 486537 h 1025526"/>
                  <a:gd name="csX16" fmla="*/ 18464 w 400051"/>
                  <a:gd name="csY16" fmla="*/ 469296 h 1025526"/>
                  <a:gd name="csX17" fmla="*/ 19061 w 400051"/>
                  <a:gd name="csY17" fmla="*/ 466152 h 1025526"/>
                  <a:gd name="csX18" fmla="*/ 19832 w 400051"/>
                  <a:gd name="csY18" fmla="*/ 463568 h 1025526"/>
                  <a:gd name="csX19" fmla="*/ 24976 w 400051"/>
                  <a:gd name="csY19" fmla="*/ 442019 h 1025526"/>
                  <a:gd name="csX20" fmla="*/ 38793 w 400051"/>
                  <a:gd name="csY20" fmla="*/ 398561 h 1025526"/>
                  <a:gd name="csX21" fmla="*/ 40666 w 400051"/>
                  <a:gd name="csY21" fmla="*/ 393680 h 1025526"/>
                  <a:gd name="csX22" fmla="*/ 42906 w 400051"/>
                  <a:gd name="csY22" fmla="*/ 386165 h 1025526"/>
                  <a:gd name="csX23" fmla="*/ 47412 w 400051"/>
                  <a:gd name="csY23" fmla="*/ 376100 h 1025526"/>
                  <a:gd name="csX24" fmla="*/ 55267 w 400051"/>
                  <a:gd name="csY24" fmla="*/ 355632 h 1025526"/>
                  <a:gd name="csX25" fmla="*/ 65364 w 400051"/>
                  <a:gd name="csY25" fmla="*/ 334963 h 1025526"/>
                  <a:gd name="csX26" fmla="*/ 65439 w 400051"/>
                  <a:gd name="csY26" fmla="*/ 335834 h 1025526"/>
                  <a:gd name="csX27" fmla="*/ 76819 w 400051"/>
                  <a:gd name="csY27" fmla="*/ 310415 h 1025526"/>
                  <a:gd name="csX28" fmla="*/ 118680 w 400051"/>
                  <a:gd name="csY28" fmla="*/ 239433 h 1025526"/>
                  <a:gd name="csX29" fmla="*/ 169020 w 400051"/>
                  <a:gd name="csY29" fmla="*/ 173748 h 1025526"/>
                  <a:gd name="csX30" fmla="*/ 226778 w 400051"/>
                  <a:gd name="csY30" fmla="*/ 114949 h 1025526"/>
                  <a:gd name="csX31" fmla="*/ 290894 w 400051"/>
                  <a:gd name="csY31" fmla="*/ 63037 h 1025526"/>
                  <a:gd name="csX32" fmla="*/ 361899 w 400051"/>
                  <a:gd name="csY32" fmla="*/ 18540 h 1025526"/>
                  <a:gd name="csX0" fmla="*/ 400051 w 400051"/>
                  <a:gd name="csY0" fmla="*/ 0 h 1025526"/>
                  <a:gd name="csX1" fmla="*/ 125413 w 400051"/>
                  <a:gd name="csY1" fmla="*/ 1025526 h 1025526"/>
                  <a:gd name="csX2" fmla="*/ 112659 w 400051"/>
                  <a:gd name="csY2" fmla="*/ 1006447 h 1025526"/>
                  <a:gd name="csX3" fmla="*/ 88746 w 400051"/>
                  <a:gd name="csY3" fmla="*/ 966698 h 1025526"/>
                  <a:gd name="csX4" fmla="*/ 67489 w 400051"/>
                  <a:gd name="csY4" fmla="*/ 926420 h 1025526"/>
                  <a:gd name="csX5" fmla="*/ 49421 w 400051"/>
                  <a:gd name="csY5" fmla="*/ 884552 h 1025526"/>
                  <a:gd name="csX6" fmla="*/ 33479 w 400051"/>
                  <a:gd name="csY6" fmla="*/ 842153 h 1025526"/>
                  <a:gd name="csX7" fmla="*/ 21256 w 400051"/>
                  <a:gd name="csY7" fmla="*/ 799225 h 1025526"/>
                  <a:gd name="csX8" fmla="*/ 11691 w 400051"/>
                  <a:gd name="csY8" fmla="*/ 754707 h 1025526"/>
                  <a:gd name="csX9" fmla="*/ 4783 w 400051"/>
                  <a:gd name="csY9" fmla="*/ 710188 h 1025526"/>
                  <a:gd name="csX10" fmla="*/ 1063 w 400051"/>
                  <a:gd name="csY10" fmla="*/ 665670 h 1025526"/>
                  <a:gd name="csX11" fmla="*/ 0 w 400051"/>
                  <a:gd name="csY11" fmla="*/ 620622 h 1025526"/>
                  <a:gd name="csX12" fmla="*/ 2126 w 400051"/>
                  <a:gd name="csY12" fmla="*/ 576104 h 1025526"/>
                  <a:gd name="csX13" fmla="*/ 6908 w 400051"/>
                  <a:gd name="csY13" fmla="*/ 531055 h 1025526"/>
                  <a:gd name="csX14" fmla="*/ 14348 w 400051"/>
                  <a:gd name="csY14" fmla="*/ 486537 h 1025526"/>
                  <a:gd name="csX15" fmla="*/ 18464 w 400051"/>
                  <a:gd name="csY15" fmla="*/ 469296 h 1025526"/>
                  <a:gd name="csX16" fmla="*/ 19061 w 400051"/>
                  <a:gd name="csY16" fmla="*/ 466152 h 1025526"/>
                  <a:gd name="csX17" fmla="*/ 19832 w 400051"/>
                  <a:gd name="csY17" fmla="*/ 463568 h 1025526"/>
                  <a:gd name="csX18" fmla="*/ 24976 w 400051"/>
                  <a:gd name="csY18" fmla="*/ 442019 h 1025526"/>
                  <a:gd name="csX19" fmla="*/ 38793 w 400051"/>
                  <a:gd name="csY19" fmla="*/ 398561 h 1025526"/>
                  <a:gd name="csX20" fmla="*/ 40666 w 400051"/>
                  <a:gd name="csY20" fmla="*/ 393680 h 1025526"/>
                  <a:gd name="csX21" fmla="*/ 42906 w 400051"/>
                  <a:gd name="csY21" fmla="*/ 386165 h 1025526"/>
                  <a:gd name="csX22" fmla="*/ 47412 w 400051"/>
                  <a:gd name="csY22" fmla="*/ 376100 h 1025526"/>
                  <a:gd name="csX23" fmla="*/ 55267 w 400051"/>
                  <a:gd name="csY23" fmla="*/ 355632 h 1025526"/>
                  <a:gd name="csX24" fmla="*/ 65364 w 400051"/>
                  <a:gd name="csY24" fmla="*/ 334963 h 1025526"/>
                  <a:gd name="csX25" fmla="*/ 65439 w 400051"/>
                  <a:gd name="csY25" fmla="*/ 335834 h 1025526"/>
                  <a:gd name="csX26" fmla="*/ 76819 w 400051"/>
                  <a:gd name="csY26" fmla="*/ 310415 h 1025526"/>
                  <a:gd name="csX27" fmla="*/ 118680 w 400051"/>
                  <a:gd name="csY27" fmla="*/ 239433 h 1025526"/>
                  <a:gd name="csX28" fmla="*/ 169020 w 400051"/>
                  <a:gd name="csY28" fmla="*/ 173748 h 1025526"/>
                  <a:gd name="csX29" fmla="*/ 226778 w 400051"/>
                  <a:gd name="csY29" fmla="*/ 114949 h 1025526"/>
                  <a:gd name="csX30" fmla="*/ 290894 w 400051"/>
                  <a:gd name="csY30" fmla="*/ 63037 h 1025526"/>
                  <a:gd name="csX31" fmla="*/ 361899 w 400051"/>
                  <a:gd name="csY31" fmla="*/ 18540 h 1025526"/>
                  <a:gd name="csX32" fmla="*/ 400051 w 400051"/>
                  <a:gd name="csY32" fmla="*/ 0 h 1025526"/>
                  <a:gd name="csX0" fmla="*/ 125413 w 400051"/>
                  <a:gd name="csY0" fmla="*/ 1025526 h 1116966"/>
                  <a:gd name="csX1" fmla="*/ 112659 w 400051"/>
                  <a:gd name="csY1" fmla="*/ 1006447 h 1116966"/>
                  <a:gd name="csX2" fmla="*/ 88746 w 400051"/>
                  <a:gd name="csY2" fmla="*/ 966698 h 1116966"/>
                  <a:gd name="csX3" fmla="*/ 67489 w 400051"/>
                  <a:gd name="csY3" fmla="*/ 926420 h 1116966"/>
                  <a:gd name="csX4" fmla="*/ 49421 w 400051"/>
                  <a:gd name="csY4" fmla="*/ 884552 h 1116966"/>
                  <a:gd name="csX5" fmla="*/ 33479 w 400051"/>
                  <a:gd name="csY5" fmla="*/ 842153 h 1116966"/>
                  <a:gd name="csX6" fmla="*/ 21256 w 400051"/>
                  <a:gd name="csY6" fmla="*/ 799225 h 1116966"/>
                  <a:gd name="csX7" fmla="*/ 11691 w 400051"/>
                  <a:gd name="csY7" fmla="*/ 754707 h 1116966"/>
                  <a:gd name="csX8" fmla="*/ 4783 w 400051"/>
                  <a:gd name="csY8" fmla="*/ 710188 h 1116966"/>
                  <a:gd name="csX9" fmla="*/ 1063 w 400051"/>
                  <a:gd name="csY9" fmla="*/ 665670 h 1116966"/>
                  <a:gd name="csX10" fmla="*/ 0 w 400051"/>
                  <a:gd name="csY10" fmla="*/ 620622 h 1116966"/>
                  <a:gd name="csX11" fmla="*/ 2126 w 400051"/>
                  <a:gd name="csY11" fmla="*/ 576104 h 1116966"/>
                  <a:gd name="csX12" fmla="*/ 6908 w 400051"/>
                  <a:gd name="csY12" fmla="*/ 531055 h 1116966"/>
                  <a:gd name="csX13" fmla="*/ 14348 w 400051"/>
                  <a:gd name="csY13" fmla="*/ 486537 h 1116966"/>
                  <a:gd name="csX14" fmla="*/ 18464 w 400051"/>
                  <a:gd name="csY14" fmla="*/ 469296 h 1116966"/>
                  <a:gd name="csX15" fmla="*/ 19061 w 400051"/>
                  <a:gd name="csY15" fmla="*/ 466152 h 1116966"/>
                  <a:gd name="csX16" fmla="*/ 19832 w 400051"/>
                  <a:gd name="csY16" fmla="*/ 463568 h 1116966"/>
                  <a:gd name="csX17" fmla="*/ 24976 w 400051"/>
                  <a:gd name="csY17" fmla="*/ 442019 h 1116966"/>
                  <a:gd name="csX18" fmla="*/ 38793 w 400051"/>
                  <a:gd name="csY18" fmla="*/ 398561 h 1116966"/>
                  <a:gd name="csX19" fmla="*/ 40666 w 400051"/>
                  <a:gd name="csY19" fmla="*/ 393680 h 1116966"/>
                  <a:gd name="csX20" fmla="*/ 42906 w 400051"/>
                  <a:gd name="csY20" fmla="*/ 386165 h 1116966"/>
                  <a:gd name="csX21" fmla="*/ 47412 w 400051"/>
                  <a:gd name="csY21" fmla="*/ 376100 h 1116966"/>
                  <a:gd name="csX22" fmla="*/ 55267 w 400051"/>
                  <a:gd name="csY22" fmla="*/ 355632 h 1116966"/>
                  <a:gd name="csX23" fmla="*/ 65364 w 400051"/>
                  <a:gd name="csY23" fmla="*/ 334963 h 1116966"/>
                  <a:gd name="csX24" fmla="*/ 65439 w 400051"/>
                  <a:gd name="csY24" fmla="*/ 335834 h 1116966"/>
                  <a:gd name="csX25" fmla="*/ 76819 w 400051"/>
                  <a:gd name="csY25" fmla="*/ 310415 h 1116966"/>
                  <a:gd name="csX26" fmla="*/ 118680 w 400051"/>
                  <a:gd name="csY26" fmla="*/ 239433 h 1116966"/>
                  <a:gd name="csX27" fmla="*/ 169020 w 400051"/>
                  <a:gd name="csY27" fmla="*/ 173748 h 1116966"/>
                  <a:gd name="csX28" fmla="*/ 226778 w 400051"/>
                  <a:gd name="csY28" fmla="*/ 114949 h 1116966"/>
                  <a:gd name="csX29" fmla="*/ 290894 w 400051"/>
                  <a:gd name="csY29" fmla="*/ 63037 h 1116966"/>
                  <a:gd name="csX30" fmla="*/ 361899 w 400051"/>
                  <a:gd name="csY30" fmla="*/ 18540 h 1116966"/>
                  <a:gd name="csX31" fmla="*/ 400051 w 400051"/>
                  <a:gd name="csY31" fmla="*/ 0 h 1116966"/>
                  <a:gd name="csX32" fmla="*/ 216853 w 400051"/>
                  <a:gd name="csY32" fmla="*/ 1116966 h 1116966"/>
                  <a:gd name="csX0" fmla="*/ 125413 w 400051"/>
                  <a:gd name="csY0" fmla="*/ 1025526 h 1025526"/>
                  <a:gd name="csX1" fmla="*/ 112659 w 400051"/>
                  <a:gd name="csY1" fmla="*/ 1006447 h 1025526"/>
                  <a:gd name="csX2" fmla="*/ 88746 w 400051"/>
                  <a:gd name="csY2" fmla="*/ 966698 h 1025526"/>
                  <a:gd name="csX3" fmla="*/ 67489 w 400051"/>
                  <a:gd name="csY3" fmla="*/ 926420 h 1025526"/>
                  <a:gd name="csX4" fmla="*/ 49421 w 400051"/>
                  <a:gd name="csY4" fmla="*/ 884552 h 1025526"/>
                  <a:gd name="csX5" fmla="*/ 33479 w 400051"/>
                  <a:gd name="csY5" fmla="*/ 842153 h 1025526"/>
                  <a:gd name="csX6" fmla="*/ 21256 w 400051"/>
                  <a:gd name="csY6" fmla="*/ 799225 h 1025526"/>
                  <a:gd name="csX7" fmla="*/ 11691 w 400051"/>
                  <a:gd name="csY7" fmla="*/ 754707 h 1025526"/>
                  <a:gd name="csX8" fmla="*/ 4783 w 400051"/>
                  <a:gd name="csY8" fmla="*/ 710188 h 1025526"/>
                  <a:gd name="csX9" fmla="*/ 1063 w 400051"/>
                  <a:gd name="csY9" fmla="*/ 665670 h 1025526"/>
                  <a:gd name="csX10" fmla="*/ 0 w 400051"/>
                  <a:gd name="csY10" fmla="*/ 620622 h 1025526"/>
                  <a:gd name="csX11" fmla="*/ 2126 w 400051"/>
                  <a:gd name="csY11" fmla="*/ 576104 h 1025526"/>
                  <a:gd name="csX12" fmla="*/ 6908 w 400051"/>
                  <a:gd name="csY12" fmla="*/ 531055 h 1025526"/>
                  <a:gd name="csX13" fmla="*/ 14348 w 400051"/>
                  <a:gd name="csY13" fmla="*/ 486537 h 1025526"/>
                  <a:gd name="csX14" fmla="*/ 18464 w 400051"/>
                  <a:gd name="csY14" fmla="*/ 469296 h 1025526"/>
                  <a:gd name="csX15" fmla="*/ 19061 w 400051"/>
                  <a:gd name="csY15" fmla="*/ 466152 h 1025526"/>
                  <a:gd name="csX16" fmla="*/ 19832 w 400051"/>
                  <a:gd name="csY16" fmla="*/ 463568 h 1025526"/>
                  <a:gd name="csX17" fmla="*/ 24976 w 400051"/>
                  <a:gd name="csY17" fmla="*/ 442019 h 1025526"/>
                  <a:gd name="csX18" fmla="*/ 38793 w 400051"/>
                  <a:gd name="csY18" fmla="*/ 398561 h 1025526"/>
                  <a:gd name="csX19" fmla="*/ 40666 w 400051"/>
                  <a:gd name="csY19" fmla="*/ 393680 h 1025526"/>
                  <a:gd name="csX20" fmla="*/ 42906 w 400051"/>
                  <a:gd name="csY20" fmla="*/ 386165 h 1025526"/>
                  <a:gd name="csX21" fmla="*/ 47412 w 400051"/>
                  <a:gd name="csY21" fmla="*/ 376100 h 1025526"/>
                  <a:gd name="csX22" fmla="*/ 55267 w 400051"/>
                  <a:gd name="csY22" fmla="*/ 355632 h 1025526"/>
                  <a:gd name="csX23" fmla="*/ 65364 w 400051"/>
                  <a:gd name="csY23" fmla="*/ 334963 h 1025526"/>
                  <a:gd name="csX24" fmla="*/ 65439 w 400051"/>
                  <a:gd name="csY24" fmla="*/ 335834 h 1025526"/>
                  <a:gd name="csX25" fmla="*/ 76819 w 400051"/>
                  <a:gd name="csY25" fmla="*/ 310415 h 1025526"/>
                  <a:gd name="csX26" fmla="*/ 118680 w 400051"/>
                  <a:gd name="csY26" fmla="*/ 239433 h 1025526"/>
                  <a:gd name="csX27" fmla="*/ 169020 w 400051"/>
                  <a:gd name="csY27" fmla="*/ 173748 h 1025526"/>
                  <a:gd name="csX28" fmla="*/ 226778 w 400051"/>
                  <a:gd name="csY28" fmla="*/ 114949 h 1025526"/>
                  <a:gd name="csX29" fmla="*/ 290894 w 400051"/>
                  <a:gd name="csY29" fmla="*/ 63037 h 1025526"/>
                  <a:gd name="csX30" fmla="*/ 361899 w 400051"/>
                  <a:gd name="csY30" fmla="*/ 18540 h 1025526"/>
                  <a:gd name="csX31" fmla="*/ 400051 w 400051"/>
                  <a:gd name="csY31" fmla="*/ 0 h 1025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400051" h="1025526">
                    <a:moveTo>
                      <a:pt x="125413" y="1025526"/>
                    </a:moveTo>
                    <a:lnTo>
                      <a:pt x="112659" y="1006447"/>
                    </a:lnTo>
                    <a:lnTo>
                      <a:pt x="88746" y="966698"/>
                    </a:lnTo>
                    <a:lnTo>
                      <a:pt x="67489" y="926420"/>
                    </a:lnTo>
                    <a:lnTo>
                      <a:pt x="49421" y="884552"/>
                    </a:lnTo>
                    <a:lnTo>
                      <a:pt x="33479" y="842153"/>
                    </a:lnTo>
                    <a:lnTo>
                      <a:pt x="21256" y="799225"/>
                    </a:lnTo>
                    <a:lnTo>
                      <a:pt x="11691" y="754707"/>
                    </a:lnTo>
                    <a:lnTo>
                      <a:pt x="4783" y="710188"/>
                    </a:lnTo>
                    <a:lnTo>
                      <a:pt x="1063" y="665670"/>
                    </a:lnTo>
                    <a:cubicBezTo>
                      <a:pt x="709" y="650654"/>
                      <a:pt x="354" y="635638"/>
                      <a:pt x="0" y="620622"/>
                    </a:cubicBezTo>
                    <a:cubicBezTo>
                      <a:pt x="709" y="605783"/>
                      <a:pt x="1417" y="590943"/>
                      <a:pt x="2126" y="576104"/>
                    </a:cubicBezTo>
                    <a:lnTo>
                      <a:pt x="6908" y="531055"/>
                    </a:lnTo>
                    <a:lnTo>
                      <a:pt x="14348" y="486537"/>
                    </a:lnTo>
                    <a:lnTo>
                      <a:pt x="18464" y="469296"/>
                    </a:lnTo>
                    <a:lnTo>
                      <a:pt x="19061" y="466152"/>
                    </a:lnTo>
                    <a:lnTo>
                      <a:pt x="19832" y="463568"/>
                    </a:lnTo>
                    <a:lnTo>
                      <a:pt x="24976" y="442019"/>
                    </a:lnTo>
                    <a:lnTo>
                      <a:pt x="38793" y="398561"/>
                    </a:lnTo>
                    <a:lnTo>
                      <a:pt x="40666" y="393680"/>
                    </a:lnTo>
                    <a:lnTo>
                      <a:pt x="42906" y="386165"/>
                    </a:lnTo>
                    <a:lnTo>
                      <a:pt x="47412" y="376100"/>
                    </a:lnTo>
                    <a:lnTo>
                      <a:pt x="55267" y="355632"/>
                    </a:lnTo>
                    <a:lnTo>
                      <a:pt x="65364" y="334963"/>
                    </a:lnTo>
                    <a:cubicBezTo>
                      <a:pt x="65389" y="335253"/>
                      <a:pt x="65414" y="335544"/>
                      <a:pt x="65439" y="335834"/>
                    </a:cubicBezTo>
                    <a:lnTo>
                      <a:pt x="76819" y="310415"/>
                    </a:lnTo>
                    <a:lnTo>
                      <a:pt x="118680" y="239433"/>
                    </a:lnTo>
                    <a:lnTo>
                      <a:pt x="169020" y="173748"/>
                    </a:lnTo>
                    <a:lnTo>
                      <a:pt x="226778" y="114949"/>
                    </a:lnTo>
                    <a:lnTo>
                      <a:pt x="290894" y="63037"/>
                    </a:lnTo>
                    <a:lnTo>
                      <a:pt x="361899" y="18540"/>
                    </a:lnTo>
                    <a:lnTo>
                      <a:pt x="400051" y="0"/>
                    </a:lnTo>
                  </a:path>
                </a:pathLst>
              </a:custGeom>
              <a:noFill/>
              <a:ln w="22225" cap="rnd">
                <a:solidFill>
                  <a:srgbClr val="6EA56C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3" name="Freeform 53">
                <a:extLst>
                  <a:ext uri="{FF2B5EF4-FFF2-40B4-BE49-F238E27FC236}">
                    <a16:creationId xmlns:a16="http://schemas.microsoft.com/office/drawing/2014/main" id="{29275E0C-2776-CAF8-DF63-C2EF2D7C8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4163" y="2301875"/>
                <a:ext cx="455613" cy="887413"/>
              </a:xfrm>
              <a:custGeom>
                <a:avLst/>
                <a:gdLst>
                  <a:gd name="T0" fmla="*/ 0 w 861"/>
                  <a:gd name="T1" fmla="*/ 0 h 1677"/>
                  <a:gd name="T2" fmla="*/ 63 w 861"/>
                  <a:gd name="T3" fmla="*/ 24 h 1677"/>
                  <a:gd name="T4" fmla="*/ 183 w 861"/>
                  <a:gd name="T5" fmla="*/ 82 h 1677"/>
                  <a:gd name="T6" fmla="*/ 294 w 861"/>
                  <a:gd name="T7" fmla="*/ 150 h 1677"/>
                  <a:gd name="T8" fmla="*/ 395 w 861"/>
                  <a:gd name="T9" fmla="*/ 228 h 1677"/>
                  <a:gd name="T10" fmla="*/ 489 w 861"/>
                  <a:gd name="T11" fmla="*/ 314 h 1677"/>
                  <a:gd name="T12" fmla="*/ 573 w 861"/>
                  <a:gd name="T13" fmla="*/ 409 h 1677"/>
                  <a:gd name="T14" fmla="*/ 647 w 861"/>
                  <a:gd name="T15" fmla="*/ 511 h 1677"/>
                  <a:gd name="T16" fmla="*/ 710 w 861"/>
                  <a:gd name="T17" fmla="*/ 619 h 1677"/>
                  <a:gd name="T18" fmla="*/ 763 w 861"/>
                  <a:gd name="T19" fmla="*/ 734 h 1677"/>
                  <a:gd name="T20" fmla="*/ 806 w 861"/>
                  <a:gd name="T21" fmla="*/ 852 h 1677"/>
                  <a:gd name="T22" fmla="*/ 836 w 861"/>
                  <a:gd name="T23" fmla="*/ 974 h 1677"/>
                  <a:gd name="T24" fmla="*/ 855 w 861"/>
                  <a:gd name="T25" fmla="*/ 1100 h 1677"/>
                  <a:gd name="T26" fmla="*/ 861 w 861"/>
                  <a:gd name="T27" fmla="*/ 1226 h 1677"/>
                  <a:gd name="T28" fmla="*/ 856 w 861"/>
                  <a:gd name="T29" fmla="*/ 1355 h 1677"/>
                  <a:gd name="T30" fmla="*/ 836 w 861"/>
                  <a:gd name="T31" fmla="*/ 1484 h 1677"/>
                  <a:gd name="T32" fmla="*/ 804 w 861"/>
                  <a:gd name="T33" fmla="*/ 1613 h 1677"/>
                  <a:gd name="T34" fmla="*/ 782 w 861"/>
                  <a:gd name="T35" fmla="*/ 1677 h 1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61" h="1677">
                    <a:moveTo>
                      <a:pt x="0" y="0"/>
                    </a:moveTo>
                    <a:lnTo>
                      <a:pt x="63" y="24"/>
                    </a:lnTo>
                    <a:lnTo>
                      <a:pt x="183" y="82"/>
                    </a:lnTo>
                    <a:lnTo>
                      <a:pt x="294" y="150"/>
                    </a:lnTo>
                    <a:lnTo>
                      <a:pt x="395" y="228"/>
                    </a:lnTo>
                    <a:lnTo>
                      <a:pt x="489" y="314"/>
                    </a:lnTo>
                    <a:lnTo>
                      <a:pt x="573" y="409"/>
                    </a:lnTo>
                    <a:lnTo>
                      <a:pt x="647" y="511"/>
                    </a:lnTo>
                    <a:lnTo>
                      <a:pt x="710" y="619"/>
                    </a:lnTo>
                    <a:lnTo>
                      <a:pt x="763" y="734"/>
                    </a:lnTo>
                    <a:lnTo>
                      <a:pt x="806" y="852"/>
                    </a:lnTo>
                    <a:lnTo>
                      <a:pt x="836" y="974"/>
                    </a:lnTo>
                    <a:lnTo>
                      <a:pt x="855" y="1100"/>
                    </a:lnTo>
                    <a:lnTo>
                      <a:pt x="861" y="1226"/>
                    </a:lnTo>
                    <a:lnTo>
                      <a:pt x="856" y="1355"/>
                    </a:lnTo>
                    <a:lnTo>
                      <a:pt x="836" y="1484"/>
                    </a:lnTo>
                    <a:lnTo>
                      <a:pt x="804" y="1613"/>
                    </a:lnTo>
                    <a:lnTo>
                      <a:pt x="782" y="1677"/>
                    </a:lnTo>
                  </a:path>
                </a:pathLst>
              </a:custGeom>
              <a:noFill/>
              <a:ln w="22225" cap="rnd">
                <a:solidFill>
                  <a:srgbClr val="6EA56C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5" name="Freeform 54">
                <a:extLst>
                  <a:ext uri="{FF2B5EF4-FFF2-40B4-BE49-F238E27FC236}">
                    <a16:creationId xmlns:a16="http://schemas.microsoft.com/office/drawing/2014/main" id="{2D3A1BAC-CDBC-6A18-A9A8-BE66878DB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0" y="3414713"/>
                <a:ext cx="561975" cy="230188"/>
              </a:xfrm>
              <a:custGeom>
                <a:avLst/>
                <a:gdLst>
                  <a:gd name="T0" fmla="*/ 1063 w 1063"/>
                  <a:gd name="T1" fmla="*/ 0 h 434"/>
                  <a:gd name="T2" fmla="*/ 1012 w 1063"/>
                  <a:gd name="T3" fmla="*/ 55 h 434"/>
                  <a:gd name="T4" fmla="*/ 899 w 1063"/>
                  <a:gd name="T5" fmla="*/ 154 h 434"/>
                  <a:gd name="T6" fmla="*/ 778 w 1063"/>
                  <a:gd name="T7" fmla="*/ 239 h 434"/>
                  <a:gd name="T8" fmla="*/ 648 w 1063"/>
                  <a:gd name="T9" fmla="*/ 308 h 434"/>
                  <a:gd name="T10" fmla="*/ 512 w 1063"/>
                  <a:gd name="T11" fmla="*/ 363 h 434"/>
                  <a:gd name="T12" fmla="*/ 371 w 1063"/>
                  <a:gd name="T13" fmla="*/ 403 h 434"/>
                  <a:gd name="T14" fmla="*/ 224 w 1063"/>
                  <a:gd name="T15" fmla="*/ 427 h 434"/>
                  <a:gd name="T16" fmla="*/ 74 w 1063"/>
                  <a:gd name="T17" fmla="*/ 434 h 434"/>
                  <a:gd name="T18" fmla="*/ 0 w 1063"/>
                  <a:gd name="T19" fmla="*/ 42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3" h="434">
                    <a:moveTo>
                      <a:pt x="1063" y="0"/>
                    </a:moveTo>
                    <a:lnTo>
                      <a:pt x="1012" y="55"/>
                    </a:lnTo>
                    <a:lnTo>
                      <a:pt x="899" y="154"/>
                    </a:lnTo>
                    <a:lnTo>
                      <a:pt x="778" y="239"/>
                    </a:lnTo>
                    <a:lnTo>
                      <a:pt x="648" y="308"/>
                    </a:lnTo>
                    <a:lnTo>
                      <a:pt x="512" y="363"/>
                    </a:lnTo>
                    <a:lnTo>
                      <a:pt x="371" y="403"/>
                    </a:lnTo>
                    <a:lnTo>
                      <a:pt x="224" y="427"/>
                    </a:lnTo>
                    <a:lnTo>
                      <a:pt x="74" y="434"/>
                    </a:lnTo>
                    <a:lnTo>
                      <a:pt x="0" y="429"/>
                    </a:lnTo>
                  </a:path>
                </a:pathLst>
              </a:custGeom>
              <a:noFill/>
              <a:ln w="22225" cap="rnd">
                <a:solidFill>
                  <a:srgbClr val="6EA56C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31FCAA7-5D13-3EE5-B8FA-A50A542D3DD2}"/>
                </a:ext>
              </a:extLst>
            </p:cNvPr>
            <p:cNvGrpSpPr/>
            <p:nvPr/>
          </p:nvGrpSpPr>
          <p:grpSpPr>
            <a:xfrm>
              <a:off x="793750" y="2427288"/>
              <a:ext cx="1047750" cy="1049338"/>
              <a:chOff x="793750" y="2427288"/>
              <a:chExt cx="1047750" cy="1049338"/>
            </a:xfrm>
          </p:grpSpPr>
          <p:sp>
            <p:nvSpPr>
              <p:cNvPr id="70" name="Freeform 45">
                <a:extLst>
                  <a:ext uri="{FF2B5EF4-FFF2-40B4-BE49-F238E27FC236}">
                    <a16:creationId xmlns:a16="http://schemas.microsoft.com/office/drawing/2014/main" id="{386E6D92-EC0B-EA3E-2767-DDD974846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" y="2427288"/>
                <a:ext cx="1047750" cy="1049338"/>
              </a:xfrm>
              <a:prstGeom prst="ellipse">
                <a:avLst/>
              </a:prstGeom>
              <a:solidFill>
                <a:srgbClr val="6EA5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46">
                <a:extLst>
                  <a:ext uri="{FF2B5EF4-FFF2-40B4-BE49-F238E27FC236}">
                    <a16:creationId xmlns:a16="http://schemas.microsoft.com/office/drawing/2014/main" id="{F4886A24-5A89-9D3C-14F7-AD4E479C5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525" y="2532063"/>
                <a:ext cx="838200" cy="8397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47">
                <a:extLst>
                  <a:ext uri="{FF2B5EF4-FFF2-40B4-BE49-F238E27FC236}">
                    <a16:creationId xmlns:a16="http://schemas.microsoft.com/office/drawing/2014/main" id="{D0FB531E-5DD1-E9A6-6518-CC46A6D99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188" y="2627313"/>
                <a:ext cx="650875" cy="649288"/>
              </a:xfrm>
              <a:prstGeom prst="ellipse">
                <a:avLst/>
              </a:prstGeom>
              <a:solidFill>
                <a:srgbClr val="6EA5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48">
                <a:extLst>
                  <a:ext uri="{FF2B5EF4-FFF2-40B4-BE49-F238E27FC236}">
                    <a16:creationId xmlns:a16="http://schemas.microsoft.com/office/drawing/2014/main" id="{112EF375-772A-A71B-478F-A60F4679A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438" y="2720975"/>
                <a:ext cx="460375" cy="4619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7" name="Freeform 49">
                <a:extLst>
                  <a:ext uri="{FF2B5EF4-FFF2-40B4-BE49-F238E27FC236}">
                    <a16:creationId xmlns:a16="http://schemas.microsoft.com/office/drawing/2014/main" id="{CEA9BC98-710A-BA5A-3AFE-30046271D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2809875"/>
                <a:ext cx="282575" cy="284163"/>
              </a:xfrm>
              <a:prstGeom prst="ellipse">
                <a:avLst/>
              </a:prstGeom>
              <a:solidFill>
                <a:srgbClr val="6EA5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Freeform 50">
                <a:extLst>
                  <a:ext uri="{FF2B5EF4-FFF2-40B4-BE49-F238E27FC236}">
                    <a16:creationId xmlns:a16="http://schemas.microsoft.com/office/drawing/2014/main" id="{B1C04482-2B33-C7CD-16F8-303BDA253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238" y="2900363"/>
                <a:ext cx="104775" cy="1031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Freeform 51">
                <a:extLst>
                  <a:ext uri="{FF2B5EF4-FFF2-40B4-BE49-F238E27FC236}">
                    <a16:creationId xmlns:a16="http://schemas.microsoft.com/office/drawing/2014/main" id="{78F9202C-ACE1-BCCE-42F7-CBF02BC20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0" y="2922588"/>
                <a:ext cx="57150" cy="58738"/>
              </a:xfrm>
              <a:prstGeom prst="ellipse">
                <a:avLst/>
              </a:prstGeom>
              <a:solidFill>
                <a:srgbClr val="6EA5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9CFAFBBC-0B4B-3850-B9D7-A9E86F15C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67" y="2153269"/>
              <a:ext cx="450850" cy="450850"/>
            </a:xfrm>
            <a:prstGeom prst="ellipse">
              <a:avLst/>
            </a:prstGeom>
            <a:solidFill>
              <a:srgbClr val="6EA56C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68580" rIns="0" bIns="6858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02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D706C75-204F-FD41-E52B-9BD46E5C50FA}"/>
              </a:ext>
            </a:extLst>
          </p:cNvPr>
          <p:cNvGrpSpPr/>
          <p:nvPr/>
        </p:nvGrpSpPr>
        <p:grpSpPr>
          <a:xfrm>
            <a:off x="7858717" y="2831444"/>
            <a:ext cx="2323514" cy="3166134"/>
            <a:chOff x="460767" y="2153269"/>
            <a:chExt cx="1549009" cy="21107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9" name="Line 24">
              <a:extLst>
                <a:ext uri="{FF2B5EF4-FFF2-40B4-BE49-F238E27FC236}">
                  <a16:creationId xmlns:a16="http://schemas.microsoft.com/office/drawing/2014/main" id="{76C44AA3-8412-A136-0B09-2F52CAF9D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Line 25">
              <a:extLst>
                <a:ext uri="{FF2B5EF4-FFF2-40B4-BE49-F238E27FC236}">
                  <a16:creationId xmlns:a16="http://schemas.microsoft.com/office/drawing/2014/main" id="{CB036ADE-9EEA-3827-CFB2-734691475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 w="22225">
              <a:solidFill>
                <a:srgbClr val="BDC6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474924C-296A-D15D-C57C-99DF3D631487}"/>
                </a:ext>
              </a:extLst>
            </p:cNvPr>
            <p:cNvGrpSpPr/>
            <p:nvPr/>
          </p:nvGrpSpPr>
          <p:grpSpPr>
            <a:xfrm rot="18900000">
              <a:off x="625475" y="2301875"/>
              <a:ext cx="1384301" cy="1343026"/>
              <a:chOff x="625475" y="2301875"/>
              <a:chExt cx="1384301" cy="1343026"/>
            </a:xfrm>
          </p:grpSpPr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8A67BF7C-8DED-FD8D-736A-205F57D8B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475" y="2324100"/>
                <a:ext cx="400051" cy="1025526"/>
              </a:xfrm>
              <a:custGeom>
                <a:avLst/>
                <a:gdLst>
                  <a:gd name="csX0" fmla="*/ 400051 w 400051"/>
                  <a:gd name="csY0" fmla="*/ 0 h 1025526"/>
                  <a:gd name="csX1" fmla="*/ 73343 w 400051"/>
                  <a:gd name="csY1" fmla="*/ 426721 h 1025526"/>
                  <a:gd name="csX2" fmla="*/ 125413 w 400051"/>
                  <a:gd name="csY2" fmla="*/ 1025526 h 1025526"/>
                  <a:gd name="csX3" fmla="*/ 112659 w 400051"/>
                  <a:gd name="csY3" fmla="*/ 1006447 h 1025526"/>
                  <a:gd name="csX4" fmla="*/ 88746 w 400051"/>
                  <a:gd name="csY4" fmla="*/ 966698 h 1025526"/>
                  <a:gd name="csX5" fmla="*/ 67489 w 400051"/>
                  <a:gd name="csY5" fmla="*/ 926420 h 1025526"/>
                  <a:gd name="csX6" fmla="*/ 49421 w 400051"/>
                  <a:gd name="csY6" fmla="*/ 884552 h 1025526"/>
                  <a:gd name="csX7" fmla="*/ 33479 w 400051"/>
                  <a:gd name="csY7" fmla="*/ 842153 h 1025526"/>
                  <a:gd name="csX8" fmla="*/ 21256 w 400051"/>
                  <a:gd name="csY8" fmla="*/ 799225 h 1025526"/>
                  <a:gd name="csX9" fmla="*/ 11691 w 400051"/>
                  <a:gd name="csY9" fmla="*/ 754707 h 1025526"/>
                  <a:gd name="csX10" fmla="*/ 4783 w 400051"/>
                  <a:gd name="csY10" fmla="*/ 710188 h 1025526"/>
                  <a:gd name="csX11" fmla="*/ 1063 w 400051"/>
                  <a:gd name="csY11" fmla="*/ 665670 h 1025526"/>
                  <a:gd name="csX12" fmla="*/ 0 w 400051"/>
                  <a:gd name="csY12" fmla="*/ 620622 h 1025526"/>
                  <a:gd name="csX13" fmla="*/ 2126 w 400051"/>
                  <a:gd name="csY13" fmla="*/ 576104 h 1025526"/>
                  <a:gd name="csX14" fmla="*/ 6908 w 400051"/>
                  <a:gd name="csY14" fmla="*/ 531055 h 1025526"/>
                  <a:gd name="csX15" fmla="*/ 14348 w 400051"/>
                  <a:gd name="csY15" fmla="*/ 486537 h 1025526"/>
                  <a:gd name="csX16" fmla="*/ 18464 w 400051"/>
                  <a:gd name="csY16" fmla="*/ 469296 h 1025526"/>
                  <a:gd name="csX17" fmla="*/ 19061 w 400051"/>
                  <a:gd name="csY17" fmla="*/ 466152 h 1025526"/>
                  <a:gd name="csX18" fmla="*/ 19832 w 400051"/>
                  <a:gd name="csY18" fmla="*/ 463568 h 1025526"/>
                  <a:gd name="csX19" fmla="*/ 24976 w 400051"/>
                  <a:gd name="csY19" fmla="*/ 442019 h 1025526"/>
                  <a:gd name="csX20" fmla="*/ 38793 w 400051"/>
                  <a:gd name="csY20" fmla="*/ 398561 h 1025526"/>
                  <a:gd name="csX21" fmla="*/ 40666 w 400051"/>
                  <a:gd name="csY21" fmla="*/ 393680 h 1025526"/>
                  <a:gd name="csX22" fmla="*/ 42906 w 400051"/>
                  <a:gd name="csY22" fmla="*/ 386165 h 1025526"/>
                  <a:gd name="csX23" fmla="*/ 47412 w 400051"/>
                  <a:gd name="csY23" fmla="*/ 376100 h 1025526"/>
                  <a:gd name="csX24" fmla="*/ 55267 w 400051"/>
                  <a:gd name="csY24" fmla="*/ 355632 h 1025526"/>
                  <a:gd name="csX25" fmla="*/ 65364 w 400051"/>
                  <a:gd name="csY25" fmla="*/ 334963 h 1025526"/>
                  <a:gd name="csX26" fmla="*/ 65439 w 400051"/>
                  <a:gd name="csY26" fmla="*/ 335834 h 1025526"/>
                  <a:gd name="csX27" fmla="*/ 76819 w 400051"/>
                  <a:gd name="csY27" fmla="*/ 310415 h 1025526"/>
                  <a:gd name="csX28" fmla="*/ 118680 w 400051"/>
                  <a:gd name="csY28" fmla="*/ 239433 h 1025526"/>
                  <a:gd name="csX29" fmla="*/ 169020 w 400051"/>
                  <a:gd name="csY29" fmla="*/ 173748 h 1025526"/>
                  <a:gd name="csX30" fmla="*/ 226778 w 400051"/>
                  <a:gd name="csY30" fmla="*/ 114949 h 1025526"/>
                  <a:gd name="csX31" fmla="*/ 290894 w 400051"/>
                  <a:gd name="csY31" fmla="*/ 63037 h 1025526"/>
                  <a:gd name="csX32" fmla="*/ 361899 w 400051"/>
                  <a:gd name="csY32" fmla="*/ 18540 h 1025526"/>
                  <a:gd name="csX0" fmla="*/ 400051 w 400051"/>
                  <a:gd name="csY0" fmla="*/ 0 h 1025526"/>
                  <a:gd name="csX1" fmla="*/ 125413 w 400051"/>
                  <a:gd name="csY1" fmla="*/ 1025526 h 1025526"/>
                  <a:gd name="csX2" fmla="*/ 112659 w 400051"/>
                  <a:gd name="csY2" fmla="*/ 1006447 h 1025526"/>
                  <a:gd name="csX3" fmla="*/ 88746 w 400051"/>
                  <a:gd name="csY3" fmla="*/ 966698 h 1025526"/>
                  <a:gd name="csX4" fmla="*/ 67489 w 400051"/>
                  <a:gd name="csY4" fmla="*/ 926420 h 1025526"/>
                  <a:gd name="csX5" fmla="*/ 49421 w 400051"/>
                  <a:gd name="csY5" fmla="*/ 884552 h 1025526"/>
                  <a:gd name="csX6" fmla="*/ 33479 w 400051"/>
                  <a:gd name="csY6" fmla="*/ 842153 h 1025526"/>
                  <a:gd name="csX7" fmla="*/ 21256 w 400051"/>
                  <a:gd name="csY7" fmla="*/ 799225 h 1025526"/>
                  <a:gd name="csX8" fmla="*/ 11691 w 400051"/>
                  <a:gd name="csY8" fmla="*/ 754707 h 1025526"/>
                  <a:gd name="csX9" fmla="*/ 4783 w 400051"/>
                  <a:gd name="csY9" fmla="*/ 710188 h 1025526"/>
                  <a:gd name="csX10" fmla="*/ 1063 w 400051"/>
                  <a:gd name="csY10" fmla="*/ 665670 h 1025526"/>
                  <a:gd name="csX11" fmla="*/ 0 w 400051"/>
                  <a:gd name="csY11" fmla="*/ 620622 h 1025526"/>
                  <a:gd name="csX12" fmla="*/ 2126 w 400051"/>
                  <a:gd name="csY12" fmla="*/ 576104 h 1025526"/>
                  <a:gd name="csX13" fmla="*/ 6908 w 400051"/>
                  <a:gd name="csY13" fmla="*/ 531055 h 1025526"/>
                  <a:gd name="csX14" fmla="*/ 14348 w 400051"/>
                  <a:gd name="csY14" fmla="*/ 486537 h 1025526"/>
                  <a:gd name="csX15" fmla="*/ 18464 w 400051"/>
                  <a:gd name="csY15" fmla="*/ 469296 h 1025526"/>
                  <a:gd name="csX16" fmla="*/ 19061 w 400051"/>
                  <a:gd name="csY16" fmla="*/ 466152 h 1025526"/>
                  <a:gd name="csX17" fmla="*/ 19832 w 400051"/>
                  <a:gd name="csY17" fmla="*/ 463568 h 1025526"/>
                  <a:gd name="csX18" fmla="*/ 24976 w 400051"/>
                  <a:gd name="csY18" fmla="*/ 442019 h 1025526"/>
                  <a:gd name="csX19" fmla="*/ 38793 w 400051"/>
                  <a:gd name="csY19" fmla="*/ 398561 h 1025526"/>
                  <a:gd name="csX20" fmla="*/ 40666 w 400051"/>
                  <a:gd name="csY20" fmla="*/ 393680 h 1025526"/>
                  <a:gd name="csX21" fmla="*/ 42906 w 400051"/>
                  <a:gd name="csY21" fmla="*/ 386165 h 1025526"/>
                  <a:gd name="csX22" fmla="*/ 47412 w 400051"/>
                  <a:gd name="csY22" fmla="*/ 376100 h 1025526"/>
                  <a:gd name="csX23" fmla="*/ 55267 w 400051"/>
                  <a:gd name="csY23" fmla="*/ 355632 h 1025526"/>
                  <a:gd name="csX24" fmla="*/ 65364 w 400051"/>
                  <a:gd name="csY24" fmla="*/ 334963 h 1025526"/>
                  <a:gd name="csX25" fmla="*/ 65439 w 400051"/>
                  <a:gd name="csY25" fmla="*/ 335834 h 1025526"/>
                  <a:gd name="csX26" fmla="*/ 76819 w 400051"/>
                  <a:gd name="csY26" fmla="*/ 310415 h 1025526"/>
                  <a:gd name="csX27" fmla="*/ 118680 w 400051"/>
                  <a:gd name="csY27" fmla="*/ 239433 h 1025526"/>
                  <a:gd name="csX28" fmla="*/ 169020 w 400051"/>
                  <a:gd name="csY28" fmla="*/ 173748 h 1025526"/>
                  <a:gd name="csX29" fmla="*/ 226778 w 400051"/>
                  <a:gd name="csY29" fmla="*/ 114949 h 1025526"/>
                  <a:gd name="csX30" fmla="*/ 290894 w 400051"/>
                  <a:gd name="csY30" fmla="*/ 63037 h 1025526"/>
                  <a:gd name="csX31" fmla="*/ 361899 w 400051"/>
                  <a:gd name="csY31" fmla="*/ 18540 h 1025526"/>
                  <a:gd name="csX32" fmla="*/ 400051 w 400051"/>
                  <a:gd name="csY32" fmla="*/ 0 h 1025526"/>
                  <a:gd name="csX0" fmla="*/ 125413 w 400051"/>
                  <a:gd name="csY0" fmla="*/ 1025526 h 1116966"/>
                  <a:gd name="csX1" fmla="*/ 112659 w 400051"/>
                  <a:gd name="csY1" fmla="*/ 1006447 h 1116966"/>
                  <a:gd name="csX2" fmla="*/ 88746 w 400051"/>
                  <a:gd name="csY2" fmla="*/ 966698 h 1116966"/>
                  <a:gd name="csX3" fmla="*/ 67489 w 400051"/>
                  <a:gd name="csY3" fmla="*/ 926420 h 1116966"/>
                  <a:gd name="csX4" fmla="*/ 49421 w 400051"/>
                  <a:gd name="csY4" fmla="*/ 884552 h 1116966"/>
                  <a:gd name="csX5" fmla="*/ 33479 w 400051"/>
                  <a:gd name="csY5" fmla="*/ 842153 h 1116966"/>
                  <a:gd name="csX6" fmla="*/ 21256 w 400051"/>
                  <a:gd name="csY6" fmla="*/ 799225 h 1116966"/>
                  <a:gd name="csX7" fmla="*/ 11691 w 400051"/>
                  <a:gd name="csY7" fmla="*/ 754707 h 1116966"/>
                  <a:gd name="csX8" fmla="*/ 4783 w 400051"/>
                  <a:gd name="csY8" fmla="*/ 710188 h 1116966"/>
                  <a:gd name="csX9" fmla="*/ 1063 w 400051"/>
                  <a:gd name="csY9" fmla="*/ 665670 h 1116966"/>
                  <a:gd name="csX10" fmla="*/ 0 w 400051"/>
                  <a:gd name="csY10" fmla="*/ 620622 h 1116966"/>
                  <a:gd name="csX11" fmla="*/ 2126 w 400051"/>
                  <a:gd name="csY11" fmla="*/ 576104 h 1116966"/>
                  <a:gd name="csX12" fmla="*/ 6908 w 400051"/>
                  <a:gd name="csY12" fmla="*/ 531055 h 1116966"/>
                  <a:gd name="csX13" fmla="*/ 14348 w 400051"/>
                  <a:gd name="csY13" fmla="*/ 486537 h 1116966"/>
                  <a:gd name="csX14" fmla="*/ 18464 w 400051"/>
                  <a:gd name="csY14" fmla="*/ 469296 h 1116966"/>
                  <a:gd name="csX15" fmla="*/ 19061 w 400051"/>
                  <a:gd name="csY15" fmla="*/ 466152 h 1116966"/>
                  <a:gd name="csX16" fmla="*/ 19832 w 400051"/>
                  <a:gd name="csY16" fmla="*/ 463568 h 1116966"/>
                  <a:gd name="csX17" fmla="*/ 24976 w 400051"/>
                  <a:gd name="csY17" fmla="*/ 442019 h 1116966"/>
                  <a:gd name="csX18" fmla="*/ 38793 w 400051"/>
                  <a:gd name="csY18" fmla="*/ 398561 h 1116966"/>
                  <a:gd name="csX19" fmla="*/ 40666 w 400051"/>
                  <a:gd name="csY19" fmla="*/ 393680 h 1116966"/>
                  <a:gd name="csX20" fmla="*/ 42906 w 400051"/>
                  <a:gd name="csY20" fmla="*/ 386165 h 1116966"/>
                  <a:gd name="csX21" fmla="*/ 47412 w 400051"/>
                  <a:gd name="csY21" fmla="*/ 376100 h 1116966"/>
                  <a:gd name="csX22" fmla="*/ 55267 w 400051"/>
                  <a:gd name="csY22" fmla="*/ 355632 h 1116966"/>
                  <a:gd name="csX23" fmla="*/ 65364 w 400051"/>
                  <a:gd name="csY23" fmla="*/ 334963 h 1116966"/>
                  <a:gd name="csX24" fmla="*/ 65439 w 400051"/>
                  <a:gd name="csY24" fmla="*/ 335834 h 1116966"/>
                  <a:gd name="csX25" fmla="*/ 76819 w 400051"/>
                  <a:gd name="csY25" fmla="*/ 310415 h 1116966"/>
                  <a:gd name="csX26" fmla="*/ 118680 w 400051"/>
                  <a:gd name="csY26" fmla="*/ 239433 h 1116966"/>
                  <a:gd name="csX27" fmla="*/ 169020 w 400051"/>
                  <a:gd name="csY27" fmla="*/ 173748 h 1116966"/>
                  <a:gd name="csX28" fmla="*/ 226778 w 400051"/>
                  <a:gd name="csY28" fmla="*/ 114949 h 1116966"/>
                  <a:gd name="csX29" fmla="*/ 290894 w 400051"/>
                  <a:gd name="csY29" fmla="*/ 63037 h 1116966"/>
                  <a:gd name="csX30" fmla="*/ 361899 w 400051"/>
                  <a:gd name="csY30" fmla="*/ 18540 h 1116966"/>
                  <a:gd name="csX31" fmla="*/ 400051 w 400051"/>
                  <a:gd name="csY31" fmla="*/ 0 h 1116966"/>
                  <a:gd name="csX32" fmla="*/ 216853 w 400051"/>
                  <a:gd name="csY32" fmla="*/ 1116966 h 1116966"/>
                  <a:gd name="csX0" fmla="*/ 125413 w 400051"/>
                  <a:gd name="csY0" fmla="*/ 1025526 h 1025526"/>
                  <a:gd name="csX1" fmla="*/ 112659 w 400051"/>
                  <a:gd name="csY1" fmla="*/ 1006447 h 1025526"/>
                  <a:gd name="csX2" fmla="*/ 88746 w 400051"/>
                  <a:gd name="csY2" fmla="*/ 966698 h 1025526"/>
                  <a:gd name="csX3" fmla="*/ 67489 w 400051"/>
                  <a:gd name="csY3" fmla="*/ 926420 h 1025526"/>
                  <a:gd name="csX4" fmla="*/ 49421 w 400051"/>
                  <a:gd name="csY4" fmla="*/ 884552 h 1025526"/>
                  <a:gd name="csX5" fmla="*/ 33479 w 400051"/>
                  <a:gd name="csY5" fmla="*/ 842153 h 1025526"/>
                  <a:gd name="csX6" fmla="*/ 21256 w 400051"/>
                  <a:gd name="csY6" fmla="*/ 799225 h 1025526"/>
                  <a:gd name="csX7" fmla="*/ 11691 w 400051"/>
                  <a:gd name="csY7" fmla="*/ 754707 h 1025526"/>
                  <a:gd name="csX8" fmla="*/ 4783 w 400051"/>
                  <a:gd name="csY8" fmla="*/ 710188 h 1025526"/>
                  <a:gd name="csX9" fmla="*/ 1063 w 400051"/>
                  <a:gd name="csY9" fmla="*/ 665670 h 1025526"/>
                  <a:gd name="csX10" fmla="*/ 0 w 400051"/>
                  <a:gd name="csY10" fmla="*/ 620622 h 1025526"/>
                  <a:gd name="csX11" fmla="*/ 2126 w 400051"/>
                  <a:gd name="csY11" fmla="*/ 576104 h 1025526"/>
                  <a:gd name="csX12" fmla="*/ 6908 w 400051"/>
                  <a:gd name="csY12" fmla="*/ 531055 h 1025526"/>
                  <a:gd name="csX13" fmla="*/ 14348 w 400051"/>
                  <a:gd name="csY13" fmla="*/ 486537 h 1025526"/>
                  <a:gd name="csX14" fmla="*/ 18464 w 400051"/>
                  <a:gd name="csY14" fmla="*/ 469296 h 1025526"/>
                  <a:gd name="csX15" fmla="*/ 19061 w 400051"/>
                  <a:gd name="csY15" fmla="*/ 466152 h 1025526"/>
                  <a:gd name="csX16" fmla="*/ 19832 w 400051"/>
                  <a:gd name="csY16" fmla="*/ 463568 h 1025526"/>
                  <a:gd name="csX17" fmla="*/ 24976 w 400051"/>
                  <a:gd name="csY17" fmla="*/ 442019 h 1025526"/>
                  <a:gd name="csX18" fmla="*/ 38793 w 400051"/>
                  <a:gd name="csY18" fmla="*/ 398561 h 1025526"/>
                  <a:gd name="csX19" fmla="*/ 40666 w 400051"/>
                  <a:gd name="csY19" fmla="*/ 393680 h 1025526"/>
                  <a:gd name="csX20" fmla="*/ 42906 w 400051"/>
                  <a:gd name="csY20" fmla="*/ 386165 h 1025526"/>
                  <a:gd name="csX21" fmla="*/ 47412 w 400051"/>
                  <a:gd name="csY21" fmla="*/ 376100 h 1025526"/>
                  <a:gd name="csX22" fmla="*/ 55267 w 400051"/>
                  <a:gd name="csY22" fmla="*/ 355632 h 1025526"/>
                  <a:gd name="csX23" fmla="*/ 65364 w 400051"/>
                  <a:gd name="csY23" fmla="*/ 334963 h 1025526"/>
                  <a:gd name="csX24" fmla="*/ 65439 w 400051"/>
                  <a:gd name="csY24" fmla="*/ 335834 h 1025526"/>
                  <a:gd name="csX25" fmla="*/ 76819 w 400051"/>
                  <a:gd name="csY25" fmla="*/ 310415 h 1025526"/>
                  <a:gd name="csX26" fmla="*/ 118680 w 400051"/>
                  <a:gd name="csY26" fmla="*/ 239433 h 1025526"/>
                  <a:gd name="csX27" fmla="*/ 169020 w 400051"/>
                  <a:gd name="csY27" fmla="*/ 173748 h 1025526"/>
                  <a:gd name="csX28" fmla="*/ 226778 w 400051"/>
                  <a:gd name="csY28" fmla="*/ 114949 h 1025526"/>
                  <a:gd name="csX29" fmla="*/ 290894 w 400051"/>
                  <a:gd name="csY29" fmla="*/ 63037 h 1025526"/>
                  <a:gd name="csX30" fmla="*/ 361899 w 400051"/>
                  <a:gd name="csY30" fmla="*/ 18540 h 1025526"/>
                  <a:gd name="csX31" fmla="*/ 400051 w 400051"/>
                  <a:gd name="csY31" fmla="*/ 0 h 1025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400051" h="1025526">
                    <a:moveTo>
                      <a:pt x="125413" y="1025526"/>
                    </a:moveTo>
                    <a:lnTo>
                      <a:pt x="112659" y="1006447"/>
                    </a:lnTo>
                    <a:lnTo>
                      <a:pt x="88746" y="966698"/>
                    </a:lnTo>
                    <a:lnTo>
                      <a:pt x="67489" y="926420"/>
                    </a:lnTo>
                    <a:lnTo>
                      <a:pt x="49421" y="884552"/>
                    </a:lnTo>
                    <a:lnTo>
                      <a:pt x="33479" y="842153"/>
                    </a:lnTo>
                    <a:lnTo>
                      <a:pt x="21256" y="799225"/>
                    </a:lnTo>
                    <a:lnTo>
                      <a:pt x="11691" y="754707"/>
                    </a:lnTo>
                    <a:lnTo>
                      <a:pt x="4783" y="710188"/>
                    </a:lnTo>
                    <a:lnTo>
                      <a:pt x="1063" y="665670"/>
                    </a:lnTo>
                    <a:cubicBezTo>
                      <a:pt x="709" y="650654"/>
                      <a:pt x="354" y="635638"/>
                      <a:pt x="0" y="620622"/>
                    </a:cubicBezTo>
                    <a:cubicBezTo>
                      <a:pt x="709" y="605783"/>
                      <a:pt x="1417" y="590943"/>
                      <a:pt x="2126" y="576104"/>
                    </a:cubicBezTo>
                    <a:lnTo>
                      <a:pt x="6908" y="531055"/>
                    </a:lnTo>
                    <a:lnTo>
                      <a:pt x="14348" y="486537"/>
                    </a:lnTo>
                    <a:lnTo>
                      <a:pt x="18464" y="469296"/>
                    </a:lnTo>
                    <a:lnTo>
                      <a:pt x="19061" y="466152"/>
                    </a:lnTo>
                    <a:lnTo>
                      <a:pt x="19832" y="463568"/>
                    </a:lnTo>
                    <a:lnTo>
                      <a:pt x="24976" y="442019"/>
                    </a:lnTo>
                    <a:lnTo>
                      <a:pt x="38793" y="398561"/>
                    </a:lnTo>
                    <a:lnTo>
                      <a:pt x="40666" y="393680"/>
                    </a:lnTo>
                    <a:lnTo>
                      <a:pt x="42906" y="386165"/>
                    </a:lnTo>
                    <a:lnTo>
                      <a:pt x="47412" y="376100"/>
                    </a:lnTo>
                    <a:lnTo>
                      <a:pt x="55267" y="355632"/>
                    </a:lnTo>
                    <a:lnTo>
                      <a:pt x="65364" y="334963"/>
                    </a:lnTo>
                    <a:cubicBezTo>
                      <a:pt x="65389" y="335253"/>
                      <a:pt x="65414" y="335544"/>
                      <a:pt x="65439" y="335834"/>
                    </a:cubicBezTo>
                    <a:lnTo>
                      <a:pt x="76819" y="310415"/>
                    </a:lnTo>
                    <a:lnTo>
                      <a:pt x="118680" y="239433"/>
                    </a:lnTo>
                    <a:lnTo>
                      <a:pt x="169020" y="173748"/>
                    </a:lnTo>
                    <a:lnTo>
                      <a:pt x="226778" y="114949"/>
                    </a:lnTo>
                    <a:lnTo>
                      <a:pt x="290894" y="63037"/>
                    </a:lnTo>
                    <a:lnTo>
                      <a:pt x="361899" y="18540"/>
                    </a:lnTo>
                    <a:lnTo>
                      <a:pt x="400051" y="0"/>
                    </a:lnTo>
                  </a:path>
                </a:pathLst>
              </a:custGeom>
              <a:noFill/>
              <a:ln w="22225" cap="rnd">
                <a:solidFill>
                  <a:srgbClr val="FBA91E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Freeform 53">
                <a:extLst>
                  <a:ext uri="{FF2B5EF4-FFF2-40B4-BE49-F238E27FC236}">
                    <a16:creationId xmlns:a16="http://schemas.microsoft.com/office/drawing/2014/main" id="{D478E6D7-1607-6808-8CDC-D6CBFDC34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4163" y="2301875"/>
                <a:ext cx="455613" cy="887413"/>
              </a:xfrm>
              <a:custGeom>
                <a:avLst/>
                <a:gdLst>
                  <a:gd name="T0" fmla="*/ 0 w 861"/>
                  <a:gd name="T1" fmla="*/ 0 h 1677"/>
                  <a:gd name="T2" fmla="*/ 63 w 861"/>
                  <a:gd name="T3" fmla="*/ 24 h 1677"/>
                  <a:gd name="T4" fmla="*/ 183 w 861"/>
                  <a:gd name="T5" fmla="*/ 82 h 1677"/>
                  <a:gd name="T6" fmla="*/ 294 w 861"/>
                  <a:gd name="T7" fmla="*/ 150 h 1677"/>
                  <a:gd name="T8" fmla="*/ 395 w 861"/>
                  <a:gd name="T9" fmla="*/ 228 h 1677"/>
                  <a:gd name="T10" fmla="*/ 489 w 861"/>
                  <a:gd name="T11" fmla="*/ 314 h 1677"/>
                  <a:gd name="T12" fmla="*/ 573 w 861"/>
                  <a:gd name="T13" fmla="*/ 409 h 1677"/>
                  <a:gd name="T14" fmla="*/ 647 w 861"/>
                  <a:gd name="T15" fmla="*/ 511 h 1677"/>
                  <a:gd name="T16" fmla="*/ 710 w 861"/>
                  <a:gd name="T17" fmla="*/ 619 h 1677"/>
                  <a:gd name="T18" fmla="*/ 763 w 861"/>
                  <a:gd name="T19" fmla="*/ 734 h 1677"/>
                  <a:gd name="T20" fmla="*/ 806 w 861"/>
                  <a:gd name="T21" fmla="*/ 852 h 1677"/>
                  <a:gd name="T22" fmla="*/ 836 w 861"/>
                  <a:gd name="T23" fmla="*/ 974 h 1677"/>
                  <a:gd name="T24" fmla="*/ 855 w 861"/>
                  <a:gd name="T25" fmla="*/ 1100 h 1677"/>
                  <a:gd name="T26" fmla="*/ 861 w 861"/>
                  <a:gd name="T27" fmla="*/ 1226 h 1677"/>
                  <a:gd name="T28" fmla="*/ 856 w 861"/>
                  <a:gd name="T29" fmla="*/ 1355 h 1677"/>
                  <a:gd name="T30" fmla="*/ 836 w 861"/>
                  <a:gd name="T31" fmla="*/ 1484 h 1677"/>
                  <a:gd name="T32" fmla="*/ 804 w 861"/>
                  <a:gd name="T33" fmla="*/ 1613 h 1677"/>
                  <a:gd name="T34" fmla="*/ 782 w 861"/>
                  <a:gd name="T35" fmla="*/ 1677 h 1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61" h="1677">
                    <a:moveTo>
                      <a:pt x="0" y="0"/>
                    </a:moveTo>
                    <a:lnTo>
                      <a:pt x="63" y="24"/>
                    </a:lnTo>
                    <a:lnTo>
                      <a:pt x="183" y="82"/>
                    </a:lnTo>
                    <a:lnTo>
                      <a:pt x="294" y="150"/>
                    </a:lnTo>
                    <a:lnTo>
                      <a:pt x="395" y="228"/>
                    </a:lnTo>
                    <a:lnTo>
                      <a:pt x="489" y="314"/>
                    </a:lnTo>
                    <a:lnTo>
                      <a:pt x="573" y="409"/>
                    </a:lnTo>
                    <a:lnTo>
                      <a:pt x="647" y="511"/>
                    </a:lnTo>
                    <a:lnTo>
                      <a:pt x="710" y="619"/>
                    </a:lnTo>
                    <a:lnTo>
                      <a:pt x="763" y="734"/>
                    </a:lnTo>
                    <a:lnTo>
                      <a:pt x="806" y="852"/>
                    </a:lnTo>
                    <a:lnTo>
                      <a:pt x="836" y="974"/>
                    </a:lnTo>
                    <a:lnTo>
                      <a:pt x="855" y="1100"/>
                    </a:lnTo>
                    <a:lnTo>
                      <a:pt x="861" y="1226"/>
                    </a:lnTo>
                    <a:lnTo>
                      <a:pt x="856" y="1355"/>
                    </a:lnTo>
                    <a:lnTo>
                      <a:pt x="836" y="1484"/>
                    </a:lnTo>
                    <a:lnTo>
                      <a:pt x="804" y="1613"/>
                    </a:lnTo>
                    <a:lnTo>
                      <a:pt x="782" y="1677"/>
                    </a:lnTo>
                  </a:path>
                </a:pathLst>
              </a:custGeom>
              <a:noFill/>
              <a:ln w="22225" cap="rnd">
                <a:solidFill>
                  <a:srgbClr val="FBA91E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Freeform 54">
                <a:extLst>
                  <a:ext uri="{FF2B5EF4-FFF2-40B4-BE49-F238E27FC236}">
                    <a16:creationId xmlns:a16="http://schemas.microsoft.com/office/drawing/2014/main" id="{F3CB5832-163D-EC9C-A071-7EB25A972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0" y="3414713"/>
                <a:ext cx="561975" cy="230188"/>
              </a:xfrm>
              <a:custGeom>
                <a:avLst/>
                <a:gdLst>
                  <a:gd name="T0" fmla="*/ 1063 w 1063"/>
                  <a:gd name="T1" fmla="*/ 0 h 434"/>
                  <a:gd name="T2" fmla="*/ 1012 w 1063"/>
                  <a:gd name="T3" fmla="*/ 55 h 434"/>
                  <a:gd name="T4" fmla="*/ 899 w 1063"/>
                  <a:gd name="T5" fmla="*/ 154 h 434"/>
                  <a:gd name="T6" fmla="*/ 778 w 1063"/>
                  <a:gd name="T7" fmla="*/ 239 h 434"/>
                  <a:gd name="T8" fmla="*/ 648 w 1063"/>
                  <a:gd name="T9" fmla="*/ 308 h 434"/>
                  <a:gd name="T10" fmla="*/ 512 w 1063"/>
                  <a:gd name="T11" fmla="*/ 363 h 434"/>
                  <a:gd name="T12" fmla="*/ 371 w 1063"/>
                  <a:gd name="T13" fmla="*/ 403 h 434"/>
                  <a:gd name="T14" fmla="*/ 224 w 1063"/>
                  <a:gd name="T15" fmla="*/ 427 h 434"/>
                  <a:gd name="T16" fmla="*/ 74 w 1063"/>
                  <a:gd name="T17" fmla="*/ 434 h 434"/>
                  <a:gd name="T18" fmla="*/ 0 w 1063"/>
                  <a:gd name="T19" fmla="*/ 42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3" h="434">
                    <a:moveTo>
                      <a:pt x="1063" y="0"/>
                    </a:moveTo>
                    <a:lnTo>
                      <a:pt x="1012" y="55"/>
                    </a:lnTo>
                    <a:lnTo>
                      <a:pt x="899" y="154"/>
                    </a:lnTo>
                    <a:lnTo>
                      <a:pt x="778" y="239"/>
                    </a:lnTo>
                    <a:lnTo>
                      <a:pt x="648" y="308"/>
                    </a:lnTo>
                    <a:lnTo>
                      <a:pt x="512" y="363"/>
                    </a:lnTo>
                    <a:lnTo>
                      <a:pt x="371" y="403"/>
                    </a:lnTo>
                    <a:lnTo>
                      <a:pt x="224" y="427"/>
                    </a:lnTo>
                    <a:lnTo>
                      <a:pt x="74" y="434"/>
                    </a:lnTo>
                    <a:lnTo>
                      <a:pt x="0" y="429"/>
                    </a:lnTo>
                  </a:path>
                </a:pathLst>
              </a:custGeom>
              <a:noFill/>
              <a:ln w="22225" cap="rnd">
                <a:solidFill>
                  <a:srgbClr val="FBA91E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2593727-BFB3-4EA6-D49C-65867C1E6C19}"/>
                </a:ext>
              </a:extLst>
            </p:cNvPr>
            <p:cNvGrpSpPr/>
            <p:nvPr/>
          </p:nvGrpSpPr>
          <p:grpSpPr>
            <a:xfrm>
              <a:off x="793750" y="2427288"/>
              <a:ext cx="1047750" cy="1049338"/>
              <a:chOff x="793750" y="2427288"/>
              <a:chExt cx="1047750" cy="1049338"/>
            </a:xfrm>
          </p:grpSpPr>
          <p:sp>
            <p:nvSpPr>
              <p:cNvPr id="101" name="Freeform 45">
                <a:extLst>
                  <a:ext uri="{FF2B5EF4-FFF2-40B4-BE49-F238E27FC236}">
                    <a16:creationId xmlns:a16="http://schemas.microsoft.com/office/drawing/2014/main" id="{835E9A1F-A84C-6D76-EDA8-7AEBD700B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" y="2427288"/>
                <a:ext cx="1047750" cy="1049338"/>
              </a:xfrm>
              <a:prstGeom prst="ellipse">
                <a:avLst/>
              </a:prstGeom>
              <a:solidFill>
                <a:srgbClr val="FBA9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2D692E8B-DDD9-7CD0-5D5F-DD87740B3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525" y="2532063"/>
                <a:ext cx="838200" cy="8397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4" name="Freeform 47">
                <a:extLst>
                  <a:ext uri="{FF2B5EF4-FFF2-40B4-BE49-F238E27FC236}">
                    <a16:creationId xmlns:a16="http://schemas.microsoft.com/office/drawing/2014/main" id="{AD77A760-BD15-1B39-EA6B-08CF0E629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188" y="2627313"/>
                <a:ext cx="650875" cy="649288"/>
              </a:xfrm>
              <a:prstGeom prst="ellipse">
                <a:avLst/>
              </a:prstGeom>
              <a:solidFill>
                <a:srgbClr val="FBA9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5" name="Freeform 48">
                <a:extLst>
                  <a:ext uri="{FF2B5EF4-FFF2-40B4-BE49-F238E27FC236}">
                    <a16:creationId xmlns:a16="http://schemas.microsoft.com/office/drawing/2014/main" id="{4BA6278B-A183-5C8B-6C69-FAD31F911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438" y="2720975"/>
                <a:ext cx="460375" cy="4619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7" name="Freeform 49">
                <a:extLst>
                  <a:ext uri="{FF2B5EF4-FFF2-40B4-BE49-F238E27FC236}">
                    <a16:creationId xmlns:a16="http://schemas.microsoft.com/office/drawing/2014/main" id="{F5EF3977-26D6-5F77-55E3-A36C40297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2809875"/>
                <a:ext cx="282575" cy="284163"/>
              </a:xfrm>
              <a:prstGeom prst="ellipse">
                <a:avLst/>
              </a:prstGeom>
              <a:solidFill>
                <a:srgbClr val="FBA9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9" name="Freeform 50">
                <a:extLst>
                  <a:ext uri="{FF2B5EF4-FFF2-40B4-BE49-F238E27FC236}">
                    <a16:creationId xmlns:a16="http://schemas.microsoft.com/office/drawing/2014/main" id="{01399BF2-A52D-EE9A-79F5-C06064A44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238" y="2900363"/>
                <a:ext cx="104775" cy="1031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1" name="Freeform 51">
                <a:extLst>
                  <a:ext uri="{FF2B5EF4-FFF2-40B4-BE49-F238E27FC236}">
                    <a16:creationId xmlns:a16="http://schemas.microsoft.com/office/drawing/2014/main" id="{DBBECD77-C5BA-4223-D245-C69DE77AD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0" y="2922588"/>
                <a:ext cx="57150" cy="58738"/>
              </a:xfrm>
              <a:prstGeom prst="ellipse">
                <a:avLst/>
              </a:prstGeom>
              <a:solidFill>
                <a:srgbClr val="FBA9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96" name="Freeform 63">
              <a:extLst>
                <a:ext uri="{FF2B5EF4-FFF2-40B4-BE49-F238E27FC236}">
                  <a16:creationId xmlns:a16="http://schemas.microsoft.com/office/drawing/2014/main" id="{586B8BA5-4EC4-CF38-1E68-3DEBD82C1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67" y="2153269"/>
              <a:ext cx="450850" cy="450850"/>
            </a:xfrm>
            <a:prstGeom prst="ellipse">
              <a:avLst/>
            </a:prstGeom>
            <a:solidFill>
              <a:srgbClr val="FBA91E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68580" rIns="0" bIns="6858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03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01F7935-AD57-4DE8-BB93-69011CEC9317}"/>
              </a:ext>
            </a:extLst>
          </p:cNvPr>
          <p:cNvGrpSpPr/>
          <p:nvPr/>
        </p:nvGrpSpPr>
        <p:grpSpPr>
          <a:xfrm>
            <a:off x="11533879" y="2831444"/>
            <a:ext cx="2323514" cy="3166134"/>
            <a:chOff x="460767" y="2153269"/>
            <a:chExt cx="1549009" cy="21107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7" name="Line 24">
              <a:extLst>
                <a:ext uri="{FF2B5EF4-FFF2-40B4-BE49-F238E27FC236}">
                  <a16:creationId xmlns:a16="http://schemas.microsoft.com/office/drawing/2014/main" id="{A97F9332-2272-1803-6A91-3E99C0F2A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Line 25">
              <a:extLst>
                <a:ext uri="{FF2B5EF4-FFF2-40B4-BE49-F238E27FC236}">
                  <a16:creationId xmlns:a16="http://schemas.microsoft.com/office/drawing/2014/main" id="{A6DE80E8-003F-E25F-594E-0FF5AE4B5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 w="22225">
              <a:solidFill>
                <a:srgbClr val="BDC6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1EA59D5A-08E3-211E-7827-2E208FFB4CC7}"/>
                </a:ext>
              </a:extLst>
            </p:cNvPr>
            <p:cNvGrpSpPr/>
            <p:nvPr/>
          </p:nvGrpSpPr>
          <p:grpSpPr>
            <a:xfrm rot="18900000">
              <a:off x="625475" y="2301875"/>
              <a:ext cx="1384301" cy="1343026"/>
              <a:chOff x="625475" y="2301875"/>
              <a:chExt cx="1384301" cy="1343026"/>
            </a:xfrm>
          </p:grpSpPr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D37318E3-9512-46AE-4888-5E2519BB1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475" y="2324100"/>
                <a:ext cx="400051" cy="1025526"/>
              </a:xfrm>
              <a:custGeom>
                <a:avLst/>
                <a:gdLst>
                  <a:gd name="csX0" fmla="*/ 400051 w 400051"/>
                  <a:gd name="csY0" fmla="*/ 0 h 1025526"/>
                  <a:gd name="csX1" fmla="*/ 73343 w 400051"/>
                  <a:gd name="csY1" fmla="*/ 426721 h 1025526"/>
                  <a:gd name="csX2" fmla="*/ 125413 w 400051"/>
                  <a:gd name="csY2" fmla="*/ 1025526 h 1025526"/>
                  <a:gd name="csX3" fmla="*/ 112659 w 400051"/>
                  <a:gd name="csY3" fmla="*/ 1006447 h 1025526"/>
                  <a:gd name="csX4" fmla="*/ 88746 w 400051"/>
                  <a:gd name="csY4" fmla="*/ 966698 h 1025526"/>
                  <a:gd name="csX5" fmla="*/ 67489 w 400051"/>
                  <a:gd name="csY5" fmla="*/ 926420 h 1025526"/>
                  <a:gd name="csX6" fmla="*/ 49421 w 400051"/>
                  <a:gd name="csY6" fmla="*/ 884552 h 1025526"/>
                  <a:gd name="csX7" fmla="*/ 33479 w 400051"/>
                  <a:gd name="csY7" fmla="*/ 842153 h 1025526"/>
                  <a:gd name="csX8" fmla="*/ 21256 w 400051"/>
                  <a:gd name="csY8" fmla="*/ 799225 h 1025526"/>
                  <a:gd name="csX9" fmla="*/ 11691 w 400051"/>
                  <a:gd name="csY9" fmla="*/ 754707 h 1025526"/>
                  <a:gd name="csX10" fmla="*/ 4783 w 400051"/>
                  <a:gd name="csY10" fmla="*/ 710188 h 1025526"/>
                  <a:gd name="csX11" fmla="*/ 1063 w 400051"/>
                  <a:gd name="csY11" fmla="*/ 665670 h 1025526"/>
                  <a:gd name="csX12" fmla="*/ 0 w 400051"/>
                  <a:gd name="csY12" fmla="*/ 620622 h 1025526"/>
                  <a:gd name="csX13" fmla="*/ 2126 w 400051"/>
                  <a:gd name="csY13" fmla="*/ 576104 h 1025526"/>
                  <a:gd name="csX14" fmla="*/ 6908 w 400051"/>
                  <a:gd name="csY14" fmla="*/ 531055 h 1025526"/>
                  <a:gd name="csX15" fmla="*/ 14348 w 400051"/>
                  <a:gd name="csY15" fmla="*/ 486537 h 1025526"/>
                  <a:gd name="csX16" fmla="*/ 18464 w 400051"/>
                  <a:gd name="csY16" fmla="*/ 469296 h 1025526"/>
                  <a:gd name="csX17" fmla="*/ 19061 w 400051"/>
                  <a:gd name="csY17" fmla="*/ 466152 h 1025526"/>
                  <a:gd name="csX18" fmla="*/ 19832 w 400051"/>
                  <a:gd name="csY18" fmla="*/ 463568 h 1025526"/>
                  <a:gd name="csX19" fmla="*/ 24976 w 400051"/>
                  <a:gd name="csY19" fmla="*/ 442019 h 1025526"/>
                  <a:gd name="csX20" fmla="*/ 38793 w 400051"/>
                  <a:gd name="csY20" fmla="*/ 398561 h 1025526"/>
                  <a:gd name="csX21" fmla="*/ 40666 w 400051"/>
                  <a:gd name="csY21" fmla="*/ 393680 h 1025526"/>
                  <a:gd name="csX22" fmla="*/ 42906 w 400051"/>
                  <a:gd name="csY22" fmla="*/ 386165 h 1025526"/>
                  <a:gd name="csX23" fmla="*/ 47412 w 400051"/>
                  <a:gd name="csY23" fmla="*/ 376100 h 1025526"/>
                  <a:gd name="csX24" fmla="*/ 55267 w 400051"/>
                  <a:gd name="csY24" fmla="*/ 355632 h 1025526"/>
                  <a:gd name="csX25" fmla="*/ 65364 w 400051"/>
                  <a:gd name="csY25" fmla="*/ 334963 h 1025526"/>
                  <a:gd name="csX26" fmla="*/ 65439 w 400051"/>
                  <a:gd name="csY26" fmla="*/ 335834 h 1025526"/>
                  <a:gd name="csX27" fmla="*/ 76819 w 400051"/>
                  <a:gd name="csY27" fmla="*/ 310415 h 1025526"/>
                  <a:gd name="csX28" fmla="*/ 118680 w 400051"/>
                  <a:gd name="csY28" fmla="*/ 239433 h 1025526"/>
                  <a:gd name="csX29" fmla="*/ 169020 w 400051"/>
                  <a:gd name="csY29" fmla="*/ 173748 h 1025526"/>
                  <a:gd name="csX30" fmla="*/ 226778 w 400051"/>
                  <a:gd name="csY30" fmla="*/ 114949 h 1025526"/>
                  <a:gd name="csX31" fmla="*/ 290894 w 400051"/>
                  <a:gd name="csY31" fmla="*/ 63037 h 1025526"/>
                  <a:gd name="csX32" fmla="*/ 361899 w 400051"/>
                  <a:gd name="csY32" fmla="*/ 18540 h 1025526"/>
                  <a:gd name="csX0" fmla="*/ 400051 w 400051"/>
                  <a:gd name="csY0" fmla="*/ 0 h 1025526"/>
                  <a:gd name="csX1" fmla="*/ 125413 w 400051"/>
                  <a:gd name="csY1" fmla="*/ 1025526 h 1025526"/>
                  <a:gd name="csX2" fmla="*/ 112659 w 400051"/>
                  <a:gd name="csY2" fmla="*/ 1006447 h 1025526"/>
                  <a:gd name="csX3" fmla="*/ 88746 w 400051"/>
                  <a:gd name="csY3" fmla="*/ 966698 h 1025526"/>
                  <a:gd name="csX4" fmla="*/ 67489 w 400051"/>
                  <a:gd name="csY4" fmla="*/ 926420 h 1025526"/>
                  <a:gd name="csX5" fmla="*/ 49421 w 400051"/>
                  <a:gd name="csY5" fmla="*/ 884552 h 1025526"/>
                  <a:gd name="csX6" fmla="*/ 33479 w 400051"/>
                  <a:gd name="csY6" fmla="*/ 842153 h 1025526"/>
                  <a:gd name="csX7" fmla="*/ 21256 w 400051"/>
                  <a:gd name="csY7" fmla="*/ 799225 h 1025526"/>
                  <a:gd name="csX8" fmla="*/ 11691 w 400051"/>
                  <a:gd name="csY8" fmla="*/ 754707 h 1025526"/>
                  <a:gd name="csX9" fmla="*/ 4783 w 400051"/>
                  <a:gd name="csY9" fmla="*/ 710188 h 1025526"/>
                  <a:gd name="csX10" fmla="*/ 1063 w 400051"/>
                  <a:gd name="csY10" fmla="*/ 665670 h 1025526"/>
                  <a:gd name="csX11" fmla="*/ 0 w 400051"/>
                  <a:gd name="csY11" fmla="*/ 620622 h 1025526"/>
                  <a:gd name="csX12" fmla="*/ 2126 w 400051"/>
                  <a:gd name="csY12" fmla="*/ 576104 h 1025526"/>
                  <a:gd name="csX13" fmla="*/ 6908 w 400051"/>
                  <a:gd name="csY13" fmla="*/ 531055 h 1025526"/>
                  <a:gd name="csX14" fmla="*/ 14348 w 400051"/>
                  <a:gd name="csY14" fmla="*/ 486537 h 1025526"/>
                  <a:gd name="csX15" fmla="*/ 18464 w 400051"/>
                  <a:gd name="csY15" fmla="*/ 469296 h 1025526"/>
                  <a:gd name="csX16" fmla="*/ 19061 w 400051"/>
                  <a:gd name="csY16" fmla="*/ 466152 h 1025526"/>
                  <a:gd name="csX17" fmla="*/ 19832 w 400051"/>
                  <a:gd name="csY17" fmla="*/ 463568 h 1025526"/>
                  <a:gd name="csX18" fmla="*/ 24976 w 400051"/>
                  <a:gd name="csY18" fmla="*/ 442019 h 1025526"/>
                  <a:gd name="csX19" fmla="*/ 38793 w 400051"/>
                  <a:gd name="csY19" fmla="*/ 398561 h 1025526"/>
                  <a:gd name="csX20" fmla="*/ 40666 w 400051"/>
                  <a:gd name="csY20" fmla="*/ 393680 h 1025526"/>
                  <a:gd name="csX21" fmla="*/ 42906 w 400051"/>
                  <a:gd name="csY21" fmla="*/ 386165 h 1025526"/>
                  <a:gd name="csX22" fmla="*/ 47412 w 400051"/>
                  <a:gd name="csY22" fmla="*/ 376100 h 1025526"/>
                  <a:gd name="csX23" fmla="*/ 55267 w 400051"/>
                  <a:gd name="csY23" fmla="*/ 355632 h 1025526"/>
                  <a:gd name="csX24" fmla="*/ 65364 w 400051"/>
                  <a:gd name="csY24" fmla="*/ 334963 h 1025526"/>
                  <a:gd name="csX25" fmla="*/ 65439 w 400051"/>
                  <a:gd name="csY25" fmla="*/ 335834 h 1025526"/>
                  <a:gd name="csX26" fmla="*/ 76819 w 400051"/>
                  <a:gd name="csY26" fmla="*/ 310415 h 1025526"/>
                  <a:gd name="csX27" fmla="*/ 118680 w 400051"/>
                  <a:gd name="csY27" fmla="*/ 239433 h 1025526"/>
                  <a:gd name="csX28" fmla="*/ 169020 w 400051"/>
                  <a:gd name="csY28" fmla="*/ 173748 h 1025526"/>
                  <a:gd name="csX29" fmla="*/ 226778 w 400051"/>
                  <a:gd name="csY29" fmla="*/ 114949 h 1025526"/>
                  <a:gd name="csX30" fmla="*/ 290894 w 400051"/>
                  <a:gd name="csY30" fmla="*/ 63037 h 1025526"/>
                  <a:gd name="csX31" fmla="*/ 361899 w 400051"/>
                  <a:gd name="csY31" fmla="*/ 18540 h 1025526"/>
                  <a:gd name="csX32" fmla="*/ 400051 w 400051"/>
                  <a:gd name="csY32" fmla="*/ 0 h 1025526"/>
                  <a:gd name="csX0" fmla="*/ 125413 w 400051"/>
                  <a:gd name="csY0" fmla="*/ 1025526 h 1116966"/>
                  <a:gd name="csX1" fmla="*/ 112659 w 400051"/>
                  <a:gd name="csY1" fmla="*/ 1006447 h 1116966"/>
                  <a:gd name="csX2" fmla="*/ 88746 w 400051"/>
                  <a:gd name="csY2" fmla="*/ 966698 h 1116966"/>
                  <a:gd name="csX3" fmla="*/ 67489 w 400051"/>
                  <a:gd name="csY3" fmla="*/ 926420 h 1116966"/>
                  <a:gd name="csX4" fmla="*/ 49421 w 400051"/>
                  <a:gd name="csY4" fmla="*/ 884552 h 1116966"/>
                  <a:gd name="csX5" fmla="*/ 33479 w 400051"/>
                  <a:gd name="csY5" fmla="*/ 842153 h 1116966"/>
                  <a:gd name="csX6" fmla="*/ 21256 w 400051"/>
                  <a:gd name="csY6" fmla="*/ 799225 h 1116966"/>
                  <a:gd name="csX7" fmla="*/ 11691 w 400051"/>
                  <a:gd name="csY7" fmla="*/ 754707 h 1116966"/>
                  <a:gd name="csX8" fmla="*/ 4783 w 400051"/>
                  <a:gd name="csY8" fmla="*/ 710188 h 1116966"/>
                  <a:gd name="csX9" fmla="*/ 1063 w 400051"/>
                  <a:gd name="csY9" fmla="*/ 665670 h 1116966"/>
                  <a:gd name="csX10" fmla="*/ 0 w 400051"/>
                  <a:gd name="csY10" fmla="*/ 620622 h 1116966"/>
                  <a:gd name="csX11" fmla="*/ 2126 w 400051"/>
                  <a:gd name="csY11" fmla="*/ 576104 h 1116966"/>
                  <a:gd name="csX12" fmla="*/ 6908 w 400051"/>
                  <a:gd name="csY12" fmla="*/ 531055 h 1116966"/>
                  <a:gd name="csX13" fmla="*/ 14348 w 400051"/>
                  <a:gd name="csY13" fmla="*/ 486537 h 1116966"/>
                  <a:gd name="csX14" fmla="*/ 18464 w 400051"/>
                  <a:gd name="csY14" fmla="*/ 469296 h 1116966"/>
                  <a:gd name="csX15" fmla="*/ 19061 w 400051"/>
                  <a:gd name="csY15" fmla="*/ 466152 h 1116966"/>
                  <a:gd name="csX16" fmla="*/ 19832 w 400051"/>
                  <a:gd name="csY16" fmla="*/ 463568 h 1116966"/>
                  <a:gd name="csX17" fmla="*/ 24976 w 400051"/>
                  <a:gd name="csY17" fmla="*/ 442019 h 1116966"/>
                  <a:gd name="csX18" fmla="*/ 38793 w 400051"/>
                  <a:gd name="csY18" fmla="*/ 398561 h 1116966"/>
                  <a:gd name="csX19" fmla="*/ 40666 w 400051"/>
                  <a:gd name="csY19" fmla="*/ 393680 h 1116966"/>
                  <a:gd name="csX20" fmla="*/ 42906 w 400051"/>
                  <a:gd name="csY20" fmla="*/ 386165 h 1116966"/>
                  <a:gd name="csX21" fmla="*/ 47412 w 400051"/>
                  <a:gd name="csY21" fmla="*/ 376100 h 1116966"/>
                  <a:gd name="csX22" fmla="*/ 55267 w 400051"/>
                  <a:gd name="csY22" fmla="*/ 355632 h 1116966"/>
                  <a:gd name="csX23" fmla="*/ 65364 w 400051"/>
                  <a:gd name="csY23" fmla="*/ 334963 h 1116966"/>
                  <a:gd name="csX24" fmla="*/ 65439 w 400051"/>
                  <a:gd name="csY24" fmla="*/ 335834 h 1116966"/>
                  <a:gd name="csX25" fmla="*/ 76819 w 400051"/>
                  <a:gd name="csY25" fmla="*/ 310415 h 1116966"/>
                  <a:gd name="csX26" fmla="*/ 118680 w 400051"/>
                  <a:gd name="csY26" fmla="*/ 239433 h 1116966"/>
                  <a:gd name="csX27" fmla="*/ 169020 w 400051"/>
                  <a:gd name="csY27" fmla="*/ 173748 h 1116966"/>
                  <a:gd name="csX28" fmla="*/ 226778 w 400051"/>
                  <a:gd name="csY28" fmla="*/ 114949 h 1116966"/>
                  <a:gd name="csX29" fmla="*/ 290894 w 400051"/>
                  <a:gd name="csY29" fmla="*/ 63037 h 1116966"/>
                  <a:gd name="csX30" fmla="*/ 361899 w 400051"/>
                  <a:gd name="csY30" fmla="*/ 18540 h 1116966"/>
                  <a:gd name="csX31" fmla="*/ 400051 w 400051"/>
                  <a:gd name="csY31" fmla="*/ 0 h 1116966"/>
                  <a:gd name="csX32" fmla="*/ 216853 w 400051"/>
                  <a:gd name="csY32" fmla="*/ 1116966 h 1116966"/>
                  <a:gd name="csX0" fmla="*/ 125413 w 400051"/>
                  <a:gd name="csY0" fmla="*/ 1025526 h 1025526"/>
                  <a:gd name="csX1" fmla="*/ 112659 w 400051"/>
                  <a:gd name="csY1" fmla="*/ 1006447 h 1025526"/>
                  <a:gd name="csX2" fmla="*/ 88746 w 400051"/>
                  <a:gd name="csY2" fmla="*/ 966698 h 1025526"/>
                  <a:gd name="csX3" fmla="*/ 67489 w 400051"/>
                  <a:gd name="csY3" fmla="*/ 926420 h 1025526"/>
                  <a:gd name="csX4" fmla="*/ 49421 w 400051"/>
                  <a:gd name="csY4" fmla="*/ 884552 h 1025526"/>
                  <a:gd name="csX5" fmla="*/ 33479 w 400051"/>
                  <a:gd name="csY5" fmla="*/ 842153 h 1025526"/>
                  <a:gd name="csX6" fmla="*/ 21256 w 400051"/>
                  <a:gd name="csY6" fmla="*/ 799225 h 1025526"/>
                  <a:gd name="csX7" fmla="*/ 11691 w 400051"/>
                  <a:gd name="csY7" fmla="*/ 754707 h 1025526"/>
                  <a:gd name="csX8" fmla="*/ 4783 w 400051"/>
                  <a:gd name="csY8" fmla="*/ 710188 h 1025526"/>
                  <a:gd name="csX9" fmla="*/ 1063 w 400051"/>
                  <a:gd name="csY9" fmla="*/ 665670 h 1025526"/>
                  <a:gd name="csX10" fmla="*/ 0 w 400051"/>
                  <a:gd name="csY10" fmla="*/ 620622 h 1025526"/>
                  <a:gd name="csX11" fmla="*/ 2126 w 400051"/>
                  <a:gd name="csY11" fmla="*/ 576104 h 1025526"/>
                  <a:gd name="csX12" fmla="*/ 6908 w 400051"/>
                  <a:gd name="csY12" fmla="*/ 531055 h 1025526"/>
                  <a:gd name="csX13" fmla="*/ 14348 w 400051"/>
                  <a:gd name="csY13" fmla="*/ 486537 h 1025526"/>
                  <a:gd name="csX14" fmla="*/ 18464 w 400051"/>
                  <a:gd name="csY14" fmla="*/ 469296 h 1025526"/>
                  <a:gd name="csX15" fmla="*/ 19061 w 400051"/>
                  <a:gd name="csY15" fmla="*/ 466152 h 1025526"/>
                  <a:gd name="csX16" fmla="*/ 19832 w 400051"/>
                  <a:gd name="csY16" fmla="*/ 463568 h 1025526"/>
                  <a:gd name="csX17" fmla="*/ 24976 w 400051"/>
                  <a:gd name="csY17" fmla="*/ 442019 h 1025526"/>
                  <a:gd name="csX18" fmla="*/ 38793 w 400051"/>
                  <a:gd name="csY18" fmla="*/ 398561 h 1025526"/>
                  <a:gd name="csX19" fmla="*/ 40666 w 400051"/>
                  <a:gd name="csY19" fmla="*/ 393680 h 1025526"/>
                  <a:gd name="csX20" fmla="*/ 42906 w 400051"/>
                  <a:gd name="csY20" fmla="*/ 386165 h 1025526"/>
                  <a:gd name="csX21" fmla="*/ 47412 w 400051"/>
                  <a:gd name="csY21" fmla="*/ 376100 h 1025526"/>
                  <a:gd name="csX22" fmla="*/ 55267 w 400051"/>
                  <a:gd name="csY22" fmla="*/ 355632 h 1025526"/>
                  <a:gd name="csX23" fmla="*/ 65364 w 400051"/>
                  <a:gd name="csY23" fmla="*/ 334963 h 1025526"/>
                  <a:gd name="csX24" fmla="*/ 65439 w 400051"/>
                  <a:gd name="csY24" fmla="*/ 335834 h 1025526"/>
                  <a:gd name="csX25" fmla="*/ 76819 w 400051"/>
                  <a:gd name="csY25" fmla="*/ 310415 h 1025526"/>
                  <a:gd name="csX26" fmla="*/ 118680 w 400051"/>
                  <a:gd name="csY26" fmla="*/ 239433 h 1025526"/>
                  <a:gd name="csX27" fmla="*/ 169020 w 400051"/>
                  <a:gd name="csY27" fmla="*/ 173748 h 1025526"/>
                  <a:gd name="csX28" fmla="*/ 226778 w 400051"/>
                  <a:gd name="csY28" fmla="*/ 114949 h 1025526"/>
                  <a:gd name="csX29" fmla="*/ 290894 w 400051"/>
                  <a:gd name="csY29" fmla="*/ 63037 h 1025526"/>
                  <a:gd name="csX30" fmla="*/ 361899 w 400051"/>
                  <a:gd name="csY30" fmla="*/ 18540 h 1025526"/>
                  <a:gd name="csX31" fmla="*/ 400051 w 400051"/>
                  <a:gd name="csY31" fmla="*/ 0 h 1025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400051" h="1025526">
                    <a:moveTo>
                      <a:pt x="125413" y="1025526"/>
                    </a:moveTo>
                    <a:lnTo>
                      <a:pt x="112659" y="1006447"/>
                    </a:lnTo>
                    <a:lnTo>
                      <a:pt x="88746" y="966698"/>
                    </a:lnTo>
                    <a:lnTo>
                      <a:pt x="67489" y="926420"/>
                    </a:lnTo>
                    <a:lnTo>
                      <a:pt x="49421" y="884552"/>
                    </a:lnTo>
                    <a:lnTo>
                      <a:pt x="33479" y="842153"/>
                    </a:lnTo>
                    <a:lnTo>
                      <a:pt x="21256" y="799225"/>
                    </a:lnTo>
                    <a:lnTo>
                      <a:pt x="11691" y="754707"/>
                    </a:lnTo>
                    <a:lnTo>
                      <a:pt x="4783" y="710188"/>
                    </a:lnTo>
                    <a:lnTo>
                      <a:pt x="1063" y="665670"/>
                    </a:lnTo>
                    <a:cubicBezTo>
                      <a:pt x="709" y="650654"/>
                      <a:pt x="354" y="635638"/>
                      <a:pt x="0" y="620622"/>
                    </a:cubicBezTo>
                    <a:cubicBezTo>
                      <a:pt x="709" y="605783"/>
                      <a:pt x="1417" y="590943"/>
                      <a:pt x="2126" y="576104"/>
                    </a:cubicBezTo>
                    <a:lnTo>
                      <a:pt x="6908" y="531055"/>
                    </a:lnTo>
                    <a:lnTo>
                      <a:pt x="14348" y="486537"/>
                    </a:lnTo>
                    <a:lnTo>
                      <a:pt x="18464" y="469296"/>
                    </a:lnTo>
                    <a:lnTo>
                      <a:pt x="19061" y="466152"/>
                    </a:lnTo>
                    <a:lnTo>
                      <a:pt x="19832" y="463568"/>
                    </a:lnTo>
                    <a:lnTo>
                      <a:pt x="24976" y="442019"/>
                    </a:lnTo>
                    <a:lnTo>
                      <a:pt x="38793" y="398561"/>
                    </a:lnTo>
                    <a:lnTo>
                      <a:pt x="40666" y="393680"/>
                    </a:lnTo>
                    <a:lnTo>
                      <a:pt x="42906" y="386165"/>
                    </a:lnTo>
                    <a:lnTo>
                      <a:pt x="47412" y="376100"/>
                    </a:lnTo>
                    <a:lnTo>
                      <a:pt x="55267" y="355632"/>
                    </a:lnTo>
                    <a:lnTo>
                      <a:pt x="65364" y="334963"/>
                    </a:lnTo>
                    <a:cubicBezTo>
                      <a:pt x="65389" y="335253"/>
                      <a:pt x="65414" y="335544"/>
                      <a:pt x="65439" y="335834"/>
                    </a:cubicBezTo>
                    <a:lnTo>
                      <a:pt x="76819" y="310415"/>
                    </a:lnTo>
                    <a:lnTo>
                      <a:pt x="118680" y="239433"/>
                    </a:lnTo>
                    <a:lnTo>
                      <a:pt x="169020" y="173748"/>
                    </a:lnTo>
                    <a:lnTo>
                      <a:pt x="226778" y="114949"/>
                    </a:lnTo>
                    <a:lnTo>
                      <a:pt x="290894" y="63037"/>
                    </a:lnTo>
                    <a:lnTo>
                      <a:pt x="361899" y="18540"/>
                    </a:lnTo>
                    <a:lnTo>
                      <a:pt x="400051" y="0"/>
                    </a:lnTo>
                  </a:path>
                </a:pathLst>
              </a:custGeom>
              <a:noFill/>
              <a:ln w="22225" cap="rnd">
                <a:solidFill>
                  <a:srgbClr val="F15F47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2" name="Freeform 53">
                <a:extLst>
                  <a:ext uri="{FF2B5EF4-FFF2-40B4-BE49-F238E27FC236}">
                    <a16:creationId xmlns:a16="http://schemas.microsoft.com/office/drawing/2014/main" id="{049D68C6-95B5-6E2E-E100-E0B587DAB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4163" y="2301875"/>
                <a:ext cx="455613" cy="887413"/>
              </a:xfrm>
              <a:custGeom>
                <a:avLst/>
                <a:gdLst>
                  <a:gd name="T0" fmla="*/ 0 w 861"/>
                  <a:gd name="T1" fmla="*/ 0 h 1677"/>
                  <a:gd name="T2" fmla="*/ 63 w 861"/>
                  <a:gd name="T3" fmla="*/ 24 h 1677"/>
                  <a:gd name="T4" fmla="*/ 183 w 861"/>
                  <a:gd name="T5" fmla="*/ 82 h 1677"/>
                  <a:gd name="T6" fmla="*/ 294 w 861"/>
                  <a:gd name="T7" fmla="*/ 150 h 1677"/>
                  <a:gd name="T8" fmla="*/ 395 w 861"/>
                  <a:gd name="T9" fmla="*/ 228 h 1677"/>
                  <a:gd name="T10" fmla="*/ 489 w 861"/>
                  <a:gd name="T11" fmla="*/ 314 h 1677"/>
                  <a:gd name="T12" fmla="*/ 573 w 861"/>
                  <a:gd name="T13" fmla="*/ 409 h 1677"/>
                  <a:gd name="T14" fmla="*/ 647 w 861"/>
                  <a:gd name="T15" fmla="*/ 511 h 1677"/>
                  <a:gd name="T16" fmla="*/ 710 w 861"/>
                  <a:gd name="T17" fmla="*/ 619 h 1677"/>
                  <a:gd name="T18" fmla="*/ 763 w 861"/>
                  <a:gd name="T19" fmla="*/ 734 h 1677"/>
                  <a:gd name="T20" fmla="*/ 806 w 861"/>
                  <a:gd name="T21" fmla="*/ 852 h 1677"/>
                  <a:gd name="T22" fmla="*/ 836 w 861"/>
                  <a:gd name="T23" fmla="*/ 974 h 1677"/>
                  <a:gd name="T24" fmla="*/ 855 w 861"/>
                  <a:gd name="T25" fmla="*/ 1100 h 1677"/>
                  <a:gd name="T26" fmla="*/ 861 w 861"/>
                  <a:gd name="T27" fmla="*/ 1226 h 1677"/>
                  <a:gd name="T28" fmla="*/ 856 w 861"/>
                  <a:gd name="T29" fmla="*/ 1355 h 1677"/>
                  <a:gd name="T30" fmla="*/ 836 w 861"/>
                  <a:gd name="T31" fmla="*/ 1484 h 1677"/>
                  <a:gd name="T32" fmla="*/ 804 w 861"/>
                  <a:gd name="T33" fmla="*/ 1613 h 1677"/>
                  <a:gd name="T34" fmla="*/ 782 w 861"/>
                  <a:gd name="T35" fmla="*/ 1677 h 1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61" h="1677">
                    <a:moveTo>
                      <a:pt x="0" y="0"/>
                    </a:moveTo>
                    <a:lnTo>
                      <a:pt x="63" y="24"/>
                    </a:lnTo>
                    <a:lnTo>
                      <a:pt x="183" y="82"/>
                    </a:lnTo>
                    <a:lnTo>
                      <a:pt x="294" y="150"/>
                    </a:lnTo>
                    <a:lnTo>
                      <a:pt x="395" y="228"/>
                    </a:lnTo>
                    <a:lnTo>
                      <a:pt x="489" y="314"/>
                    </a:lnTo>
                    <a:lnTo>
                      <a:pt x="573" y="409"/>
                    </a:lnTo>
                    <a:lnTo>
                      <a:pt x="647" y="511"/>
                    </a:lnTo>
                    <a:lnTo>
                      <a:pt x="710" y="619"/>
                    </a:lnTo>
                    <a:lnTo>
                      <a:pt x="763" y="734"/>
                    </a:lnTo>
                    <a:lnTo>
                      <a:pt x="806" y="852"/>
                    </a:lnTo>
                    <a:lnTo>
                      <a:pt x="836" y="974"/>
                    </a:lnTo>
                    <a:lnTo>
                      <a:pt x="855" y="1100"/>
                    </a:lnTo>
                    <a:lnTo>
                      <a:pt x="861" y="1226"/>
                    </a:lnTo>
                    <a:lnTo>
                      <a:pt x="856" y="1355"/>
                    </a:lnTo>
                    <a:lnTo>
                      <a:pt x="836" y="1484"/>
                    </a:lnTo>
                    <a:lnTo>
                      <a:pt x="804" y="1613"/>
                    </a:lnTo>
                    <a:lnTo>
                      <a:pt x="782" y="1677"/>
                    </a:lnTo>
                  </a:path>
                </a:pathLst>
              </a:custGeom>
              <a:noFill/>
              <a:ln w="22225" cap="rnd">
                <a:solidFill>
                  <a:srgbClr val="F15F47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3" name="Freeform 54">
                <a:extLst>
                  <a:ext uri="{FF2B5EF4-FFF2-40B4-BE49-F238E27FC236}">
                    <a16:creationId xmlns:a16="http://schemas.microsoft.com/office/drawing/2014/main" id="{0AA679B0-B341-5A2E-F27E-0BC70A8D8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0" y="3414713"/>
                <a:ext cx="561975" cy="230188"/>
              </a:xfrm>
              <a:custGeom>
                <a:avLst/>
                <a:gdLst>
                  <a:gd name="T0" fmla="*/ 1063 w 1063"/>
                  <a:gd name="T1" fmla="*/ 0 h 434"/>
                  <a:gd name="T2" fmla="*/ 1012 w 1063"/>
                  <a:gd name="T3" fmla="*/ 55 h 434"/>
                  <a:gd name="T4" fmla="*/ 899 w 1063"/>
                  <a:gd name="T5" fmla="*/ 154 h 434"/>
                  <a:gd name="T6" fmla="*/ 778 w 1063"/>
                  <a:gd name="T7" fmla="*/ 239 h 434"/>
                  <a:gd name="T8" fmla="*/ 648 w 1063"/>
                  <a:gd name="T9" fmla="*/ 308 h 434"/>
                  <a:gd name="T10" fmla="*/ 512 w 1063"/>
                  <a:gd name="T11" fmla="*/ 363 h 434"/>
                  <a:gd name="T12" fmla="*/ 371 w 1063"/>
                  <a:gd name="T13" fmla="*/ 403 h 434"/>
                  <a:gd name="T14" fmla="*/ 224 w 1063"/>
                  <a:gd name="T15" fmla="*/ 427 h 434"/>
                  <a:gd name="T16" fmla="*/ 74 w 1063"/>
                  <a:gd name="T17" fmla="*/ 434 h 434"/>
                  <a:gd name="T18" fmla="*/ 0 w 1063"/>
                  <a:gd name="T19" fmla="*/ 42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3" h="434">
                    <a:moveTo>
                      <a:pt x="1063" y="0"/>
                    </a:moveTo>
                    <a:lnTo>
                      <a:pt x="1012" y="55"/>
                    </a:lnTo>
                    <a:lnTo>
                      <a:pt x="899" y="154"/>
                    </a:lnTo>
                    <a:lnTo>
                      <a:pt x="778" y="239"/>
                    </a:lnTo>
                    <a:lnTo>
                      <a:pt x="648" y="308"/>
                    </a:lnTo>
                    <a:lnTo>
                      <a:pt x="512" y="363"/>
                    </a:lnTo>
                    <a:lnTo>
                      <a:pt x="371" y="403"/>
                    </a:lnTo>
                    <a:lnTo>
                      <a:pt x="224" y="427"/>
                    </a:lnTo>
                    <a:lnTo>
                      <a:pt x="74" y="434"/>
                    </a:lnTo>
                    <a:lnTo>
                      <a:pt x="0" y="429"/>
                    </a:lnTo>
                  </a:path>
                </a:pathLst>
              </a:custGeom>
              <a:noFill/>
              <a:ln w="22225" cap="rnd">
                <a:solidFill>
                  <a:srgbClr val="F15F47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3B572A21-78D2-9EAE-F2FC-C5A0DCEB8747}"/>
                </a:ext>
              </a:extLst>
            </p:cNvPr>
            <p:cNvGrpSpPr/>
            <p:nvPr/>
          </p:nvGrpSpPr>
          <p:grpSpPr>
            <a:xfrm>
              <a:off x="793750" y="2427288"/>
              <a:ext cx="1047750" cy="1049338"/>
              <a:chOff x="793750" y="2427288"/>
              <a:chExt cx="1047750" cy="1049338"/>
            </a:xfrm>
          </p:grpSpPr>
          <p:sp>
            <p:nvSpPr>
              <p:cNvPr id="124" name="Freeform 45">
                <a:extLst>
                  <a:ext uri="{FF2B5EF4-FFF2-40B4-BE49-F238E27FC236}">
                    <a16:creationId xmlns:a16="http://schemas.microsoft.com/office/drawing/2014/main" id="{156417DA-804D-E9DD-6E38-2378598FA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" y="2427288"/>
                <a:ext cx="1047750" cy="1049338"/>
              </a:xfrm>
              <a:prstGeom prst="ellipse">
                <a:avLst/>
              </a:prstGeom>
              <a:solidFill>
                <a:srgbClr val="F15F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5" name="Freeform 46">
                <a:extLst>
                  <a:ext uri="{FF2B5EF4-FFF2-40B4-BE49-F238E27FC236}">
                    <a16:creationId xmlns:a16="http://schemas.microsoft.com/office/drawing/2014/main" id="{112223FA-0B93-2DA5-613A-2B1F58501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525" y="2532063"/>
                <a:ext cx="838200" cy="8397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6" name="Freeform 47">
                <a:extLst>
                  <a:ext uri="{FF2B5EF4-FFF2-40B4-BE49-F238E27FC236}">
                    <a16:creationId xmlns:a16="http://schemas.microsoft.com/office/drawing/2014/main" id="{A3DCB1B7-A4A4-A180-EE82-C74364A43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188" y="2627313"/>
                <a:ext cx="650875" cy="649288"/>
              </a:xfrm>
              <a:prstGeom prst="ellipse">
                <a:avLst/>
              </a:prstGeom>
              <a:solidFill>
                <a:srgbClr val="F15F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7" name="Freeform 48">
                <a:extLst>
                  <a:ext uri="{FF2B5EF4-FFF2-40B4-BE49-F238E27FC236}">
                    <a16:creationId xmlns:a16="http://schemas.microsoft.com/office/drawing/2014/main" id="{F290260F-06FB-4EA4-436E-BDA4A9E6A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438" y="2720975"/>
                <a:ext cx="460375" cy="4619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8" name="Freeform 49">
                <a:extLst>
                  <a:ext uri="{FF2B5EF4-FFF2-40B4-BE49-F238E27FC236}">
                    <a16:creationId xmlns:a16="http://schemas.microsoft.com/office/drawing/2014/main" id="{71E0132C-41C8-B0D9-2C8B-2FE03812D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2809875"/>
                <a:ext cx="282575" cy="284163"/>
              </a:xfrm>
              <a:prstGeom prst="ellipse">
                <a:avLst/>
              </a:prstGeom>
              <a:solidFill>
                <a:srgbClr val="F15F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9" name="Freeform 50">
                <a:extLst>
                  <a:ext uri="{FF2B5EF4-FFF2-40B4-BE49-F238E27FC236}">
                    <a16:creationId xmlns:a16="http://schemas.microsoft.com/office/drawing/2014/main" id="{DC3E5446-131B-C2F8-3D41-A27649FAE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238" y="2900363"/>
                <a:ext cx="104775" cy="1031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" name="Freeform 51">
                <a:extLst>
                  <a:ext uri="{FF2B5EF4-FFF2-40B4-BE49-F238E27FC236}">
                    <a16:creationId xmlns:a16="http://schemas.microsoft.com/office/drawing/2014/main" id="{305C21A3-020D-6B96-875D-3A6A8F923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0" y="2922588"/>
                <a:ext cx="57150" cy="58738"/>
              </a:xfrm>
              <a:prstGeom prst="ellipse">
                <a:avLst/>
              </a:prstGeom>
              <a:solidFill>
                <a:srgbClr val="F15F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21" name="Freeform 63">
              <a:extLst>
                <a:ext uri="{FF2B5EF4-FFF2-40B4-BE49-F238E27FC236}">
                  <a16:creationId xmlns:a16="http://schemas.microsoft.com/office/drawing/2014/main" id="{899901AD-4636-25D7-4B34-734A15B12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67" y="2153269"/>
              <a:ext cx="450850" cy="450850"/>
            </a:xfrm>
            <a:prstGeom prst="ellipse">
              <a:avLst/>
            </a:prstGeom>
            <a:solidFill>
              <a:srgbClr val="F15F47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68580" rIns="0" bIns="6858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04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DE28571-8613-F8B5-E78A-04162891113B}"/>
              </a:ext>
            </a:extLst>
          </p:cNvPr>
          <p:cNvGrpSpPr/>
          <p:nvPr/>
        </p:nvGrpSpPr>
        <p:grpSpPr>
          <a:xfrm>
            <a:off x="15209038" y="2831444"/>
            <a:ext cx="2323514" cy="3166134"/>
            <a:chOff x="460767" y="2153269"/>
            <a:chExt cx="1549009" cy="21107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5" name="Line 24">
              <a:extLst>
                <a:ext uri="{FF2B5EF4-FFF2-40B4-BE49-F238E27FC236}">
                  <a16:creationId xmlns:a16="http://schemas.microsoft.com/office/drawing/2014/main" id="{8F0AB257-D969-7DC2-2EAA-D3F4F9285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Line 25">
              <a:extLst>
                <a:ext uri="{FF2B5EF4-FFF2-40B4-BE49-F238E27FC236}">
                  <a16:creationId xmlns:a16="http://schemas.microsoft.com/office/drawing/2014/main" id="{FC608997-B0CB-903C-CF91-6CB9B3641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625" y="3448050"/>
              <a:ext cx="0" cy="815975"/>
            </a:xfrm>
            <a:prstGeom prst="line">
              <a:avLst/>
            </a:prstGeom>
            <a:noFill/>
            <a:ln w="22225">
              <a:solidFill>
                <a:srgbClr val="BDC6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C5D6D2E5-64F5-9426-34BF-BA05A40EAE20}"/>
                </a:ext>
              </a:extLst>
            </p:cNvPr>
            <p:cNvGrpSpPr/>
            <p:nvPr/>
          </p:nvGrpSpPr>
          <p:grpSpPr>
            <a:xfrm rot="18900000">
              <a:off x="625475" y="2301875"/>
              <a:ext cx="1384301" cy="1343026"/>
              <a:chOff x="625475" y="2301875"/>
              <a:chExt cx="1384301" cy="1343026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6081502-8868-EBAD-C098-B13C9578E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475" y="2324100"/>
                <a:ext cx="400051" cy="1025526"/>
              </a:xfrm>
              <a:custGeom>
                <a:avLst/>
                <a:gdLst>
                  <a:gd name="csX0" fmla="*/ 400051 w 400051"/>
                  <a:gd name="csY0" fmla="*/ 0 h 1025526"/>
                  <a:gd name="csX1" fmla="*/ 73343 w 400051"/>
                  <a:gd name="csY1" fmla="*/ 426721 h 1025526"/>
                  <a:gd name="csX2" fmla="*/ 125413 w 400051"/>
                  <a:gd name="csY2" fmla="*/ 1025526 h 1025526"/>
                  <a:gd name="csX3" fmla="*/ 112659 w 400051"/>
                  <a:gd name="csY3" fmla="*/ 1006447 h 1025526"/>
                  <a:gd name="csX4" fmla="*/ 88746 w 400051"/>
                  <a:gd name="csY4" fmla="*/ 966698 h 1025526"/>
                  <a:gd name="csX5" fmla="*/ 67489 w 400051"/>
                  <a:gd name="csY5" fmla="*/ 926420 h 1025526"/>
                  <a:gd name="csX6" fmla="*/ 49421 w 400051"/>
                  <a:gd name="csY6" fmla="*/ 884552 h 1025526"/>
                  <a:gd name="csX7" fmla="*/ 33479 w 400051"/>
                  <a:gd name="csY7" fmla="*/ 842153 h 1025526"/>
                  <a:gd name="csX8" fmla="*/ 21256 w 400051"/>
                  <a:gd name="csY8" fmla="*/ 799225 h 1025526"/>
                  <a:gd name="csX9" fmla="*/ 11691 w 400051"/>
                  <a:gd name="csY9" fmla="*/ 754707 h 1025526"/>
                  <a:gd name="csX10" fmla="*/ 4783 w 400051"/>
                  <a:gd name="csY10" fmla="*/ 710188 h 1025526"/>
                  <a:gd name="csX11" fmla="*/ 1063 w 400051"/>
                  <a:gd name="csY11" fmla="*/ 665670 h 1025526"/>
                  <a:gd name="csX12" fmla="*/ 0 w 400051"/>
                  <a:gd name="csY12" fmla="*/ 620622 h 1025526"/>
                  <a:gd name="csX13" fmla="*/ 2126 w 400051"/>
                  <a:gd name="csY13" fmla="*/ 576104 h 1025526"/>
                  <a:gd name="csX14" fmla="*/ 6908 w 400051"/>
                  <a:gd name="csY14" fmla="*/ 531055 h 1025526"/>
                  <a:gd name="csX15" fmla="*/ 14348 w 400051"/>
                  <a:gd name="csY15" fmla="*/ 486537 h 1025526"/>
                  <a:gd name="csX16" fmla="*/ 18464 w 400051"/>
                  <a:gd name="csY16" fmla="*/ 469296 h 1025526"/>
                  <a:gd name="csX17" fmla="*/ 19061 w 400051"/>
                  <a:gd name="csY17" fmla="*/ 466152 h 1025526"/>
                  <a:gd name="csX18" fmla="*/ 19832 w 400051"/>
                  <a:gd name="csY18" fmla="*/ 463568 h 1025526"/>
                  <a:gd name="csX19" fmla="*/ 24976 w 400051"/>
                  <a:gd name="csY19" fmla="*/ 442019 h 1025526"/>
                  <a:gd name="csX20" fmla="*/ 38793 w 400051"/>
                  <a:gd name="csY20" fmla="*/ 398561 h 1025526"/>
                  <a:gd name="csX21" fmla="*/ 40666 w 400051"/>
                  <a:gd name="csY21" fmla="*/ 393680 h 1025526"/>
                  <a:gd name="csX22" fmla="*/ 42906 w 400051"/>
                  <a:gd name="csY22" fmla="*/ 386165 h 1025526"/>
                  <a:gd name="csX23" fmla="*/ 47412 w 400051"/>
                  <a:gd name="csY23" fmla="*/ 376100 h 1025526"/>
                  <a:gd name="csX24" fmla="*/ 55267 w 400051"/>
                  <a:gd name="csY24" fmla="*/ 355632 h 1025526"/>
                  <a:gd name="csX25" fmla="*/ 65364 w 400051"/>
                  <a:gd name="csY25" fmla="*/ 334963 h 1025526"/>
                  <a:gd name="csX26" fmla="*/ 65439 w 400051"/>
                  <a:gd name="csY26" fmla="*/ 335834 h 1025526"/>
                  <a:gd name="csX27" fmla="*/ 76819 w 400051"/>
                  <a:gd name="csY27" fmla="*/ 310415 h 1025526"/>
                  <a:gd name="csX28" fmla="*/ 118680 w 400051"/>
                  <a:gd name="csY28" fmla="*/ 239433 h 1025526"/>
                  <a:gd name="csX29" fmla="*/ 169020 w 400051"/>
                  <a:gd name="csY29" fmla="*/ 173748 h 1025526"/>
                  <a:gd name="csX30" fmla="*/ 226778 w 400051"/>
                  <a:gd name="csY30" fmla="*/ 114949 h 1025526"/>
                  <a:gd name="csX31" fmla="*/ 290894 w 400051"/>
                  <a:gd name="csY31" fmla="*/ 63037 h 1025526"/>
                  <a:gd name="csX32" fmla="*/ 361899 w 400051"/>
                  <a:gd name="csY32" fmla="*/ 18540 h 1025526"/>
                  <a:gd name="csX0" fmla="*/ 400051 w 400051"/>
                  <a:gd name="csY0" fmla="*/ 0 h 1025526"/>
                  <a:gd name="csX1" fmla="*/ 125413 w 400051"/>
                  <a:gd name="csY1" fmla="*/ 1025526 h 1025526"/>
                  <a:gd name="csX2" fmla="*/ 112659 w 400051"/>
                  <a:gd name="csY2" fmla="*/ 1006447 h 1025526"/>
                  <a:gd name="csX3" fmla="*/ 88746 w 400051"/>
                  <a:gd name="csY3" fmla="*/ 966698 h 1025526"/>
                  <a:gd name="csX4" fmla="*/ 67489 w 400051"/>
                  <a:gd name="csY4" fmla="*/ 926420 h 1025526"/>
                  <a:gd name="csX5" fmla="*/ 49421 w 400051"/>
                  <a:gd name="csY5" fmla="*/ 884552 h 1025526"/>
                  <a:gd name="csX6" fmla="*/ 33479 w 400051"/>
                  <a:gd name="csY6" fmla="*/ 842153 h 1025526"/>
                  <a:gd name="csX7" fmla="*/ 21256 w 400051"/>
                  <a:gd name="csY7" fmla="*/ 799225 h 1025526"/>
                  <a:gd name="csX8" fmla="*/ 11691 w 400051"/>
                  <a:gd name="csY8" fmla="*/ 754707 h 1025526"/>
                  <a:gd name="csX9" fmla="*/ 4783 w 400051"/>
                  <a:gd name="csY9" fmla="*/ 710188 h 1025526"/>
                  <a:gd name="csX10" fmla="*/ 1063 w 400051"/>
                  <a:gd name="csY10" fmla="*/ 665670 h 1025526"/>
                  <a:gd name="csX11" fmla="*/ 0 w 400051"/>
                  <a:gd name="csY11" fmla="*/ 620622 h 1025526"/>
                  <a:gd name="csX12" fmla="*/ 2126 w 400051"/>
                  <a:gd name="csY12" fmla="*/ 576104 h 1025526"/>
                  <a:gd name="csX13" fmla="*/ 6908 w 400051"/>
                  <a:gd name="csY13" fmla="*/ 531055 h 1025526"/>
                  <a:gd name="csX14" fmla="*/ 14348 w 400051"/>
                  <a:gd name="csY14" fmla="*/ 486537 h 1025526"/>
                  <a:gd name="csX15" fmla="*/ 18464 w 400051"/>
                  <a:gd name="csY15" fmla="*/ 469296 h 1025526"/>
                  <a:gd name="csX16" fmla="*/ 19061 w 400051"/>
                  <a:gd name="csY16" fmla="*/ 466152 h 1025526"/>
                  <a:gd name="csX17" fmla="*/ 19832 w 400051"/>
                  <a:gd name="csY17" fmla="*/ 463568 h 1025526"/>
                  <a:gd name="csX18" fmla="*/ 24976 w 400051"/>
                  <a:gd name="csY18" fmla="*/ 442019 h 1025526"/>
                  <a:gd name="csX19" fmla="*/ 38793 w 400051"/>
                  <a:gd name="csY19" fmla="*/ 398561 h 1025526"/>
                  <a:gd name="csX20" fmla="*/ 40666 w 400051"/>
                  <a:gd name="csY20" fmla="*/ 393680 h 1025526"/>
                  <a:gd name="csX21" fmla="*/ 42906 w 400051"/>
                  <a:gd name="csY21" fmla="*/ 386165 h 1025526"/>
                  <a:gd name="csX22" fmla="*/ 47412 w 400051"/>
                  <a:gd name="csY22" fmla="*/ 376100 h 1025526"/>
                  <a:gd name="csX23" fmla="*/ 55267 w 400051"/>
                  <a:gd name="csY23" fmla="*/ 355632 h 1025526"/>
                  <a:gd name="csX24" fmla="*/ 65364 w 400051"/>
                  <a:gd name="csY24" fmla="*/ 334963 h 1025526"/>
                  <a:gd name="csX25" fmla="*/ 65439 w 400051"/>
                  <a:gd name="csY25" fmla="*/ 335834 h 1025526"/>
                  <a:gd name="csX26" fmla="*/ 76819 w 400051"/>
                  <a:gd name="csY26" fmla="*/ 310415 h 1025526"/>
                  <a:gd name="csX27" fmla="*/ 118680 w 400051"/>
                  <a:gd name="csY27" fmla="*/ 239433 h 1025526"/>
                  <a:gd name="csX28" fmla="*/ 169020 w 400051"/>
                  <a:gd name="csY28" fmla="*/ 173748 h 1025526"/>
                  <a:gd name="csX29" fmla="*/ 226778 w 400051"/>
                  <a:gd name="csY29" fmla="*/ 114949 h 1025526"/>
                  <a:gd name="csX30" fmla="*/ 290894 w 400051"/>
                  <a:gd name="csY30" fmla="*/ 63037 h 1025526"/>
                  <a:gd name="csX31" fmla="*/ 361899 w 400051"/>
                  <a:gd name="csY31" fmla="*/ 18540 h 1025526"/>
                  <a:gd name="csX32" fmla="*/ 400051 w 400051"/>
                  <a:gd name="csY32" fmla="*/ 0 h 1025526"/>
                  <a:gd name="csX0" fmla="*/ 125413 w 400051"/>
                  <a:gd name="csY0" fmla="*/ 1025526 h 1116966"/>
                  <a:gd name="csX1" fmla="*/ 112659 w 400051"/>
                  <a:gd name="csY1" fmla="*/ 1006447 h 1116966"/>
                  <a:gd name="csX2" fmla="*/ 88746 w 400051"/>
                  <a:gd name="csY2" fmla="*/ 966698 h 1116966"/>
                  <a:gd name="csX3" fmla="*/ 67489 w 400051"/>
                  <a:gd name="csY3" fmla="*/ 926420 h 1116966"/>
                  <a:gd name="csX4" fmla="*/ 49421 w 400051"/>
                  <a:gd name="csY4" fmla="*/ 884552 h 1116966"/>
                  <a:gd name="csX5" fmla="*/ 33479 w 400051"/>
                  <a:gd name="csY5" fmla="*/ 842153 h 1116966"/>
                  <a:gd name="csX6" fmla="*/ 21256 w 400051"/>
                  <a:gd name="csY6" fmla="*/ 799225 h 1116966"/>
                  <a:gd name="csX7" fmla="*/ 11691 w 400051"/>
                  <a:gd name="csY7" fmla="*/ 754707 h 1116966"/>
                  <a:gd name="csX8" fmla="*/ 4783 w 400051"/>
                  <a:gd name="csY8" fmla="*/ 710188 h 1116966"/>
                  <a:gd name="csX9" fmla="*/ 1063 w 400051"/>
                  <a:gd name="csY9" fmla="*/ 665670 h 1116966"/>
                  <a:gd name="csX10" fmla="*/ 0 w 400051"/>
                  <a:gd name="csY10" fmla="*/ 620622 h 1116966"/>
                  <a:gd name="csX11" fmla="*/ 2126 w 400051"/>
                  <a:gd name="csY11" fmla="*/ 576104 h 1116966"/>
                  <a:gd name="csX12" fmla="*/ 6908 w 400051"/>
                  <a:gd name="csY12" fmla="*/ 531055 h 1116966"/>
                  <a:gd name="csX13" fmla="*/ 14348 w 400051"/>
                  <a:gd name="csY13" fmla="*/ 486537 h 1116966"/>
                  <a:gd name="csX14" fmla="*/ 18464 w 400051"/>
                  <a:gd name="csY14" fmla="*/ 469296 h 1116966"/>
                  <a:gd name="csX15" fmla="*/ 19061 w 400051"/>
                  <a:gd name="csY15" fmla="*/ 466152 h 1116966"/>
                  <a:gd name="csX16" fmla="*/ 19832 w 400051"/>
                  <a:gd name="csY16" fmla="*/ 463568 h 1116966"/>
                  <a:gd name="csX17" fmla="*/ 24976 w 400051"/>
                  <a:gd name="csY17" fmla="*/ 442019 h 1116966"/>
                  <a:gd name="csX18" fmla="*/ 38793 w 400051"/>
                  <a:gd name="csY18" fmla="*/ 398561 h 1116966"/>
                  <a:gd name="csX19" fmla="*/ 40666 w 400051"/>
                  <a:gd name="csY19" fmla="*/ 393680 h 1116966"/>
                  <a:gd name="csX20" fmla="*/ 42906 w 400051"/>
                  <a:gd name="csY20" fmla="*/ 386165 h 1116966"/>
                  <a:gd name="csX21" fmla="*/ 47412 w 400051"/>
                  <a:gd name="csY21" fmla="*/ 376100 h 1116966"/>
                  <a:gd name="csX22" fmla="*/ 55267 w 400051"/>
                  <a:gd name="csY22" fmla="*/ 355632 h 1116966"/>
                  <a:gd name="csX23" fmla="*/ 65364 w 400051"/>
                  <a:gd name="csY23" fmla="*/ 334963 h 1116966"/>
                  <a:gd name="csX24" fmla="*/ 65439 w 400051"/>
                  <a:gd name="csY24" fmla="*/ 335834 h 1116966"/>
                  <a:gd name="csX25" fmla="*/ 76819 w 400051"/>
                  <a:gd name="csY25" fmla="*/ 310415 h 1116966"/>
                  <a:gd name="csX26" fmla="*/ 118680 w 400051"/>
                  <a:gd name="csY26" fmla="*/ 239433 h 1116966"/>
                  <a:gd name="csX27" fmla="*/ 169020 w 400051"/>
                  <a:gd name="csY27" fmla="*/ 173748 h 1116966"/>
                  <a:gd name="csX28" fmla="*/ 226778 w 400051"/>
                  <a:gd name="csY28" fmla="*/ 114949 h 1116966"/>
                  <a:gd name="csX29" fmla="*/ 290894 w 400051"/>
                  <a:gd name="csY29" fmla="*/ 63037 h 1116966"/>
                  <a:gd name="csX30" fmla="*/ 361899 w 400051"/>
                  <a:gd name="csY30" fmla="*/ 18540 h 1116966"/>
                  <a:gd name="csX31" fmla="*/ 400051 w 400051"/>
                  <a:gd name="csY31" fmla="*/ 0 h 1116966"/>
                  <a:gd name="csX32" fmla="*/ 216853 w 400051"/>
                  <a:gd name="csY32" fmla="*/ 1116966 h 1116966"/>
                  <a:gd name="csX0" fmla="*/ 125413 w 400051"/>
                  <a:gd name="csY0" fmla="*/ 1025526 h 1025526"/>
                  <a:gd name="csX1" fmla="*/ 112659 w 400051"/>
                  <a:gd name="csY1" fmla="*/ 1006447 h 1025526"/>
                  <a:gd name="csX2" fmla="*/ 88746 w 400051"/>
                  <a:gd name="csY2" fmla="*/ 966698 h 1025526"/>
                  <a:gd name="csX3" fmla="*/ 67489 w 400051"/>
                  <a:gd name="csY3" fmla="*/ 926420 h 1025526"/>
                  <a:gd name="csX4" fmla="*/ 49421 w 400051"/>
                  <a:gd name="csY4" fmla="*/ 884552 h 1025526"/>
                  <a:gd name="csX5" fmla="*/ 33479 w 400051"/>
                  <a:gd name="csY5" fmla="*/ 842153 h 1025526"/>
                  <a:gd name="csX6" fmla="*/ 21256 w 400051"/>
                  <a:gd name="csY6" fmla="*/ 799225 h 1025526"/>
                  <a:gd name="csX7" fmla="*/ 11691 w 400051"/>
                  <a:gd name="csY7" fmla="*/ 754707 h 1025526"/>
                  <a:gd name="csX8" fmla="*/ 4783 w 400051"/>
                  <a:gd name="csY8" fmla="*/ 710188 h 1025526"/>
                  <a:gd name="csX9" fmla="*/ 1063 w 400051"/>
                  <a:gd name="csY9" fmla="*/ 665670 h 1025526"/>
                  <a:gd name="csX10" fmla="*/ 0 w 400051"/>
                  <a:gd name="csY10" fmla="*/ 620622 h 1025526"/>
                  <a:gd name="csX11" fmla="*/ 2126 w 400051"/>
                  <a:gd name="csY11" fmla="*/ 576104 h 1025526"/>
                  <a:gd name="csX12" fmla="*/ 6908 w 400051"/>
                  <a:gd name="csY12" fmla="*/ 531055 h 1025526"/>
                  <a:gd name="csX13" fmla="*/ 14348 w 400051"/>
                  <a:gd name="csY13" fmla="*/ 486537 h 1025526"/>
                  <a:gd name="csX14" fmla="*/ 18464 w 400051"/>
                  <a:gd name="csY14" fmla="*/ 469296 h 1025526"/>
                  <a:gd name="csX15" fmla="*/ 19061 w 400051"/>
                  <a:gd name="csY15" fmla="*/ 466152 h 1025526"/>
                  <a:gd name="csX16" fmla="*/ 19832 w 400051"/>
                  <a:gd name="csY16" fmla="*/ 463568 h 1025526"/>
                  <a:gd name="csX17" fmla="*/ 24976 w 400051"/>
                  <a:gd name="csY17" fmla="*/ 442019 h 1025526"/>
                  <a:gd name="csX18" fmla="*/ 38793 w 400051"/>
                  <a:gd name="csY18" fmla="*/ 398561 h 1025526"/>
                  <a:gd name="csX19" fmla="*/ 40666 w 400051"/>
                  <a:gd name="csY19" fmla="*/ 393680 h 1025526"/>
                  <a:gd name="csX20" fmla="*/ 42906 w 400051"/>
                  <a:gd name="csY20" fmla="*/ 386165 h 1025526"/>
                  <a:gd name="csX21" fmla="*/ 47412 w 400051"/>
                  <a:gd name="csY21" fmla="*/ 376100 h 1025526"/>
                  <a:gd name="csX22" fmla="*/ 55267 w 400051"/>
                  <a:gd name="csY22" fmla="*/ 355632 h 1025526"/>
                  <a:gd name="csX23" fmla="*/ 65364 w 400051"/>
                  <a:gd name="csY23" fmla="*/ 334963 h 1025526"/>
                  <a:gd name="csX24" fmla="*/ 65439 w 400051"/>
                  <a:gd name="csY24" fmla="*/ 335834 h 1025526"/>
                  <a:gd name="csX25" fmla="*/ 76819 w 400051"/>
                  <a:gd name="csY25" fmla="*/ 310415 h 1025526"/>
                  <a:gd name="csX26" fmla="*/ 118680 w 400051"/>
                  <a:gd name="csY26" fmla="*/ 239433 h 1025526"/>
                  <a:gd name="csX27" fmla="*/ 169020 w 400051"/>
                  <a:gd name="csY27" fmla="*/ 173748 h 1025526"/>
                  <a:gd name="csX28" fmla="*/ 226778 w 400051"/>
                  <a:gd name="csY28" fmla="*/ 114949 h 1025526"/>
                  <a:gd name="csX29" fmla="*/ 290894 w 400051"/>
                  <a:gd name="csY29" fmla="*/ 63037 h 1025526"/>
                  <a:gd name="csX30" fmla="*/ 361899 w 400051"/>
                  <a:gd name="csY30" fmla="*/ 18540 h 1025526"/>
                  <a:gd name="csX31" fmla="*/ 400051 w 400051"/>
                  <a:gd name="csY31" fmla="*/ 0 h 1025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400051" h="1025526">
                    <a:moveTo>
                      <a:pt x="125413" y="1025526"/>
                    </a:moveTo>
                    <a:lnTo>
                      <a:pt x="112659" y="1006447"/>
                    </a:lnTo>
                    <a:lnTo>
                      <a:pt x="88746" y="966698"/>
                    </a:lnTo>
                    <a:lnTo>
                      <a:pt x="67489" y="926420"/>
                    </a:lnTo>
                    <a:lnTo>
                      <a:pt x="49421" y="884552"/>
                    </a:lnTo>
                    <a:lnTo>
                      <a:pt x="33479" y="842153"/>
                    </a:lnTo>
                    <a:lnTo>
                      <a:pt x="21256" y="799225"/>
                    </a:lnTo>
                    <a:lnTo>
                      <a:pt x="11691" y="754707"/>
                    </a:lnTo>
                    <a:lnTo>
                      <a:pt x="4783" y="710188"/>
                    </a:lnTo>
                    <a:lnTo>
                      <a:pt x="1063" y="665670"/>
                    </a:lnTo>
                    <a:cubicBezTo>
                      <a:pt x="709" y="650654"/>
                      <a:pt x="354" y="635638"/>
                      <a:pt x="0" y="620622"/>
                    </a:cubicBezTo>
                    <a:cubicBezTo>
                      <a:pt x="709" y="605783"/>
                      <a:pt x="1417" y="590943"/>
                      <a:pt x="2126" y="576104"/>
                    </a:cubicBezTo>
                    <a:lnTo>
                      <a:pt x="6908" y="531055"/>
                    </a:lnTo>
                    <a:lnTo>
                      <a:pt x="14348" y="486537"/>
                    </a:lnTo>
                    <a:lnTo>
                      <a:pt x="18464" y="469296"/>
                    </a:lnTo>
                    <a:lnTo>
                      <a:pt x="19061" y="466152"/>
                    </a:lnTo>
                    <a:lnTo>
                      <a:pt x="19832" y="463568"/>
                    </a:lnTo>
                    <a:lnTo>
                      <a:pt x="24976" y="442019"/>
                    </a:lnTo>
                    <a:lnTo>
                      <a:pt x="38793" y="398561"/>
                    </a:lnTo>
                    <a:lnTo>
                      <a:pt x="40666" y="393680"/>
                    </a:lnTo>
                    <a:lnTo>
                      <a:pt x="42906" y="386165"/>
                    </a:lnTo>
                    <a:lnTo>
                      <a:pt x="47412" y="376100"/>
                    </a:lnTo>
                    <a:lnTo>
                      <a:pt x="55267" y="355632"/>
                    </a:lnTo>
                    <a:lnTo>
                      <a:pt x="65364" y="334963"/>
                    </a:lnTo>
                    <a:cubicBezTo>
                      <a:pt x="65389" y="335253"/>
                      <a:pt x="65414" y="335544"/>
                      <a:pt x="65439" y="335834"/>
                    </a:cubicBezTo>
                    <a:lnTo>
                      <a:pt x="76819" y="310415"/>
                    </a:lnTo>
                    <a:lnTo>
                      <a:pt x="118680" y="239433"/>
                    </a:lnTo>
                    <a:lnTo>
                      <a:pt x="169020" y="173748"/>
                    </a:lnTo>
                    <a:lnTo>
                      <a:pt x="226778" y="114949"/>
                    </a:lnTo>
                    <a:lnTo>
                      <a:pt x="290894" y="63037"/>
                    </a:lnTo>
                    <a:lnTo>
                      <a:pt x="361899" y="18540"/>
                    </a:lnTo>
                    <a:lnTo>
                      <a:pt x="400051" y="0"/>
                    </a:lnTo>
                  </a:path>
                </a:pathLst>
              </a:custGeom>
              <a:noFill/>
              <a:ln w="22225" cap="rnd">
                <a:solidFill>
                  <a:srgbClr val="3AC6E1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0" name="Freeform 53">
                <a:extLst>
                  <a:ext uri="{FF2B5EF4-FFF2-40B4-BE49-F238E27FC236}">
                    <a16:creationId xmlns:a16="http://schemas.microsoft.com/office/drawing/2014/main" id="{40273ED6-F952-D6CB-C972-97BA017A2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4163" y="2301875"/>
                <a:ext cx="455613" cy="887413"/>
              </a:xfrm>
              <a:custGeom>
                <a:avLst/>
                <a:gdLst>
                  <a:gd name="T0" fmla="*/ 0 w 861"/>
                  <a:gd name="T1" fmla="*/ 0 h 1677"/>
                  <a:gd name="T2" fmla="*/ 63 w 861"/>
                  <a:gd name="T3" fmla="*/ 24 h 1677"/>
                  <a:gd name="T4" fmla="*/ 183 w 861"/>
                  <a:gd name="T5" fmla="*/ 82 h 1677"/>
                  <a:gd name="T6" fmla="*/ 294 w 861"/>
                  <a:gd name="T7" fmla="*/ 150 h 1677"/>
                  <a:gd name="T8" fmla="*/ 395 w 861"/>
                  <a:gd name="T9" fmla="*/ 228 h 1677"/>
                  <a:gd name="T10" fmla="*/ 489 w 861"/>
                  <a:gd name="T11" fmla="*/ 314 h 1677"/>
                  <a:gd name="T12" fmla="*/ 573 w 861"/>
                  <a:gd name="T13" fmla="*/ 409 h 1677"/>
                  <a:gd name="T14" fmla="*/ 647 w 861"/>
                  <a:gd name="T15" fmla="*/ 511 h 1677"/>
                  <a:gd name="T16" fmla="*/ 710 w 861"/>
                  <a:gd name="T17" fmla="*/ 619 h 1677"/>
                  <a:gd name="T18" fmla="*/ 763 w 861"/>
                  <a:gd name="T19" fmla="*/ 734 h 1677"/>
                  <a:gd name="T20" fmla="*/ 806 w 861"/>
                  <a:gd name="T21" fmla="*/ 852 h 1677"/>
                  <a:gd name="T22" fmla="*/ 836 w 861"/>
                  <a:gd name="T23" fmla="*/ 974 h 1677"/>
                  <a:gd name="T24" fmla="*/ 855 w 861"/>
                  <a:gd name="T25" fmla="*/ 1100 h 1677"/>
                  <a:gd name="T26" fmla="*/ 861 w 861"/>
                  <a:gd name="T27" fmla="*/ 1226 h 1677"/>
                  <a:gd name="T28" fmla="*/ 856 w 861"/>
                  <a:gd name="T29" fmla="*/ 1355 h 1677"/>
                  <a:gd name="T30" fmla="*/ 836 w 861"/>
                  <a:gd name="T31" fmla="*/ 1484 h 1677"/>
                  <a:gd name="T32" fmla="*/ 804 w 861"/>
                  <a:gd name="T33" fmla="*/ 1613 h 1677"/>
                  <a:gd name="T34" fmla="*/ 782 w 861"/>
                  <a:gd name="T35" fmla="*/ 1677 h 1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61" h="1677">
                    <a:moveTo>
                      <a:pt x="0" y="0"/>
                    </a:moveTo>
                    <a:lnTo>
                      <a:pt x="63" y="24"/>
                    </a:lnTo>
                    <a:lnTo>
                      <a:pt x="183" y="82"/>
                    </a:lnTo>
                    <a:lnTo>
                      <a:pt x="294" y="150"/>
                    </a:lnTo>
                    <a:lnTo>
                      <a:pt x="395" y="228"/>
                    </a:lnTo>
                    <a:lnTo>
                      <a:pt x="489" y="314"/>
                    </a:lnTo>
                    <a:lnTo>
                      <a:pt x="573" y="409"/>
                    </a:lnTo>
                    <a:lnTo>
                      <a:pt x="647" y="511"/>
                    </a:lnTo>
                    <a:lnTo>
                      <a:pt x="710" y="619"/>
                    </a:lnTo>
                    <a:lnTo>
                      <a:pt x="763" y="734"/>
                    </a:lnTo>
                    <a:lnTo>
                      <a:pt x="806" y="852"/>
                    </a:lnTo>
                    <a:lnTo>
                      <a:pt x="836" y="974"/>
                    </a:lnTo>
                    <a:lnTo>
                      <a:pt x="855" y="1100"/>
                    </a:lnTo>
                    <a:lnTo>
                      <a:pt x="861" y="1226"/>
                    </a:lnTo>
                    <a:lnTo>
                      <a:pt x="856" y="1355"/>
                    </a:lnTo>
                    <a:lnTo>
                      <a:pt x="836" y="1484"/>
                    </a:lnTo>
                    <a:lnTo>
                      <a:pt x="804" y="1613"/>
                    </a:lnTo>
                    <a:lnTo>
                      <a:pt x="782" y="1677"/>
                    </a:lnTo>
                  </a:path>
                </a:pathLst>
              </a:custGeom>
              <a:noFill/>
              <a:ln w="22225" cap="rnd">
                <a:solidFill>
                  <a:srgbClr val="3AC6E1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1" name="Freeform 54">
                <a:extLst>
                  <a:ext uri="{FF2B5EF4-FFF2-40B4-BE49-F238E27FC236}">
                    <a16:creationId xmlns:a16="http://schemas.microsoft.com/office/drawing/2014/main" id="{C6097B09-5AE7-C124-EFD0-D09D3764A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0" y="3414713"/>
                <a:ext cx="561975" cy="230188"/>
              </a:xfrm>
              <a:custGeom>
                <a:avLst/>
                <a:gdLst>
                  <a:gd name="T0" fmla="*/ 1063 w 1063"/>
                  <a:gd name="T1" fmla="*/ 0 h 434"/>
                  <a:gd name="T2" fmla="*/ 1012 w 1063"/>
                  <a:gd name="T3" fmla="*/ 55 h 434"/>
                  <a:gd name="T4" fmla="*/ 899 w 1063"/>
                  <a:gd name="T5" fmla="*/ 154 h 434"/>
                  <a:gd name="T6" fmla="*/ 778 w 1063"/>
                  <a:gd name="T7" fmla="*/ 239 h 434"/>
                  <a:gd name="T8" fmla="*/ 648 w 1063"/>
                  <a:gd name="T9" fmla="*/ 308 h 434"/>
                  <a:gd name="T10" fmla="*/ 512 w 1063"/>
                  <a:gd name="T11" fmla="*/ 363 h 434"/>
                  <a:gd name="T12" fmla="*/ 371 w 1063"/>
                  <a:gd name="T13" fmla="*/ 403 h 434"/>
                  <a:gd name="T14" fmla="*/ 224 w 1063"/>
                  <a:gd name="T15" fmla="*/ 427 h 434"/>
                  <a:gd name="T16" fmla="*/ 74 w 1063"/>
                  <a:gd name="T17" fmla="*/ 434 h 434"/>
                  <a:gd name="T18" fmla="*/ 0 w 1063"/>
                  <a:gd name="T19" fmla="*/ 42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3" h="434">
                    <a:moveTo>
                      <a:pt x="1063" y="0"/>
                    </a:moveTo>
                    <a:lnTo>
                      <a:pt x="1012" y="55"/>
                    </a:lnTo>
                    <a:lnTo>
                      <a:pt x="899" y="154"/>
                    </a:lnTo>
                    <a:lnTo>
                      <a:pt x="778" y="239"/>
                    </a:lnTo>
                    <a:lnTo>
                      <a:pt x="648" y="308"/>
                    </a:lnTo>
                    <a:lnTo>
                      <a:pt x="512" y="363"/>
                    </a:lnTo>
                    <a:lnTo>
                      <a:pt x="371" y="403"/>
                    </a:lnTo>
                    <a:lnTo>
                      <a:pt x="224" y="427"/>
                    </a:lnTo>
                    <a:lnTo>
                      <a:pt x="74" y="434"/>
                    </a:lnTo>
                    <a:lnTo>
                      <a:pt x="0" y="429"/>
                    </a:lnTo>
                  </a:path>
                </a:pathLst>
              </a:custGeom>
              <a:noFill/>
              <a:ln w="22225" cap="rnd">
                <a:solidFill>
                  <a:srgbClr val="3AC6E1"/>
                </a:solidFill>
                <a:prstDash val="solid"/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D134D7E-5A8A-163E-DEC5-65F3510317A3}"/>
                </a:ext>
              </a:extLst>
            </p:cNvPr>
            <p:cNvGrpSpPr/>
            <p:nvPr/>
          </p:nvGrpSpPr>
          <p:grpSpPr>
            <a:xfrm>
              <a:off x="793750" y="2427288"/>
              <a:ext cx="1047750" cy="1049338"/>
              <a:chOff x="793750" y="2427288"/>
              <a:chExt cx="1047750" cy="1049338"/>
            </a:xfrm>
          </p:grpSpPr>
          <p:sp>
            <p:nvSpPr>
              <p:cNvPr id="142" name="Freeform 45">
                <a:extLst>
                  <a:ext uri="{FF2B5EF4-FFF2-40B4-BE49-F238E27FC236}">
                    <a16:creationId xmlns:a16="http://schemas.microsoft.com/office/drawing/2014/main" id="{1792A2D8-B402-04D5-CBBF-3FC9E0018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" y="2427288"/>
                <a:ext cx="1047750" cy="1049338"/>
              </a:xfrm>
              <a:prstGeom prst="ellipse">
                <a:avLst/>
              </a:prstGeom>
              <a:solidFill>
                <a:srgbClr val="3AC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59283978-E79C-C8F3-BEFE-5B835A8A4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525" y="2532063"/>
                <a:ext cx="838200" cy="8397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4" name="Freeform 47">
                <a:extLst>
                  <a:ext uri="{FF2B5EF4-FFF2-40B4-BE49-F238E27FC236}">
                    <a16:creationId xmlns:a16="http://schemas.microsoft.com/office/drawing/2014/main" id="{C160039E-7160-C9C4-F6E5-9888AB863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188" y="2627313"/>
                <a:ext cx="650875" cy="649288"/>
              </a:xfrm>
              <a:prstGeom prst="ellipse">
                <a:avLst/>
              </a:prstGeom>
              <a:solidFill>
                <a:srgbClr val="3AC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5" name="Freeform 48">
                <a:extLst>
                  <a:ext uri="{FF2B5EF4-FFF2-40B4-BE49-F238E27FC236}">
                    <a16:creationId xmlns:a16="http://schemas.microsoft.com/office/drawing/2014/main" id="{D373E8F6-0708-C5EB-21E1-826251043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438" y="2720975"/>
                <a:ext cx="460375" cy="4619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6" name="Freeform 49">
                <a:extLst>
                  <a:ext uri="{FF2B5EF4-FFF2-40B4-BE49-F238E27FC236}">
                    <a16:creationId xmlns:a16="http://schemas.microsoft.com/office/drawing/2014/main" id="{32373AA2-2FAB-E477-2042-47CA57FDA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2809875"/>
                <a:ext cx="282575" cy="284163"/>
              </a:xfrm>
              <a:prstGeom prst="ellipse">
                <a:avLst/>
              </a:prstGeom>
              <a:solidFill>
                <a:srgbClr val="3AC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7" name="Freeform 50">
                <a:extLst>
                  <a:ext uri="{FF2B5EF4-FFF2-40B4-BE49-F238E27FC236}">
                    <a16:creationId xmlns:a16="http://schemas.microsoft.com/office/drawing/2014/main" id="{80986188-6C6D-29AB-2C50-36E86AA6B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238" y="2900363"/>
                <a:ext cx="104775" cy="1031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8" name="Freeform 51">
                <a:extLst>
                  <a:ext uri="{FF2B5EF4-FFF2-40B4-BE49-F238E27FC236}">
                    <a16:creationId xmlns:a16="http://schemas.microsoft.com/office/drawing/2014/main" id="{804735D3-5F60-858E-ABD4-84B8F3555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0" y="2922588"/>
                <a:ext cx="57150" cy="58738"/>
              </a:xfrm>
              <a:prstGeom prst="ellipse">
                <a:avLst/>
              </a:prstGeom>
              <a:solidFill>
                <a:srgbClr val="3AC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39" name="Freeform 63">
              <a:extLst>
                <a:ext uri="{FF2B5EF4-FFF2-40B4-BE49-F238E27FC236}">
                  <a16:creationId xmlns:a16="http://schemas.microsoft.com/office/drawing/2014/main" id="{55297192-7567-693E-73C8-F253853E6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67" y="2153269"/>
              <a:ext cx="450850" cy="450850"/>
            </a:xfrm>
            <a:prstGeom prst="ellipse">
              <a:avLst/>
            </a:prstGeom>
            <a:solidFill>
              <a:srgbClr val="3AC6E1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68580" rIns="0" bIns="6858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05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4D5DE21-3ED4-9F1B-FEBC-CF6B629D4970}"/>
              </a:ext>
            </a:extLst>
          </p:cNvPr>
          <p:cNvGrpSpPr/>
          <p:nvPr/>
        </p:nvGrpSpPr>
        <p:grpSpPr>
          <a:xfrm>
            <a:off x="214832" y="7082792"/>
            <a:ext cx="3252833" cy="1904450"/>
            <a:chOff x="332936" y="2699581"/>
            <a:chExt cx="3014241" cy="1269633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A0B7909-D38A-CFA9-8ACD-B59C14120ECF}"/>
                </a:ext>
              </a:extLst>
            </p:cNvPr>
            <p:cNvSpPr txBox="1"/>
            <p:nvPr/>
          </p:nvSpPr>
          <p:spPr>
            <a:xfrm>
              <a:off x="332936" y="2699581"/>
              <a:ext cx="2926080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1">
                  <a:ln>
                    <a:noFill/>
                  </a:ln>
                  <a:solidFill>
                    <a:srgbClr val="244470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Respond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78C6794-43B4-A3EC-ED79-19BB787DDF75}"/>
                </a:ext>
              </a:extLst>
            </p:cNvPr>
            <p:cNvSpPr txBox="1"/>
            <p:nvPr/>
          </p:nvSpPr>
          <p:spPr>
            <a:xfrm>
              <a:off x="421097" y="3086922"/>
              <a:ext cx="2926080" cy="882292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0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Send </a:t>
              </a:r>
              <a:r>
                <a:rPr lang="en-US" sz="2000" i="1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Fraud Letter Mistakenly Sent or Affiliation </a:t>
              </a:r>
              <a:r>
                <a:rPr lang="en-US" sz="20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with Property Disabled macro.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9E1CF1F-7B0E-5C3B-6540-2C0C50658C32}"/>
              </a:ext>
            </a:extLst>
          </p:cNvPr>
          <p:cNvGrpSpPr/>
          <p:nvPr/>
        </p:nvGrpSpPr>
        <p:grpSpPr>
          <a:xfrm>
            <a:off x="3889993" y="7082791"/>
            <a:ext cx="3157694" cy="2212227"/>
            <a:chOff x="332936" y="2699581"/>
            <a:chExt cx="2926080" cy="1474818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8DF7819-6609-81D5-48E5-ED7CC875444F}"/>
                </a:ext>
              </a:extLst>
            </p:cNvPr>
            <p:cNvSpPr txBox="1"/>
            <p:nvPr/>
          </p:nvSpPr>
          <p:spPr>
            <a:xfrm>
              <a:off x="332936" y="2699581"/>
              <a:ext cx="2926080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1">
                  <a:ln>
                    <a:noFill/>
                  </a:ln>
                  <a:solidFill>
                    <a:srgbClr val="6EA56C">
                      <a:lumMod val="7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Educate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E496FFE-1BC0-915F-AF89-4B07F8454E02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108747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lvl="0" algn="just" defTabSz="1371600">
                <a:defRPr sz="180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en-US" sz="2000" dirty="0"/>
                <a:t>If they registered by mistake, remind them only authorized representatives should register.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FEC6607-9C22-5005-1A77-96E44C75F546}"/>
              </a:ext>
            </a:extLst>
          </p:cNvPr>
          <p:cNvGrpSpPr/>
          <p:nvPr/>
        </p:nvGrpSpPr>
        <p:grpSpPr>
          <a:xfrm>
            <a:off x="7227843" y="7131414"/>
            <a:ext cx="3675161" cy="1548053"/>
            <a:chOff x="20367" y="2731996"/>
            <a:chExt cx="3405591" cy="1032035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B359E66D-8DA2-B19F-5ED3-E9E46CBA1827}"/>
                </a:ext>
              </a:extLst>
            </p:cNvPr>
            <p:cNvSpPr txBox="1"/>
            <p:nvPr/>
          </p:nvSpPr>
          <p:spPr>
            <a:xfrm>
              <a:off x="20367" y="2731996"/>
              <a:ext cx="3405591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1">
                  <a:ln>
                    <a:noFill/>
                  </a:ln>
                  <a:solidFill>
                    <a:srgbClr val="FBA91E">
                      <a:lumMod val="7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Correct Review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B02B01A-EFAD-D95B-337A-E40CD8A0172B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67710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lvl="0" algn="just" defTabSz="1371600">
                <a:defRPr sz="180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en-US" sz="2000" dirty="0"/>
                <a:t>Downgrade the "fraudulent" review to Regular Remove (Other).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09D64C2-A452-AC6D-D418-B1FEB71CCBA3}"/>
              </a:ext>
            </a:extLst>
          </p:cNvPr>
          <p:cNvGrpSpPr/>
          <p:nvPr/>
        </p:nvGrpSpPr>
        <p:grpSpPr>
          <a:xfrm>
            <a:off x="11240314" y="7082793"/>
            <a:ext cx="3157694" cy="1504342"/>
            <a:chOff x="332936" y="2699581"/>
            <a:chExt cx="2926080" cy="1002894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99BEE287-E765-91BE-E9FA-A99C6A144FBA}"/>
                </a:ext>
              </a:extLst>
            </p:cNvPr>
            <p:cNvSpPr txBox="1"/>
            <p:nvPr/>
          </p:nvSpPr>
          <p:spPr>
            <a:xfrm>
              <a:off x="332936" y="2699581"/>
              <a:ext cx="2926080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1">
                  <a:ln>
                    <a:noFill/>
                  </a:ln>
                  <a:solidFill>
                    <a:srgbClr val="F15F47">
                      <a:lumMod val="7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Clean Up Tools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6225A8D-26DF-AD90-48E4-039782634734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61555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lvl="0" algn="just" defTabSz="1371600">
                <a:defRPr sz="200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en-US" dirty="0"/>
                <a:t>Disable owner attributes in Location Center and registration in the Owner Tool.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EBEE4A1-8482-EB2F-89E5-BD9E46A24113}"/>
              </a:ext>
            </a:extLst>
          </p:cNvPr>
          <p:cNvGrpSpPr/>
          <p:nvPr/>
        </p:nvGrpSpPr>
        <p:grpSpPr>
          <a:xfrm>
            <a:off x="14915477" y="7082794"/>
            <a:ext cx="3157694" cy="1504342"/>
            <a:chOff x="332936" y="2699581"/>
            <a:chExt cx="2926080" cy="1002894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72A117E-9C30-0CFD-624F-05AC6DD3B6DF}"/>
                </a:ext>
              </a:extLst>
            </p:cNvPr>
            <p:cNvSpPr txBox="1"/>
            <p:nvPr/>
          </p:nvSpPr>
          <p:spPr>
            <a:xfrm>
              <a:off x="332936" y="2699581"/>
              <a:ext cx="2926080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1">
                  <a:ln>
                    <a:noFill/>
                  </a:ln>
                  <a:solidFill>
                    <a:srgbClr val="3AC6E1">
                      <a:lumMod val="7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Escalate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9FBF202-1D80-8A13-61E8-A0E680D4C607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61555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lvl="0" algn="just" defTabSz="1371600">
                <a:defRPr sz="200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en-US" dirty="0"/>
                <a:t>Ask Tier 2 via a ZD escalation to clear the Fraud Letter from the Location Center.</a:t>
              </a:r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id="{BD16DA6C-EC4B-44AA-BA83-BBAD61574711}"/>
              </a:ext>
            </a:extLst>
          </p:cNvPr>
          <p:cNvSpPr/>
          <p:nvPr/>
        </p:nvSpPr>
        <p:spPr>
          <a:xfrm>
            <a:off x="12302774" y="5816260"/>
            <a:ext cx="1032773" cy="944649"/>
          </a:xfrm>
          <a:custGeom>
            <a:avLst/>
            <a:gdLst/>
            <a:ahLst/>
            <a:cxnLst/>
            <a:rect l="l" t="t" r="r" b="b"/>
            <a:pathLst>
              <a:path w="5309419" h="4114800">
                <a:moveTo>
                  <a:pt x="0" y="0"/>
                </a:moveTo>
                <a:lnTo>
                  <a:pt x="5309419" y="0"/>
                </a:lnTo>
                <a:lnTo>
                  <a:pt x="53094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21B5D3AB-8B62-D649-4BB1-560D22E24B17}"/>
              </a:ext>
            </a:extLst>
          </p:cNvPr>
          <p:cNvSpPr/>
          <p:nvPr/>
        </p:nvSpPr>
        <p:spPr>
          <a:xfrm>
            <a:off x="1374591" y="5983738"/>
            <a:ext cx="836670" cy="777171"/>
          </a:xfrm>
          <a:custGeom>
            <a:avLst/>
            <a:gdLst/>
            <a:ahLst/>
            <a:cxnLst/>
            <a:rect l="l" t="t" r="r" b="b"/>
            <a:pathLst>
              <a:path w="3312414" h="4114800">
                <a:moveTo>
                  <a:pt x="0" y="0"/>
                </a:moveTo>
                <a:lnTo>
                  <a:pt x="3312414" y="0"/>
                </a:lnTo>
                <a:lnTo>
                  <a:pt x="33124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3D86EBA-B58E-7902-D09B-D622AFC2285A}"/>
              </a:ext>
            </a:extLst>
          </p:cNvPr>
          <p:cNvSpPr/>
          <p:nvPr/>
        </p:nvSpPr>
        <p:spPr>
          <a:xfrm>
            <a:off x="8618891" y="5816260"/>
            <a:ext cx="1032774" cy="1035013"/>
          </a:xfrm>
          <a:custGeom>
            <a:avLst/>
            <a:gdLst/>
            <a:ahLst/>
            <a:cxnLst/>
            <a:rect l="l" t="t" r="r" b="b"/>
            <a:pathLst>
              <a:path w="3175155" h="2683006">
                <a:moveTo>
                  <a:pt x="0" y="0"/>
                </a:moveTo>
                <a:lnTo>
                  <a:pt x="3175155" y="0"/>
                </a:lnTo>
                <a:lnTo>
                  <a:pt x="3175155" y="2683006"/>
                </a:lnTo>
                <a:lnTo>
                  <a:pt x="0" y="2683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AF61D3ED-1D77-21DA-B9E1-3A7968047486}"/>
              </a:ext>
            </a:extLst>
          </p:cNvPr>
          <p:cNvSpPr/>
          <p:nvPr/>
        </p:nvSpPr>
        <p:spPr>
          <a:xfrm>
            <a:off x="15862477" y="5816260"/>
            <a:ext cx="1026988" cy="94875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6F0C204B-FC0B-8E7C-E20C-E4808056E467}"/>
              </a:ext>
            </a:extLst>
          </p:cNvPr>
          <p:cNvSpPr/>
          <p:nvPr/>
        </p:nvSpPr>
        <p:spPr>
          <a:xfrm>
            <a:off x="4624046" y="5953314"/>
            <a:ext cx="1957472" cy="838018"/>
          </a:xfrm>
          <a:custGeom>
            <a:avLst/>
            <a:gdLst/>
            <a:ahLst/>
            <a:cxnLst/>
            <a:rect l="l" t="t" r="r" b="b"/>
            <a:pathLst>
              <a:path w="7315200" h="2779776">
                <a:moveTo>
                  <a:pt x="0" y="0"/>
                </a:moveTo>
                <a:lnTo>
                  <a:pt x="7315200" y="0"/>
                </a:lnTo>
                <a:lnTo>
                  <a:pt x="7315200" y="2779776"/>
                </a:lnTo>
                <a:lnTo>
                  <a:pt x="0" y="277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37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B778E-D78E-47C9-56A3-33CDD2CC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BF5B1B28-2616-5767-9DD9-F9EFDD4F714D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74B67C-1E4A-AF75-CE16-23ECD9915464}"/>
              </a:ext>
            </a:extLst>
          </p:cNvPr>
          <p:cNvSpPr/>
          <p:nvPr/>
        </p:nvSpPr>
        <p:spPr>
          <a:xfrm>
            <a:off x="685800" y="913496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2: Valid Fraud, Wrong Recipient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0056F79-2782-3AAE-3887-DC6C8CF4EE8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2: Valid fraud, wrong recipient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4F172A-FC2A-EDCA-8B9D-216981FA90BC}"/>
              </a:ext>
            </a:extLst>
          </p:cNvPr>
          <p:cNvGrpSpPr/>
          <p:nvPr/>
        </p:nvGrpSpPr>
        <p:grpSpPr>
          <a:xfrm>
            <a:off x="941622" y="2606221"/>
            <a:ext cx="7659123" cy="5486400"/>
            <a:chOff x="2032903" y="794300"/>
            <a:chExt cx="4000741" cy="246730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AA8010CC-50A1-F986-6356-58562A39F18F}"/>
                </a:ext>
              </a:extLst>
            </p:cNvPr>
            <p:cNvSpPr/>
            <p:nvPr/>
          </p:nvSpPr>
          <p:spPr>
            <a:xfrm>
              <a:off x="2036544" y="1103621"/>
              <a:ext cx="3817452" cy="534945"/>
            </a:xfrm>
            <a:custGeom>
              <a:avLst/>
              <a:gdLst>
                <a:gd name="connsiteX0" fmla="*/ 660585 w 715122"/>
                <a:gd name="connsiteY0" fmla="*/ 0 h 100211"/>
                <a:gd name="connsiteX1" fmla="*/ 0 w 715122"/>
                <a:gd name="connsiteY1" fmla="*/ 0 h 100211"/>
                <a:gd name="connsiteX2" fmla="*/ 0 w 715122"/>
                <a:gd name="connsiteY2" fmla="*/ 100211 h 100211"/>
                <a:gd name="connsiteX3" fmla="*/ 715123 w 715122"/>
                <a:gd name="connsiteY3" fmla="*/ 100211 h 100211"/>
                <a:gd name="connsiteX4" fmla="*/ 715123 w 715122"/>
                <a:gd name="connsiteY4" fmla="*/ 54537 h 100211"/>
                <a:gd name="connsiteX5" fmla="*/ 660585 w 715122"/>
                <a:gd name="connsiteY5" fmla="*/ 0 h 10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122" h="100211">
                  <a:moveTo>
                    <a:pt x="660585" y="0"/>
                  </a:moveTo>
                  <a:lnTo>
                    <a:pt x="0" y="0"/>
                  </a:lnTo>
                  <a:lnTo>
                    <a:pt x="0" y="100211"/>
                  </a:lnTo>
                  <a:lnTo>
                    <a:pt x="715123" y="100211"/>
                  </a:lnTo>
                  <a:lnTo>
                    <a:pt x="715123" y="54537"/>
                  </a:lnTo>
                  <a:cubicBezTo>
                    <a:pt x="715123" y="24542"/>
                    <a:pt x="690581" y="0"/>
                    <a:pt x="660585" y="0"/>
                  </a:cubicBezTo>
                  <a:close/>
                </a:path>
              </a:pathLst>
            </a:custGeom>
            <a:solidFill>
              <a:srgbClr val="FBA91E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3B18359-8CA3-0641-5AE5-348958277A95}"/>
                </a:ext>
              </a:extLst>
            </p:cNvPr>
            <p:cNvGrpSpPr/>
            <p:nvPr/>
          </p:nvGrpSpPr>
          <p:grpSpPr>
            <a:xfrm>
              <a:off x="2032903" y="794300"/>
              <a:ext cx="4000741" cy="2467303"/>
              <a:chOff x="2032903" y="794300"/>
              <a:chExt cx="4000741" cy="24673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" name="Freeform 4">
                <a:extLst>
                  <a:ext uri="{FF2B5EF4-FFF2-40B4-BE49-F238E27FC236}">
                    <a16:creationId xmlns:a16="http://schemas.microsoft.com/office/drawing/2014/main" id="{9C9C41EA-127C-B89E-B54C-C90BE632026E}"/>
                  </a:ext>
                </a:extLst>
              </p:cNvPr>
              <p:cNvSpPr/>
              <p:nvPr/>
            </p:nvSpPr>
            <p:spPr>
              <a:xfrm>
                <a:off x="2032903" y="1973366"/>
                <a:ext cx="1273696" cy="1288237"/>
              </a:xfrm>
              <a:custGeom>
                <a:avLst/>
                <a:gdLst>
                  <a:gd name="connsiteX0" fmla="*/ 0 w 238601"/>
                  <a:gd name="connsiteY0" fmla="*/ 0 h 241325"/>
                  <a:gd name="connsiteX1" fmla="*/ 0 w 238601"/>
                  <a:gd name="connsiteY1" fmla="*/ 186788 h 241325"/>
                  <a:gd name="connsiteX2" fmla="*/ 54537 w 238601"/>
                  <a:gd name="connsiteY2" fmla="*/ 241325 h 241325"/>
                  <a:gd name="connsiteX3" fmla="*/ 238601 w 238601"/>
                  <a:gd name="connsiteY3" fmla="*/ 241325 h 241325"/>
                  <a:gd name="connsiteX4" fmla="*/ 238601 w 238601"/>
                  <a:gd name="connsiteY4" fmla="*/ 0 h 241325"/>
                  <a:gd name="connsiteX5" fmla="*/ 0 w 238601"/>
                  <a:gd name="connsiteY5" fmla="*/ 0 h 241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601" h="241325">
                    <a:moveTo>
                      <a:pt x="0" y="0"/>
                    </a:moveTo>
                    <a:lnTo>
                      <a:pt x="0" y="186788"/>
                    </a:lnTo>
                    <a:cubicBezTo>
                      <a:pt x="0" y="216784"/>
                      <a:pt x="24542" y="241325"/>
                      <a:pt x="54537" y="241325"/>
                    </a:cubicBezTo>
                    <a:lnTo>
                      <a:pt x="238601" y="241325"/>
                    </a:lnTo>
                    <a:lnTo>
                      <a:pt x="23860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A91E">
                  <a:lumMod val="60000"/>
                  <a:lumOff val="40000"/>
                </a:srgbClr>
              </a:solidFill>
              <a:ln w="68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DE0444B-6AE7-893E-27AD-C4BF308DD7A7}"/>
                  </a:ext>
                </a:extLst>
              </p:cNvPr>
              <p:cNvSpPr/>
              <p:nvPr/>
            </p:nvSpPr>
            <p:spPr>
              <a:xfrm>
                <a:off x="3306604" y="1973366"/>
                <a:ext cx="2547392" cy="1288237"/>
              </a:xfrm>
              <a:custGeom>
                <a:avLst/>
                <a:gdLst>
                  <a:gd name="connsiteX0" fmla="*/ 0 w 2547392"/>
                  <a:gd name="connsiteY0" fmla="*/ 0 h 1288237"/>
                  <a:gd name="connsiteX1" fmla="*/ 1273696 w 2547392"/>
                  <a:gd name="connsiteY1" fmla="*/ 0 h 1288237"/>
                  <a:gd name="connsiteX2" fmla="*/ 2547392 w 2547392"/>
                  <a:gd name="connsiteY2" fmla="*/ 0 h 1288237"/>
                  <a:gd name="connsiteX3" fmla="*/ 2547392 w 2547392"/>
                  <a:gd name="connsiteY3" fmla="*/ 997109 h 1288237"/>
                  <a:gd name="connsiteX4" fmla="*/ 2256264 w 2547392"/>
                  <a:gd name="connsiteY4" fmla="*/ 1288237 h 1288237"/>
                  <a:gd name="connsiteX5" fmla="*/ 1273696 w 2547392"/>
                  <a:gd name="connsiteY5" fmla="*/ 1288237 h 1288237"/>
                  <a:gd name="connsiteX6" fmla="*/ 0 w 2547392"/>
                  <a:gd name="connsiteY6" fmla="*/ 1288237 h 1288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7392" h="1288237">
                    <a:moveTo>
                      <a:pt x="0" y="0"/>
                    </a:moveTo>
                    <a:lnTo>
                      <a:pt x="1273696" y="0"/>
                    </a:lnTo>
                    <a:lnTo>
                      <a:pt x="2547392" y="0"/>
                    </a:lnTo>
                    <a:lnTo>
                      <a:pt x="2547392" y="997109"/>
                    </a:lnTo>
                    <a:cubicBezTo>
                      <a:pt x="2547392" y="1157233"/>
                      <a:pt x="2416388" y="1288237"/>
                      <a:pt x="2256264" y="1288237"/>
                    </a:cubicBezTo>
                    <a:lnTo>
                      <a:pt x="1273696" y="1288237"/>
                    </a:lnTo>
                    <a:lnTo>
                      <a:pt x="0" y="1288237"/>
                    </a:lnTo>
                    <a:close/>
                  </a:path>
                </a:pathLst>
              </a:custGeom>
              <a:solidFill>
                <a:srgbClr val="FBA91E"/>
              </a:solidFill>
              <a:ln w="681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FBF6B262-89A3-1CF5-B86A-E240E1BCF7C9}"/>
                  </a:ext>
                </a:extLst>
              </p:cNvPr>
              <p:cNvSpPr/>
              <p:nvPr/>
            </p:nvSpPr>
            <p:spPr>
              <a:xfrm>
                <a:off x="2032903" y="794300"/>
                <a:ext cx="3817452" cy="1179060"/>
              </a:xfrm>
              <a:custGeom>
                <a:avLst/>
                <a:gdLst>
                  <a:gd name="connsiteX0" fmla="*/ 293139 w 715122"/>
                  <a:gd name="connsiteY0" fmla="*/ 109074 h 220873"/>
                  <a:gd name="connsiteX1" fmla="*/ 238601 w 715122"/>
                  <a:gd name="connsiteY1" fmla="*/ 54537 h 220873"/>
                  <a:gd name="connsiteX2" fmla="*/ 238601 w 715122"/>
                  <a:gd name="connsiteY2" fmla="*/ 54537 h 220873"/>
                  <a:gd name="connsiteX3" fmla="*/ 184064 w 715122"/>
                  <a:gd name="connsiteY3" fmla="*/ 0 h 220873"/>
                  <a:gd name="connsiteX4" fmla="*/ 54537 w 715122"/>
                  <a:gd name="connsiteY4" fmla="*/ 0 h 220873"/>
                  <a:gd name="connsiteX5" fmla="*/ 0 w 715122"/>
                  <a:gd name="connsiteY5" fmla="*/ 54537 h 220873"/>
                  <a:gd name="connsiteX6" fmla="*/ 0 w 715122"/>
                  <a:gd name="connsiteY6" fmla="*/ 220874 h 220873"/>
                  <a:gd name="connsiteX7" fmla="*/ 715123 w 715122"/>
                  <a:gd name="connsiteY7" fmla="*/ 220874 h 220873"/>
                  <a:gd name="connsiteX8" fmla="*/ 715123 w 715122"/>
                  <a:gd name="connsiteY8" fmla="*/ 109074 h 220873"/>
                  <a:gd name="connsiteX9" fmla="*/ 293139 w 715122"/>
                  <a:gd name="connsiteY9" fmla="*/ 109074 h 220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5122" h="220873">
                    <a:moveTo>
                      <a:pt x="293139" y="109074"/>
                    </a:moveTo>
                    <a:cubicBezTo>
                      <a:pt x="263143" y="109074"/>
                      <a:pt x="238601" y="84532"/>
                      <a:pt x="238601" y="54537"/>
                    </a:cubicBezTo>
                    <a:lnTo>
                      <a:pt x="238601" y="54537"/>
                    </a:lnTo>
                    <a:cubicBezTo>
                      <a:pt x="238601" y="24542"/>
                      <a:pt x="214060" y="0"/>
                      <a:pt x="184064" y="0"/>
                    </a:cubicBezTo>
                    <a:lnTo>
                      <a:pt x="54537" y="0"/>
                    </a:lnTo>
                    <a:cubicBezTo>
                      <a:pt x="24542" y="0"/>
                      <a:pt x="0" y="24542"/>
                      <a:pt x="0" y="54537"/>
                    </a:cubicBezTo>
                    <a:lnTo>
                      <a:pt x="0" y="220874"/>
                    </a:lnTo>
                    <a:lnTo>
                      <a:pt x="715123" y="220874"/>
                    </a:lnTo>
                    <a:lnTo>
                      <a:pt x="715123" y="109074"/>
                    </a:lnTo>
                    <a:lnTo>
                      <a:pt x="293139" y="109074"/>
                    </a:lnTo>
                    <a:close/>
                  </a:path>
                </a:pathLst>
              </a:custGeom>
              <a:solidFill>
                <a:srgbClr val="FBA91E">
                  <a:lumMod val="20000"/>
                  <a:lumOff val="80000"/>
                </a:srgbClr>
              </a:solidFill>
              <a:ln w="6814" cap="flat">
                <a:noFill/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441B7A5-76A9-9473-6733-6793F29B7F01}"/>
                  </a:ext>
                </a:extLst>
              </p:cNvPr>
              <p:cNvSpPr txBox="1"/>
              <p:nvPr/>
            </p:nvSpPr>
            <p:spPr>
              <a:xfrm>
                <a:off x="2212551" y="1448528"/>
                <a:ext cx="3821093" cy="4290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lvl="0" defTabSz="1371600"/>
                <a:r>
                  <a:rPr lang="en-US" sz="2800" b="1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When the fraud is real, but the letter reached the wrong person</a:t>
                </a:r>
                <a:endParaRPr kumimoji="0" lang="en-US" sz="2800" b="1" i="0" u="none" strike="noStrike" kern="0" cap="none" spc="0" normalizeH="0" baseline="0" noProof="1">
                  <a:ln>
                    <a:noFill/>
                  </a:ln>
                  <a:solidFill>
                    <a:srgbClr val="002B11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B5E984-789C-8C24-F3E2-121A7BAD95B6}"/>
                  </a:ext>
                </a:extLst>
              </p:cNvPr>
              <p:cNvSpPr txBox="1"/>
              <p:nvPr/>
            </p:nvSpPr>
            <p:spPr>
              <a:xfrm>
                <a:off x="3428693" y="2063839"/>
                <a:ext cx="2296161" cy="1107288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>
                <a:defPPr>
                  <a:defRPr lang="en-US"/>
                </a:defPPr>
                <a:lvl1pPr lvl="0" algn="just" defTabSz="1371600">
                  <a:defRPr sz="2200" b="1" kern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lvl1pPr>
              </a:lstStyle>
              <a:p>
                <a:r>
                  <a:rPr lang="en-US" noProof="1">
                    <a:solidFill>
                      <a:srgbClr val="002B11"/>
                    </a:solidFill>
                  </a:rPr>
                  <a:t>Respond: </a:t>
                </a:r>
                <a:r>
                  <a:rPr lang="en-US" b="0" noProof="1">
                    <a:solidFill>
                      <a:srgbClr val="002B11"/>
                    </a:solidFill>
                  </a:rPr>
                  <a:t>Use the Affiliation With Property Disabled macro</a:t>
                </a:r>
              </a:p>
              <a:p>
                <a:endParaRPr lang="en-US" b="0" noProof="1">
                  <a:solidFill>
                    <a:srgbClr val="002B11"/>
                  </a:solidFill>
                </a:endParaRPr>
              </a:p>
              <a:p>
                <a:r>
                  <a:rPr lang="en-US" noProof="1">
                    <a:solidFill>
                      <a:srgbClr val="002B11"/>
                    </a:solidFill>
                  </a:rPr>
                  <a:t>Clean up Tools:</a:t>
                </a:r>
                <a:r>
                  <a:rPr lang="en-US" b="0" noProof="1">
                    <a:solidFill>
                      <a:srgbClr val="002B11"/>
                    </a:solidFill>
                  </a:rPr>
                  <a:t> Disable owner attributes in Location Center and registration in the Owner Tool</a:t>
                </a: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00FC73-366C-E978-1DDF-908E51F8EFB0}"/>
              </a:ext>
            </a:extLst>
          </p:cNvPr>
          <p:cNvGrpSpPr/>
          <p:nvPr/>
        </p:nvGrpSpPr>
        <p:grpSpPr>
          <a:xfrm>
            <a:off x="9602328" y="2606221"/>
            <a:ext cx="7315200" cy="5486400"/>
            <a:chOff x="6341644" y="794300"/>
            <a:chExt cx="3817452" cy="246730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57331D5D-17C6-A4D5-ACD6-E9CEA0CC1672}"/>
                </a:ext>
              </a:extLst>
            </p:cNvPr>
            <p:cNvSpPr/>
            <p:nvPr/>
          </p:nvSpPr>
          <p:spPr>
            <a:xfrm>
              <a:off x="6341644" y="1103621"/>
              <a:ext cx="3817452" cy="534945"/>
            </a:xfrm>
            <a:custGeom>
              <a:avLst/>
              <a:gdLst>
                <a:gd name="connsiteX0" fmla="*/ 660585 w 715122"/>
                <a:gd name="connsiteY0" fmla="*/ 0 h 100211"/>
                <a:gd name="connsiteX1" fmla="*/ 0 w 715122"/>
                <a:gd name="connsiteY1" fmla="*/ 0 h 100211"/>
                <a:gd name="connsiteX2" fmla="*/ 0 w 715122"/>
                <a:gd name="connsiteY2" fmla="*/ 100211 h 100211"/>
                <a:gd name="connsiteX3" fmla="*/ 715123 w 715122"/>
                <a:gd name="connsiteY3" fmla="*/ 100211 h 100211"/>
                <a:gd name="connsiteX4" fmla="*/ 715123 w 715122"/>
                <a:gd name="connsiteY4" fmla="*/ 54537 h 100211"/>
                <a:gd name="connsiteX5" fmla="*/ 660585 w 715122"/>
                <a:gd name="connsiteY5" fmla="*/ 0 h 10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122" h="100211">
                  <a:moveTo>
                    <a:pt x="660585" y="0"/>
                  </a:moveTo>
                  <a:lnTo>
                    <a:pt x="0" y="0"/>
                  </a:lnTo>
                  <a:lnTo>
                    <a:pt x="0" y="100211"/>
                  </a:lnTo>
                  <a:lnTo>
                    <a:pt x="715123" y="100211"/>
                  </a:lnTo>
                  <a:lnTo>
                    <a:pt x="715123" y="54537"/>
                  </a:lnTo>
                  <a:cubicBezTo>
                    <a:pt x="715123" y="24542"/>
                    <a:pt x="690581" y="0"/>
                    <a:pt x="660585" y="0"/>
                  </a:cubicBezTo>
                  <a:close/>
                </a:path>
              </a:pathLst>
            </a:custGeom>
            <a:solidFill>
              <a:srgbClr val="3AC6E1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861DD07-C050-DFDD-DE61-7C476CAAC133}"/>
                </a:ext>
              </a:extLst>
            </p:cNvPr>
            <p:cNvGrpSpPr/>
            <p:nvPr/>
          </p:nvGrpSpPr>
          <p:grpSpPr>
            <a:xfrm>
              <a:off x="6341644" y="794300"/>
              <a:ext cx="3817452" cy="2467303"/>
              <a:chOff x="6341644" y="794300"/>
              <a:chExt cx="3817452" cy="24673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14191825-E0F1-E06E-E21C-B2DBA346866A}"/>
                  </a:ext>
                </a:extLst>
              </p:cNvPr>
              <p:cNvSpPr/>
              <p:nvPr/>
            </p:nvSpPr>
            <p:spPr>
              <a:xfrm>
                <a:off x="6341644" y="1973366"/>
                <a:ext cx="1273696" cy="1288237"/>
              </a:xfrm>
              <a:custGeom>
                <a:avLst/>
                <a:gdLst>
                  <a:gd name="connsiteX0" fmla="*/ 0 w 238601"/>
                  <a:gd name="connsiteY0" fmla="*/ 0 h 241325"/>
                  <a:gd name="connsiteX1" fmla="*/ 0 w 238601"/>
                  <a:gd name="connsiteY1" fmla="*/ 186788 h 241325"/>
                  <a:gd name="connsiteX2" fmla="*/ 54537 w 238601"/>
                  <a:gd name="connsiteY2" fmla="*/ 241325 h 241325"/>
                  <a:gd name="connsiteX3" fmla="*/ 238601 w 238601"/>
                  <a:gd name="connsiteY3" fmla="*/ 241325 h 241325"/>
                  <a:gd name="connsiteX4" fmla="*/ 238601 w 238601"/>
                  <a:gd name="connsiteY4" fmla="*/ 0 h 241325"/>
                  <a:gd name="connsiteX5" fmla="*/ 0 w 238601"/>
                  <a:gd name="connsiteY5" fmla="*/ 0 h 241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601" h="241325">
                    <a:moveTo>
                      <a:pt x="0" y="0"/>
                    </a:moveTo>
                    <a:lnTo>
                      <a:pt x="0" y="186788"/>
                    </a:lnTo>
                    <a:cubicBezTo>
                      <a:pt x="0" y="216784"/>
                      <a:pt x="24542" y="241325"/>
                      <a:pt x="54537" y="241325"/>
                    </a:cubicBezTo>
                    <a:lnTo>
                      <a:pt x="238601" y="241325"/>
                    </a:lnTo>
                    <a:lnTo>
                      <a:pt x="23860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C6E1">
                  <a:lumMod val="60000"/>
                  <a:lumOff val="40000"/>
                </a:srgbClr>
              </a:solidFill>
              <a:ln w="68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E18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ADA2C27-3205-249C-9E17-9D020E7B7771}"/>
                  </a:ext>
                </a:extLst>
              </p:cNvPr>
              <p:cNvSpPr/>
              <p:nvPr/>
            </p:nvSpPr>
            <p:spPr>
              <a:xfrm>
                <a:off x="7615345" y="1973366"/>
                <a:ext cx="2543751" cy="1288237"/>
              </a:xfrm>
              <a:custGeom>
                <a:avLst/>
                <a:gdLst>
                  <a:gd name="connsiteX0" fmla="*/ 0 w 2543751"/>
                  <a:gd name="connsiteY0" fmla="*/ 0 h 1288237"/>
                  <a:gd name="connsiteX1" fmla="*/ 1270055 w 2543751"/>
                  <a:gd name="connsiteY1" fmla="*/ 0 h 1288237"/>
                  <a:gd name="connsiteX2" fmla="*/ 1273701 w 2543751"/>
                  <a:gd name="connsiteY2" fmla="*/ 0 h 1288237"/>
                  <a:gd name="connsiteX3" fmla="*/ 2543751 w 2543751"/>
                  <a:gd name="connsiteY3" fmla="*/ 0 h 1288237"/>
                  <a:gd name="connsiteX4" fmla="*/ 2543751 w 2543751"/>
                  <a:gd name="connsiteY4" fmla="*/ 997109 h 1288237"/>
                  <a:gd name="connsiteX5" fmla="*/ 2252622 w 2543751"/>
                  <a:gd name="connsiteY5" fmla="*/ 1288237 h 1288237"/>
                  <a:gd name="connsiteX6" fmla="*/ 1273701 w 2543751"/>
                  <a:gd name="connsiteY6" fmla="*/ 1288237 h 1288237"/>
                  <a:gd name="connsiteX7" fmla="*/ 1270055 w 2543751"/>
                  <a:gd name="connsiteY7" fmla="*/ 1288237 h 1288237"/>
                  <a:gd name="connsiteX8" fmla="*/ 0 w 2543751"/>
                  <a:gd name="connsiteY8" fmla="*/ 1288237 h 1288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43751" h="1288237">
                    <a:moveTo>
                      <a:pt x="0" y="0"/>
                    </a:moveTo>
                    <a:lnTo>
                      <a:pt x="1270055" y="0"/>
                    </a:lnTo>
                    <a:lnTo>
                      <a:pt x="1273701" y="0"/>
                    </a:lnTo>
                    <a:lnTo>
                      <a:pt x="2543751" y="0"/>
                    </a:lnTo>
                    <a:lnTo>
                      <a:pt x="2543751" y="997109"/>
                    </a:lnTo>
                    <a:cubicBezTo>
                      <a:pt x="2543751" y="1157233"/>
                      <a:pt x="2412747" y="1288237"/>
                      <a:pt x="2252622" y="1288237"/>
                    </a:cubicBezTo>
                    <a:lnTo>
                      <a:pt x="1273701" y="1288237"/>
                    </a:lnTo>
                    <a:lnTo>
                      <a:pt x="1270055" y="1288237"/>
                    </a:lnTo>
                    <a:lnTo>
                      <a:pt x="0" y="1288237"/>
                    </a:lnTo>
                    <a:close/>
                  </a:path>
                </a:pathLst>
              </a:custGeom>
              <a:solidFill>
                <a:srgbClr val="3AC6E1"/>
              </a:solidFill>
              <a:ln w="681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E18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17">
                <a:extLst>
                  <a:ext uri="{FF2B5EF4-FFF2-40B4-BE49-F238E27FC236}">
                    <a16:creationId xmlns:a16="http://schemas.microsoft.com/office/drawing/2014/main" id="{38E1D076-6451-8E47-728B-103052289F47}"/>
                  </a:ext>
                </a:extLst>
              </p:cNvPr>
              <p:cNvSpPr/>
              <p:nvPr/>
            </p:nvSpPr>
            <p:spPr>
              <a:xfrm>
                <a:off x="6341644" y="794300"/>
                <a:ext cx="3817452" cy="1179060"/>
              </a:xfrm>
              <a:custGeom>
                <a:avLst/>
                <a:gdLst>
                  <a:gd name="connsiteX0" fmla="*/ 293139 w 715122"/>
                  <a:gd name="connsiteY0" fmla="*/ 109074 h 220873"/>
                  <a:gd name="connsiteX1" fmla="*/ 238601 w 715122"/>
                  <a:gd name="connsiteY1" fmla="*/ 54537 h 220873"/>
                  <a:gd name="connsiteX2" fmla="*/ 238601 w 715122"/>
                  <a:gd name="connsiteY2" fmla="*/ 54537 h 220873"/>
                  <a:gd name="connsiteX3" fmla="*/ 184064 w 715122"/>
                  <a:gd name="connsiteY3" fmla="*/ 0 h 220873"/>
                  <a:gd name="connsiteX4" fmla="*/ 54537 w 715122"/>
                  <a:gd name="connsiteY4" fmla="*/ 0 h 220873"/>
                  <a:gd name="connsiteX5" fmla="*/ 0 w 715122"/>
                  <a:gd name="connsiteY5" fmla="*/ 54537 h 220873"/>
                  <a:gd name="connsiteX6" fmla="*/ 0 w 715122"/>
                  <a:gd name="connsiteY6" fmla="*/ 220874 h 220873"/>
                  <a:gd name="connsiteX7" fmla="*/ 715123 w 715122"/>
                  <a:gd name="connsiteY7" fmla="*/ 220874 h 220873"/>
                  <a:gd name="connsiteX8" fmla="*/ 715123 w 715122"/>
                  <a:gd name="connsiteY8" fmla="*/ 109074 h 220873"/>
                  <a:gd name="connsiteX9" fmla="*/ 293139 w 715122"/>
                  <a:gd name="connsiteY9" fmla="*/ 109074 h 220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5122" h="220873">
                    <a:moveTo>
                      <a:pt x="293139" y="109074"/>
                    </a:moveTo>
                    <a:cubicBezTo>
                      <a:pt x="263143" y="109074"/>
                      <a:pt x="238601" y="84532"/>
                      <a:pt x="238601" y="54537"/>
                    </a:cubicBezTo>
                    <a:lnTo>
                      <a:pt x="238601" y="54537"/>
                    </a:lnTo>
                    <a:cubicBezTo>
                      <a:pt x="238601" y="24542"/>
                      <a:pt x="214059" y="0"/>
                      <a:pt x="184064" y="0"/>
                    </a:cubicBezTo>
                    <a:lnTo>
                      <a:pt x="54537" y="0"/>
                    </a:lnTo>
                    <a:cubicBezTo>
                      <a:pt x="24542" y="0"/>
                      <a:pt x="0" y="24542"/>
                      <a:pt x="0" y="54537"/>
                    </a:cubicBezTo>
                    <a:lnTo>
                      <a:pt x="0" y="220874"/>
                    </a:lnTo>
                    <a:lnTo>
                      <a:pt x="715123" y="220874"/>
                    </a:lnTo>
                    <a:lnTo>
                      <a:pt x="715123" y="109074"/>
                    </a:lnTo>
                    <a:lnTo>
                      <a:pt x="293139" y="109074"/>
                    </a:lnTo>
                    <a:close/>
                  </a:path>
                </a:pathLst>
              </a:custGeom>
              <a:solidFill>
                <a:srgbClr val="3AC6E1">
                  <a:lumMod val="20000"/>
                  <a:lumOff val="80000"/>
                </a:srgbClr>
              </a:solidFill>
              <a:ln w="6814" cap="flat">
                <a:noFill/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E18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9CBC1B-9636-6A1F-75EB-ECB9E77CFECD}"/>
                  </a:ext>
                </a:extLst>
              </p:cNvPr>
              <p:cNvSpPr txBox="1"/>
              <p:nvPr/>
            </p:nvSpPr>
            <p:spPr>
              <a:xfrm>
                <a:off x="7737322" y="2063839"/>
                <a:ext cx="2296161" cy="1107288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lvl="0" algn="just" defTabSz="1371600"/>
                <a:r>
                  <a:rPr lang="en-US" sz="2200" b="1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For Boosting: </a:t>
                </a:r>
                <a:r>
                  <a:rPr lang="en-US" sz="2200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Re-send via URD, on the last fraud removal</a:t>
                </a:r>
              </a:p>
              <a:p>
                <a:pPr lvl="0" algn="just" defTabSz="1371600"/>
                <a:endPara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lvl="0" algn="just" defTabSz="1371600"/>
                <a:r>
                  <a:rPr lang="en-US" sz="2200" b="1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For Bullying, Incentives, or Vandalism: </a:t>
                </a:r>
                <a:r>
                  <a:rPr lang="en-US" sz="2200" kern="0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Re-send to the property via the Location Center</a:t>
                </a:r>
                <a:endParaRPr kumimoji="0" lang="en-US" sz="2200" b="0" i="0" u="none" strike="noStrike" kern="0" cap="none" spc="0" normalizeH="0" baseline="0" noProof="1">
                  <a:ln>
                    <a:noFill/>
                  </a:ln>
                  <a:solidFill>
                    <a:srgbClr val="002B11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9D09587-988D-B552-D17A-B10611151BCA}"/>
              </a:ext>
            </a:extLst>
          </p:cNvPr>
          <p:cNvSpPr txBox="1"/>
          <p:nvPr/>
        </p:nvSpPr>
        <p:spPr>
          <a:xfrm>
            <a:off x="9921137" y="4178475"/>
            <a:ext cx="7315200" cy="52322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 defTabSz="1371600"/>
            <a:r>
              <a:rPr lang="en-US" sz="28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Re-route the Letter</a:t>
            </a:r>
            <a:endParaRPr kumimoji="0" lang="en-US" sz="28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482D929-22C1-4D87-18DA-E03B566C7C34}"/>
              </a:ext>
            </a:extLst>
          </p:cNvPr>
          <p:cNvSpPr/>
          <p:nvPr/>
        </p:nvSpPr>
        <p:spPr>
          <a:xfrm>
            <a:off x="10206713" y="5844002"/>
            <a:ext cx="1432073" cy="1474829"/>
          </a:xfrm>
          <a:custGeom>
            <a:avLst/>
            <a:gdLst/>
            <a:ahLst/>
            <a:cxnLst/>
            <a:rect l="l" t="t" r="r" b="b"/>
            <a:pathLst>
              <a:path w="4711345" h="4783091">
                <a:moveTo>
                  <a:pt x="0" y="0"/>
                </a:moveTo>
                <a:lnTo>
                  <a:pt x="4711345" y="0"/>
                </a:lnTo>
                <a:lnTo>
                  <a:pt x="4711345" y="4783091"/>
                </a:lnTo>
                <a:lnTo>
                  <a:pt x="0" y="4783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428ABC30-A92C-65A9-D509-85CCB00413F5}"/>
              </a:ext>
            </a:extLst>
          </p:cNvPr>
          <p:cNvSpPr/>
          <p:nvPr/>
        </p:nvSpPr>
        <p:spPr>
          <a:xfrm>
            <a:off x="11149536" y="6873768"/>
            <a:ext cx="652818" cy="541514"/>
          </a:xfrm>
          <a:custGeom>
            <a:avLst/>
            <a:gdLst/>
            <a:ahLst/>
            <a:cxnLst/>
            <a:rect l="l" t="t" r="r" b="b"/>
            <a:pathLst>
              <a:path w="2454517" h="1939069">
                <a:moveTo>
                  <a:pt x="0" y="0"/>
                </a:moveTo>
                <a:lnTo>
                  <a:pt x="2454517" y="0"/>
                </a:lnTo>
                <a:lnTo>
                  <a:pt x="2454517" y="1939068"/>
                </a:lnTo>
                <a:lnTo>
                  <a:pt x="0" y="1939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2F9313-FD37-FF79-BA06-4C30A41D2320}"/>
              </a:ext>
            </a:extLst>
          </p:cNvPr>
          <p:cNvGrpSpPr/>
          <p:nvPr/>
        </p:nvGrpSpPr>
        <p:grpSpPr>
          <a:xfrm>
            <a:off x="1434040" y="5755496"/>
            <a:ext cx="1387747" cy="1620901"/>
            <a:chOff x="1434040" y="5755496"/>
            <a:chExt cx="1387747" cy="162090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70B5DCF-15F8-616D-FB92-1A18395B586F}"/>
                </a:ext>
              </a:extLst>
            </p:cNvPr>
            <p:cNvSpPr/>
            <p:nvPr/>
          </p:nvSpPr>
          <p:spPr>
            <a:xfrm>
              <a:off x="1611178" y="5755496"/>
              <a:ext cx="1210609" cy="1620901"/>
            </a:xfrm>
            <a:custGeom>
              <a:avLst/>
              <a:gdLst/>
              <a:ahLst/>
              <a:cxnLst/>
              <a:rect l="l" t="t" r="r" b="b"/>
              <a:pathLst>
                <a:path w="2551176" h="4114800">
                  <a:moveTo>
                    <a:pt x="0" y="0"/>
                  </a:moveTo>
                  <a:lnTo>
                    <a:pt x="2551176" y="0"/>
                  </a:lnTo>
                  <a:lnTo>
                    <a:pt x="255117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091FAEAB-7633-2380-1827-D24FE9CCF727}"/>
                </a:ext>
              </a:extLst>
            </p:cNvPr>
            <p:cNvSpPr/>
            <p:nvPr/>
          </p:nvSpPr>
          <p:spPr>
            <a:xfrm rot="20342437">
              <a:off x="1434040" y="6463637"/>
              <a:ext cx="600480" cy="609426"/>
            </a:xfrm>
            <a:custGeom>
              <a:avLst/>
              <a:gdLst/>
              <a:ahLst/>
              <a:cxnLst/>
              <a:rect l="l" t="t" r="r" b="b"/>
              <a:pathLst>
                <a:path w="4711345" h="4783091">
                  <a:moveTo>
                    <a:pt x="0" y="0"/>
                  </a:moveTo>
                  <a:lnTo>
                    <a:pt x="4711345" y="0"/>
                  </a:lnTo>
                  <a:lnTo>
                    <a:pt x="4711345" y="4783091"/>
                  </a:lnTo>
                  <a:lnTo>
                    <a:pt x="0" y="4783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99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6EECB-4384-1E09-5DC1-B96DBE7C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7C5C082-E933-20B6-E899-D797FD091E26}"/>
              </a:ext>
            </a:extLst>
          </p:cNvPr>
          <p:cNvSpPr/>
          <p:nvPr/>
        </p:nvSpPr>
        <p:spPr>
          <a:xfrm>
            <a:off x="685800" y="913496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3: User IS Affiliated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E83B106-91E5-9F62-6043-F233D27A52BE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3: User is affiliated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04CD97E0-BDE3-B0D6-D9E0-7C1D2D0DA0CD}"/>
              </a:ext>
            </a:extLst>
          </p:cNvPr>
          <p:cNvGrpSpPr/>
          <p:nvPr/>
        </p:nvGrpSpPr>
        <p:grpSpPr>
          <a:xfrm>
            <a:off x="800616" y="3366565"/>
            <a:ext cx="9013371" cy="3671836"/>
            <a:chOff x="0" y="0"/>
            <a:chExt cx="2137363" cy="725502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27751738-C88B-4EFD-6441-13C2337C8720}"/>
                </a:ext>
              </a:extLst>
            </p:cNvPr>
            <p:cNvSpPr/>
            <p:nvPr/>
          </p:nvSpPr>
          <p:spPr>
            <a:xfrm>
              <a:off x="0" y="0"/>
              <a:ext cx="2137363" cy="725502"/>
            </a:xfrm>
            <a:custGeom>
              <a:avLst/>
              <a:gdLst/>
              <a:ahLst/>
              <a:cxnLst/>
              <a:rect l="l" t="t" r="r" b="b"/>
              <a:pathLst>
                <a:path w="2137363" h="725502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676849"/>
                  </a:lnTo>
                  <a:cubicBezTo>
                    <a:pt x="2137363" y="703719"/>
                    <a:pt x="2115580" y="725502"/>
                    <a:pt x="2088710" y="725502"/>
                  </a:cubicBezTo>
                  <a:lnTo>
                    <a:pt x="48654" y="725502"/>
                  </a:lnTo>
                  <a:cubicBezTo>
                    <a:pt x="21783" y="725502"/>
                    <a:pt x="0" y="703719"/>
                    <a:pt x="0" y="676849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B5184">
                <a:alpha val="12941"/>
              </a:srgbClr>
            </a:solidFill>
            <a:ln w="38100" cap="rnd">
              <a:solidFill>
                <a:srgbClr val="FB5184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FE3E9A32-8130-B9B1-AB90-41C7EABCF7EE}"/>
                </a:ext>
              </a:extLst>
            </p:cNvPr>
            <p:cNvSpPr txBox="1"/>
            <p:nvPr/>
          </p:nvSpPr>
          <p:spPr>
            <a:xfrm>
              <a:off x="0" y="-47625"/>
              <a:ext cx="2137363" cy="773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5">
            <a:extLst>
              <a:ext uri="{FF2B5EF4-FFF2-40B4-BE49-F238E27FC236}">
                <a16:creationId xmlns:a16="http://schemas.microsoft.com/office/drawing/2014/main" id="{BD49FADF-2ECD-5D1E-8823-1ABF5021401D}"/>
              </a:ext>
            </a:extLst>
          </p:cNvPr>
          <p:cNvSpPr txBox="1"/>
          <p:nvPr/>
        </p:nvSpPr>
        <p:spPr>
          <a:xfrm>
            <a:off x="1082880" y="3786324"/>
            <a:ext cx="817542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1371600"/>
            <a:r>
              <a:rPr lang="en-US" sz="28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they are connected but claim they didn't register willingly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613CD22-C008-8FAC-FFB3-13CEDC3433CB}"/>
              </a:ext>
            </a:extLst>
          </p:cNvPr>
          <p:cNvSpPr txBox="1"/>
          <p:nvPr/>
        </p:nvSpPr>
        <p:spPr>
          <a:xfrm>
            <a:off x="1082880" y="5383101"/>
            <a:ext cx="7949574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0" kern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noProof="1"/>
              <a:t>Send the </a:t>
            </a:r>
            <a:r>
              <a:rPr lang="en-US" i="1" noProof="1"/>
              <a:t>Why am I Receiving this Letter </a:t>
            </a:r>
            <a:r>
              <a:rPr lang="en-US" noProof="1"/>
              <a:t>macro to encourage transparency.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DD84DA-B77C-DB44-C259-C42CDBF1B8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14" t="5935" r="4582" b="6707"/>
          <a:stretch>
            <a:fillRect/>
          </a:stretch>
        </p:blipFill>
        <p:spPr>
          <a:xfrm>
            <a:off x="9944100" y="2447394"/>
            <a:ext cx="8213271" cy="48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19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24484-3E2D-AB07-EE39-629291EA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2D9163B6-15FD-6BCF-E7CE-EFE5914D08F3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0B97C1-7AD7-770A-D461-5E465D5268B9}"/>
              </a:ext>
            </a:extLst>
          </p:cNvPr>
          <p:cNvSpPr/>
          <p:nvPr/>
        </p:nvSpPr>
        <p:spPr>
          <a:xfrm>
            <a:off x="685800" y="913496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Quick Communication Guide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48D5930-47CA-891D-3F57-356B1E976088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Quick communication guide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3BCEB7-D5D6-0E54-207E-AAA846A6AB79}"/>
              </a:ext>
            </a:extLst>
          </p:cNvPr>
          <p:cNvGrpSpPr/>
          <p:nvPr/>
        </p:nvGrpSpPr>
        <p:grpSpPr>
          <a:xfrm>
            <a:off x="3646013" y="2253744"/>
            <a:ext cx="10447506" cy="1605065"/>
            <a:chOff x="2613498" y="1265583"/>
            <a:chExt cx="6965004" cy="10700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005FDB1-4703-F76A-F0AE-1852CE30E397}"/>
                </a:ext>
              </a:extLst>
            </p:cNvPr>
            <p:cNvSpPr/>
            <p:nvPr/>
          </p:nvSpPr>
          <p:spPr>
            <a:xfrm>
              <a:off x="4101592" y="1265583"/>
              <a:ext cx="5476910" cy="1070043"/>
            </a:xfrm>
            <a:custGeom>
              <a:avLst/>
              <a:gdLst>
                <a:gd name="connsiteX0" fmla="*/ 531331 w 5476910"/>
                <a:gd name="connsiteY0" fmla="*/ 0 h 1070043"/>
                <a:gd name="connsiteX1" fmla="*/ 5298566 w 5476910"/>
                <a:gd name="connsiteY1" fmla="*/ 0 h 1070043"/>
                <a:gd name="connsiteX2" fmla="*/ 5476910 w 5476910"/>
                <a:gd name="connsiteY2" fmla="*/ 178344 h 1070043"/>
                <a:gd name="connsiteX3" fmla="*/ 5476910 w 5476910"/>
                <a:gd name="connsiteY3" fmla="*/ 891699 h 1070043"/>
                <a:gd name="connsiteX4" fmla="*/ 5298566 w 5476910"/>
                <a:gd name="connsiteY4" fmla="*/ 1070043 h 1070043"/>
                <a:gd name="connsiteX5" fmla="*/ 531332 w 5476910"/>
                <a:gd name="connsiteY5" fmla="*/ 1070043 h 1070043"/>
                <a:gd name="connsiteX6" fmla="*/ 0 w 5476910"/>
                <a:gd name="connsiteY6" fmla="*/ 535021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76910" h="1070043">
                  <a:moveTo>
                    <a:pt x="531331" y="0"/>
                  </a:moveTo>
                  <a:lnTo>
                    <a:pt x="5298566" y="0"/>
                  </a:lnTo>
                  <a:cubicBezTo>
                    <a:pt x="5397063" y="0"/>
                    <a:pt x="5476910" y="79847"/>
                    <a:pt x="5476910" y="178344"/>
                  </a:cubicBezTo>
                  <a:lnTo>
                    <a:pt x="5476910" y="891699"/>
                  </a:lnTo>
                  <a:cubicBezTo>
                    <a:pt x="5476910" y="990196"/>
                    <a:pt x="5397063" y="1070043"/>
                    <a:pt x="5298566" y="1070043"/>
                  </a:cubicBezTo>
                  <a:lnTo>
                    <a:pt x="531332" y="1070043"/>
                  </a:lnTo>
                  <a:lnTo>
                    <a:pt x="0" y="535021"/>
                  </a:lnTo>
                  <a:close/>
                </a:path>
              </a:pathLst>
            </a:custGeom>
            <a:solidFill>
              <a:srgbClr val="FEC6D7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960120" rIns="411480" rtlCol="0" anchor="ctr">
              <a:noAutofit/>
            </a:bodyPr>
            <a:lstStyle/>
            <a:p>
              <a:pPr marL="0" marR="0" lvl="0" indent="0" algn="just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EA77E39-7DAD-A871-4424-83966544FE0C}"/>
                </a:ext>
              </a:extLst>
            </p:cNvPr>
            <p:cNvSpPr/>
            <p:nvPr/>
          </p:nvSpPr>
          <p:spPr>
            <a:xfrm>
              <a:off x="2613498" y="1265583"/>
              <a:ext cx="1645806" cy="1070043"/>
            </a:xfrm>
            <a:custGeom>
              <a:avLst/>
              <a:gdLst>
                <a:gd name="connsiteX0" fmla="*/ 178344 w 1645806"/>
                <a:gd name="connsiteY0" fmla="*/ 0 h 1070043"/>
                <a:gd name="connsiteX1" fmla="*/ 1645806 w 1645806"/>
                <a:gd name="connsiteY1" fmla="*/ 0 h 1070043"/>
                <a:gd name="connsiteX2" fmla="*/ 1114474 w 1645806"/>
                <a:gd name="connsiteY2" fmla="*/ 535021 h 1070043"/>
                <a:gd name="connsiteX3" fmla="*/ 1645806 w 1645806"/>
                <a:gd name="connsiteY3" fmla="*/ 1070043 h 1070043"/>
                <a:gd name="connsiteX4" fmla="*/ 178344 w 1645806"/>
                <a:gd name="connsiteY4" fmla="*/ 1070043 h 1070043"/>
                <a:gd name="connsiteX5" fmla="*/ 0 w 1645806"/>
                <a:gd name="connsiteY5" fmla="*/ 891699 h 1070043"/>
                <a:gd name="connsiteX6" fmla="*/ 0 w 1645806"/>
                <a:gd name="connsiteY6" fmla="*/ 178344 h 1070043"/>
                <a:gd name="connsiteX7" fmla="*/ 178344 w 1645806"/>
                <a:gd name="connsiteY7" fmla="*/ 0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5806" h="1070043">
                  <a:moveTo>
                    <a:pt x="178344" y="0"/>
                  </a:moveTo>
                  <a:lnTo>
                    <a:pt x="1645806" y="0"/>
                  </a:lnTo>
                  <a:lnTo>
                    <a:pt x="1114474" y="535021"/>
                  </a:lnTo>
                  <a:lnTo>
                    <a:pt x="1645806" y="1070043"/>
                  </a:lnTo>
                  <a:lnTo>
                    <a:pt x="178344" y="1070043"/>
                  </a:lnTo>
                  <a:cubicBezTo>
                    <a:pt x="79847" y="1070043"/>
                    <a:pt x="0" y="990196"/>
                    <a:pt x="0" y="891699"/>
                  </a:cubicBezTo>
                  <a:lnTo>
                    <a:pt x="0" y="178344"/>
                  </a:lnTo>
                  <a:cubicBezTo>
                    <a:pt x="0" y="79847"/>
                    <a:pt x="79847" y="0"/>
                    <a:pt x="178344" y="0"/>
                  </a:cubicBezTo>
                  <a:close/>
                </a:path>
              </a:pathLst>
            </a:custGeom>
            <a:solidFill>
              <a:srgbClr val="FB518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3F4DFE-5210-E887-7436-DCE5DF7BDD09}"/>
                </a:ext>
              </a:extLst>
            </p:cNvPr>
            <p:cNvSpPr/>
            <p:nvPr/>
          </p:nvSpPr>
          <p:spPr>
            <a:xfrm>
              <a:off x="4101592" y="1265583"/>
              <a:ext cx="651410" cy="1070043"/>
            </a:xfrm>
            <a:custGeom>
              <a:avLst/>
              <a:gdLst>
                <a:gd name="connsiteX0" fmla="*/ 531331 w 651410"/>
                <a:gd name="connsiteY0" fmla="*/ 0 h 1070043"/>
                <a:gd name="connsiteX1" fmla="*/ 651410 w 651410"/>
                <a:gd name="connsiteY1" fmla="*/ 0 h 1070043"/>
                <a:gd name="connsiteX2" fmla="*/ 120078 w 651410"/>
                <a:gd name="connsiteY2" fmla="*/ 535021 h 1070043"/>
                <a:gd name="connsiteX3" fmla="*/ 651410 w 651410"/>
                <a:gd name="connsiteY3" fmla="*/ 1070043 h 1070043"/>
                <a:gd name="connsiteX4" fmla="*/ 531332 w 651410"/>
                <a:gd name="connsiteY4" fmla="*/ 1070043 h 1070043"/>
                <a:gd name="connsiteX5" fmla="*/ 0 w 651410"/>
                <a:gd name="connsiteY5" fmla="*/ 535021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410" h="1070043">
                  <a:moveTo>
                    <a:pt x="531331" y="0"/>
                  </a:moveTo>
                  <a:lnTo>
                    <a:pt x="651410" y="0"/>
                  </a:lnTo>
                  <a:lnTo>
                    <a:pt x="120078" y="535021"/>
                  </a:lnTo>
                  <a:lnTo>
                    <a:pt x="651410" y="1070043"/>
                  </a:lnTo>
                  <a:lnTo>
                    <a:pt x="531332" y="1070043"/>
                  </a:lnTo>
                  <a:lnTo>
                    <a:pt x="0" y="535021"/>
                  </a:lnTo>
                  <a:close/>
                </a:path>
              </a:pathLst>
            </a:custGeom>
            <a:solidFill>
              <a:srgbClr val="FB518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6D1DD-F128-90A9-3BDA-1E53FF83B265}"/>
              </a:ext>
            </a:extLst>
          </p:cNvPr>
          <p:cNvGrpSpPr/>
          <p:nvPr/>
        </p:nvGrpSpPr>
        <p:grpSpPr>
          <a:xfrm>
            <a:off x="3646013" y="6887650"/>
            <a:ext cx="10447506" cy="1605065"/>
            <a:chOff x="2613498" y="3691011"/>
            <a:chExt cx="6965004" cy="10700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E874F12-5411-62FB-8566-466B10E124B2}"/>
                </a:ext>
              </a:extLst>
            </p:cNvPr>
            <p:cNvSpPr/>
            <p:nvPr/>
          </p:nvSpPr>
          <p:spPr>
            <a:xfrm>
              <a:off x="4101592" y="3691011"/>
              <a:ext cx="5476910" cy="1070043"/>
            </a:xfrm>
            <a:custGeom>
              <a:avLst/>
              <a:gdLst>
                <a:gd name="connsiteX0" fmla="*/ 531331 w 5476910"/>
                <a:gd name="connsiteY0" fmla="*/ 0 h 1070043"/>
                <a:gd name="connsiteX1" fmla="*/ 5298566 w 5476910"/>
                <a:gd name="connsiteY1" fmla="*/ 0 h 1070043"/>
                <a:gd name="connsiteX2" fmla="*/ 5476910 w 5476910"/>
                <a:gd name="connsiteY2" fmla="*/ 178344 h 1070043"/>
                <a:gd name="connsiteX3" fmla="*/ 5476910 w 5476910"/>
                <a:gd name="connsiteY3" fmla="*/ 891699 h 1070043"/>
                <a:gd name="connsiteX4" fmla="*/ 5298566 w 5476910"/>
                <a:gd name="connsiteY4" fmla="*/ 1070043 h 1070043"/>
                <a:gd name="connsiteX5" fmla="*/ 531332 w 5476910"/>
                <a:gd name="connsiteY5" fmla="*/ 1070043 h 1070043"/>
                <a:gd name="connsiteX6" fmla="*/ 0 w 5476910"/>
                <a:gd name="connsiteY6" fmla="*/ 535021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76910" h="1070043">
                  <a:moveTo>
                    <a:pt x="531331" y="0"/>
                  </a:moveTo>
                  <a:lnTo>
                    <a:pt x="5298566" y="0"/>
                  </a:lnTo>
                  <a:cubicBezTo>
                    <a:pt x="5397063" y="0"/>
                    <a:pt x="5476910" y="79847"/>
                    <a:pt x="5476910" y="178344"/>
                  </a:cubicBezTo>
                  <a:lnTo>
                    <a:pt x="5476910" y="891699"/>
                  </a:lnTo>
                  <a:cubicBezTo>
                    <a:pt x="5476910" y="990196"/>
                    <a:pt x="5397063" y="1070043"/>
                    <a:pt x="5298566" y="1070043"/>
                  </a:cubicBezTo>
                  <a:lnTo>
                    <a:pt x="531332" y="1070043"/>
                  </a:lnTo>
                  <a:lnTo>
                    <a:pt x="0" y="535021"/>
                  </a:lnTo>
                  <a:close/>
                </a:path>
              </a:pathLst>
            </a:custGeom>
            <a:solidFill>
              <a:srgbClr val="F4FFC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960120" rIns="411480" rtlCol="0" anchor="ctr">
              <a:noAutofit/>
            </a:bodyPr>
            <a:lstStyle/>
            <a:p>
              <a:pPr marL="0" marR="0" lvl="0" indent="0" algn="just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EFDE0DD-C27F-1049-1B2A-331BE6C0ED47}"/>
                </a:ext>
              </a:extLst>
            </p:cNvPr>
            <p:cNvSpPr/>
            <p:nvPr/>
          </p:nvSpPr>
          <p:spPr>
            <a:xfrm>
              <a:off x="2613498" y="3691011"/>
              <a:ext cx="1645806" cy="1070043"/>
            </a:xfrm>
            <a:custGeom>
              <a:avLst/>
              <a:gdLst>
                <a:gd name="connsiteX0" fmla="*/ 178344 w 1645806"/>
                <a:gd name="connsiteY0" fmla="*/ 0 h 1070043"/>
                <a:gd name="connsiteX1" fmla="*/ 1645806 w 1645806"/>
                <a:gd name="connsiteY1" fmla="*/ 0 h 1070043"/>
                <a:gd name="connsiteX2" fmla="*/ 1114474 w 1645806"/>
                <a:gd name="connsiteY2" fmla="*/ 535021 h 1070043"/>
                <a:gd name="connsiteX3" fmla="*/ 1645806 w 1645806"/>
                <a:gd name="connsiteY3" fmla="*/ 1070043 h 1070043"/>
                <a:gd name="connsiteX4" fmla="*/ 178344 w 1645806"/>
                <a:gd name="connsiteY4" fmla="*/ 1070043 h 1070043"/>
                <a:gd name="connsiteX5" fmla="*/ 0 w 1645806"/>
                <a:gd name="connsiteY5" fmla="*/ 891699 h 1070043"/>
                <a:gd name="connsiteX6" fmla="*/ 0 w 1645806"/>
                <a:gd name="connsiteY6" fmla="*/ 178344 h 1070043"/>
                <a:gd name="connsiteX7" fmla="*/ 178344 w 1645806"/>
                <a:gd name="connsiteY7" fmla="*/ 0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5806" h="1070043">
                  <a:moveTo>
                    <a:pt x="178344" y="0"/>
                  </a:moveTo>
                  <a:lnTo>
                    <a:pt x="1645806" y="0"/>
                  </a:lnTo>
                  <a:lnTo>
                    <a:pt x="1114474" y="535021"/>
                  </a:lnTo>
                  <a:lnTo>
                    <a:pt x="1645806" y="1070043"/>
                  </a:lnTo>
                  <a:lnTo>
                    <a:pt x="178344" y="1070043"/>
                  </a:lnTo>
                  <a:cubicBezTo>
                    <a:pt x="79847" y="1070043"/>
                    <a:pt x="0" y="990196"/>
                    <a:pt x="0" y="891699"/>
                  </a:cubicBezTo>
                  <a:lnTo>
                    <a:pt x="0" y="178344"/>
                  </a:lnTo>
                  <a:cubicBezTo>
                    <a:pt x="0" y="79847"/>
                    <a:pt x="79847" y="0"/>
                    <a:pt x="178344" y="0"/>
                  </a:cubicBezTo>
                  <a:close/>
                </a:path>
              </a:pathLst>
            </a:custGeom>
            <a:solidFill>
              <a:srgbClr val="A2CF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8B1DB7C-A77D-92B0-9883-B2BD13F1F1A0}"/>
                </a:ext>
              </a:extLst>
            </p:cNvPr>
            <p:cNvSpPr/>
            <p:nvPr/>
          </p:nvSpPr>
          <p:spPr>
            <a:xfrm>
              <a:off x="4101592" y="3691011"/>
              <a:ext cx="651410" cy="1070043"/>
            </a:xfrm>
            <a:custGeom>
              <a:avLst/>
              <a:gdLst>
                <a:gd name="connsiteX0" fmla="*/ 531331 w 651410"/>
                <a:gd name="connsiteY0" fmla="*/ 0 h 1070043"/>
                <a:gd name="connsiteX1" fmla="*/ 651410 w 651410"/>
                <a:gd name="connsiteY1" fmla="*/ 0 h 1070043"/>
                <a:gd name="connsiteX2" fmla="*/ 120078 w 651410"/>
                <a:gd name="connsiteY2" fmla="*/ 535021 h 1070043"/>
                <a:gd name="connsiteX3" fmla="*/ 651410 w 651410"/>
                <a:gd name="connsiteY3" fmla="*/ 1070043 h 1070043"/>
                <a:gd name="connsiteX4" fmla="*/ 531332 w 651410"/>
                <a:gd name="connsiteY4" fmla="*/ 1070043 h 1070043"/>
                <a:gd name="connsiteX5" fmla="*/ 0 w 651410"/>
                <a:gd name="connsiteY5" fmla="*/ 535021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410" h="1070043">
                  <a:moveTo>
                    <a:pt x="531331" y="0"/>
                  </a:moveTo>
                  <a:lnTo>
                    <a:pt x="651410" y="0"/>
                  </a:lnTo>
                  <a:lnTo>
                    <a:pt x="120078" y="535021"/>
                  </a:lnTo>
                  <a:lnTo>
                    <a:pt x="651410" y="1070043"/>
                  </a:lnTo>
                  <a:lnTo>
                    <a:pt x="531332" y="1070043"/>
                  </a:lnTo>
                  <a:lnTo>
                    <a:pt x="0" y="535021"/>
                  </a:lnTo>
                  <a:close/>
                </a:path>
              </a:pathLst>
            </a:custGeom>
            <a:solidFill>
              <a:srgbClr val="A2CF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473912-389B-A000-95DC-F52843B04EA3}"/>
              </a:ext>
            </a:extLst>
          </p:cNvPr>
          <p:cNvGrpSpPr/>
          <p:nvPr/>
        </p:nvGrpSpPr>
        <p:grpSpPr>
          <a:xfrm>
            <a:off x="3646012" y="4570697"/>
            <a:ext cx="10447506" cy="1605065"/>
            <a:chOff x="2613497" y="2478298"/>
            <a:chExt cx="6965004" cy="10700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80CCBB-1E37-FB3C-56FB-D265A78116D2}"/>
                </a:ext>
              </a:extLst>
            </p:cNvPr>
            <p:cNvSpPr/>
            <p:nvPr/>
          </p:nvSpPr>
          <p:spPr>
            <a:xfrm>
              <a:off x="2613497" y="2478298"/>
              <a:ext cx="5476910" cy="1070043"/>
            </a:xfrm>
            <a:custGeom>
              <a:avLst/>
              <a:gdLst>
                <a:gd name="connsiteX0" fmla="*/ 178344 w 5476910"/>
                <a:gd name="connsiteY0" fmla="*/ 0 h 1070043"/>
                <a:gd name="connsiteX1" fmla="*/ 4945579 w 5476910"/>
                <a:gd name="connsiteY1" fmla="*/ 0 h 1070043"/>
                <a:gd name="connsiteX2" fmla="*/ 5476910 w 5476910"/>
                <a:gd name="connsiteY2" fmla="*/ 535021 h 1070043"/>
                <a:gd name="connsiteX3" fmla="*/ 4945578 w 5476910"/>
                <a:gd name="connsiteY3" fmla="*/ 1070043 h 1070043"/>
                <a:gd name="connsiteX4" fmla="*/ 178344 w 5476910"/>
                <a:gd name="connsiteY4" fmla="*/ 1070043 h 1070043"/>
                <a:gd name="connsiteX5" fmla="*/ 0 w 5476910"/>
                <a:gd name="connsiteY5" fmla="*/ 891699 h 1070043"/>
                <a:gd name="connsiteX6" fmla="*/ 0 w 5476910"/>
                <a:gd name="connsiteY6" fmla="*/ 178344 h 1070043"/>
                <a:gd name="connsiteX7" fmla="*/ 178344 w 5476910"/>
                <a:gd name="connsiteY7" fmla="*/ 0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76910" h="1070043">
                  <a:moveTo>
                    <a:pt x="178344" y="0"/>
                  </a:moveTo>
                  <a:lnTo>
                    <a:pt x="4945579" y="0"/>
                  </a:lnTo>
                  <a:lnTo>
                    <a:pt x="5476910" y="535021"/>
                  </a:lnTo>
                  <a:lnTo>
                    <a:pt x="4945578" y="1070043"/>
                  </a:lnTo>
                  <a:lnTo>
                    <a:pt x="178344" y="1070043"/>
                  </a:lnTo>
                  <a:cubicBezTo>
                    <a:pt x="79847" y="1070043"/>
                    <a:pt x="0" y="990196"/>
                    <a:pt x="0" y="891699"/>
                  </a:cubicBezTo>
                  <a:lnTo>
                    <a:pt x="0" y="178344"/>
                  </a:lnTo>
                  <a:cubicBezTo>
                    <a:pt x="0" y="79847"/>
                    <a:pt x="79847" y="0"/>
                    <a:pt x="178344" y="0"/>
                  </a:cubicBezTo>
                  <a:close/>
                </a:path>
              </a:pathLst>
            </a:custGeom>
            <a:solidFill>
              <a:srgbClr val="FFD7C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411480" rIns="960120" rtlCol="0" anchor="ctr">
              <a:noAutofit/>
            </a:bodyPr>
            <a:lstStyle/>
            <a:p>
              <a:pPr marL="0" marR="0" lvl="0" indent="0" algn="just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47641-0633-BF95-4332-A91336B74520}"/>
                </a:ext>
              </a:extLst>
            </p:cNvPr>
            <p:cNvSpPr/>
            <p:nvPr/>
          </p:nvSpPr>
          <p:spPr>
            <a:xfrm>
              <a:off x="7932695" y="2478298"/>
              <a:ext cx="1645806" cy="1070043"/>
            </a:xfrm>
            <a:custGeom>
              <a:avLst/>
              <a:gdLst>
                <a:gd name="connsiteX0" fmla="*/ 1 w 1645806"/>
                <a:gd name="connsiteY0" fmla="*/ 0 h 1070043"/>
                <a:gd name="connsiteX1" fmla="*/ 1467462 w 1645806"/>
                <a:gd name="connsiteY1" fmla="*/ 0 h 1070043"/>
                <a:gd name="connsiteX2" fmla="*/ 1645806 w 1645806"/>
                <a:gd name="connsiteY2" fmla="*/ 178344 h 1070043"/>
                <a:gd name="connsiteX3" fmla="*/ 1645806 w 1645806"/>
                <a:gd name="connsiteY3" fmla="*/ 891699 h 1070043"/>
                <a:gd name="connsiteX4" fmla="*/ 1467462 w 1645806"/>
                <a:gd name="connsiteY4" fmla="*/ 1070043 h 1070043"/>
                <a:gd name="connsiteX5" fmla="*/ 0 w 1645806"/>
                <a:gd name="connsiteY5" fmla="*/ 1070043 h 1070043"/>
                <a:gd name="connsiteX6" fmla="*/ 531332 w 1645806"/>
                <a:gd name="connsiteY6" fmla="*/ 535021 h 1070043"/>
                <a:gd name="connsiteX7" fmla="*/ 1 w 1645806"/>
                <a:gd name="connsiteY7" fmla="*/ 0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5806" h="1070043">
                  <a:moveTo>
                    <a:pt x="1" y="0"/>
                  </a:moveTo>
                  <a:lnTo>
                    <a:pt x="1467462" y="0"/>
                  </a:lnTo>
                  <a:cubicBezTo>
                    <a:pt x="1565959" y="0"/>
                    <a:pt x="1645806" y="79847"/>
                    <a:pt x="1645806" y="178344"/>
                  </a:cubicBezTo>
                  <a:lnTo>
                    <a:pt x="1645806" y="891699"/>
                  </a:lnTo>
                  <a:cubicBezTo>
                    <a:pt x="1645806" y="990196"/>
                    <a:pt x="1565959" y="1070043"/>
                    <a:pt x="1467462" y="1070043"/>
                  </a:cubicBezTo>
                  <a:lnTo>
                    <a:pt x="0" y="1070043"/>
                  </a:lnTo>
                  <a:lnTo>
                    <a:pt x="531332" y="5350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D37"/>
            </a:solidFill>
            <a:ln w="12700" cap="flat" cmpd="sng" algn="ctr">
              <a:solidFill>
                <a:srgbClr val="FF6D37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B6C4BC0-17D3-6472-0C3B-46C913CE6D8F}"/>
                </a:ext>
              </a:extLst>
            </p:cNvPr>
            <p:cNvSpPr/>
            <p:nvPr/>
          </p:nvSpPr>
          <p:spPr>
            <a:xfrm>
              <a:off x="7438997" y="2478298"/>
              <a:ext cx="651410" cy="1070043"/>
            </a:xfrm>
            <a:custGeom>
              <a:avLst/>
              <a:gdLst>
                <a:gd name="connsiteX0" fmla="*/ 0 w 651410"/>
                <a:gd name="connsiteY0" fmla="*/ 0 h 1070043"/>
                <a:gd name="connsiteX1" fmla="*/ 120078 w 651410"/>
                <a:gd name="connsiteY1" fmla="*/ 0 h 1070043"/>
                <a:gd name="connsiteX2" fmla="*/ 651410 w 651410"/>
                <a:gd name="connsiteY2" fmla="*/ 535022 h 1070043"/>
                <a:gd name="connsiteX3" fmla="*/ 120079 w 651410"/>
                <a:gd name="connsiteY3" fmla="*/ 1070043 h 1070043"/>
                <a:gd name="connsiteX4" fmla="*/ 0 w 651410"/>
                <a:gd name="connsiteY4" fmla="*/ 1070043 h 1070043"/>
                <a:gd name="connsiteX5" fmla="*/ 531332 w 651410"/>
                <a:gd name="connsiteY5" fmla="*/ 535022 h 107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410" h="1070043">
                  <a:moveTo>
                    <a:pt x="0" y="0"/>
                  </a:moveTo>
                  <a:lnTo>
                    <a:pt x="120078" y="0"/>
                  </a:lnTo>
                  <a:lnTo>
                    <a:pt x="651410" y="535022"/>
                  </a:lnTo>
                  <a:lnTo>
                    <a:pt x="120079" y="1070043"/>
                  </a:lnTo>
                  <a:lnTo>
                    <a:pt x="0" y="1070043"/>
                  </a:lnTo>
                  <a:lnTo>
                    <a:pt x="531332" y="535022"/>
                  </a:lnTo>
                  <a:close/>
                </a:path>
              </a:pathLst>
            </a:custGeom>
            <a:solidFill>
              <a:srgbClr val="FF6D37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4B34DD6-37F2-C3BF-81C1-EA30AB3EB922}"/>
              </a:ext>
            </a:extLst>
          </p:cNvPr>
          <p:cNvSpPr txBox="1"/>
          <p:nvPr/>
        </p:nvSpPr>
        <p:spPr>
          <a:xfrm>
            <a:off x="6889494" y="2445271"/>
            <a:ext cx="6532592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noProof="1">
                <a:solidFill>
                  <a:srgbClr val="002B11"/>
                </a:solidFill>
              </a:rPr>
              <a:t>Questions about property ranking?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65EF4E-348F-D5E5-6238-62A3E18CB332}"/>
              </a:ext>
            </a:extLst>
          </p:cNvPr>
          <p:cNvSpPr txBox="1"/>
          <p:nvPr/>
        </p:nvSpPr>
        <p:spPr>
          <a:xfrm>
            <a:off x="6855269" y="2955432"/>
            <a:ext cx="6532592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i="1" noProof="1">
                <a:solidFill>
                  <a:srgbClr val="002B11"/>
                </a:solidFill>
              </a:rPr>
              <a:t>"We can only discuss these details with officially designated owners."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35C880-B421-831F-E71D-6BEC676E3F01}"/>
              </a:ext>
            </a:extLst>
          </p:cNvPr>
          <p:cNvSpPr txBox="1"/>
          <p:nvPr/>
        </p:nvSpPr>
        <p:spPr>
          <a:xfrm>
            <a:off x="3927731" y="4755074"/>
            <a:ext cx="6532592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noProof="1">
                <a:solidFill>
                  <a:srgbClr val="002B11"/>
                </a:solidFill>
              </a:rPr>
              <a:t>Management response help?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B4A5A2-B071-1CD1-77A7-C8708D8BC706}"/>
              </a:ext>
            </a:extLst>
          </p:cNvPr>
          <p:cNvSpPr txBox="1"/>
          <p:nvPr/>
        </p:nvSpPr>
        <p:spPr>
          <a:xfrm>
            <a:off x="3893505" y="5265235"/>
            <a:ext cx="6992157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i="1" noProof="1">
                <a:solidFill>
                  <a:srgbClr val="002B11"/>
                </a:solidFill>
              </a:rPr>
              <a:t>"Please have an authorized business representative register and contact us directly."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B78CB9-A62B-96C8-4A99-BB841C92B087}"/>
              </a:ext>
            </a:extLst>
          </p:cNvPr>
          <p:cNvSpPr txBox="1"/>
          <p:nvPr/>
        </p:nvSpPr>
        <p:spPr>
          <a:xfrm>
            <a:off x="6889495" y="7098933"/>
            <a:ext cx="6532592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noProof="1">
                <a:solidFill>
                  <a:srgbClr val="002B11"/>
                </a:solidFill>
              </a:rPr>
              <a:t>Why did I get this?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8C331B-9EED-57FB-4560-8AD9F5ADF99B}"/>
              </a:ext>
            </a:extLst>
          </p:cNvPr>
          <p:cNvSpPr txBox="1"/>
          <p:nvPr/>
        </p:nvSpPr>
        <p:spPr>
          <a:xfrm>
            <a:off x="6855269" y="7609094"/>
            <a:ext cx="6992157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noProof="1">
                <a:solidFill>
                  <a:srgbClr val="002B11"/>
                </a:solidFill>
              </a:rPr>
              <a:t>Deploy the appropriate macro based on the scenarios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4CE0E378-79A7-913B-82D9-2ECC613D9BE0}"/>
              </a:ext>
            </a:extLst>
          </p:cNvPr>
          <p:cNvSpPr/>
          <p:nvPr/>
        </p:nvSpPr>
        <p:spPr>
          <a:xfrm>
            <a:off x="4194481" y="2445271"/>
            <a:ext cx="874262" cy="1158585"/>
          </a:xfrm>
          <a:custGeom>
            <a:avLst/>
            <a:gdLst/>
            <a:ahLst/>
            <a:cxnLst/>
            <a:rect l="l" t="t" r="r" b="b"/>
            <a:pathLst>
              <a:path w="4198776" h="4114800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29EA0E05-A9F5-EAF1-0CD2-4EA2603E0537}"/>
              </a:ext>
            </a:extLst>
          </p:cNvPr>
          <p:cNvSpPr/>
          <p:nvPr/>
        </p:nvSpPr>
        <p:spPr>
          <a:xfrm>
            <a:off x="12825344" y="4929856"/>
            <a:ext cx="977115" cy="892227"/>
          </a:xfrm>
          <a:custGeom>
            <a:avLst/>
            <a:gdLst/>
            <a:ahLst/>
            <a:cxnLst/>
            <a:rect l="l" t="t" r="r" b="b"/>
            <a:pathLst>
              <a:path w="2315918" h="1933791">
                <a:moveTo>
                  <a:pt x="0" y="0"/>
                </a:moveTo>
                <a:lnTo>
                  <a:pt x="2315918" y="0"/>
                </a:lnTo>
                <a:lnTo>
                  <a:pt x="2315918" y="1933791"/>
                </a:lnTo>
                <a:lnTo>
                  <a:pt x="0" y="19337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BE9ABC3B-D6AA-CF65-139E-4D7F1ACDB8A2}"/>
              </a:ext>
            </a:extLst>
          </p:cNvPr>
          <p:cNvSpPr/>
          <p:nvPr/>
        </p:nvSpPr>
        <p:spPr>
          <a:xfrm>
            <a:off x="4231511" y="7278578"/>
            <a:ext cx="906096" cy="949177"/>
          </a:xfrm>
          <a:custGeom>
            <a:avLst/>
            <a:gdLst/>
            <a:ahLst/>
            <a:cxnLst/>
            <a:rect l="l" t="t" r="r" b="b"/>
            <a:pathLst>
              <a:path w="3001538" h="3078501">
                <a:moveTo>
                  <a:pt x="0" y="0"/>
                </a:moveTo>
                <a:lnTo>
                  <a:pt x="3001538" y="0"/>
                </a:lnTo>
                <a:lnTo>
                  <a:pt x="3001538" y="3078501"/>
                </a:lnTo>
                <a:lnTo>
                  <a:pt x="0" y="30785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4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C663F-AECF-B390-85AD-FE97DF31E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7BF101C-C6C5-BF66-38A0-4B5E1FCFB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20D247B2-F126-0D4F-0869-8B024454AC06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1F2A79-E70C-AC11-5AA4-3AF38D956AF1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CF88A87-B147-0EC2-0EC8-AF40A053F184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74AE35D-F82F-2369-CC8D-697DD274A396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57E4C65-C7C8-3344-FC46-8B86704FDB52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115C72C-0FA2-137D-24BD-4D97087F5FFD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1C2B69-7E51-5B1B-94C3-CAF113DCFF0C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BA528D2-2A36-C82A-194F-856A9CABD3A6}"/>
              </a:ext>
            </a:extLst>
          </p:cNvPr>
          <p:cNvSpPr txBox="1"/>
          <p:nvPr/>
        </p:nvSpPr>
        <p:spPr>
          <a:xfrm>
            <a:off x="478385" y="8719968"/>
            <a:ext cx="18560729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03.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Status of Their Review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15F32F-8BBA-D991-4848-D83DD6BCA69C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FBEED19-429B-1147-88FA-BFEA9BD7F830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6AD27F2-8931-0E16-35CB-8297345BDB99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019A2DE-2F6C-C7A2-9789-4A4A720778E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1B68F43-81E6-D53B-EFBB-5FD21F0A54CB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A0D251B0-7B5F-45D7-ADF3-55F2071E1569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A3CFBC74-3102-4921-DDBD-0DE4EF2ECAF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99FCC361-FA7D-B22A-68C4-7506405CA7B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9D93C25F-41FF-11E9-1D18-210D187F7F5E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4CD0C214-F414-AE92-1982-FF342D0C3A4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83E815F2-ECA7-9E7F-B4C1-6F757CB7B676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DB763B7D-6353-C1FC-70EA-69252F816C0D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19E12AAC-9F8C-7027-96FB-390D419F440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52FED630-A665-7C6A-B512-3C2E1BC5132B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B2946D5-B938-B4C3-A15A-A3D3D89F1D1C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CC264FFD-C293-8536-53DD-45ABF24DFFF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6EEEFD0B-C0F8-EB56-7F4E-B7B5A561850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7332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F56D-4EDA-8A2F-8F81-9A903BD9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41B1018A-9058-74E5-E975-AC10C56FDE49}"/>
              </a:ext>
            </a:extLst>
          </p:cNvPr>
          <p:cNvGrpSpPr/>
          <p:nvPr/>
        </p:nvGrpSpPr>
        <p:grpSpPr>
          <a:xfrm>
            <a:off x="1084509" y="5971807"/>
            <a:ext cx="7585961" cy="2404750"/>
            <a:chOff x="0" y="0"/>
            <a:chExt cx="1624852" cy="45613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6AF508-B08A-3DEE-8F54-9AD14AD44836}"/>
                </a:ext>
              </a:extLst>
            </p:cNvPr>
            <p:cNvSpPr/>
            <p:nvPr/>
          </p:nvSpPr>
          <p:spPr>
            <a:xfrm>
              <a:off x="0" y="0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4AF37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A1BD37E-F6E7-D8A3-08DC-FDD2519CCFE6}"/>
                </a:ext>
              </a:extLst>
            </p:cNvPr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D806CB27-CB37-FA47-5DC5-08E4BD9D4AB8}"/>
              </a:ext>
            </a:extLst>
          </p:cNvPr>
          <p:cNvSpPr txBox="1"/>
          <p:nvPr/>
        </p:nvSpPr>
        <p:spPr>
          <a:xfrm>
            <a:off x="1084511" y="885825"/>
            <a:ext cx="16118979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Status of My Review - Overview</a:t>
            </a:r>
            <a:endParaRPr kumimoji="0" lang="en-US" sz="5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6F0BE76-DF5C-78A1-B206-20A29D50A3F9}"/>
              </a:ext>
            </a:extLst>
          </p:cNvPr>
          <p:cNvSpPr txBox="1"/>
          <p:nvPr/>
        </p:nvSpPr>
        <p:spPr>
          <a:xfrm>
            <a:off x="3170863" y="6635461"/>
            <a:ext cx="5304389" cy="156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MUST ONLY discuss review status if the user contacts us from the exact email address used to author the review.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0DBF05EA-5AE8-08E4-5C22-3EAE879FBE0D}"/>
              </a:ext>
            </a:extLst>
          </p:cNvPr>
          <p:cNvSpPr/>
          <p:nvPr/>
        </p:nvSpPr>
        <p:spPr>
          <a:xfrm>
            <a:off x="664241" y="9401175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Status of my review -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ACCE48D-B032-300D-09C0-723BEBA27F57}"/>
              </a:ext>
            </a:extLst>
          </p:cNvPr>
          <p:cNvGrpSpPr/>
          <p:nvPr/>
        </p:nvGrpSpPr>
        <p:grpSpPr>
          <a:xfrm>
            <a:off x="1084510" y="2145158"/>
            <a:ext cx="14525603" cy="1731889"/>
            <a:chOff x="766737" y="2171700"/>
            <a:chExt cx="13711264" cy="16942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5DF8E7C-D4CD-2237-B28B-623983160C99}"/>
                </a:ext>
              </a:extLst>
            </p:cNvPr>
            <p:cNvSpPr/>
            <p:nvPr/>
          </p:nvSpPr>
          <p:spPr>
            <a:xfrm>
              <a:off x="766737" y="2171700"/>
              <a:ext cx="13635064" cy="1618090"/>
            </a:xfrm>
            <a:prstGeom prst="roundRect">
              <a:avLst/>
            </a:prstGeom>
            <a:solidFill>
              <a:srgbClr val="FB5184"/>
            </a:soli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85444F8-D2C8-2BE0-48A9-43983216B03C}"/>
                </a:ext>
              </a:extLst>
            </p:cNvPr>
            <p:cNvSpPr/>
            <p:nvPr/>
          </p:nvSpPr>
          <p:spPr>
            <a:xfrm>
              <a:off x="842937" y="2247900"/>
              <a:ext cx="13635064" cy="161809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A5A5A5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" name="Text 3">
            <a:extLst>
              <a:ext uri="{FF2B5EF4-FFF2-40B4-BE49-F238E27FC236}">
                <a16:creationId xmlns:a16="http://schemas.microsoft.com/office/drawing/2014/main" id="{D9C69BCF-6916-98EA-4D6C-E3AD5F0FBD77}"/>
              </a:ext>
            </a:extLst>
          </p:cNvPr>
          <p:cNvSpPr/>
          <p:nvPr/>
        </p:nvSpPr>
        <p:spPr>
          <a:xfrm>
            <a:off x="1483794" y="2623943"/>
            <a:ext cx="1420704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Users frequently contact support regarding the status of their submitted reviews, often due to publication delays or removal.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6A03938E-B535-8235-4FC5-9A23D92E44B7}"/>
              </a:ext>
            </a:extLst>
          </p:cNvPr>
          <p:cNvSpPr txBox="1"/>
          <p:nvPr/>
        </p:nvSpPr>
        <p:spPr>
          <a:xfrm>
            <a:off x="1084511" y="4533008"/>
            <a:ext cx="16118979" cy="80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2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Golden Rule of Review Inquiries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CDF323CD-ED3E-6997-B5BF-91F5CB334DAA}"/>
              </a:ext>
            </a:extLst>
          </p:cNvPr>
          <p:cNvSpPr txBox="1"/>
          <p:nvPr/>
        </p:nvSpPr>
        <p:spPr>
          <a:xfrm>
            <a:off x="1443370" y="6184403"/>
            <a:ext cx="2507925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Match the Email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" name="Group 6">
            <a:extLst>
              <a:ext uri="{FF2B5EF4-FFF2-40B4-BE49-F238E27FC236}">
                <a16:creationId xmlns:a16="http://schemas.microsoft.com/office/drawing/2014/main" id="{924C51FA-5DB9-F487-A48B-EE22E66F5211}"/>
              </a:ext>
            </a:extLst>
          </p:cNvPr>
          <p:cNvGrpSpPr/>
          <p:nvPr/>
        </p:nvGrpSpPr>
        <p:grpSpPr>
          <a:xfrm>
            <a:off x="9329052" y="5971807"/>
            <a:ext cx="7585961" cy="2404750"/>
            <a:chOff x="0" y="0"/>
            <a:chExt cx="1624852" cy="456135"/>
          </a:xfrm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5749C03F-17CF-CA05-82EC-1C3D0BFA04BB}"/>
                </a:ext>
              </a:extLst>
            </p:cNvPr>
            <p:cNvSpPr/>
            <p:nvPr/>
          </p:nvSpPr>
          <p:spPr>
            <a:xfrm>
              <a:off x="0" y="0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4AF37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Box 8">
              <a:extLst>
                <a:ext uri="{FF2B5EF4-FFF2-40B4-BE49-F238E27FC236}">
                  <a16:creationId xmlns:a16="http://schemas.microsoft.com/office/drawing/2014/main" id="{91A93520-079F-1913-768E-C6AF919F315A}"/>
                </a:ext>
              </a:extLst>
            </p:cNvPr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0" name="TextBox 28">
            <a:extLst>
              <a:ext uri="{FF2B5EF4-FFF2-40B4-BE49-F238E27FC236}">
                <a16:creationId xmlns:a16="http://schemas.microsoft.com/office/drawing/2014/main" id="{567DBCE4-6A56-05F1-7BA6-8A104327FCB9}"/>
              </a:ext>
            </a:extLst>
          </p:cNvPr>
          <p:cNvSpPr txBox="1"/>
          <p:nvPr/>
        </p:nvSpPr>
        <p:spPr>
          <a:xfrm>
            <a:off x="11415406" y="6881503"/>
            <a:ext cx="5304389" cy="1172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Never verify, confirm, or discuss details unless the sender's identity is authenticated.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TextBox 28">
            <a:extLst>
              <a:ext uri="{FF2B5EF4-FFF2-40B4-BE49-F238E27FC236}">
                <a16:creationId xmlns:a16="http://schemas.microsoft.com/office/drawing/2014/main" id="{5891644E-169E-C98C-C0EC-B04A730FD31A}"/>
              </a:ext>
            </a:extLst>
          </p:cNvPr>
          <p:cNvSpPr txBox="1"/>
          <p:nvPr/>
        </p:nvSpPr>
        <p:spPr>
          <a:xfrm>
            <a:off x="9687913" y="6184403"/>
            <a:ext cx="2507925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Security First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EF2C0A6-53AF-8CFA-17C2-62D96EAE9386}"/>
              </a:ext>
            </a:extLst>
          </p:cNvPr>
          <p:cNvSpPr/>
          <p:nvPr/>
        </p:nvSpPr>
        <p:spPr>
          <a:xfrm>
            <a:off x="1443370" y="7285909"/>
            <a:ext cx="1497672" cy="694192"/>
          </a:xfrm>
          <a:custGeom>
            <a:avLst/>
            <a:gdLst/>
            <a:ahLst/>
            <a:cxnLst/>
            <a:rect l="l" t="t" r="r" b="b"/>
            <a:pathLst>
              <a:path w="4073652" h="4114800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32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4BC38EED-8DB9-5470-55A5-8433C01EA818}"/>
              </a:ext>
            </a:extLst>
          </p:cNvPr>
          <p:cNvSpPr/>
          <p:nvPr/>
        </p:nvSpPr>
        <p:spPr>
          <a:xfrm>
            <a:off x="1885742" y="6779932"/>
            <a:ext cx="702129" cy="559585"/>
          </a:xfrm>
          <a:custGeom>
            <a:avLst/>
            <a:gdLst/>
            <a:ahLst/>
            <a:cxnLst/>
            <a:rect l="l" t="t" r="r" b="b"/>
            <a:pathLst>
              <a:path w="4423402" h="4290700">
                <a:moveTo>
                  <a:pt x="0" y="0"/>
                </a:moveTo>
                <a:lnTo>
                  <a:pt x="4423402" y="0"/>
                </a:lnTo>
                <a:lnTo>
                  <a:pt x="4423402" y="4290700"/>
                </a:lnTo>
                <a:lnTo>
                  <a:pt x="0" y="4290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3356E82A-A3E8-4968-5860-3989AE39AF65}"/>
              </a:ext>
            </a:extLst>
          </p:cNvPr>
          <p:cNvSpPr/>
          <p:nvPr/>
        </p:nvSpPr>
        <p:spPr>
          <a:xfrm>
            <a:off x="9958017" y="6836078"/>
            <a:ext cx="1128098" cy="1181033"/>
          </a:xfrm>
          <a:custGeom>
            <a:avLst/>
            <a:gdLst/>
            <a:ahLst/>
            <a:cxnLst/>
            <a:rect l="l" t="t" r="r" b="b"/>
            <a:pathLst>
              <a:path w="3850987" h="3929579">
                <a:moveTo>
                  <a:pt x="0" y="0"/>
                </a:moveTo>
                <a:lnTo>
                  <a:pt x="3850987" y="0"/>
                </a:lnTo>
                <a:lnTo>
                  <a:pt x="3850987" y="3929578"/>
                </a:lnTo>
                <a:lnTo>
                  <a:pt x="0" y="3929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58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812471" y="4510980"/>
            <a:ext cx="6744581" cy="1954728"/>
            <a:chOff x="0" y="-47625"/>
            <a:chExt cx="1624852" cy="514825"/>
          </a:xfrm>
        </p:grpSpPr>
        <p:sp>
          <p:nvSpPr>
            <p:cNvPr id="7" name="Freeform 7"/>
            <p:cNvSpPr/>
            <p:nvPr/>
          </p:nvSpPr>
          <p:spPr>
            <a:xfrm>
              <a:off x="0" y="11065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63D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1" name="TextBox 27">
            <a:extLst>
              <a:ext uri="{FF2B5EF4-FFF2-40B4-BE49-F238E27FC236}">
                <a16:creationId xmlns:a16="http://schemas.microsoft.com/office/drawing/2014/main" id="{9A47075F-93D8-B57B-40E3-C2A799884854}"/>
              </a:ext>
            </a:extLst>
          </p:cNvPr>
          <p:cNvSpPr txBox="1"/>
          <p:nvPr/>
        </p:nvSpPr>
        <p:spPr>
          <a:xfrm>
            <a:off x="3919792" y="5401031"/>
            <a:ext cx="4495105" cy="78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Removed for failing standard guidelines (Regular Removed)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TextBox 27">
            <a:extLst>
              <a:ext uri="{FF2B5EF4-FFF2-40B4-BE49-F238E27FC236}">
                <a16:creationId xmlns:a16="http://schemas.microsoft.com/office/drawing/2014/main" id="{6A0C0E1F-8B31-F9C2-6212-F79014DA52CE}"/>
              </a:ext>
            </a:extLst>
          </p:cNvPr>
          <p:cNvSpPr txBox="1"/>
          <p:nvPr/>
        </p:nvSpPr>
        <p:spPr>
          <a:xfrm>
            <a:off x="4265209" y="4962884"/>
            <a:ext cx="4207783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Moderation Drops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812471" y="2491889"/>
            <a:ext cx="6744581" cy="1731889"/>
            <a:chOff x="0" y="0"/>
            <a:chExt cx="1624852" cy="456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63D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71709" y="7108102"/>
            <a:ext cx="6744581" cy="1731889"/>
            <a:chOff x="0" y="0"/>
            <a:chExt cx="1624852" cy="456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63D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83887" y="2467851"/>
            <a:ext cx="6744581" cy="1731889"/>
            <a:chOff x="0" y="0"/>
            <a:chExt cx="1624852" cy="4561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63D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83887" y="4667768"/>
            <a:ext cx="6744581" cy="1731889"/>
            <a:chOff x="0" y="0"/>
            <a:chExt cx="1624852" cy="4561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24852" cy="456135"/>
            </a:xfrm>
            <a:custGeom>
              <a:avLst/>
              <a:gdLst/>
              <a:ahLst/>
              <a:cxnLst/>
              <a:rect l="l" t="t" r="r" b="b"/>
              <a:pathLst>
                <a:path w="1624852" h="456135">
                  <a:moveTo>
                    <a:pt x="64000" y="0"/>
                  </a:moveTo>
                  <a:lnTo>
                    <a:pt x="1560852" y="0"/>
                  </a:lnTo>
                  <a:cubicBezTo>
                    <a:pt x="1577826" y="0"/>
                    <a:pt x="1594104" y="6743"/>
                    <a:pt x="1606107" y="18745"/>
                  </a:cubicBezTo>
                  <a:cubicBezTo>
                    <a:pt x="1618109" y="30747"/>
                    <a:pt x="1624852" y="47026"/>
                    <a:pt x="1624852" y="64000"/>
                  </a:cubicBezTo>
                  <a:lnTo>
                    <a:pt x="1624852" y="392136"/>
                  </a:lnTo>
                  <a:cubicBezTo>
                    <a:pt x="1624852" y="409109"/>
                    <a:pt x="1618109" y="425388"/>
                    <a:pt x="1606107" y="437390"/>
                  </a:cubicBezTo>
                  <a:cubicBezTo>
                    <a:pt x="1594104" y="449393"/>
                    <a:pt x="1577826" y="456135"/>
                    <a:pt x="1560852" y="456135"/>
                  </a:cubicBezTo>
                  <a:lnTo>
                    <a:pt x="64000" y="456135"/>
                  </a:lnTo>
                  <a:cubicBezTo>
                    <a:pt x="47026" y="456135"/>
                    <a:pt x="30747" y="449393"/>
                    <a:pt x="18745" y="437390"/>
                  </a:cubicBezTo>
                  <a:cubicBezTo>
                    <a:pt x="6743" y="425388"/>
                    <a:pt x="0" y="409109"/>
                    <a:pt x="0" y="392136"/>
                  </a:cubicBezTo>
                  <a:lnTo>
                    <a:pt x="0" y="64000"/>
                  </a:lnTo>
                  <a:cubicBezTo>
                    <a:pt x="0" y="47026"/>
                    <a:pt x="6743" y="30747"/>
                    <a:pt x="18745" y="18745"/>
                  </a:cubicBezTo>
                  <a:cubicBezTo>
                    <a:pt x="30747" y="6743"/>
                    <a:pt x="47026" y="0"/>
                    <a:pt x="640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63D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624852" cy="50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84511" y="885825"/>
            <a:ext cx="16118979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Do Users Contact Us?</a:t>
            </a:r>
            <a:endParaRPr kumimoji="0" lang="en-US" sz="5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114747" y="3156361"/>
            <a:ext cx="4207783" cy="78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 stuck in a system delay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DB3639C5-171F-F305-7135-8EB9271BAC66}"/>
              </a:ext>
            </a:extLst>
          </p:cNvPr>
          <p:cNvSpPr/>
          <p:nvPr/>
        </p:nvSpPr>
        <p:spPr>
          <a:xfrm>
            <a:off x="664241" y="9401175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Why do users contact us?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35" name="TextBox 27">
            <a:extLst>
              <a:ext uri="{FF2B5EF4-FFF2-40B4-BE49-F238E27FC236}">
                <a16:creationId xmlns:a16="http://schemas.microsoft.com/office/drawing/2014/main" id="{D5EF86B5-435B-0F35-1058-76806315C479}"/>
              </a:ext>
            </a:extLst>
          </p:cNvPr>
          <p:cNvSpPr txBox="1"/>
          <p:nvPr/>
        </p:nvSpPr>
        <p:spPr>
          <a:xfrm>
            <a:off x="4172842" y="2718214"/>
            <a:ext cx="4207783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Processing Queue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0DD5AED5-968E-341E-71C9-01286FA27291}"/>
              </a:ext>
            </a:extLst>
          </p:cNvPr>
          <p:cNvSpPr txBox="1"/>
          <p:nvPr/>
        </p:nvSpPr>
        <p:spPr>
          <a:xfrm>
            <a:off x="11689170" y="3132323"/>
            <a:ext cx="4495105" cy="78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Flagged for Suspicious, Fraud, Vandalism, or Member Fraud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27">
            <a:extLst>
              <a:ext uri="{FF2B5EF4-FFF2-40B4-BE49-F238E27FC236}">
                <a16:creationId xmlns:a16="http://schemas.microsoft.com/office/drawing/2014/main" id="{5F28E087-0BA1-6470-A3F4-947AF156EBB8}"/>
              </a:ext>
            </a:extLst>
          </p:cNvPr>
          <p:cNvSpPr txBox="1"/>
          <p:nvPr/>
        </p:nvSpPr>
        <p:spPr>
          <a:xfrm>
            <a:off x="12034587" y="2694176"/>
            <a:ext cx="4207783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Removals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FC94570B-7707-3C37-EAE5-63C4599EF5B8}"/>
              </a:ext>
            </a:extLst>
          </p:cNvPr>
          <p:cNvSpPr txBox="1"/>
          <p:nvPr/>
        </p:nvSpPr>
        <p:spPr>
          <a:xfrm>
            <a:off x="11631075" y="5352175"/>
            <a:ext cx="4495105" cy="78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Pending verification or verification has expired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938BB5B0-2AE2-74BC-227E-5A0E36089809}"/>
              </a:ext>
            </a:extLst>
          </p:cNvPr>
          <p:cNvSpPr txBox="1"/>
          <p:nvPr/>
        </p:nvSpPr>
        <p:spPr>
          <a:xfrm>
            <a:off x="11976492" y="4914028"/>
            <a:ext cx="4207783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Verification Issues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" name="TextBox 27">
            <a:extLst>
              <a:ext uri="{FF2B5EF4-FFF2-40B4-BE49-F238E27FC236}">
                <a16:creationId xmlns:a16="http://schemas.microsoft.com/office/drawing/2014/main" id="{BF0C7C62-D584-CB0A-0D61-2D49C998A2DD}"/>
              </a:ext>
            </a:extLst>
          </p:cNvPr>
          <p:cNvSpPr txBox="1"/>
          <p:nvPr/>
        </p:nvSpPr>
        <p:spPr>
          <a:xfrm>
            <a:off x="7844092" y="7761118"/>
            <a:ext cx="4495105" cy="78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 glitches, connection drops, or submission failures</a:t>
            </a:r>
            <a:endParaRPr kumimoji="0"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1D2D58AD-D292-D95F-82C2-EDA145859F5A}"/>
              </a:ext>
            </a:extLst>
          </p:cNvPr>
          <p:cNvSpPr txBox="1"/>
          <p:nvPr/>
        </p:nvSpPr>
        <p:spPr>
          <a:xfrm>
            <a:off x="8189509" y="7322971"/>
            <a:ext cx="4207783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914400">
              <a:lnSpc>
                <a:spcPts val="3079"/>
              </a:lnSpc>
              <a:spcBef>
                <a:spcPct val="0"/>
              </a:spcBef>
              <a:defRPr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Database Errors</a:t>
            </a:r>
            <a:endParaRPr kumimoji="0" lang="en-US" sz="2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CFD5CCAE-3183-6AFB-ED1C-28CF1E2EEA36}"/>
              </a:ext>
            </a:extLst>
          </p:cNvPr>
          <p:cNvSpPr/>
          <p:nvPr/>
        </p:nvSpPr>
        <p:spPr>
          <a:xfrm>
            <a:off x="2385747" y="2792037"/>
            <a:ext cx="1273677" cy="1085687"/>
          </a:xfrm>
          <a:custGeom>
            <a:avLst/>
            <a:gdLst/>
            <a:ahLst/>
            <a:cxnLst/>
            <a:rect l="l" t="t" r="r" b="b"/>
            <a:pathLst>
              <a:path w="4382688" h="2914487">
                <a:moveTo>
                  <a:pt x="0" y="0"/>
                </a:moveTo>
                <a:lnTo>
                  <a:pt x="4382688" y="0"/>
                </a:lnTo>
                <a:lnTo>
                  <a:pt x="4382688" y="2914487"/>
                </a:lnTo>
                <a:lnTo>
                  <a:pt x="0" y="2914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E7852D29-5EBA-2FF5-7931-CBBF1D50BA44}"/>
              </a:ext>
            </a:extLst>
          </p:cNvPr>
          <p:cNvSpPr/>
          <p:nvPr/>
        </p:nvSpPr>
        <p:spPr>
          <a:xfrm>
            <a:off x="10194768" y="2752248"/>
            <a:ext cx="1092456" cy="1211170"/>
          </a:xfrm>
          <a:custGeom>
            <a:avLst/>
            <a:gdLst/>
            <a:ahLst/>
            <a:cxnLst/>
            <a:rect l="l" t="t" r="r" b="b"/>
            <a:pathLst>
              <a:path w="3456432" h="4114800">
                <a:moveTo>
                  <a:pt x="0" y="0"/>
                </a:moveTo>
                <a:lnTo>
                  <a:pt x="3456432" y="0"/>
                </a:lnTo>
                <a:lnTo>
                  <a:pt x="34564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02F1ECA-9C13-5C90-9870-1780496482D2}"/>
              </a:ext>
            </a:extLst>
          </p:cNvPr>
          <p:cNvSpPr/>
          <p:nvPr/>
        </p:nvSpPr>
        <p:spPr>
          <a:xfrm>
            <a:off x="2285507" y="4962884"/>
            <a:ext cx="1214899" cy="1140428"/>
          </a:xfrm>
          <a:custGeom>
            <a:avLst/>
            <a:gdLst/>
            <a:ahLst/>
            <a:cxnLst/>
            <a:rect l="l" t="t" r="r" b="b"/>
            <a:pathLst>
              <a:path w="4812632" h="4114800">
                <a:moveTo>
                  <a:pt x="0" y="0"/>
                </a:moveTo>
                <a:lnTo>
                  <a:pt x="4812631" y="0"/>
                </a:lnTo>
                <a:lnTo>
                  <a:pt x="48126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4B2A1840-11A7-01D1-F0CF-0E2AACA0DE8E}"/>
              </a:ext>
            </a:extLst>
          </p:cNvPr>
          <p:cNvSpPr/>
          <p:nvPr/>
        </p:nvSpPr>
        <p:spPr>
          <a:xfrm>
            <a:off x="2892957" y="5729584"/>
            <a:ext cx="824547" cy="599181"/>
          </a:xfrm>
          <a:custGeom>
            <a:avLst/>
            <a:gdLst/>
            <a:ahLst/>
            <a:cxnLst/>
            <a:rect l="l" t="t" r="r" b="b"/>
            <a:pathLst>
              <a:path w="2896886" h="2230602">
                <a:moveTo>
                  <a:pt x="0" y="0"/>
                </a:moveTo>
                <a:lnTo>
                  <a:pt x="2896885" y="0"/>
                </a:lnTo>
                <a:lnTo>
                  <a:pt x="2896885" y="2230602"/>
                </a:lnTo>
                <a:lnTo>
                  <a:pt x="0" y="2230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B740376F-8321-9A55-4A6C-D14B788179A0}"/>
              </a:ext>
            </a:extLst>
          </p:cNvPr>
          <p:cNvSpPr/>
          <p:nvPr/>
        </p:nvSpPr>
        <p:spPr>
          <a:xfrm>
            <a:off x="10166581" y="4986538"/>
            <a:ext cx="1320301" cy="997191"/>
          </a:xfrm>
          <a:custGeom>
            <a:avLst/>
            <a:gdLst/>
            <a:ahLst/>
            <a:cxnLst/>
            <a:rect l="l" t="t" r="r" b="b"/>
            <a:pathLst>
              <a:path w="3410834" h="2387584">
                <a:moveTo>
                  <a:pt x="0" y="0"/>
                </a:moveTo>
                <a:lnTo>
                  <a:pt x="3410833" y="0"/>
                </a:lnTo>
                <a:lnTo>
                  <a:pt x="3410833" y="2387584"/>
                </a:lnTo>
                <a:lnTo>
                  <a:pt x="0" y="23875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4">
            <a:extLst>
              <a:ext uri="{FF2B5EF4-FFF2-40B4-BE49-F238E27FC236}">
                <a16:creationId xmlns:a16="http://schemas.microsoft.com/office/drawing/2014/main" id="{AAE72F72-C71B-2393-1D17-6234E2A49DD2}"/>
              </a:ext>
            </a:extLst>
          </p:cNvPr>
          <p:cNvSpPr/>
          <p:nvPr/>
        </p:nvSpPr>
        <p:spPr>
          <a:xfrm>
            <a:off x="6132588" y="7407367"/>
            <a:ext cx="1350625" cy="1137139"/>
          </a:xfrm>
          <a:custGeom>
            <a:avLst/>
            <a:gdLst/>
            <a:ahLst/>
            <a:cxnLst/>
            <a:rect l="l" t="t" r="r" b="b"/>
            <a:pathLst>
              <a:path w="3435017" h="2902589">
                <a:moveTo>
                  <a:pt x="0" y="0"/>
                </a:moveTo>
                <a:lnTo>
                  <a:pt x="3435017" y="0"/>
                </a:lnTo>
                <a:lnTo>
                  <a:pt x="3435017" y="2902589"/>
                </a:lnTo>
                <a:lnTo>
                  <a:pt x="0" y="2902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4F15-BED7-F04F-FE10-E7987A25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282B7E9C-7E1B-CB25-A9B4-C7EF0EA3A7B9}"/>
              </a:ext>
            </a:extLst>
          </p:cNvPr>
          <p:cNvSpPr txBox="1"/>
          <p:nvPr/>
        </p:nvSpPr>
        <p:spPr>
          <a:xfrm>
            <a:off x="684085" y="411132"/>
            <a:ext cx="16118979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 Agent Workflow</a:t>
            </a:r>
            <a:endParaRPr kumimoji="0" lang="en-US" sz="5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8ED213C8-BCC4-2CD8-A6FC-45D264E2B72D}"/>
              </a:ext>
            </a:extLst>
          </p:cNvPr>
          <p:cNvSpPr/>
          <p:nvPr/>
        </p:nvSpPr>
        <p:spPr>
          <a:xfrm>
            <a:off x="720048" y="9401175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Step-by-step agent workflow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4259CB-3E4A-CA75-A68C-326C23E26A71}"/>
              </a:ext>
            </a:extLst>
          </p:cNvPr>
          <p:cNvSpPr/>
          <p:nvPr/>
        </p:nvSpPr>
        <p:spPr>
          <a:xfrm>
            <a:off x="429441" y="2780247"/>
            <a:ext cx="2702921" cy="406047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BA91E">
                  <a:lumMod val="60000"/>
                  <a:lumOff val="40000"/>
                </a:srgbClr>
              </a:gs>
            </a:gsLst>
            <a:lin ang="5400000" scaled="1"/>
          </a:gradFill>
          <a:ln w="1439" cap="flat">
            <a:noFill/>
            <a:prstDash val="solid"/>
            <a:miter/>
          </a:ln>
          <a:effectLst/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F2A141-4AB9-EEB8-3FA9-5078736B5C38}"/>
              </a:ext>
            </a:extLst>
          </p:cNvPr>
          <p:cNvSpPr/>
          <p:nvPr/>
        </p:nvSpPr>
        <p:spPr>
          <a:xfrm>
            <a:off x="3383041" y="2780247"/>
            <a:ext cx="2702921" cy="406047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3AC6E1">
                  <a:lumMod val="60000"/>
                  <a:lumOff val="40000"/>
                </a:srgbClr>
              </a:gs>
            </a:gsLst>
            <a:lin ang="5400000" scaled="1"/>
          </a:gra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99D8A-99DC-DEB4-91C3-115D47DF87C7}"/>
              </a:ext>
            </a:extLst>
          </p:cNvPr>
          <p:cNvSpPr/>
          <p:nvPr/>
        </p:nvSpPr>
        <p:spPr>
          <a:xfrm>
            <a:off x="6331261" y="2800524"/>
            <a:ext cx="2702921" cy="406047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6EA56C">
                  <a:lumMod val="60000"/>
                  <a:lumOff val="40000"/>
                </a:srgbClr>
              </a:gs>
            </a:gsLst>
            <a:lin ang="5400000" scaled="1"/>
          </a:gra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8D31D6-C0ED-FE41-8CBA-B27A7EEBEDBA}"/>
              </a:ext>
            </a:extLst>
          </p:cNvPr>
          <p:cNvSpPr/>
          <p:nvPr/>
        </p:nvSpPr>
        <p:spPr>
          <a:xfrm>
            <a:off x="9314830" y="2761371"/>
            <a:ext cx="2702921" cy="406047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5000">
                <a:srgbClr val="F15F47">
                  <a:lumMod val="60000"/>
                  <a:lumOff val="40000"/>
                </a:srgbClr>
              </a:gs>
            </a:gsLst>
            <a:lin ang="5400000" scaled="1"/>
          </a:gra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D5FF9-6B4E-3587-590B-58FC7449293B}"/>
              </a:ext>
            </a:extLst>
          </p:cNvPr>
          <p:cNvSpPr/>
          <p:nvPr/>
        </p:nvSpPr>
        <p:spPr>
          <a:xfrm>
            <a:off x="12268419" y="2780247"/>
            <a:ext cx="2702921" cy="4060470"/>
          </a:xfrm>
          <a:prstGeom prst="rect">
            <a:avLst/>
          </a:prstGeom>
          <a:gradFill>
            <a:gsLst>
              <a:gs pos="0">
                <a:srgbClr val="FF57E6">
                  <a:alpha val="55000"/>
                </a:srgbClr>
              </a:gs>
              <a:gs pos="100000">
                <a:srgbClr val="F15F47">
                  <a:lumMod val="60000"/>
                  <a:lumOff val="40000"/>
                  <a:alpha val="0"/>
                </a:srgbClr>
              </a:gs>
            </a:gsLst>
            <a:lin ang="15600000" scaled="0"/>
          </a:gradFill>
          <a:ln w="1439" cap="flat">
            <a:noFill/>
            <a:prstDash val="solid"/>
            <a:miter/>
          </a:ln>
        </p:spPr>
        <p:txBody>
          <a:bodyPr/>
          <a:lstStyle/>
          <a:p>
            <a:pPr defTabSz="1371600"/>
            <a:endParaRPr lang="fr-FR" sz="1800" kern="0">
              <a:solidFill>
                <a:srgbClr val="000000"/>
              </a:solidFill>
            </a:endParaRPr>
          </a:p>
        </p:txBody>
      </p:sp>
      <p:grpSp>
        <p:nvGrpSpPr>
          <p:cNvPr id="33" name="Group 44">
            <a:extLst>
              <a:ext uri="{FF2B5EF4-FFF2-40B4-BE49-F238E27FC236}">
                <a16:creationId xmlns:a16="http://schemas.microsoft.com/office/drawing/2014/main" id="{F1260119-E3DD-7F88-1852-175FE0D1A49C}"/>
              </a:ext>
            </a:extLst>
          </p:cNvPr>
          <p:cNvGrpSpPr/>
          <p:nvPr/>
        </p:nvGrpSpPr>
        <p:grpSpPr>
          <a:xfrm>
            <a:off x="3555055" y="3863506"/>
            <a:ext cx="2453383" cy="1873674"/>
            <a:chOff x="6128022" y="4563068"/>
            <a:chExt cx="1691640" cy="1249115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6C4ACA18-9A51-98ED-282B-8BE053E972F2}"/>
                </a:ext>
              </a:extLst>
            </p:cNvPr>
            <p:cNvSpPr txBox="1"/>
            <p:nvPr/>
          </p:nvSpPr>
          <p:spPr>
            <a:xfrm>
              <a:off x="6128022" y="4563068"/>
              <a:ext cx="1691640" cy="28725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2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Locate Review</a:t>
              </a:r>
              <a:endParaRPr kumimoji="0" 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2EB78B-90A4-3942-4022-07AF6F90D4CA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96436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ctr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Search the database for the active or archived post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0" name="Group 44">
            <a:extLst>
              <a:ext uri="{FF2B5EF4-FFF2-40B4-BE49-F238E27FC236}">
                <a16:creationId xmlns:a16="http://schemas.microsoft.com/office/drawing/2014/main" id="{C59D379F-2B8D-CB1E-B296-F03B2074EC52}"/>
              </a:ext>
            </a:extLst>
          </p:cNvPr>
          <p:cNvGrpSpPr/>
          <p:nvPr/>
        </p:nvGrpSpPr>
        <p:grpSpPr>
          <a:xfrm>
            <a:off x="569597" y="3852807"/>
            <a:ext cx="2422604" cy="2212228"/>
            <a:chOff x="6128022" y="4563068"/>
            <a:chExt cx="1691640" cy="1474818"/>
          </a:xfrm>
        </p:grpSpPr>
        <p:sp>
          <p:nvSpPr>
            <p:cNvPr id="42" name="TextBox 36">
              <a:extLst>
                <a:ext uri="{FF2B5EF4-FFF2-40B4-BE49-F238E27FC236}">
                  <a16:creationId xmlns:a16="http://schemas.microsoft.com/office/drawing/2014/main" id="{B76F33EF-FC2D-F1ED-92FC-93104E5C86A7}"/>
                </a:ext>
              </a:extLst>
            </p:cNvPr>
            <p:cNvSpPr txBox="1"/>
            <p:nvPr/>
          </p:nvSpPr>
          <p:spPr>
            <a:xfrm>
              <a:off x="6128022" y="4563068"/>
              <a:ext cx="1691640" cy="28725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2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Check Email</a:t>
              </a:r>
              <a:endParaRPr kumimoji="0" 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97B9A7B0-A3E8-4A49-1EED-5DCA72514C70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119006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ctr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Match the incoming address to the author's account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46" name="Graphic 13" descr="Research with solid fill">
            <a:extLst>
              <a:ext uri="{FF2B5EF4-FFF2-40B4-BE49-F238E27FC236}">
                <a16:creationId xmlns:a16="http://schemas.microsoft.com/office/drawing/2014/main" id="{73CACDA4-94B1-0056-238D-F6BFA2CE6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146180" y="2621045"/>
            <a:ext cx="1176639" cy="11766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8" name="Graphic 16" descr="Email with solid fill">
            <a:extLst>
              <a:ext uri="{FF2B5EF4-FFF2-40B4-BE49-F238E27FC236}">
                <a16:creationId xmlns:a16="http://schemas.microsoft.com/office/drawing/2014/main" id="{727E45FB-1EF2-0D75-242F-B7B148C3F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2580" y="2621045"/>
            <a:ext cx="1176639" cy="1176639"/>
          </a:xfrm>
          <a:prstGeom prst="rect">
            <a:avLst/>
          </a:prstGeom>
          <a:effectLst/>
        </p:spPr>
      </p:pic>
      <p:pic>
        <p:nvPicPr>
          <p:cNvPr id="49" name="Graphic 17" descr="Pin with solid fill">
            <a:extLst>
              <a:ext uri="{FF2B5EF4-FFF2-40B4-BE49-F238E27FC236}">
                <a16:creationId xmlns:a16="http://schemas.microsoft.com/office/drawing/2014/main" id="{B14A95DA-AE37-BA5B-5478-79F7A54CF3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94400" y="2641322"/>
            <a:ext cx="1176639" cy="11766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1" name="Graphic 18" descr="Programmer female with solid fill">
            <a:extLst>
              <a:ext uri="{FF2B5EF4-FFF2-40B4-BE49-F238E27FC236}">
                <a16:creationId xmlns:a16="http://schemas.microsoft.com/office/drawing/2014/main" id="{08F4E0E5-3FAB-185B-0E96-0A2C502B9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077969" y="2602169"/>
            <a:ext cx="1176639" cy="1176639"/>
          </a:xfrm>
          <a:prstGeom prst="rect">
            <a:avLst/>
          </a:prstGeom>
        </p:spPr>
      </p:pic>
      <p:pic>
        <p:nvPicPr>
          <p:cNvPr id="53" name="Graphic 15" descr="Chat with solid fill">
            <a:extLst>
              <a:ext uri="{FF2B5EF4-FFF2-40B4-BE49-F238E27FC236}">
                <a16:creationId xmlns:a16="http://schemas.microsoft.com/office/drawing/2014/main" id="{C03A0B3D-9A21-7955-F492-BD6DA6EEA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09081" y="2621045"/>
            <a:ext cx="1176639" cy="11766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B0F24221-3EFD-4C62-2EAB-1C5F058339D0}"/>
              </a:ext>
            </a:extLst>
          </p:cNvPr>
          <p:cNvGrpSpPr/>
          <p:nvPr/>
        </p:nvGrpSpPr>
        <p:grpSpPr>
          <a:xfrm>
            <a:off x="429440" y="5995209"/>
            <a:ext cx="2702919" cy="2261388"/>
            <a:chOff x="1063278" y="3869982"/>
            <a:chExt cx="1801946" cy="1507592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0ADC854-BF00-DFB7-BB6F-D09B7C30F9FB}"/>
                </a:ext>
              </a:extLst>
            </p:cNvPr>
            <p:cNvSpPr/>
            <p:nvPr/>
          </p:nvSpPr>
          <p:spPr>
            <a:xfrm>
              <a:off x="1915064" y="4382219"/>
              <a:ext cx="950160" cy="995355"/>
            </a:xfrm>
            <a:custGeom>
              <a:avLst/>
              <a:gdLst>
                <a:gd name="csX0" fmla="*/ 858328 w 948003"/>
                <a:gd name="csY0" fmla="*/ 0 h 995355"/>
                <a:gd name="csX1" fmla="*/ 908727 w 948003"/>
                <a:gd name="csY1" fmla="*/ 47434 h 995355"/>
                <a:gd name="csX2" fmla="*/ 948003 w 948003"/>
                <a:gd name="csY2" fmla="*/ 22325 h 995355"/>
                <a:gd name="csX3" fmla="*/ 940830 w 948003"/>
                <a:gd name="csY3" fmla="*/ 441812 h 995355"/>
                <a:gd name="csX4" fmla="*/ 75043 w 948003"/>
                <a:gd name="csY4" fmla="*/ 995355 h 995355"/>
                <a:gd name="csX5" fmla="*/ 70895 w 948003"/>
                <a:gd name="csY5" fmla="*/ 931462 h 995355"/>
                <a:gd name="csX6" fmla="*/ 23722 w 948003"/>
                <a:gd name="csY6" fmla="*/ 918713 h 995355"/>
                <a:gd name="csX7" fmla="*/ 0 w 948003"/>
                <a:gd name="csY7" fmla="*/ 472296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70895 w 948003"/>
                <a:gd name="csY4" fmla="*/ 931462 h 995355"/>
                <a:gd name="csX5" fmla="*/ 23722 w 948003"/>
                <a:gd name="csY5" fmla="*/ 918713 h 995355"/>
                <a:gd name="csX6" fmla="*/ 0 w 948003"/>
                <a:gd name="csY6" fmla="*/ 472296 h 995355"/>
                <a:gd name="csX7" fmla="*/ 858328 w 948003"/>
                <a:gd name="csY7" fmla="*/ 0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23722 w 948003"/>
                <a:gd name="csY4" fmla="*/ 918713 h 995355"/>
                <a:gd name="csX5" fmla="*/ 0 w 948003"/>
                <a:gd name="csY5" fmla="*/ 472296 h 995355"/>
                <a:gd name="csX6" fmla="*/ 858328 w 948003"/>
                <a:gd name="csY6" fmla="*/ 0 h 995355"/>
                <a:gd name="csX0" fmla="*/ 860485 w 950160"/>
                <a:gd name="csY0" fmla="*/ 0 h 995355"/>
                <a:gd name="csX1" fmla="*/ 950160 w 950160"/>
                <a:gd name="csY1" fmla="*/ 22325 h 995355"/>
                <a:gd name="csX2" fmla="*/ 942987 w 950160"/>
                <a:gd name="csY2" fmla="*/ 441812 h 995355"/>
                <a:gd name="csX3" fmla="*/ 77200 w 950160"/>
                <a:gd name="csY3" fmla="*/ 995355 h 995355"/>
                <a:gd name="csX4" fmla="*/ 0 w 950160"/>
                <a:gd name="csY4" fmla="*/ 925183 h 995355"/>
                <a:gd name="csX5" fmla="*/ 2157 w 950160"/>
                <a:gd name="csY5" fmla="*/ 472296 h 995355"/>
                <a:gd name="csX6" fmla="*/ 860485 w 950160"/>
                <a:gd name="csY6" fmla="*/ 0 h 99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50160" h="995355">
                  <a:moveTo>
                    <a:pt x="860485" y="0"/>
                  </a:moveTo>
                  <a:lnTo>
                    <a:pt x="950160" y="22325"/>
                  </a:lnTo>
                  <a:lnTo>
                    <a:pt x="942987" y="441812"/>
                  </a:lnTo>
                  <a:lnTo>
                    <a:pt x="77200" y="995355"/>
                  </a:lnTo>
                  <a:lnTo>
                    <a:pt x="0" y="925183"/>
                  </a:lnTo>
                  <a:lnTo>
                    <a:pt x="2157" y="472296"/>
                  </a:lnTo>
                  <a:lnTo>
                    <a:pt x="860485" y="0"/>
                  </a:lnTo>
                  <a:close/>
                </a:path>
              </a:pathLst>
            </a:custGeom>
            <a:solidFill>
              <a:srgbClr val="FBA91E">
                <a:lumMod val="75000"/>
              </a:srgbClr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BCE1078-9034-7566-7608-49EA41A4834A}"/>
                </a:ext>
              </a:extLst>
            </p:cNvPr>
            <p:cNvSpPr/>
            <p:nvPr/>
          </p:nvSpPr>
          <p:spPr>
            <a:xfrm>
              <a:off x="1063278" y="4422474"/>
              <a:ext cx="936057" cy="955100"/>
            </a:xfrm>
            <a:custGeom>
              <a:avLst/>
              <a:gdLst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06738 w 936057"/>
                <a:gd name="csY2" fmla="*/ 518743 h 955100"/>
                <a:gd name="csX3" fmla="*/ 936057 w 936057"/>
                <a:gd name="csY3" fmla="*/ 535613 h 955100"/>
                <a:gd name="csX4" fmla="*/ 928987 w 936057"/>
                <a:gd name="csY4" fmla="*/ 955100 h 955100"/>
                <a:gd name="csX5" fmla="*/ 0 w 936057"/>
                <a:gd name="csY5" fmla="*/ 420538 h 955100"/>
                <a:gd name="csX6" fmla="*/ 7070 w 936057"/>
                <a:gd name="csY6" fmla="*/ 1051 h 955100"/>
                <a:gd name="csX7" fmla="*/ 58499 w 936057"/>
                <a:gd name="csY7" fmla="*/ 30645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58499 w 936057"/>
                <a:gd name="csY6" fmla="*/ 30645 h 955100"/>
                <a:gd name="csX7" fmla="*/ 63907 w 936057"/>
                <a:gd name="csY7" fmla="*/ 0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63907 w 936057"/>
                <a:gd name="csY6" fmla="*/ 0 h 95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6057" h="955100">
                  <a:moveTo>
                    <a:pt x="63907" y="0"/>
                  </a:moveTo>
                  <a:lnTo>
                    <a:pt x="920797" y="442823"/>
                  </a:lnTo>
                  <a:lnTo>
                    <a:pt x="936057" y="535613"/>
                  </a:lnTo>
                  <a:lnTo>
                    <a:pt x="928987" y="955100"/>
                  </a:lnTo>
                  <a:lnTo>
                    <a:pt x="0" y="420538"/>
                  </a:lnTo>
                  <a:lnTo>
                    <a:pt x="7070" y="1051"/>
                  </a:lnTo>
                  <a:lnTo>
                    <a:pt x="63907" y="0"/>
                  </a:lnTo>
                  <a:close/>
                </a:path>
              </a:pathLst>
            </a:custGeom>
            <a:solidFill>
              <a:srgbClr val="FBA91E">
                <a:lumMod val="50000"/>
              </a:srgbClr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16B75D4-A679-745C-6CE4-671959FDC57B}"/>
                </a:ext>
              </a:extLst>
            </p:cNvPr>
            <p:cNvSpPr/>
            <p:nvPr/>
          </p:nvSpPr>
          <p:spPr>
            <a:xfrm>
              <a:off x="1070348" y="3869982"/>
              <a:ext cx="1794775" cy="1088113"/>
            </a:xfrm>
            <a:custGeom>
              <a:avLst/>
              <a:gdLst>
                <a:gd name="csX0" fmla="*/ 865787 w 1794775"/>
                <a:gd name="csY0" fmla="*/ 0 h 1088113"/>
                <a:gd name="csX1" fmla="*/ 1794775 w 1794775"/>
                <a:gd name="csY1" fmla="*/ 534562 h 1088113"/>
                <a:gd name="csX2" fmla="*/ 928987 w 1794775"/>
                <a:gd name="csY2" fmla="*/ 1088113 h 1088113"/>
                <a:gd name="csX3" fmla="*/ 0 w 1794775"/>
                <a:gd name="csY3" fmla="*/ 553551 h 1088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94775" h="1088113">
                  <a:moveTo>
                    <a:pt x="865787" y="0"/>
                  </a:moveTo>
                  <a:lnTo>
                    <a:pt x="1794775" y="534562"/>
                  </a:lnTo>
                  <a:lnTo>
                    <a:pt x="928987" y="1088113"/>
                  </a:lnTo>
                  <a:lnTo>
                    <a:pt x="0" y="553551"/>
                  </a:lnTo>
                  <a:close/>
                </a:path>
              </a:pathLst>
            </a:custGeom>
            <a:solidFill>
              <a:srgbClr val="FF9626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8" name="Forme libre 30">
            <a:extLst>
              <a:ext uri="{FF2B5EF4-FFF2-40B4-BE49-F238E27FC236}">
                <a16:creationId xmlns:a16="http://schemas.microsoft.com/office/drawing/2014/main" id="{267C5A54-6314-7241-9DBA-6CACDA570E29}"/>
              </a:ext>
            </a:extLst>
          </p:cNvPr>
          <p:cNvSpPr/>
          <p:nvPr/>
        </p:nvSpPr>
        <p:spPr>
          <a:xfrm>
            <a:off x="1336117" y="6479825"/>
            <a:ext cx="1009374" cy="575433"/>
          </a:xfrm>
          <a:custGeom>
            <a:avLst/>
            <a:gdLst>
              <a:gd name="csX0" fmla="*/ 17766 w 91749"/>
              <a:gd name="csY0" fmla="*/ 0 h 52305"/>
              <a:gd name="csX1" fmla="*/ 91750 w 91749"/>
              <a:gd name="csY1" fmla="*/ 42569 h 52305"/>
              <a:gd name="csX2" fmla="*/ 76530 w 91749"/>
              <a:gd name="csY2" fmla="*/ 52305 h 52305"/>
              <a:gd name="csX3" fmla="*/ 21262 w 91749"/>
              <a:gd name="csY3" fmla="*/ 20508 h 52305"/>
              <a:gd name="csX4" fmla="*/ 12012 w 91749"/>
              <a:gd name="csY4" fmla="*/ 30316 h 52305"/>
              <a:gd name="csX5" fmla="*/ 0 w 91749"/>
              <a:gd name="csY5" fmla="*/ 23413 h 52305"/>
              <a:gd name="csX6" fmla="*/ 7164 w 91749"/>
              <a:gd name="csY6" fmla="*/ 6788 h 52305"/>
              <a:gd name="csX7" fmla="*/ 17752 w 91749"/>
              <a:gd name="csY7" fmla="*/ 14 h 52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749" h="52305">
                <a:moveTo>
                  <a:pt x="17766" y="0"/>
                </a:moveTo>
                <a:lnTo>
                  <a:pt x="91750" y="42569"/>
                </a:lnTo>
                <a:lnTo>
                  <a:pt x="76530" y="52305"/>
                </a:lnTo>
                <a:lnTo>
                  <a:pt x="21262" y="20508"/>
                </a:lnTo>
                <a:cubicBezTo>
                  <a:pt x="19651" y="23471"/>
                  <a:pt x="15133" y="27943"/>
                  <a:pt x="12012" y="30316"/>
                </a:cubicBezTo>
                <a:lnTo>
                  <a:pt x="0" y="23413"/>
                </a:lnTo>
                <a:cubicBezTo>
                  <a:pt x="5251" y="18495"/>
                  <a:pt x="7854" y="11980"/>
                  <a:pt x="7164" y="6788"/>
                </a:cubicBezTo>
                <a:lnTo>
                  <a:pt x="17752" y="14"/>
                </a:lnTo>
                <a:close/>
              </a:path>
            </a:pathLst>
          </a:custGeom>
          <a:solidFill>
            <a:srgbClr val="FFFFFF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27879B1-4D3D-1BA0-F578-00E147AC925A}"/>
              </a:ext>
            </a:extLst>
          </p:cNvPr>
          <p:cNvGrpSpPr/>
          <p:nvPr/>
        </p:nvGrpSpPr>
        <p:grpSpPr>
          <a:xfrm>
            <a:off x="3377661" y="5995209"/>
            <a:ext cx="2702919" cy="2261388"/>
            <a:chOff x="1063278" y="3869982"/>
            <a:chExt cx="1801946" cy="1507592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F720C16-32FF-EBBA-8DCE-8C4C7B7DEB58}"/>
                </a:ext>
              </a:extLst>
            </p:cNvPr>
            <p:cNvSpPr/>
            <p:nvPr/>
          </p:nvSpPr>
          <p:spPr>
            <a:xfrm>
              <a:off x="1915064" y="4382219"/>
              <a:ext cx="950160" cy="995355"/>
            </a:xfrm>
            <a:custGeom>
              <a:avLst/>
              <a:gdLst>
                <a:gd name="csX0" fmla="*/ 858328 w 948003"/>
                <a:gd name="csY0" fmla="*/ 0 h 995355"/>
                <a:gd name="csX1" fmla="*/ 908727 w 948003"/>
                <a:gd name="csY1" fmla="*/ 47434 h 995355"/>
                <a:gd name="csX2" fmla="*/ 948003 w 948003"/>
                <a:gd name="csY2" fmla="*/ 22325 h 995355"/>
                <a:gd name="csX3" fmla="*/ 940830 w 948003"/>
                <a:gd name="csY3" fmla="*/ 441812 h 995355"/>
                <a:gd name="csX4" fmla="*/ 75043 w 948003"/>
                <a:gd name="csY4" fmla="*/ 995355 h 995355"/>
                <a:gd name="csX5" fmla="*/ 70895 w 948003"/>
                <a:gd name="csY5" fmla="*/ 931462 h 995355"/>
                <a:gd name="csX6" fmla="*/ 23722 w 948003"/>
                <a:gd name="csY6" fmla="*/ 918713 h 995355"/>
                <a:gd name="csX7" fmla="*/ 0 w 948003"/>
                <a:gd name="csY7" fmla="*/ 472296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70895 w 948003"/>
                <a:gd name="csY4" fmla="*/ 931462 h 995355"/>
                <a:gd name="csX5" fmla="*/ 23722 w 948003"/>
                <a:gd name="csY5" fmla="*/ 918713 h 995355"/>
                <a:gd name="csX6" fmla="*/ 0 w 948003"/>
                <a:gd name="csY6" fmla="*/ 472296 h 995355"/>
                <a:gd name="csX7" fmla="*/ 858328 w 948003"/>
                <a:gd name="csY7" fmla="*/ 0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23722 w 948003"/>
                <a:gd name="csY4" fmla="*/ 918713 h 995355"/>
                <a:gd name="csX5" fmla="*/ 0 w 948003"/>
                <a:gd name="csY5" fmla="*/ 472296 h 995355"/>
                <a:gd name="csX6" fmla="*/ 858328 w 948003"/>
                <a:gd name="csY6" fmla="*/ 0 h 995355"/>
                <a:gd name="csX0" fmla="*/ 860485 w 950160"/>
                <a:gd name="csY0" fmla="*/ 0 h 995355"/>
                <a:gd name="csX1" fmla="*/ 950160 w 950160"/>
                <a:gd name="csY1" fmla="*/ 22325 h 995355"/>
                <a:gd name="csX2" fmla="*/ 942987 w 950160"/>
                <a:gd name="csY2" fmla="*/ 441812 h 995355"/>
                <a:gd name="csX3" fmla="*/ 77200 w 950160"/>
                <a:gd name="csY3" fmla="*/ 995355 h 995355"/>
                <a:gd name="csX4" fmla="*/ 0 w 950160"/>
                <a:gd name="csY4" fmla="*/ 925183 h 995355"/>
                <a:gd name="csX5" fmla="*/ 2157 w 950160"/>
                <a:gd name="csY5" fmla="*/ 472296 h 995355"/>
                <a:gd name="csX6" fmla="*/ 860485 w 950160"/>
                <a:gd name="csY6" fmla="*/ 0 h 99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50160" h="995355">
                  <a:moveTo>
                    <a:pt x="860485" y="0"/>
                  </a:moveTo>
                  <a:lnTo>
                    <a:pt x="950160" y="22325"/>
                  </a:lnTo>
                  <a:lnTo>
                    <a:pt x="942987" y="441812"/>
                  </a:lnTo>
                  <a:lnTo>
                    <a:pt x="77200" y="995355"/>
                  </a:lnTo>
                  <a:lnTo>
                    <a:pt x="0" y="925183"/>
                  </a:lnTo>
                  <a:lnTo>
                    <a:pt x="2157" y="472296"/>
                  </a:lnTo>
                  <a:lnTo>
                    <a:pt x="860485" y="0"/>
                  </a:lnTo>
                  <a:close/>
                </a:path>
              </a:pathLst>
            </a:custGeom>
            <a:solidFill>
              <a:srgbClr val="3AC6E1">
                <a:lumMod val="75000"/>
              </a:srgbClr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4A919AC-7EAC-43B1-D8EE-DF4E300F7C5C}"/>
                </a:ext>
              </a:extLst>
            </p:cNvPr>
            <p:cNvSpPr/>
            <p:nvPr/>
          </p:nvSpPr>
          <p:spPr>
            <a:xfrm>
              <a:off x="1063278" y="4422474"/>
              <a:ext cx="936057" cy="955100"/>
            </a:xfrm>
            <a:custGeom>
              <a:avLst/>
              <a:gdLst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06738 w 936057"/>
                <a:gd name="csY2" fmla="*/ 518743 h 955100"/>
                <a:gd name="csX3" fmla="*/ 936057 w 936057"/>
                <a:gd name="csY3" fmla="*/ 535613 h 955100"/>
                <a:gd name="csX4" fmla="*/ 928987 w 936057"/>
                <a:gd name="csY4" fmla="*/ 955100 h 955100"/>
                <a:gd name="csX5" fmla="*/ 0 w 936057"/>
                <a:gd name="csY5" fmla="*/ 420538 h 955100"/>
                <a:gd name="csX6" fmla="*/ 7070 w 936057"/>
                <a:gd name="csY6" fmla="*/ 1051 h 955100"/>
                <a:gd name="csX7" fmla="*/ 58499 w 936057"/>
                <a:gd name="csY7" fmla="*/ 30645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58499 w 936057"/>
                <a:gd name="csY6" fmla="*/ 30645 h 955100"/>
                <a:gd name="csX7" fmla="*/ 63907 w 936057"/>
                <a:gd name="csY7" fmla="*/ 0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63907 w 936057"/>
                <a:gd name="csY6" fmla="*/ 0 h 95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6057" h="955100">
                  <a:moveTo>
                    <a:pt x="63907" y="0"/>
                  </a:moveTo>
                  <a:lnTo>
                    <a:pt x="920797" y="442823"/>
                  </a:lnTo>
                  <a:lnTo>
                    <a:pt x="936057" y="535613"/>
                  </a:lnTo>
                  <a:lnTo>
                    <a:pt x="928987" y="955100"/>
                  </a:lnTo>
                  <a:lnTo>
                    <a:pt x="0" y="420538"/>
                  </a:lnTo>
                  <a:lnTo>
                    <a:pt x="7070" y="1051"/>
                  </a:lnTo>
                  <a:lnTo>
                    <a:pt x="63907" y="0"/>
                  </a:lnTo>
                  <a:close/>
                </a:path>
              </a:pathLst>
            </a:custGeom>
            <a:solidFill>
              <a:srgbClr val="3AC6E1">
                <a:lumMod val="50000"/>
              </a:srgbClr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60A56A-774D-0044-75D2-3D1A48AD1E11}"/>
                </a:ext>
              </a:extLst>
            </p:cNvPr>
            <p:cNvSpPr/>
            <p:nvPr/>
          </p:nvSpPr>
          <p:spPr>
            <a:xfrm>
              <a:off x="1070348" y="3869982"/>
              <a:ext cx="1794775" cy="1088113"/>
            </a:xfrm>
            <a:custGeom>
              <a:avLst/>
              <a:gdLst>
                <a:gd name="csX0" fmla="*/ 865787 w 1794775"/>
                <a:gd name="csY0" fmla="*/ 0 h 1088113"/>
                <a:gd name="csX1" fmla="*/ 1794775 w 1794775"/>
                <a:gd name="csY1" fmla="*/ 534562 h 1088113"/>
                <a:gd name="csX2" fmla="*/ 928987 w 1794775"/>
                <a:gd name="csY2" fmla="*/ 1088113 h 1088113"/>
                <a:gd name="csX3" fmla="*/ 0 w 1794775"/>
                <a:gd name="csY3" fmla="*/ 553551 h 1088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94775" h="1088113">
                  <a:moveTo>
                    <a:pt x="865787" y="0"/>
                  </a:moveTo>
                  <a:lnTo>
                    <a:pt x="1794775" y="534562"/>
                  </a:lnTo>
                  <a:lnTo>
                    <a:pt x="928987" y="1088113"/>
                  </a:lnTo>
                  <a:lnTo>
                    <a:pt x="0" y="553551"/>
                  </a:lnTo>
                  <a:close/>
                </a:path>
              </a:pathLst>
            </a:custGeom>
            <a:solidFill>
              <a:srgbClr val="00C6E5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275A9AD-4DE7-AFC9-2C7E-33FF8C19C78F}"/>
              </a:ext>
            </a:extLst>
          </p:cNvPr>
          <p:cNvGrpSpPr/>
          <p:nvPr/>
        </p:nvGrpSpPr>
        <p:grpSpPr>
          <a:xfrm>
            <a:off x="6335849" y="6015486"/>
            <a:ext cx="2702919" cy="2261388"/>
            <a:chOff x="1063278" y="3869982"/>
            <a:chExt cx="1801946" cy="1507592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BA868D2-DF8F-B8D6-048D-8CFE38F9E762}"/>
                </a:ext>
              </a:extLst>
            </p:cNvPr>
            <p:cNvSpPr/>
            <p:nvPr/>
          </p:nvSpPr>
          <p:spPr>
            <a:xfrm>
              <a:off x="1915064" y="4382219"/>
              <a:ext cx="950160" cy="995355"/>
            </a:xfrm>
            <a:custGeom>
              <a:avLst/>
              <a:gdLst>
                <a:gd name="csX0" fmla="*/ 858328 w 948003"/>
                <a:gd name="csY0" fmla="*/ 0 h 995355"/>
                <a:gd name="csX1" fmla="*/ 908727 w 948003"/>
                <a:gd name="csY1" fmla="*/ 47434 h 995355"/>
                <a:gd name="csX2" fmla="*/ 948003 w 948003"/>
                <a:gd name="csY2" fmla="*/ 22325 h 995355"/>
                <a:gd name="csX3" fmla="*/ 940830 w 948003"/>
                <a:gd name="csY3" fmla="*/ 441812 h 995355"/>
                <a:gd name="csX4" fmla="*/ 75043 w 948003"/>
                <a:gd name="csY4" fmla="*/ 995355 h 995355"/>
                <a:gd name="csX5" fmla="*/ 70895 w 948003"/>
                <a:gd name="csY5" fmla="*/ 931462 h 995355"/>
                <a:gd name="csX6" fmla="*/ 23722 w 948003"/>
                <a:gd name="csY6" fmla="*/ 918713 h 995355"/>
                <a:gd name="csX7" fmla="*/ 0 w 948003"/>
                <a:gd name="csY7" fmla="*/ 472296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70895 w 948003"/>
                <a:gd name="csY4" fmla="*/ 931462 h 995355"/>
                <a:gd name="csX5" fmla="*/ 23722 w 948003"/>
                <a:gd name="csY5" fmla="*/ 918713 h 995355"/>
                <a:gd name="csX6" fmla="*/ 0 w 948003"/>
                <a:gd name="csY6" fmla="*/ 472296 h 995355"/>
                <a:gd name="csX7" fmla="*/ 858328 w 948003"/>
                <a:gd name="csY7" fmla="*/ 0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23722 w 948003"/>
                <a:gd name="csY4" fmla="*/ 918713 h 995355"/>
                <a:gd name="csX5" fmla="*/ 0 w 948003"/>
                <a:gd name="csY5" fmla="*/ 472296 h 995355"/>
                <a:gd name="csX6" fmla="*/ 858328 w 948003"/>
                <a:gd name="csY6" fmla="*/ 0 h 995355"/>
                <a:gd name="csX0" fmla="*/ 860485 w 950160"/>
                <a:gd name="csY0" fmla="*/ 0 h 995355"/>
                <a:gd name="csX1" fmla="*/ 950160 w 950160"/>
                <a:gd name="csY1" fmla="*/ 22325 h 995355"/>
                <a:gd name="csX2" fmla="*/ 942987 w 950160"/>
                <a:gd name="csY2" fmla="*/ 441812 h 995355"/>
                <a:gd name="csX3" fmla="*/ 77200 w 950160"/>
                <a:gd name="csY3" fmla="*/ 995355 h 995355"/>
                <a:gd name="csX4" fmla="*/ 0 w 950160"/>
                <a:gd name="csY4" fmla="*/ 925183 h 995355"/>
                <a:gd name="csX5" fmla="*/ 2157 w 950160"/>
                <a:gd name="csY5" fmla="*/ 472296 h 995355"/>
                <a:gd name="csX6" fmla="*/ 860485 w 950160"/>
                <a:gd name="csY6" fmla="*/ 0 h 99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50160" h="995355">
                  <a:moveTo>
                    <a:pt x="860485" y="0"/>
                  </a:moveTo>
                  <a:lnTo>
                    <a:pt x="950160" y="22325"/>
                  </a:lnTo>
                  <a:lnTo>
                    <a:pt x="942987" y="441812"/>
                  </a:lnTo>
                  <a:lnTo>
                    <a:pt x="77200" y="995355"/>
                  </a:lnTo>
                  <a:lnTo>
                    <a:pt x="0" y="925183"/>
                  </a:lnTo>
                  <a:lnTo>
                    <a:pt x="2157" y="472296"/>
                  </a:lnTo>
                  <a:lnTo>
                    <a:pt x="860485" y="0"/>
                  </a:lnTo>
                  <a:close/>
                </a:path>
              </a:pathLst>
            </a:custGeom>
            <a:solidFill>
              <a:srgbClr val="009A3B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25577D1-35F8-74FF-F354-398EAF74860D}"/>
                </a:ext>
              </a:extLst>
            </p:cNvPr>
            <p:cNvSpPr/>
            <p:nvPr/>
          </p:nvSpPr>
          <p:spPr>
            <a:xfrm>
              <a:off x="1063278" y="4422474"/>
              <a:ext cx="936057" cy="955100"/>
            </a:xfrm>
            <a:custGeom>
              <a:avLst/>
              <a:gdLst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06738 w 936057"/>
                <a:gd name="csY2" fmla="*/ 518743 h 955100"/>
                <a:gd name="csX3" fmla="*/ 936057 w 936057"/>
                <a:gd name="csY3" fmla="*/ 535613 h 955100"/>
                <a:gd name="csX4" fmla="*/ 928987 w 936057"/>
                <a:gd name="csY4" fmla="*/ 955100 h 955100"/>
                <a:gd name="csX5" fmla="*/ 0 w 936057"/>
                <a:gd name="csY5" fmla="*/ 420538 h 955100"/>
                <a:gd name="csX6" fmla="*/ 7070 w 936057"/>
                <a:gd name="csY6" fmla="*/ 1051 h 955100"/>
                <a:gd name="csX7" fmla="*/ 58499 w 936057"/>
                <a:gd name="csY7" fmla="*/ 30645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58499 w 936057"/>
                <a:gd name="csY6" fmla="*/ 30645 h 955100"/>
                <a:gd name="csX7" fmla="*/ 63907 w 936057"/>
                <a:gd name="csY7" fmla="*/ 0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63907 w 936057"/>
                <a:gd name="csY6" fmla="*/ 0 h 95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6057" h="955100">
                  <a:moveTo>
                    <a:pt x="63907" y="0"/>
                  </a:moveTo>
                  <a:lnTo>
                    <a:pt x="920797" y="442823"/>
                  </a:lnTo>
                  <a:lnTo>
                    <a:pt x="936057" y="535613"/>
                  </a:lnTo>
                  <a:lnTo>
                    <a:pt x="928987" y="955100"/>
                  </a:lnTo>
                  <a:lnTo>
                    <a:pt x="0" y="420538"/>
                  </a:lnTo>
                  <a:lnTo>
                    <a:pt x="7070" y="1051"/>
                  </a:lnTo>
                  <a:lnTo>
                    <a:pt x="63907" y="0"/>
                  </a:lnTo>
                  <a:close/>
                </a:path>
              </a:pathLst>
            </a:custGeom>
            <a:solidFill>
              <a:srgbClr val="00762D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814AA8B-7DC8-1400-28D7-0811885F6C93}"/>
                </a:ext>
              </a:extLst>
            </p:cNvPr>
            <p:cNvSpPr/>
            <p:nvPr/>
          </p:nvSpPr>
          <p:spPr>
            <a:xfrm>
              <a:off x="1070348" y="3869982"/>
              <a:ext cx="1794775" cy="1088113"/>
            </a:xfrm>
            <a:custGeom>
              <a:avLst/>
              <a:gdLst>
                <a:gd name="csX0" fmla="*/ 865787 w 1794775"/>
                <a:gd name="csY0" fmla="*/ 0 h 1088113"/>
                <a:gd name="csX1" fmla="*/ 1794775 w 1794775"/>
                <a:gd name="csY1" fmla="*/ 534562 h 1088113"/>
                <a:gd name="csX2" fmla="*/ 928987 w 1794775"/>
                <a:gd name="csY2" fmla="*/ 1088113 h 1088113"/>
                <a:gd name="csX3" fmla="*/ 0 w 1794775"/>
                <a:gd name="csY3" fmla="*/ 553551 h 1088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94775" h="1088113">
                  <a:moveTo>
                    <a:pt x="865787" y="0"/>
                  </a:moveTo>
                  <a:lnTo>
                    <a:pt x="1794775" y="534562"/>
                  </a:lnTo>
                  <a:lnTo>
                    <a:pt x="928987" y="1088113"/>
                  </a:lnTo>
                  <a:lnTo>
                    <a:pt x="0" y="553551"/>
                  </a:lnTo>
                  <a:close/>
                </a:path>
              </a:pathLst>
            </a:custGeom>
            <a:solidFill>
              <a:srgbClr val="00B747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6FB9E8A-7883-B748-520B-C1BB1C0625EB}"/>
              </a:ext>
            </a:extLst>
          </p:cNvPr>
          <p:cNvGrpSpPr/>
          <p:nvPr/>
        </p:nvGrpSpPr>
        <p:grpSpPr>
          <a:xfrm>
            <a:off x="9314666" y="5976333"/>
            <a:ext cx="2702919" cy="2261388"/>
            <a:chOff x="1063278" y="3869982"/>
            <a:chExt cx="1801946" cy="1507592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06F9F55-6F50-AC6D-BC2B-639AFB3AF822}"/>
                </a:ext>
              </a:extLst>
            </p:cNvPr>
            <p:cNvSpPr/>
            <p:nvPr/>
          </p:nvSpPr>
          <p:spPr>
            <a:xfrm>
              <a:off x="1915064" y="4382219"/>
              <a:ext cx="950160" cy="995355"/>
            </a:xfrm>
            <a:custGeom>
              <a:avLst/>
              <a:gdLst>
                <a:gd name="csX0" fmla="*/ 858328 w 948003"/>
                <a:gd name="csY0" fmla="*/ 0 h 995355"/>
                <a:gd name="csX1" fmla="*/ 908727 w 948003"/>
                <a:gd name="csY1" fmla="*/ 47434 h 995355"/>
                <a:gd name="csX2" fmla="*/ 948003 w 948003"/>
                <a:gd name="csY2" fmla="*/ 22325 h 995355"/>
                <a:gd name="csX3" fmla="*/ 940830 w 948003"/>
                <a:gd name="csY3" fmla="*/ 441812 h 995355"/>
                <a:gd name="csX4" fmla="*/ 75043 w 948003"/>
                <a:gd name="csY4" fmla="*/ 995355 h 995355"/>
                <a:gd name="csX5" fmla="*/ 70895 w 948003"/>
                <a:gd name="csY5" fmla="*/ 931462 h 995355"/>
                <a:gd name="csX6" fmla="*/ 23722 w 948003"/>
                <a:gd name="csY6" fmla="*/ 918713 h 995355"/>
                <a:gd name="csX7" fmla="*/ 0 w 948003"/>
                <a:gd name="csY7" fmla="*/ 472296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70895 w 948003"/>
                <a:gd name="csY4" fmla="*/ 931462 h 995355"/>
                <a:gd name="csX5" fmla="*/ 23722 w 948003"/>
                <a:gd name="csY5" fmla="*/ 918713 h 995355"/>
                <a:gd name="csX6" fmla="*/ 0 w 948003"/>
                <a:gd name="csY6" fmla="*/ 472296 h 995355"/>
                <a:gd name="csX7" fmla="*/ 858328 w 948003"/>
                <a:gd name="csY7" fmla="*/ 0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23722 w 948003"/>
                <a:gd name="csY4" fmla="*/ 918713 h 995355"/>
                <a:gd name="csX5" fmla="*/ 0 w 948003"/>
                <a:gd name="csY5" fmla="*/ 472296 h 995355"/>
                <a:gd name="csX6" fmla="*/ 858328 w 948003"/>
                <a:gd name="csY6" fmla="*/ 0 h 995355"/>
                <a:gd name="csX0" fmla="*/ 860485 w 950160"/>
                <a:gd name="csY0" fmla="*/ 0 h 995355"/>
                <a:gd name="csX1" fmla="*/ 950160 w 950160"/>
                <a:gd name="csY1" fmla="*/ 22325 h 995355"/>
                <a:gd name="csX2" fmla="*/ 942987 w 950160"/>
                <a:gd name="csY2" fmla="*/ 441812 h 995355"/>
                <a:gd name="csX3" fmla="*/ 77200 w 950160"/>
                <a:gd name="csY3" fmla="*/ 995355 h 995355"/>
                <a:gd name="csX4" fmla="*/ 0 w 950160"/>
                <a:gd name="csY4" fmla="*/ 925183 h 995355"/>
                <a:gd name="csX5" fmla="*/ 2157 w 950160"/>
                <a:gd name="csY5" fmla="*/ 472296 h 995355"/>
                <a:gd name="csX6" fmla="*/ 860485 w 950160"/>
                <a:gd name="csY6" fmla="*/ 0 h 99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50160" h="995355">
                  <a:moveTo>
                    <a:pt x="860485" y="0"/>
                  </a:moveTo>
                  <a:lnTo>
                    <a:pt x="950160" y="22325"/>
                  </a:lnTo>
                  <a:lnTo>
                    <a:pt x="942987" y="441812"/>
                  </a:lnTo>
                  <a:lnTo>
                    <a:pt x="77200" y="995355"/>
                  </a:lnTo>
                  <a:lnTo>
                    <a:pt x="0" y="925183"/>
                  </a:lnTo>
                  <a:lnTo>
                    <a:pt x="2157" y="472296"/>
                  </a:lnTo>
                  <a:lnTo>
                    <a:pt x="860485" y="0"/>
                  </a:lnTo>
                  <a:close/>
                </a:path>
              </a:pathLst>
            </a:custGeom>
            <a:solidFill>
              <a:srgbClr val="F15F47">
                <a:lumMod val="75000"/>
              </a:srgbClr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9A6D6AB-9A34-980A-9744-8EC4A1CE17E7}"/>
                </a:ext>
              </a:extLst>
            </p:cNvPr>
            <p:cNvSpPr/>
            <p:nvPr/>
          </p:nvSpPr>
          <p:spPr>
            <a:xfrm>
              <a:off x="1063278" y="4422474"/>
              <a:ext cx="936057" cy="955100"/>
            </a:xfrm>
            <a:custGeom>
              <a:avLst/>
              <a:gdLst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06738 w 936057"/>
                <a:gd name="csY2" fmla="*/ 518743 h 955100"/>
                <a:gd name="csX3" fmla="*/ 936057 w 936057"/>
                <a:gd name="csY3" fmla="*/ 535613 h 955100"/>
                <a:gd name="csX4" fmla="*/ 928987 w 936057"/>
                <a:gd name="csY4" fmla="*/ 955100 h 955100"/>
                <a:gd name="csX5" fmla="*/ 0 w 936057"/>
                <a:gd name="csY5" fmla="*/ 420538 h 955100"/>
                <a:gd name="csX6" fmla="*/ 7070 w 936057"/>
                <a:gd name="csY6" fmla="*/ 1051 h 955100"/>
                <a:gd name="csX7" fmla="*/ 58499 w 936057"/>
                <a:gd name="csY7" fmla="*/ 30645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58499 w 936057"/>
                <a:gd name="csY6" fmla="*/ 30645 h 955100"/>
                <a:gd name="csX7" fmla="*/ 63907 w 936057"/>
                <a:gd name="csY7" fmla="*/ 0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63907 w 936057"/>
                <a:gd name="csY6" fmla="*/ 0 h 95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6057" h="955100">
                  <a:moveTo>
                    <a:pt x="63907" y="0"/>
                  </a:moveTo>
                  <a:lnTo>
                    <a:pt x="920797" y="442823"/>
                  </a:lnTo>
                  <a:lnTo>
                    <a:pt x="936057" y="535613"/>
                  </a:lnTo>
                  <a:lnTo>
                    <a:pt x="928987" y="955100"/>
                  </a:lnTo>
                  <a:lnTo>
                    <a:pt x="0" y="420538"/>
                  </a:lnTo>
                  <a:lnTo>
                    <a:pt x="7070" y="1051"/>
                  </a:lnTo>
                  <a:lnTo>
                    <a:pt x="63907" y="0"/>
                  </a:lnTo>
                  <a:close/>
                </a:path>
              </a:pathLst>
            </a:custGeom>
            <a:solidFill>
              <a:srgbClr val="F15F47">
                <a:lumMod val="50000"/>
              </a:srgbClr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BFCDCD7-D0AC-256F-0D52-BE2ABA957400}"/>
                </a:ext>
              </a:extLst>
            </p:cNvPr>
            <p:cNvSpPr/>
            <p:nvPr/>
          </p:nvSpPr>
          <p:spPr>
            <a:xfrm>
              <a:off x="1070348" y="3869982"/>
              <a:ext cx="1794775" cy="1088113"/>
            </a:xfrm>
            <a:custGeom>
              <a:avLst/>
              <a:gdLst>
                <a:gd name="csX0" fmla="*/ 865787 w 1794775"/>
                <a:gd name="csY0" fmla="*/ 0 h 1088113"/>
                <a:gd name="csX1" fmla="*/ 1794775 w 1794775"/>
                <a:gd name="csY1" fmla="*/ 534562 h 1088113"/>
                <a:gd name="csX2" fmla="*/ 928987 w 1794775"/>
                <a:gd name="csY2" fmla="*/ 1088113 h 1088113"/>
                <a:gd name="csX3" fmla="*/ 0 w 1794775"/>
                <a:gd name="csY3" fmla="*/ 553551 h 1088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94775" h="1088113">
                  <a:moveTo>
                    <a:pt x="865787" y="0"/>
                  </a:moveTo>
                  <a:lnTo>
                    <a:pt x="1794775" y="534562"/>
                  </a:lnTo>
                  <a:lnTo>
                    <a:pt x="928987" y="1088113"/>
                  </a:lnTo>
                  <a:lnTo>
                    <a:pt x="0" y="553551"/>
                  </a:lnTo>
                  <a:close/>
                </a:path>
              </a:pathLst>
            </a:custGeom>
            <a:solidFill>
              <a:srgbClr val="FF4E51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1" name="Forme libre 26">
            <a:extLst>
              <a:ext uri="{FF2B5EF4-FFF2-40B4-BE49-F238E27FC236}">
                <a16:creationId xmlns:a16="http://schemas.microsoft.com/office/drawing/2014/main" id="{D352A513-1973-B984-AC1F-E3FA40B250F5}"/>
              </a:ext>
            </a:extLst>
          </p:cNvPr>
          <p:cNvSpPr/>
          <p:nvPr/>
        </p:nvSpPr>
        <p:spPr>
          <a:xfrm>
            <a:off x="4213784" y="6478274"/>
            <a:ext cx="1217765" cy="732974"/>
          </a:xfrm>
          <a:custGeom>
            <a:avLst/>
            <a:gdLst>
              <a:gd name="csX0" fmla="*/ 10987 w 110691"/>
              <a:gd name="csY0" fmla="*/ 7792 h 66625"/>
              <a:gd name="csX1" fmla="*/ 57135 w 110691"/>
              <a:gd name="csY1" fmla="*/ 5476 h 66625"/>
              <a:gd name="csX2" fmla="*/ 65651 w 110691"/>
              <a:gd name="csY2" fmla="*/ 31032 h 66625"/>
              <a:gd name="csX3" fmla="*/ 66514 w 110691"/>
              <a:gd name="csY3" fmla="*/ 47412 h 66625"/>
              <a:gd name="csX4" fmla="*/ 99140 w 110691"/>
              <a:gd name="csY4" fmla="*/ 26545 h 66625"/>
              <a:gd name="csX5" fmla="*/ 110691 w 110691"/>
              <a:gd name="csY5" fmla="*/ 35461 h 66625"/>
              <a:gd name="csX6" fmla="*/ 61954 w 110691"/>
              <a:gd name="csY6" fmla="*/ 66626 h 66625"/>
              <a:gd name="csX7" fmla="*/ 60919 w 110691"/>
              <a:gd name="csY7" fmla="*/ 66036 h 66625"/>
              <a:gd name="csX8" fmla="*/ 46231 w 110691"/>
              <a:gd name="csY8" fmla="*/ 32916 h 66625"/>
              <a:gd name="csX9" fmla="*/ 42174 w 110691"/>
              <a:gd name="csY9" fmla="*/ 15198 h 66625"/>
              <a:gd name="csX10" fmla="*/ 23473 w 110691"/>
              <a:gd name="csY10" fmla="*/ 14997 h 66625"/>
              <a:gd name="csX11" fmla="*/ 24207 w 110691"/>
              <a:gd name="csY11" fmla="*/ 27739 h 66625"/>
              <a:gd name="csX12" fmla="*/ 9750 w 110691"/>
              <a:gd name="csY12" fmla="*/ 36986 h 66625"/>
              <a:gd name="csX13" fmla="*/ 10972 w 110691"/>
              <a:gd name="csY13" fmla="*/ 7806 h 66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0691" h="66625">
                <a:moveTo>
                  <a:pt x="10987" y="7792"/>
                </a:moveTo>
                <a:cubicBezTo>
                  <a:pt x="28681" y="-3526"/>
                  <a:pt x="46058" y="-895"/>
                  <a:pt x="57135" y="5476"/>
                </a:cubicBezTo>
                <a:cubicBezTo>
                  <a:pt x="67910" y="11675"/>
                  <a:pt x="68787" y="17427"/>
                  <a:pt x="65651" y="31032"/>
                </a:cubicBezTo>
                <a:cubicBezTo>
                  <a:pt x="63551" y="40150"/>
                  <a:pt x="64356" y="44752"/>
                  <a:pt x="66514" y="47412"/>
                </a:cubicBezTo>
                <a:lnTo>
                  <a:pt x="99140" y="26545"/>
                </a:lnTo>
                <a:lnTo>
                  <a:pt x="110691" y="35461"/>
                </a:lnTo>
                <a:lnTo>
                  <a:pt x="61954" y="66626"/>
                </a:lnTo>
                <a:lnTo>
                  <a:pt x="60919" y="66036"/>
                </a:lnTo>
                <a:cubicBezTo>
                  <a:pt x="48043" y="58630"/>
                  <a:pt x="42980" y="49167"/>
                  <a:pt x="46231" y="32916"/>
                </a:cubicBezTo>
                <a:cubicBezTo>
                  <a:pt x="48331" y="22317"/>
                  <a:pt x="48633" y="18908"/>
                  <a:pt x="42174" y="15198"/>
                </a:cubicBezTo>
                <a:cubicBezTo>
                  <a:pt x="35773" y="11516"/>
                  <a:pt x="29271" y="11286"/>
                  <a:pt x="23473" y="14997"/>
                </a:cubicBezTo>
                <a:cubicBezTo>
                  <a:pt x="16727" y="19311"/>
                  <a:pt x="18726" y="23424"/>
                  <a:pt x="24207" y="27739"/>
                </a:cubicBezTo>
                <a:lnTo>
                  <a:pt x="9750" y="36986"/>
                </a:lnTo>
                <a:cubicBezTo>
                  <a:pt x="-2018" y="29019"/>
                  <a:pt x="-4866" y="17930"/>
                  <a:pt x="10972" y="7806"/>
                </a:cubicBezTo>
                <a:close/>
              </a:path>
            </a:pathLst>
          </a:custGeom>
          <a:solidFill>
            <a:srgbClr val="FFFFFF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2" name="Forme libre 21">
            <a:extLst>
              <a:ext uri="{FF2B5EF4-FFF2-40B4-BE49-F238E27FC236}">
                <a16:creationId xmlns:a16="http://schemas.microsoft.com/office/drawing/2014/main" id="{8119F7F1-5A4C-7B98-B8D6-EBEE1D6B5BC8}"/>
              </a:ext>
            </a:extLst>
          </p:cNvPr>
          <p:cNvSpPr/>
          <p:nvPr/>
        </p:nvSpPr>
        <p:spPr>
          <a:xfrm>
            <a:off x="7143719" y="6505945"/>
            <a:ext cx="1107255" cy="661145"/>
          </a:xfrm>
          <a:custGeom>
            <a:avLst/>
            <a:gdLst>
              <a:gd name="csX0" fmla="*/ 11412 w 100646"/>
              <a:gd name="csY0" fmla="*/ 7681 h 60096"/>
              <a:gd name="csX1" fmla="*/ 54568 w 100646"/>
              <a:gd name="csY1" fmla="*/ 4517 h 60096"/>
              <a:gd name="csX2" fmla="*/ 61055 w 100646"/>
              <a:gd name="csY2" fmla="*/ 18611 h 60096"/>
              <a:gd name="csX3" fmla="*/ 61372 w 100646"/>
              <a:gd name="csY3" fmla="*/ 18798 h 60096"/>
              <a:gd name="csX4" fmla="*/ 90416 w 100646"/>
              <a:gd name="csY4" fmla="*/ 21890 h 60096"/>
              <a:gd name="csX5" fmla="*/ 87913 w 100646"/>
              <a:gd name="csY5" fmla="*/ 51846 h 60096"/>
              <a:gd name="csX6" fmla="*/ 40743 w 100646"/>
              <a:gd name="csY6" fmla="*/ 55600 h 60096"/>
              <a:gd name="csX7" fmla="*/ 55316 w 100646"/>
              <a:gd name="csY7" fmla="*/ 46281 h 60096"/>
              <a:gd name="csX8" fmla="*/ 76031 w 100646"/>
              <a:gd name="csY8" fmla="*/ 44483 h 60096"/>
              <a:gd name="csX9" fmla="*/ 75081 w 100646"/>
              <a:gd name="csY9" fmla="*/ 31367 h 60096"/>
              <a:gd name="csX10" fmla="*/ 52812 w 100646"/>
              <a:gd name="csY10" fmla="*/ 32273 h 60096"/>
              <a:gd name="csX11" fmla="*/ 46612 w 100646"/>
              <a:gd name="csY11" fmla="*/ 36242 h 60096"/>
              <a:gd name="csX12" fmla="*/ 34227 w 100646"/>
              <a:gd name="csY12" fmla="*/ 29109 h 60096"/>
              <a:gd name="csX13" fmla="*/ 39679 w 100646"/>
              <a:gd name="csY13" fmla="*/ 25615 h 60096"/>
              <a:gd name="csX14" fmla="*/ 40700 w 100646"/>
              <a:gd name="csY14" fmla="*/ 14469 h 60096"/>
              <a:gd name="csX15" fmla="*/ 23452 w 100646"/>
              <a:gd name="csY15" fmla="*/ 15174 h 60096"/>
              <a:gd name="csX16" fmla="*/ 21870 w 100646"/>
              <a:gd name="csY16" fmla="*/ 25701 h 60096"/>
              <a:gd name="csX17" fmla="*/ 7600 w 100646"/>
              <a:gd name="csY17" fmla="*/ 34819 h 60096"/>
              <a:gd name="csX18" fmla="*/ 11426 w 100646"/>
              <a:gd name="csY18" fmla="*/ 7667 h 60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00646" h="60096">
                <a:moveTo>
                  <a:pt x="11412" y="7681"/>
                </a:moveTo>
                <a:cubicBezTo>
                  <a:pt x="27365" y="-2516"/>
                  <a:pt x="44138" y="-1480"/>
                  <a:pt x="54568" y="4517"/>
                </a:cubicBezTo>
                <a:cubicBezTo>
                  <a:pt x="63472" y="9637"/>
                  <a:pt x="62955" y="15116"/>
                  <a:pt x="61055" y="18611"/>
                </a:cubicBezTo>
                <a:lnTo>
                  <a:pt x="61372" y="18798"/>
                </a:lnTo>
                <a:cubicBezTo>
                  <a:pt x="67615" y="16957"/>
                  <a:pt x="78936" y="15289"/>
                  <a:pt x="90416" y="21890"/>
                </a:cubicBezTo>
                <a:cubicBezTo>
                  <a:pt x="101104" y="28031"/>
                  <a:pt x="107707" y="39176"/>
                  <a:pt x="87913" y="51846"/>
                </a:cubicBezTo>
                <a:cubicBezTo>
                  <a:pt x="69457" y="63653"/>
                  <a:pt x="51230" y="60777"/>
                  <a:pt x="40743" y="55600"/>
                </a:cubicBezTo>
                <a:lnTo>
                  <a:pt x="55316" y="46281"/>
                </a:lnTo>
                <a:cubicBezTo>
                  <a:pt x="61314" y="48596"/>
                  <a:pt x="68924" y="49028"/>
                  <a:pt x="76031" y="44483"/>
                </a:cubicBezTo>
                <a:cubicBezTo>
                  <a:pt x="82979" y="40039"/>
                  <a:pt x="81598" y="35106"/>
                  <a:pt x="75081" y="31367"/>
                </a:cubicBezTo>
                <a:cubicBezTo>
                  <a:pt x="68234" y="27427"/>
                  <a:pt x="60840" y="27139"/>
                  <a:pt x="52812" y="32273"/>
                </a:cubicBezTo>
                <a:lnTo>
                  <a:pt x="46612" y="36242"/>
                </a:lnTo>
                <a:lnTo>
                  <a:pt x="34227" y="29109"/>
                </a:lnTo>
                <a:lnTo>
                  <a:pt x="39679" y="25615"/>
                </a:lnTo>
                <a:cubicBezTo>
                  <a:pt x="46555" y="21214"/>
                  <a:pt x="46886" y="18036"/>
                  <a:pt x="40700" y="14469"/>
                </a:cubicBezTo>
                <a:cubicBezTo>
                  <a:pt x="35622" y="11550"/>
                  <a:pt x="29393" y="11377"/>
                  <a:pt x="23452" y="15174"/>
                </a:cubicBezTo>
                <a:cubicBezTo>
                  <a:pt x="16461" y="19646"/>
                  <a:pt x="18964" y="23112"/>
                  <a:pt x="21870" y="25701"/>
                </a:cubicBezTo>
                <a:lnTo>
                  <a:pt x="7600" y="34819"/>
                </a:lnTo>
                <a:cubicBezTo>
                  <a:pt x="-529" y="28965"/>
                  <a:pt x="-5793" y="18668"/>
                  <a:pt x="11426" y="7667"/>
                </a:cubicBezTo>
                <a:close/>
              </a:path>
            </a:pathLst>
          </a:custGeom>
          <a:solidFill>
            <a:srgbClr val="FFFFFF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3" name="Forme libre 15">
            <a:extLst>
              <a:ext uri="{FF2B5EF4-FFF2-40B4-BE49-F238E27FC236}">
                <a16:creationId xmlns:a16="http://schemas.microsoft.com/office/drawing/2014/main" id="{ECD9B986-91BB-AE2E-FD94-1E13633075E4}"/>
              </a:ext>
            </a:extLst>
          </p:cNvPr>
          <p:cNvSpPr/>
          <p:nvPr/>
        </p:nvSpPr>
        <p:spPr>
          <a:xfrm>
            <a:off x="10287503" y="6428990"/>
            <a:ext cx="992916" cy="679848"/>
          </a:xfrm>
          <a:custGeom>
            <a:avLst/>
            <a:gdLst>
              <a:gd name="csX0" fmla="*/ 60649 w 90253"/>
              <a:gd name="csY0" fmla="*/ 25498 h 61796"/>
              <a:gd name="csX1" fmla="*/ 68949 w 90253"/>
              <a:gd name="csY1" fmla="*/ 20191 h 61796"/>
              <a:gd name="csX2" fmla="*/ 80572 w 90253"/>
              <a:gd name="csY2" fmla="*/ 28547 h 61796"/>
              <a:gd name="csX3" fmla="*/ 73638 w 90253"/>
              <a:gd name="csY3" fmla="*/ 32976 h 61796"/>
              <a:gd name="csX4" fmla="*/ 90253 w 90253"/>
              <a:gd name="csY4" fmla="*/ 42540 h 61796"/>
              <a:gd name="csX5" fmla="*/ 76343 w 90253"/>
              <a:gd name="csY5" fmla="*/ 51428 h 61796"/>
              <a:gd name="csX6" fmla="*/ 59728 w 90253"/>
              <a:gd name="csY6" fmla="*/ 41864 h 61796"/>
              <a:gd name="csX7" fmla="*/ 28555 w 90253"/>
              <a:gd name="csY7" fmla="*/ 61797 h 61796"/>
              <a:gd name="csX8" fmla="*/ 14543 w 90253"/>
              <a:gd name="csY8" fmla="*/ 53743 h 61796"/>
              <a:gd name="csX9" fmla="*/ 0 w 90253"/>
              <a:gd name="csY9" fmla="*/ 10441 h 61796"/>
              <a:gd name="csX10" fmla="*/ 16313 w 90253"/>
              <a:gd name="csY10" fmla="*/ 0 h 61796"/>
              <a:gd name="csX11" fmla="*/ 60620 w 90253"/>
              <a:gd name="csY11" fmla="*/ 25498 h 61796"/>
              <a:gd name="csX12" fmla="*/ 33575 w 90253"/>
              <a:gd name="csY12" fmla="*/ 26821 h 61796"/>
              <a:gd name="csX13" fmla="*/ 16759 w 90253"/>
              <a:gd name="csY13" fmla="*/ 16783 h 61796"/>
              <a:gd name="csX14" fmla="*/ 28857 w 90253"/>
              <a:gd name="csY14" fmla="*/ 45848 h 61796"/>
              <a:gd name="csX15" fmla="*/ 46752 w 90253"/>
              <a:gd name="csY15" fmla="*/ 34415 h 61796"/>
              <a:gd name="csX16" fmla="*/ 33590 w 90253"/>
              <a:gd name="csY16" fmla="*/ 26836 h 6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90253" h="61796">
                <a:moveTo>
                  <a:pt x="60649" y="25498"/>
                </a:moveTo>
                <a:lnTo>
                  <a:pt x="68949" y="20191"/>
                </a:lnTo>
                <a:lnTo>
                  <a:pt x="80572" y="28547"/>
                </a:lnTo>
                <a:lnTo>
                  <a:pt x="73638" y="32976"/>
                </a:lnTo>
                <a:lnTo>
                  <a:pt x="90253" y="42540"/>
                </a:lnTo>
                <a:lnTo>
                  <a:pt x="76343" y="51428"/>
                </a:lnTo>
                <a:lnTo>
                  <a:pt x="59728" y="41864"/>
                </a:lnTo>
                <a:lnTo>
                  <a:pt x="28555" y="61797"/>
                </a:lnTo>
                <a:lnTo>
                  <a:pt x="14543" y="53743"/>
                </a:lnTo>
                <a:lnTo>
                  <a:pt x="0" y="10441"/>
                </a:lnTo>
                <a:lnTo>
                  <a:pt x="16313" y="0"/>
                </a:lnTo>
                <a:lnTo>
                  <a:pt x="60620" y="25498"/>
                </a:lnTo>
                <a:close/>
                <a:moveTo>
                  <a:pt x="33575" y="26821"/>
                </a:moveTo>
                <a:cubicBezTo>
                  <a:pt x="25563" y="22205"/>
                  <a:pt x="21118" y="19645"/>
                  <a:pt x="16759" y="16783"/>
                </a:cubicBezTo>
                <a:cubicBezTo>
                  <a:pt x="20211" y="22090"/>
                  <a:pt x="25318" y="35939"/>
                  <a:pt x="28857" y="45848"/>
                </a:cubicBezTo>
                <a:lnTo>
                  <a:pt x="46752" y="34415"/>
                </a:lnTo>
                <a:lnTo>
                  <a:pt x="33590" y="26836"/>
                </a:lnTo>
              </a:path>
            </a:pathLst>
          </a:custGeom>
          <a:solidFill>
            <a:srgbClr val="FFFFFF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9B38724-934F-0D4E-309A-13F7A05B6449}"/>
              </a:ext>
            </a:extLst>
          </p:cNvPr>
          <p:cNvGrpSpPr/>
          <p:nvPr/>
        </p:nvGrpSpPr>
        <p:grpSpPr>
          <a:xfrm>
            <a:off x="12268410" y="5995209"/>
            <a:ext cx="2702919" cy="2261388"/>
            <a:chOff x="1063278" y="3869982"/>
            <a:chExt cx="1801946" cy="150759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E96C78E-F154-4774-6B2F-290224AB4942}"/>
                </a:ext>
              </a:extLst>
            </p:cNvPr>
            <p:cNvSpPr/>
            <p:nvPr/>
          </p:nvSpPr>
          <p:spPr>
            <a:xfrm>
              <a:off x="1915064" y="4382219"/>
              <a:ext cx="950160" cy="995355"/>
            </a:xfrm>
            <a:custGeom>
              <a:avLst/>
              <a:gdLst>
                <a:gd name="csX0" fmla="*/ 858328 w 948003"/>
                <a:gd name="csY0" fmla="*/ 0 h 995355"/>
                <a:gd name="csX1" fmla="*/ 908727 w 948003"/>
                <a:gd name="csY1" fmla="*/ 47434 h 995355"/>
                <a:gd name="csX2" fmla="*/ 948003 w 948003"/>
                <a:gd name="csY2" fmla="*/ 22325 h 995355"/>
                <a:gd name="csX3" fmla="*/ 940830 w 948003"/>
                <a:gd name="csY3" fmla="*/ 441812 h 995355"/>
                <a:gd name="csX4" fmla="*/ 75043 w 948003"/>
                <a:gd name="csY4" fmla="*/ 995355 h 995355"/>
                <a:gd name="csX5" fmla="*/ 70895 w 948003"/>
                <a:gd name="csY5" fmla="*/ 931462 h 995355"/>
                <a:gd name="csX6" fmla="*/ 23722 w 948003"/>
                <a:gd name="csY6" fmla="*/ 918713 h 995355"/>
                <a:gd name="csX7" fmla="*/ 0 w 948003"/>
                <a:gd name="csY7" fmla="*/ 472296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70895 w 948003"/>
                <a:gd name="csY4" fmla="*/ 931462 h 995355"/>
                <a:gd name="csX5" fmla="*/ 23722 w 948003"/>
                <a:gd name="csY5" fmla="*/ 918713 h 995355"/>
                <a:gd name="csX6" fmla="*/ 0 w 948003"/>
                <a:gd name="csY6" fmla="*/ 472296 h 995355"/>
                <a:gd name="csX7" fmla="*/ 858328 w 948003"/>
                <a:gd name="csY7" fmla="*/ 0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23722 w 948003"/>
                <a:gd name="csY4" fmla="*/ 918713 h 995355"/>
                <a:gd name="csX5" fmla="*/ 0 w 948003"/>
                <a:gd name="csY5" fmla="*/ 472296 h 995355"/>
                <a:gd name="csX6" fmla="*/ 858328 w 948003"/>
                <a:gd name="csY6" fmla="*/ 0 h 995355"/>
                <a:gd name="csX0" fmla="*/ 860485 w 950160"/>
                <a:gd name="csY0" fmla="*/ 0 h 995355"/>
                <a:gd name="csX1" fmla="*/ 950160 w 950160"/>
                <a:gd name="csY1" fmla="*/ 22325 h 995355"/>
                <a:gd name="csX2" fmla="*/ 942987 w 950160"/>
                <a:gd name="csY2" fmla="*/ 441812 h 995355"/>
                <a:gd name="csX3" fmla="*/ 77200 w 950160"/>
                <a:gd name="csY3" fmla="*/ 995355 h 995355"/>
                <a:gd name="csX4" fmla="*/ 0 w 950160"/>
                <a:gd name="csY4" fmla="*/ 925183 h 995355"/>
                <a:gd name="csX5" fmla="*/ 2157 w 950160"/>
                <a:gd name="csY5" fmla="*/ 472296 h 995355"/>
                <a:gd name="csX6" fmla="*/ 860485 w 950160"/>
                <a:gd name="csY6" fmla="*/ 0 h 99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50160" h="995355">
                  <a:moveTo>
                    <a:pt x="860485" y="0"/>
                  </a:moveTo>
                  <a:lnTo>
                    <a:pt x="950160" y="22325"/>
                  </a:lnTo>
                  <a:lnTo>
                    <a:pt x="942987" y="441812"/>
                  </a:lnTo>
                  <a:lnTo>
                    <a:pt x="77200" y="995355"/>
                  </a:lnTo>
                  <a:lnTo>
                    <a:pt x="0" y="925183"/>
                  </a:lnTo>
                  <a:lnTo>
                    <a:pt x="2157" y="472296"/>
                  </a:lnTo>
                  <a:lnTo>
                    <a:pt x="860485" y="0"/>
                  </a:lnTo>
                  <a:close/>
                </a:path>
              </a:pathLst>
            </a:custGeom>
            <a:solidFill>
              <a:srgbClr val="B4009A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B80640-BE85-5617-0E74-622505C2E8D7}"/>
                </a:ext>
              </a:extLst>
            </p:cNvPr>
            <p:cNvSpPr/>
            <p:nvPr/>
          </p:nvSpPr>
          <p:spPr>
            <a:xfrm>
              <a:off x="1063278" y="4422474"/>
              <a:ext cx="936057" cy="955100"/>
            </a:xfrm>
            <a:custGeom>
              <a:avLst/>
              <a:gdLst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06738 w 936057"/>
                <a:gd name="csY2" fmla="*/ 518743 h 955100"/>
                <a:gd name="csX3" fmla="*/ 936057 w 936057"/>
                <a:gd name="csY3" fmla="*/ 535613 h 955100"/>
                <a:gd name="csX4" fmla="*/ 928987 w 936057"/>
                <a:gd name="csY4" fmla="*/ 955100 h 955100"/>
                <a:gd name="csX5" fmla="*/ 0 w 936057"/>
                <a:gd name="csY5" fmla="*/ 420538 h 955100"/>
                <a:gd name="csX6" fmla="*/ 7070 w 936057"/>
                <a:gd name="csY6" fmla="*/ 1051 h 955100"/>
                <a:gd name="csX7" fmla="*/ 58499 w 936057"/>
                <a:gd name="csY7" fmla="*/ 30645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58499 w 936057"/>
                <a:gd name="csY6" fmla="*/ 30645 h 955100"/>
                <a:gd name="csX7" fmla="*/ 63907 w 936057"/>
                <a:gd name="csY7" fmla="*/ 0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63907 w 936057"/>
                <a:gd name="csY6" fmla="*/ 0 h 95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6057" h="955100">
                  <a:moveTo>
                    <a:pt x="63907" y="0"/>
                  </a:moveTo>
                  <a:lnTo>
                    <a:pt x="920797" y="442823"/>
                  </a:lnTo>
                  <a:lnTo>
                    <a:pt x="936057" y="535613"/>
                  </a:lnTo>
                  <a:lnTo>
                    <a:pt x="928987" y="955100"/>
                  </a:lnTo>
                  <a:lnTo>
                    <a:pt x="0" y="420538"/>
                  </a:lnTo>
                  <a:lnTo>
                    <a:pt x="7070" y="1051"/>
                  </a:lnTo>
                  <a:lnTo>
                    <a:pt x="63907" y="0"/>
                  </a:lnTo>
                  <a:close/>
                </a:path>
              </a:pathLst>
            </a:custGeom>
            <a:solidFill>
              <a:srgbClr val="860073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FE89F72-EB2D-4324-825F-06C144B6D19D}"/>
                </a:ext>
              </a:extLst>
            </p:cNvPr>
            <p:cNvSpPr/>
            <p:nvPr/>
          </p:nvSpPr>
          <p:spPr>
            <a:xfrm>
              <a:off x="1070348" y="3869982"/>
              <a:ext cx="1794775" cy="1088113"/>
            </a:xfrm>
            <a:custGeom>
              <a:avLst/>
              <a:gdLst>
                <a:gd name="csX0" fmla="*/ 865787 w 1794775"/>
                <a:gd name="csY0" fmla="*/ 0 h 1088113"/>
                <a:gd name="csX1" fmla="*/ 1794775 w 1794775"/>
                <a:gd name="csY1" fmla="*/ 534562 h 1088113"/>
                <a:gd name="csX2" fmla="*/ 928987 w 1794775"/>
                <a:gd name="csY2" fmla="*/ 1088113 h 1088113"/>
                <a:gd name="csX3" fmla="*/ 0 w 1794775"/>
                <a:gd name="csY3" fmla="*/ 553551 h 1088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94775" h="1088113">
                  <a:moveTo>
                    <a:pt x="865787" y="0"/>
                  </a:moveTo>
                  <a:lnTo>
                    <a:pt x="1794775" y="534562"/>
                  </a:lnTo>
                  <a:lnTo>
                    <a:pt x="928987" y="1088113"/>
                  </a:lnTo>
                  <a:lnTo>
                    <a:pt x="0" y="553551"/>
                  </a:lnTo>
                  <a:close/>
                </a:path>
              </a:pathLst>
            </a:custGeom>
            <a:solidFill>
              <a:srgbClr val="FF57E6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8" name="Forme libre 9">
            <a:extLst>
              <a:ext uri="{FF2B5EF4-FFF2-40B4-BE49-F238E27FC236}">
                <a16:creationId xmlns:a16="http://schemas.microsoft.com/office/drawing/2014/main" id="{CE785511-5DEB-5EA8-DDB0-848FA41720C1}"/>
              </a:ext>
            </a:extLst>
          </p:cNvPr>
          <p:cNvSpPr/>
          <p:nvPr/>
        </p:nvSpPr>
        <p:spPr>
          <a:xfrm>
            <a:off x="13010183" y="6406259"/>
            <a:ext cx="1154066" cy="734690"/>
          </a:xfrm>
          <a:custGeom>
            <a:avLst/>
            <a:gdLst>
              <a:gd name="csX0" fmla="*/ 41977 w 104901"/>
              <a:gd name="csY0" fmla="*/ 0 h 66781"/>
              <a:gd name="csX1" fmla="*/ 52981 w 104901"/>
              <a:gd name="csY1" fmla="*/ 8902 h 66781"/>
              <a:gd name="csX2" fmla="*/ 25376 w 104901"/>
              <a:gd name="csY2" fmla="*/ 26548 h 66781"/>
              <a:gd name="csX3" fmla="*/ 37344 w 104901"/>
              <a:gd name="csY3" fmla="*/ 35982 h 66781"/>
              <a:gd name="csX4" fmla="*/ 45803 w 104901"/>
              <a:gd name="csY4" fmla="*/ 25786 h 66781"/>
              <a:gd name="csX5" fmla="*/ 91649 w 104901"/>
              <a:gd name="csY5" fmla="*/ 26361 h 66781"/>
              <a:gd name="csX6" fmla="*/ 93174 w 104901"/>
              <a:gd name="csY6" fmla="*/ 58705 h 66781"/>
              <a:gd name="csX7" fmla="*/ 47299 w 104901"/>
              <a:gd name="csY7" fmla="*/ 62875 h 66781"/>
              <a:gd name="csX8" fmla="*/ 62245 w 104901"/>
              <a:gd name="csY8" fmla="*/ 53312 h 66781"/>
              <a:gd name="csX9" fmla="*/ 81177 w 104901"/>
              <a:gd name="csY9" fmla="*/ 51413 h 66781"/>
              <a:gd name="csX10" fmla="*/ 77911 w 104901"/>
              <a:gd name="csY10" fmla="*/ 36759 h 66781"/>
              <a:gd name="csX11" fmla="*/ 54161 w 104901"/>
              <a:gd name="csY11" fmla="*/ 35910 h 66781"/>
              <a:gd name="csX12" fmla="*/ 50968 w 104901"/>
              <a:gd name="csY12" fmla="*/ 46912 h 66781"/>
              <a:gd name="csX13" fmla="*/ 35561 w 104901"/>
              <a:gd name="csY13" fmla="*/ 54491 h 66781"/>
              <a:gd name="csX14" fmla="*/ 0 w 104901"/>
              <a:gd name="csY14" fmla="*/ 26836 h 66781"/>
              <a:gd name="csX15" fmla="*/ 41977 w 104901"/>
              <a:gd name="csY15" fmla="*/ 0 h 66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04901" h="66781">
                <a:moveTo>
                  <a:pt x="41977" y="0"/>
                </a:moveTo>
                <a:lnTo>
                  <a:pt x="52981" y="8902"/>
                </a:lnTo>
                <a:lnTo>
                  <a:pt x="25376" y="26548"/>
                </a:lnTo>
                <a:cubicBezTo>
                  <a:pt x="28857" y="29108"/>
                  <a:pt x="34798" y="33954"/>
                  <a:pt x="37344" y="35982"/>
                </a:cubicBezTo>
                <a:cubicBezTo>
                  <a:pt x="37632" y="33005"/>
                  <a:pt x="39905" y="29568"/>
                  <a:pt x="45803" y="25786"/>
                </a:cubicBezTo>
                <a:cubicBezTo>
                  <a:pt x="59397" y="17099"/>
                  <a:pt x="77580" y="18264"/>
                  <a:pt x="91649" y="26361"/>
                </a:cubicBezTo>
                <a:cubicBezTo>
                  <a:pt x="105934" y="34587"/>
                  <a:pt x="111788" y="46797"/>
                  <a:pt x="93174" y="58705"/>
                </a:cubicBezTo>
                <a:cubicBezTo>
                  <a:pt x="79551" y="67420"/>
                  <a:pt x="62044" y="69505"/>
                  <a:pt x="47299" y="62875"/>
                </a:cubicBezTo>
                <a:lnTo>
                  <a:pt x="62245" y="53312"/>
                </a:lnTo>
                <a:cubicBezTo>
                  <a:pt x="68661" y="55397"/>
                  <a:pt x="75279" y="55181"/>
                  <a:pt x="81177" y="51413"/>
                </a:cubicBezTo>
                <a:cubicBezTo>
                  <a:pt x="88283" y="46869"/>
                  <a:pt x="86068" y="41447"/>
                  <a:pt x="77911" y="36759"/>
                </a:cubicBezTo>
                <a:cubicBezTo>
                  <a:pt x="70186" y="32315"/>
                  <a:pt x="62073" y="30848"/>
                  <a:pt x="54161" y="35910"/>
                </a:cubicBezTo>
                <a:cubicBezTo>
                  <a:pt x="47760" y="40009"/>
                  <a:pt x="48148" y="43389"/>
                  <a:pt x="50968" y="46912"/>
                </a:cubicBezTo>
                <a:lnTo>
                  <a:pt x="35561" y="54491"/>
                </a:lnTo>
                <a:cubicBezTo>
                  <a:pt x="28009" y="47919"/>
                  <a:pt x="9020" y="33394"/>
                  <a:pt x="0" y="26836"/>
                </a:cubicBezTo>
                <a:lnTo>
                  <a:pt x="41977" y="0"/>
                </a:lnTo>
                <a:close/>
              </a:path>
            </a:pathLst>
          </a:custGeom>
          <a:solidFill>
            <a:srgbClr val="FFFFFF"/>
          </a:soli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4F49FBB-60FF-56B4-5FCA-CF41A4B2E5F2}"/>
              </a:ext>
            </a:extLst>
          </p:cNvPr>
          <p:cNvSpPr/>
          <p:nvPr/>
        </p:nvSpPr>
        <p:spPr>
          <a:xfrm>
            <a:off x="15175570" y="2770108"/>
            <a:ext cx="2702921" cy="406047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DACC00"/>
              </a:gs>
            </a:gsLst>
            <a:lin ang="5400000" scaled="1"/>
          </a:gradFill>
          <a:ln w="1439" cap="flat">
            <a:noFill/>
            <a:prstDash val="solid"/>
            <a:miter/>
          </a:ln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83" name="Graphic 15" descr="Clipboard with solid fill">
            <a:extLst>
              <a:ext uri="{FF2B5EF4-FFF2-40B4-BE49-F238E27FC236}">
                <a16:creationId xmlns:a16="http://schemas.microsoft.com/office/drawing/2014/main" id="{672C50A4-04A6-0BDE-8CDC-87088A71D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5916232" y="2610906"/>
            <a:ext cx="1176639" cy="1176639"/>
          </a:xfrm>
          <a:prstGeom prst="rect">
            <a:avLst/>
          </a:pr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776527EE-110A-4FDF-3FA8-DF3900401B88}"/>
              </a:ext>
            </a:extLst>
          </p:cNvPr>
          <p:cNvGrpSpPr/>
          <p:nvPr/>
        </p:nvGrpSpPr>
        <p:grpSpPr>
          <a:xfrm>
            <a:off x="15175561" y="5985070"/>
            <a:ext cx="2702919" cy="2261388"/>
            <a:chOff x="1063278" y="3869982"/>
            <a:chExt cx="1801946" cy="1507592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4B27A2D-6FBF-7169-DCBB-6C227F527CCF}"/>
                </a:ext>
              </a:extLst>
            </p:cNvPr>
            <p:cNvSpPr/>
            <p:nvPr/>
          </p:nvSpPr>
          <p:spPr>
            <a:xfrm>
              <a:off x="1915064" y="4382219"/>
              <a:ext cx="950160" cy="995355"/>
            </a:xfrm>
            <a:custGeom>
              <a:avLst/>
              <a:gdLst>
                <a:gd name="csX0" fmla="*/ 858328 w 948003"/>
                <a:gd name="csY0" fmla="*/ 0 h 995355"/>
                <a:gd name="csX1" fmla="*/ 908727 w 948003"/>
                <a:gd name="csY1" fmla="*/ 47434 h 995355"/>
                <a:gd name="csX2" fmla="*/ 948003 w 948003"/>
                <a:gd name="csY2" fmla="*/ 22325 h 995355"/>
                <a:gd name="csX3" fmla="*/ 940830 w 948003"/>
                <a:gd name="csY3" fmla="*/ 441812 h 995355"/>
                <a:gd name="csX4" fmla="*/ 75043 w 948003"/>
                <a:gd name="csY4" fmla="*/ 995355 h 995355"/>
                <a:gd name="csX5" fmla="*/ 70895 w 948003"/>
                <a:gd name="csY5" fmla="*/ 931462 h 995355"/>
                <a:gd name="csX6" fmla="*/ 23722 w 948003"/>
                <a:gd name="csY6" fmla="*/ 918713 h 995355"/>
                <a:gd name="csX7" fmla="*/ 0 w 948003"/>
                <a:gd name="csY7" fmla="*/ 472296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70895 w 948003"/>
                <a:gd name="csY4" fmla="*/ 931462 h 995355"/>
                <a:gd name="csX5" fmla="*/ 23722 w 948003"/>
                <a:gd name="csY5" fmla="*/ 918713 h 995355"/>
                <a:gd name="csX6" fmla="*/ 0 w 948003"/>
                <a:gd name="csY6" fmla="*/ 472296 h 995355"/>
                <a:gd name="csX7" fmla="*/ 858328 w 948003"/>
                <a:gd name="csY7" fmla="*/ 0 h 995355"/>
                <a:gd name="csX0" fmla="*/ 858328 w 948003"/>
                <a:gd name="csY0" fmla="*/ 0 h 995355"/>
                <a:gd name="csX1" fmla="*/ 948003 w 948003"/>
                <a:gd name="csY1" fmla="*/ 22325 h 995355"/>
                <a:gd name="csX2" fmla="*/ 940830 w 948003"/>
                <a:gd name="csY2" fmla="*/ 441812 h 995355"/>
                <a:gd name="csX3" fmla="*/ 75043 w 948003"/>
                <a:gd name="csY3" fmla="*/ 995355 h 995355"/>
                <a:gd name="csX4" fmla="*/ 23722 w 948003"/>
                <a:gd name="csY4" fmla="*/ 918713 h 995355"/>
                <a:gd name="csX5" fmla="*/ 0 w 948003"/>
                <a:gd name="csY5" fmla="*/ 472296 h 995355"/>
                <a:gd name="csX6" fmla="*/ 858328 w 948003"/>
                <a:gd name="csY6" fmla="*/ 0 h 995355"/>
                <a:gd name="csX0" fmla="*/ 860485 w 950160"/>
                <a:gd name="csY0" fmla="*/ 0 h 995355"/>
                <a:gd name="csX1" fmla="*/ 950160 w 950160"/>
                <a:gd name="csY1" fmla="*/ 22325 h 995355"/>
                <a:gd name="csX2" fmla="*/ 942987 w 950160"/>
                <a:gd name="csY2" fmla="*/ 441812 h 995355"/>
                <a:gd name="csX3" fmla="*/ 77200 w 950160"/>
                <a:gd name="csY3" fmla="*/ 995355 h 995355"/>
                <a:gd name="csX4" fmla="*/ 0 w 950160"/>
                <a:gd name="csY4" fmla="*/ 925183 h 995355"/>
                <a:gd name="csX5" fmla="*/ 2157 w 950160"/>
                <a:gd name="csY5" fmla="*/ 472296 h 995355"/>
                <a:gd name="csX6" fmla="*/ 860485 w 950160"/>
                <a:gd name="csY6" fmla="*/ 0 h 99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50160" h="995355">
                  <a:moveTo>
                    <a:pt x="860485" y="0"/>
                  </a:moveTo>
                  <a:lnTo>
                    <a:pt x="950160" y="22325"/>
                  </a:lnTo>
                  <a:lnTo>
                    <a:pt x="942987" y="441812"/>
                  </a:lnTo>
                  <a:lnTo>
                    <a:pt x="77200" y="995355"/>
                  </a:lnTo>
                  <a:lnTo>
                    <a:pt x="0" y="925183"/>
                  </a:lnTo>
                  <a:lnTo>
                    <a:pt x="2157" y="472296"/>
                  </a:lnTo>
                  <a:lnTo>
                    <a:pt x="860485" y="0"/>
                  </a:lnTo>
                  <a:close/>
                </a:path>
              </a:pathLst>
            </a:custGeom>
            <a:solidFill>
              <a:srgbClr val="A29600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4401B5D-F311-0DB1-EF22-D9C90F28D437}"/>
                </a:ext>
              </a:extLst>
            </p:cNvPr>
            <p:cNvSpPr/>
            <p:nvPr/>
          </p:nvSpPr>
          <p:spPr>
            <a:xfrm>
              <a:off x="1063278" y="4422474"/>
              <a:ext cx="936057" cy="955100"/>
            </a:xfrm>
            <a:custGeom>
              <a:avLst/>
              <a:gdLst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06738 w 936057"/>
                <a:gd name="csY2" fmla="*/ 518743 h 955100"/>
                <a:gd name="csX3" fmla="*/ 936057 w 936057"/>
                <a:gd name="csY3" fmla="*/ 535613 h 955100"/>
                <a:gd name="csX4" fmla="*/ 928987 w 936057"/>
                <a:gd name="csY4" fmla="*/ 955100 h 955100"/>
                <a:gd name="csX5" fmla="*/ 0 w 936057"/>
                <a:gd name="csY5" fmla="*/ 420538 h 955100"/>
                <a:gd name="csX6" fmla="*/ 7070 w 936057"/>
                <a:gd name="csY6" fmla="*/ 1051 h 955100"/>
                <a:gd name="csX7" fmla="*/ 58499 w 936057"/>
                <a:gd name="csY7" fmla="*/ 30645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58499 w 936057"/>
                <a:gd name="csY6" fmla="*/ 30645 h 955100"/>
                <a:gd name="csX7" fmla="*/ 63907 w 936057"/>
                <a:gd name="csY7" fmla="*/ 0 h 955100"/>
                <a:gd name="csX0" fmla="*/ 63907 w 936057"/>
                <a:gd name="csY0" fmla="*/ 0 h 955100"/>
                <a:gd name="csX1" fmla="*/ 920797 w 936057"/>
                <a:gd name="csY1" fmla="*/ 442823 h 955100"/>
                <a:gd name="csX2" fmla="*/ 936057 w 936057"/>
                <a:gd name="csY2" fmla="*/ 535613 h 955100"/>
                <a:gd name="csX3" fmla="*/ 928987 w 936057"/>
                <a:gd name="csY3" fmla="*/ 955100 h 955100"/>
                <a:gd name="csX4" fmla="*/ 0 w 936057"/>
                <a:gd name="csY4" fmla="*/ 420538 h 955100"/>
                <a:gd name="csX5" fmla="*/ 7070 w 936057"/>
                <a:gd name="csY5" fmla="*/ 1051 h 955100"/>
                <a:gd name="csX6" fmla="*/ 63907 w 936057"/>
                <a:gd name="csY6" fmla="*/ 0 h 95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36057" h="955100">
                  <a:moveTo>
                    <a:pt x="63907" y="0"/>
                  </a:moveTo>
                  <a:lnTo>
                    <a:pt x="920797" y="442823"/>
                  </a:lnTo>
                  <a:lnTo>
                    <a:pt x="936057" y="535613"/>
                  </a:lnTo>
                  <a:lnTo>
                    <a:pt x="928987" y="955100"/>
                  </a:lnTo>
                  <a:lnTo>
                    <a:pt x="0" y="420538"/>
                  </a:lnTo>
                  <a:lnTo>
                    <a:pt x="7070" y="1051"/>
                  </a:lnTo>
                  <a:lnTo>
                    <a:pt x="63907" y="0"/>
                  </a:lnTo>
                  <a:close/>
                </a:path>
              </a:pathLst>
            </a:custGeom>
            <a:solidFill>
              <a:srgbClr val="7A7100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245B26F-BD4D-7769-AFB0-1F1BE222F13F}"/>
                </a:ext>
              </a:extLst>
            </p:cNvPr>
            <p:cNvSpPr/>
            <p:nvPr/>
          </p:nvSpPr>
          <p:spPr>
            <a:xfrm>
              <a:off x="1070348" y="3869982"/>
              <a:ext cx="1794775" cy="1088113"/>
            </a:xfrm>
            <a:custGeom>
              <a:avLst/>
              <a:gdLst>
                <a:gd name="csX0" fmla="*/ 865787 w 1794775"/>
                <a:gd name="csY0" fmla="*/ 0 h 1088113"/>
                <a:gd name="csX1" fmla="*/ 1794775 w 1794775"/>
                <a:gd name="csY1" fmla="*/ 534562 h 1088113"/>
                <a:gd name="csX2" fmla="*/ 928987 w 1794775"/>
                <a:gd name="csY2" fmla="*/ 1088113 h 1088113"/>
                <a:gd name="csX3" fmla="*/ 0 w 1794775"/>
                <a:gd name="csY3" fmla="*/ 553551 h 1088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94775" h="1088113">
                  <a:moveTo>
                    <a:pt x="865787" y="0"/>
                  </a:moveTo>
                  <a:lnTo>
                    <a:pt x="1794775" y="534562"/>
                  </a:lnTo>
                  <a:lnTo>
                    <a:pt x="928987" y="1088113"/>
                  </a:lnTo>
                  <a:lnTo>
                    <a:pt x="0" y="553551"/>
                  </a:lnTo>
                  <a:close/>
                </a:path>
              </a:pathLst>
            </a:custGeom>
            <a:solidFill>
              <a:srgbClr val="DACC00"/>
            </a:solidFill>
            <a:ln w="143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0" name="TextBox 26">
            <a:extLst>
              <a:ext uri="{FF2B5EF4-FFF2-40B4-BE49-F238E27FC236}">
                <a16:creationId xmlns:a16="http://schemas.microsoft.com/office/drawing/2014/main" id="{BB94F04F-CCC4-A931-735B-087C7747F338}"/>
              </a:ext>
            </a:extLst>
          </p:cNvPr>
          <p:cNvSpPr txBox="1"/>
          <p:nvPr/>
        </p:nvSpPr>
        <p:spPr>
          <a:xfrm>
            <a:off x="684084" y="1348542"/>
            <a:ext cx="16118979" cy="80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2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6-Step Resolution Process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id="{3CAE1B47-2823-F91C-1CF6-46EF48302351}"/>
              </a:ext>
            </a:extLst>
          </p:cNvPr>
          <p:cNvGrpSpPr/>
          <p:nvPr/>
        </p:nvGrpSpPr>
        <p:grpSpPr>
          <a:xfrm>
            <a:off x="6379703" y="3875302"/>
            <a:ext cx="2698169" cy="1535121"/>
            <a:chOff x="6024029" y="4563067"/>
            <a:chExt cx="1884060" cy="1023413"/>
          </a:xfrm>
        </p:grpSpPr>
        <p:sp>
          <p:nvSpPr>
            <p:cNvPr id="92" name="TextBox 36">
              <a:extLst>
                <a:ext uri="{FF2B5EF4-FFF2-40B4-BE49-F238E27FC236}">
                  <a16:creationId xmlns:a16="http://schemas.microsoft.com/office/drawing/2014/main" id="{F5012E32-F7AC-7B93-988F-7D0CACD4C780}"/>
                </a:ext>
              </a:extLst>
            </p:cNvPr>
            <p:cNvSpPr txBox="1"/>
            <p:nvPr/>
          </p:nvSpPr>
          <p:spPr>
            <a:xfrm>
              <a:off x="6024029" y="4563067"/>
              <a:ext cx="1884060" cy="28725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2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Determine Status</a:t>
              </a:r>
              <a:endParaRPr kumimoji="0" 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TextBox 37">
              <a:extLst>
                <a:ext uri="{FF2B5EF4-FFF2-40B4-BE49-F238E27FC236}">
                  <a16:creationId xmlns:a16="http://schemas.microsoft.com/office/drawing/2014/main" id="{07C1AD80-39E2-99C1-05DE-436775EBC416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738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ctr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Pinpoint the exact removal or pending reason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4" name="Group 44">
            <a:extLst>
              <a:ext uri="{FF2B5EF4-FFF2-40B4-BE49-F238E27FC236}">
                <a16:creationId xmlns:a16="http://schemas.microsoft.com/office/drawing/2014/main" id="{6769D767-CF3A-E283-20BD-4CF41F8414E2}"/>
              </a:ext>
            </a:extLst>
          </p:cNvPr>
          <p:cNvGrpSpPr/>
          <p:nvPr/>
        </p:nvGrpSpPr>
        <p:grpSpPr>
          <a:xfrm>
            <a:off x="9507450" y="3860358"/>
            <a:ext cx="2422604" cy="1873673"/>
            <a:chOff x="6128022" y="4563068"/>
            <a:chExt cx="1691640" cy="1249115"/>
          </a:xfrm>
        </p:grpSpPr>
        <p:sp>
          <p:nvSpPr>
            <p:cNvPr id="95" name="TextBox 36">
              <a:extLst>
                <a:ext uri="{FF2B5EF4-FFF2-40B4-BE49-F238E27FC236}">
                  <a16:creationId xmlns:a16="http://schemas.microsoft.com/office/drawing/2014/main" id="{ABEF7FA8-D7D3-7894-59C1-974E9A89A4F2}"/>
                </a:ext>
              </a:extLst>
            </p:cNvPr>
            <p:cNvSpPr txBox="1"/>
            <p:nvPr/>
          </p:nvSpPr>
          <p:spPr>
            <a:xfrm>
              <a:off x="6128022" y="4563068"/>
              <a:ext cx="1691640" cy="28725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2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Verify Accuracy</a:t>
              </a:r>
              <a:endParaRPr kumimoji="0" 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6" name="TextBox 37">
              <a:extLst>
                <a:ext uri="{FF2B5EF4-FFF2-40B4-BE49-F238E27FC236}">
                  <a16:creationId xmlns:a16="http://schemas.microsoft.com/office/drawing/2014/main" id="{68EF9FA9-AC0E-56B0-EBFD-CECE7B965065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96436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ctr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Check if the system or moderator made a "bad call"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7" name="Group 44">
            <a:extLst>
              <a:ext uri="{FF2B5EF4-FFF2-40B4-BE49-F238E27FC236}">
                <a16:creationId xmlns:a16="http://schemas.microsoft.com/office/drawing/2014/main" id="{BA8CF81D-6AEA-0606-A8A8-5A10EAF92728}"/>
              </a:ext>
            </a:extLst>
          </p:cNvPr>
          <p:cNvGrpSpPr/>
          <p:nvPr/>
        </p:nvGrpSpPr>
        <p:grpSpPr>
          <a:xfrm>
            <a:off x="12334788" y="3875301"/>
            <a:ext cx="2422606" cy="1535119"/>
            <a:chOff x="6128021" y="4563068"/>
            <a:chExt cx="1691641" cy="1023412"/>
          </a:xfrm>
        </p:grpSpPr>
        <p:sp>
          <p:nvSpPr>
            <p:cNvPr id="98" name="TextBox 36">
              <a:extLst>
                <a:ext uri="{FF2B5EF4-FFF2-40B4-BE49-F238E27FC236}">
                  <a16:creationId xmlns:a16="http://schemas.microsoft.com/office/drawing/2014/main" id="{D3101129-4A81-5666-AD51-16F19CA59CAE}"/>
                </a:ext>
              </a:extLst>
            </p:cNvPr>
            <p:cNvSpPr txBox="1"/>
            <p:nvPr/>
          </p:nvSpPr>
          <p:spPr>
            <a:xfrm>
              <a:off x="6128021" y="4563068"/>
              <a:ext cx="1691640" cy="28725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2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Respond</a:t>
              </a:r>
              <a:endParaRPr kumimoji="0" 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9" name="TextBox 37">
              <a:extLst>
                <a:ext uri="{FF2B5EF4-FFF2-40B4-BE49-F238E27FC236}">
                  <a16:creationId xmlns:a16="http://schemas.microsoft.com/office/drawing/2014/main" id="{7BC3F618-65D2-011C-FE53-1EFF7DFCC067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738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ctr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Send the exact matching macro template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00" name="Group 44">
            <a:extLst>
              <a:ext uri="{FF2B5EF4-FFF2-40B4-BE49-F238E27FC236}">
                <a16:creationId xmlns:a16="http://schemas.microsoft.com/office/drawing/2014/main" id="{21561DB8-220E-7297-F461-6AE6C506EBD0}"/>
              </a:ext>
            </a:extLst>
          </p:cNvPr>
          <p:cNvGrpSpPr/>
          <p:nvPr/>
        </p:nvGrpSpPr>
        <p:grpSpPr>
          <a:xfrm>
            <a:off x="15315728" y="3858235"/>
            <a:ext cx="2422604" cy="1873675"/>
            <a:chOff x="6128022" y="4563067"/>
            <a:chExt cx="1691640" cy="1249116"/>
          </a:xfrm>
        </p:grpSpPr>
        <p:sp>
          <p:nvSpPr>
            <p:cNvPr id="101" name="TextBox 36">
              <a:extLst>
                <a:ext uri="{FF2B5EF4-FFF2-40B4-BE49-F238E27FC236}">
                  <a16:creationId xmlns:a16="http://schemas.microsoft.com/office/drawing/2014/main" id="{98FEF0B3-8511-55C3-D980-D9400C004D46}"/>
                </a:ext>
              </a:extLst>
            </p:cNvPr>
            <p:cNvSpPr txBox="1"/>
            <p:nvPr/>
          </p:nvSpPr>
          <p:spPr>
            <a:xfrm>
              <a:off x="6128022" y="4563067"/>
              <a:ext cx="1691640" cy="28725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2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Documentation</a:t>
              </a:r>
              <a:endParaRPr kumimoji="0" 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2" name="TextBox 37">
              <a:extLst>
                <a:ext uri="{FF2B5EF4-FFF2-40B4-BE49-F238E27FC236}">
                  <a16:creationId xmlns:a16="http://schemas.microsoft.com/office/drawing/2014/main" id="{F4648AD2-E170-7543-CB0F-7017F644A1CA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96436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ctr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 the ZD case number and actions taken in the URD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108" name="Picture 107">
            <a:extLst>
              <a:ext uri="{FF2B5EF4-FFF2-40B4-BE49-F238E27FC236}">
                <a16:creationId xmlns:a16="http://schemas.microsoft.com/office/drawing/2014/main" id="{22B5CD65-A5DA-ED61-11CB-ECF186B16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8464991">
            <a:off x="15912163" y="6225363"/>
            <a:ext cx="1240170" cy="1120046"/>
          </a:xfrm>
          <a:prstGeom prst="rect">
            <a:avLst/>
          </a:prstGeom>
          <a:scene3d>
            <a:camera prst="perspectiveRight">
              <a:rot lat="0" lon="20399994" rev="0"/>
            </a:camera>
            <a:lightRig rig="sunrise" dir="t"/>
          </a:scene3d>
          <a:sp3d z="31750" prstMaterial="flat"/>
        </p:spPr>
      </p:pic>
    </p:spTree>
    <p:extLst>
      <p:ext uri="{BB962C8B-B14F-4D97-AF65-F5344CB8AC3E}">
        <p14:creationId xmlns:p14="http://schemas.microsoft.com/office/powerpoint/2010/main" val="3546785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3F5BF-263E-8F87-C38D-A3E7AAD9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20D418AB-53FE-7BB1-9F4F-5D2768AAC85B}"/>
              </a:ext>
            </a:extLst>
          </p:cNvPr>
          <p:cNvSpPr txBox="1"/>
          <p:nvPr/>
        </p:nvSpPr>
        <p:spPr>
          <a:xfrm>
            <a:off x="720048" y="1045121"/>
            <a:ext cx="16118979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 Cases - Email &amp; Account Anomalies</a:t>
            </a:r>
            <a:endParaRPr kumimoji="0" lang="en-US" sz="5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680A1808-EFD9-5CE7-B11C-83CFA03B907F}"/>
              </a:ext>
            </a:extLst>
          </p:cNvPr>
          <p:cNvSpPr/>
          <p:nvPr/>
        </p:nvSpPr>
        <p:spPr>
          <a:xfrm>
            <a:off x="720048" y="9401175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Special cases - Email &amp; account anomalies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BCB8F9-B26C-418C-FCA6-221748F48646}"/>
              </a:ext>
            </a:extLst>
          </p:cNvPr>
          <p:cNvGrpSpPr/>
          <p:nvPr/>
        </p:nvGrpSpPr>
        <p:grpSpPr>
          <a:xfrm>
            <a:off x="2103027" y="2494363"/>
            <a:ext cx="6586022" cy="6274080"/>
            <a:chOff x="704976" y="1927952"/>
            <a:chExt cx="2910122" cy="367515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37E5CC-70D5-282E-8C45-2627937F8610}"/>
                </a:ext>
              </a:extLst>
            </p:cNvPr>
            <p:cNvSpPr/>
            <p:nvPr/>
          </p:nvSpPr>
          <p:spPr>
            <a:xfrm>
              <a:off x="704976" y="1927952"/>
              <a:ext cx="2910122" cy="3571492"/>
            </a:xfrm>
            <a:prstGeom prst="roundRect">
              <a:avLst>
                <a:gd name="adj" fmla="val 11901"/>
              </a:avLst>
            </a:prstGeom>
            <a:solidFill>
              <a:schemeClr val="bg1"/>
            </a:solidFill>
            <a:ln w="38100">
              <a:solidFill>
                <a:srgbClr val="00C6E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11480" rtlCol="0" anchor="t"/>
            <a:lstStyle/>
            <a:p>
              <a:pPr algn="r" defTabSz="1371600"/>
              <a:endParaRPr lang="en-US" sz="4800" b="1" dirty="0">
                <a:solidFill>
                  <a:srgbClr val="001F33"/>
                </a:solidFill>
                <a:latin typeface="Calibri" panose="020F0502020204030204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5585571-E9F2-C6C4-C812-5C0C0F52D27F}"/>
                </a:ext>
              </a:extLst>
            </p:cNvPr>
            <p:cNvSpPr/>
            <p:nvPr/>
          </p:nvSpPr>
          <p:spPr>
            <a:xfrm>
              <a:off x="1552008" y="5386526"/>
              <a:ext cx="1163128" cy="216579"/>
            </a:xfrm>
            <a:prstGeom prst="roundRect">
              <a:avLst>
                <a:gd name="adj" fmla="val 50000"/>
              </a:avLst>
            </a:prstGeom>
            <a:solidFill>
              <a:srgbClr val="00C6E5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/>
              <a:endParaRPr lang="en-US" sz="27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DC56F8-0F8D-76B1-BD8A-858F86EFE5D0}"/>
                </a:ext>
              </a:extLst>
            </p:cNvPr>
            <p:cNvGrpSpPr/>
            <p:nvPr/>
          </p:nvGrpSpPr>
          <p:grpSpPr>
            <a:xfrm>
              <a:off x="896983" y="2240732"/>
              <a:ext cx="2526108" cy="1939754"/>
              <a:chOff x="410131" y="1619475"/>
              <a:chExt cx="3915564" cy="193975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BA359D-CBED-9E64-DE76-1CCFCE7DE890}"/>
                  </a:ext>
                </a:extLst>
              </p:cNvPr>
              <p:cNvSpPr txBox="1"/>
              <p:nvPr/>
            </p:nvSpPr>
            <p:spPr>
              <a:xfrm>
                <a:off x="1425445" y="1619475"/>
                <a:ext cx="2608274" cy="558885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 defTabSz="1371600"/>
                <a:r>
                  <a:rPr lang="en-US" sz="2800" b="1" noProof="1">
                    <a:solidFill>
                      <a:srgbClr val="002B1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Different Email Address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56906F-4B6A-5C62-2BC1-B1D6D18F9D83}"/>
                  </a:ext>
                </a:extLst>
              </p:cNvPr>
              <p:cNvSpPr txBox="1"/>
              <p:nvPr/>
            </p:nvSpPr>
            <p:spPr>
              <a:xfrm>
                <a:off x="410131" y="2513986"/>
                <a:ext cx="3915564" cy="104524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defTabSz="1371600">
                  <a:lnSpc>
                    <a:spcPct val="150000"/>
                  </a:lnSpc>
                </a:pPr>
                <a:r>
                  <a:rPr lang="en-US" sz="2200" noProof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Send "No review in database" macro if no review matches the contact email</a:t>
                </a: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A2359D-EE64-6208-AAF5-3D63A570534C}"/>
              </a:ext>
            </a:extLst>
          </p:cNvPr>
          <p:cNvGrpSpPr/>
          <p:nvPr/>
        </p:nvGrpSpPr>
        <p:grpSpPr>
          <a:xfrm>
            <a:off x="9071242" y="2494363"/>
            <a:ext cx="6586022" cy="6274079"/>
            <a:chOff x="704976" y="1927952"/>
            <a:chExt cx="2909586" cy="369041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8A7EEB0-C11F-B196-99EA-54E55DDC78ED}"/>
                </a:ext>
              </a:extLst>
            </p:cNvPr>
            <p:cNvSpPr/>
            <p:nvPr/>
          </p:nvSpPr>
          <p:spPr>
            <a:xfrm>
              <a:off x="704976" y="1927952"/>
              <a:ext cx="2909586" cy="3571492"/>
            </a:xfrm>
            <a:prstGeom prst="roundRect">
              <a:avLst>
                <a:gd name="adj" fmla="val 11901"/>
              </a:avLst>
            </a:prstGeom>
            <a:solidFill>
              <a:schemeClr val="bg1"/>
            </a:solidFill>
            <a:ln w="38100">
              <a:solidFill>
                <a:srgbClr val="FF4E5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11480" rtlCol="0" anchor="t"/>
            <a:lstStyle/>
            <a:p>
              <a:pPr algn="r" defTabSz="1371600"/>
              <a:endParaRPr lang="en-US" sz="4800" b="1" dirty="0">
                <a:solidFill>
                  <a:srgbClr val="FBA91E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79C0116-B905-7FC9-E111-ED35A9774DA7}"/>
                </a:ext>
              </a:extLst>
            </p:cNvPr>
            <p:cNvSpPr/>
            <p:nvPr/>
          </p:nvSpPr>
          <p:spPr>
            <a:xfrm>
              <a:off x="1583157" y="5401788"/>
              <a:ext cx="1163128" cy="216579"/>
            </a:xfrm>
            <a:prstGeom prst="roundRect">
              <a:avLst>
                <a:gd name="adj" fmla="val 50000"/>
              </a:avLst>
            </a:prstGeom>
            <a:solidFill>
              <a:srgbClr val="FF4E5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/>
              <a:endParaRPr lang="en-US" sz="27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C81873-CAF0-8405-060B-6B3FD2DD6726}"/>
                </a:ext>
              </a:extLst>
            </p:cNvPr>
            <p:cNvGrpSpPr/>
            <p:nvPr/>
          </p:nvGrpSpPr>
          <p:grpSpPr>
            <a:xfrm>
              <a:off x="1184733" y="2279524"/>
              <a:ext cx="2429829" cy="3096448"/>
              <a:chOff x="856155" y="1658267"/>
              <a:chExt cx="3766328" cy="309644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8ECB0F-5609-70B4-E4F6-FCF17826B76C}"/>
                  </a:ext>
                </a:extLst>
              </p:cNvPr>
              <p:cNvSpPr txBox="1"/>
              <p:nvPr/>
            </p:nvSpPr>
            <p:spPr>
              <a:xfrm>
                <a:off x="1473727" y="1658267"/>
                <a:ext cx="2991582" cy="561206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>
                <a:defPPr>
                  <a:defRPr lang="en-US"/>
                </a:defPPr>
                <a:lvl1pPr algn="ctr" defTabSz="1371600">
                  <a:defRPr sz="2800" b="1">
                    <a:solidFill>
                      <a:srgbClr val="FB5184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lvl1pPr>
              </a:lstStyle>
              <a:p>
                <a:r>
                  <a:rPr lang="en-US" noProof="1">
                    <a:solidFill>
                      <a:srgbClr val="002B11"/>
                    </a:solidFill>
                  </a:rPr>
                  <a:t>Disposable Email Addresses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CA0172-47A3-CC9F-BB57-D99CFB6617B6}"/>
                  </a:ext>
                </a:extLst>
              </p:cNvPr>
              <p:cNvSpPr txBox="1"/>
              <p:nvPr/>
            </p:nvSpPr>
            <p:spPr>
              <a:xfrm>
                <a:off x="856155" y="2338964"/>
                <a:ext cx="3766328" cy="241575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>
                <a:defPPr>
                  <a:defRPr lang="en-US"/>
                </a:defPPr>
                <a:lvl1pPr algn="just" defTabSz="1371600">
                  <a:defRPr sz="220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:r>
                  <a:rPr lang="en-US" noProof="1"/>
                  <a:t>Automated system removal applies here. </a:t>
                </a:r>
              </a:p>
              <a:p>
                <a:pPr algn="l">
                  <a:lnSpc>
                    <a:spcPct val="150000"/>
                  </a:lnSpc>
                </a:pPr>
                <a:endParaRPr lang="en-US" noProof="1"/>
              </a:p>
              <a:p>
                <a:pPr algn="l">
                  <a:lnSpc>
                    <a:spcPct val="150000"/>
                  </a:lnSpc>
                </a:pPr>
                <a:r>
                  <a:rPr lang="en-US" noProof="1"/>
                  <a:t>Explain removal due to disposable email address </a:t>
                </a:r>
              </a:p>
              <a:p>
                <a:pPr algn="l">
                  <a:lnSpc>
                    <a:spcPct val="150000"/>
                  </a:lnSpc>
                </a:pPr>
                <a:endParaRPr lang="en-US" noProof="1"/>
              </a:p>
              <a:p>
                <a:pPr algn="l">
                  <a:lnSpc>
                    <a:spcPct val="150000"/>
                  </a:lnSpc>
                </a:pPr>
                <a:r>
                  <a:rPr lang="en-US" noProof="1"/>
                  <a:t>Offer to update to a permanent address and invite them to resubmit. 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D067BD2-6A49-2F55-B24F-E8C64E452DB7}"/>
              </a:ext>
            </a:extLst>
          </p:cNvPr>
          <p:cNvSpPr txBox="1"/>
          <p:nvPr/>
        </p:nvSpPr>
        <p:spPr>
          <a:xfrm>
            <a:off x="4067092" y="5925992"/>
            <a:ext cx="4476421" cy="15678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defTabSz="1371600">
              <a:lnSpc>
                <a:spcPct val="150000"/>
              </a:lnSpc>
            </a:pPr>
            <a:r>
              <a:rPr lang="en-US" sz="2200" b="1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Rule: </a:t>
            </a:r>
            <a:r>
              <a:rPr lang="en-US" sz="2200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Never CC or guess an alternative email unless the user provides it.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49E6DF-6B92-B8E8-3841-2E2FC0D08BDA}"/>
              </a:ext>
            </a:extLst>
          </p:cNvPr>
          <p:cNvGrpSpPr/>
          <p:nvPr/>
        </p:nvGrpSpPr>
        <p:grpSpPr>
          <a:xfrm>
            <a:off x="9816022" y="2856609"/>
            <a:ext cx="1341197" cy="1187948"/>
            <a:chOff x="1752776" y="4457416"/>
            <a:chExt cx="4461375" cy="3940879"/>
          </a:xfrm>
        </p:grpSpPr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F1FD0993-BA41-5EAD-3EFC-7BAB0A8B9E96}"/>
                </a:ext>
              </a:extLst>
            </p:cNvPr>
            <p:cNvSpPr/>
            <p:nvPr/>
          </p:nvSpPr>
          <p:spPr>
            <a:xfrm>
              <a:off x="1752776" y="4457416"/>
              <a:ext cx="4114800" cy="3837031"/>
            </a:xfrm>
            <a:custGeom>
              <a:avLst/>
              <a:gdLst/>
              <a:ahLst/>
              <a:cxnLst/>
              <a:rect l="l" t="t" r="r" b="b"/>
              <a:pathLst>
                <a:path w="4423402" h="4290700">
                  <a:moveTo>
                    <a:pt x="0" y="0"/>
                  </a:moveTo>
                  <a:lnTo>
                    <a:pt x="4423402" y="0"/>
                  </a:lnTo>
                  <a:lnTo>
                    <a:pt x="4423402" y="4290700"/>
                  </a:lnTo>
                  <a:lnTo>
                    <a:pt x="0" y="429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A3CF4841-C67C-EAF5-C9D9-09EF11CE68C4}"/>
                </a:ext>
              </a:extLst>
            </p:cNvPr>
            <p:cNvSpPr/>
            <p:nvPr/>
          </p:nvSpPr>
          <p:spPr>
            <a:xfrm>
              <a:off x="3504999" y="5654812"/>
              <a:ext cx="2709152" cy="2743483"/>
            </a:xfrm>
            <a:custGeom>
              <a:avLst/>
              <a:gdLst/>
              <a:ahLst/>
              <a:cxnLst/>
              <a:rect l="l" t="t" r="r" b="b"/>
              <a:pathLst>
                <a:path w="1661578" h="1898947">
                  <a:moveTo>
                    <a:pt x="0" y="0"/>
                  </a:moveTo>
                  <a:lnTo>
                    <a:pt x="1661578" y="0"/>
                  </a:lnTo>
                  <a:lnTo>
                    <a:pt x="1661578" y="1898946"/>
                  </a:lnTo>
                  <a:lnTo>
                    <a:pt x="0" y="1898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7F26913-FBA6-5629-F7DA-EEF2C01C5285}"/>
              </a:ext>
            </a:extLst>
          </p:cNvPr>
          <p:cNvGrpSpPr/>
          <p:nvPr/>
        </p:nvGrpSpPr>
        <p:grpSpPr>
          <a:xfrm>
            <a:off x="2612565" y="2856610"/>
            <a:ext cx="1327618" cy="1392716"/>
            <a:chOff x="1752776" y="4457416"/>
            <a:chExt cx="4474935" cy="4535041"/>
          </a:xfrm>
        </p:grpSpPr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D30EA49E-6FE9-7A25-06F0-2BF50A04F431}"/>
                </a:ext>
              </a:extLst>
            </p:cNvPr>
            <p:cNvSpPr/>
            <p:nvPr/>
          </p:nvSpPr>
          <p:spPr>
            <a:xfrm>
              <a:off x="1752776" y="4457416"/>
              <a:ext cx="4114800" cy="3837031"/>
            </a:xfrm>
            <a:custGeom>
              <a:avLst/>
              <a:gdLst/>
              <a:ahLst/>
              <a:cxnLst/>
              <a:rect l="l" t="t" r="r" b="b"/>
              <a:pathLst>
                <a:path w="4423402" h="4290700">
                  <a:moveTo>
                    <a:pt x="0" y="0"/>
                  </a:moveTo>
                  <a:lnTo>
                    <a:pt x="4423402" y="0"/>
                  </a:lnTo>
                  <a:lnTo>
                    <a:pt x="4423402" y="4290700"/>
                  </a:lnTo>
                  <a:lnTo>
                    <a:pt x="0" y="429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5DA1F37-5D4E-FEB3-41AE-87175F279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3030923" y="5795669"/>
              <a:ext cx="3196788" cy="319678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43" name="Freeform 5">
            <a:extLst>
              <a:ext uri="{FF2B5EF4-FFF2-40B4-BE49-F238E27FC236}">
                <a16:creationId xmlns:a16="http://schemas.microsoft.com/office/drawing/2014/main" id="{740A5F5A-CBA2-B1C6-3180-F1E3D44875C2}"/>
              </a:ext>
            </a:extLst>
          </p:cNvPr>
          <p:cNvSpPr/>
          <p:nvPr/>
        </p:nvSpPr>
        <p:spPr>
          <a:xfrm>
            <a:off x="2458629" y="6096007"/>
            <a:ext cx="1226270" cy="1402957"/>
          </a:xfrm>
          <a:custGeom>
            <a:avLst/>
            <a:gdLst/>
            <a:ahLst/>
            <a:cxnLst/>
            <a:rect l="l" t="t" r="r" b="b"/>
            <a:pathLst>
              <a:path w="2413841" h="2873620">
                <a:moveTo>
                  <a:pt x="0" y="0"/>
                </a:moveTo>
                <a:lnTo>
                  <a:pt x="2413840" y="0"/>
                </a:lnTo>
                <a:lnTo>
                  <a:pt x="2413840" y="2873619"/>
                </a:lnTo>
                <a:lnTo>
                  <a:pt x="0" y="2873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Freeform 18">
            <a:extLst>
              <a:ext uri="{FF2B5EF4-FFF2-40B4-BE49-F238E27FC236}">
                <a16:creationId xmlns:a16="http://schemas.microsoft.com/office/drawing/2014/main" id="{A22EB59E-4126-9017-C015-E6F56F60052C}"/>
              </a:ext>
            </a:extLst>
          </p:cNvPr>
          <p:cNvSpPr/>
          <p:nvPr/>
        </p:nvSpPr>
        <p:spPr>
          <a:xfrm>
            <a:off x="9481245" y="4377322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18">
            <a:extLst>
              <a:ext uri="{FF2B5EF4-FFF2-40B4-BE49-F238E27FC236}">
                <a16:creationId xmlns:a16="http://schemas.microsoft.com/office/drawing/2014/main" id="{48B72B67-9233-62EF-A51D-D2A7754B58E0}"/>
              </a:ext>
            </a:extLst>
          </p:cNvPr>
          <p:cNvSpPr/>
          <p:nvPr/>
        </p:nvSpPr>
        <p:spPr>
          <a:xfrm>
            <a:off x="9481245" y="5910028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18">
            <a:extLst>
              <a:ext uri="{FF2B5EF4-FFF2-40B4-BE49-F238E27FC236}">
                <a16:creationId xmlns:a16="http://schemas.microsoft.com/office/drawing/2014/main" id="{745E691C-F8BF-1110-359A-6A0C56ACE914}"/>
              </a:ext>
            </a:extLst>
          </p:cNvPr>
          <p:cNvSpPr/>
          <p:nvPr/>
        </p:nvSpPr>
        <p:spPr>
          <a:xfrm>
            <a:off x="9481245" y="7399830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02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6E49-A9CA-D997-96E2-14EC9160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DC2B0146-CB55-49DF-5A19-01B3EE61A08D}"/>
              </a:ext>
            </a:extLst>
          </p:cNvPr>
          <p:cNvSpPr txBox="1"/>
          <p:nvPr/>
        </p:nvSpPr>
        <p:spPr>
          <a:xfrm>
            <a:off x="720048" y="600736"/>
            <a:ext cx="16118979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 Cases - Handling Viator Bookings</a:t>
            </a:r>
            <a:endParaRPr kumimoji="0" lang="en-US" sz="5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23923740-8CB1-BB77-2F78-D6790EF5FB47}"/>
              </a:ext>
            </a:extLst>
          </p:cNvPr>
          <p:cNvSpPr/>
          <p:nvPr/>
        </p:nvSpPr>
        <p:spPr>
          <a:xfrm>
            <a:off x="720048" y="9401175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Special cases - Handling Viator bookings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AFD9F67-95FC-E7F4-05EB-E41ECDDD531C}"/>
              </a:ext>
            </a:extLst>
          </p:cNvPr>
          <p:cNvSpPr/>
          <p:nvPr/>
        </p:nvSpPr>
        <p:spPr>
          <a:xfrm>
            <a:off x="4795913" y="7329688"/>
            <a:ext cx="9104735" cy="956577"/>
          </a:xfrm>
          <a:prstGeom prst="ellipse">
            <a:avLst/>
          </a:prstGeom>
          <a:gradFill flip="none" rotWithShape="1">
            <a:gsLst>
              <a:gs pos="100000">
                <a:srgbClr val="F0EEEF">
                  <a:alpha val="0"/>
                </a:srgbClr>
              </a:gs>
              <a:gs pos="80000">
                <a:srgbClr val="F0EEEF">
                  <a:alpha val="35000"/>
                </a:srgbClr>
              </a:gs>
              <a:gs pos="5000">
                <a:sysClr val="window" lastClr="FFFFFF">
                  <a:lumMod val="65000"/>
                  <a:alpha val="42000"/>
                </a:sysClr>
              </a:gs>
            </a:gsLst>
            <a:path path="shap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610EB6-E70D-1477-DBE5-C5A13B547334}"/>
              </a:ext>
            </a:extLst>
          </p:cNvPr>
          <p:cNvSpPr txBox="1"/>
          <p:nvPr/>
        </p:nvSpPr>
        <p:spPr>
          <a:xfrm>
            <a:off x="1442155" y="7590138"/>
            <a:ext cx="4955388" cy="110799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just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 not search by user email; search directly for the tour/listing name.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Shape">
            <a:extLst>
              <a:ext uri="{FF2B5EF4-FFF2-40B4-BE49-F238E27FC236}">
                <a16:creationId xmlns:a16="http://schemas.microsoft.com/office/drawing/2014/main" id="{AF94F62C-AAA0-85CE-C713-BA0CEB100317}"/>
              </a:ext>
            </a:extLst>
          </p:cNvPr>
          <p:cNvSpPr/>
          <p:nvPr/>
        </p:nvSpPr>
        <p:spPr>
          <a:xfrm>
            <a:off x="12393687" y="3521195"/>
            <a:ext cx="4968572" cy="3886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4" h="21297" extrusionOk="0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2" y="4688"/>
                  <a:pt x="1444" y="4079"/>
                </a:cubicBezTo>
                <a:close/>
              </a:path>
            </a:pathLst>
          </a:custGeom>
          <a:solidFill>
            <a:schemeClr val="bg1"/>
          </a:solidFill>
          <a:ln w="38100" cap="flat" cmpd="sng" algn="ctr">
            <a:solidFill>
              <a:srgbClr val="FF57E6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">
            <a:extLst>
              <a:ext uri="{FF2B5EF4-FFF2-40B4-BE49-F238E27FC236}">
                <a16:creationId xmlns:a16="http://schemas.microsoft.com/office/drawing/2014/main" id="{759376DB-9335-6290-F81B-39F373525583}"/>
              </a:ext>
            </a:extLst>
          </p:cNvPr>
          <p:cNvSpPr/>
          <p:nvPr/>
        </p:nvSpPr>
        <p:spPr>
          <a:xfrm>
            <a:off x="7113125" y="3521195"/>
            <a:ext cx="4968572" cy="3886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4" h="21297" extrusionOk="0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5" y="4688"/>
                  <a:pt x="1444" y="4079"/>
                </a:cubicBezTo>
                <a:close/>
              </a:path>
            </a:pathLst>
          </a:custGeom>
          <a:solidFill>
            <a:schemeClr val="bg1"/>
          </a:solidFill>
          <a:ln w="38100" cap="flat" cmpd="sng" algn="ctr">
            <a:solidFill>
              <a:srgbClr val="FB5184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">
            <a:extLst>
              <a:ext uri="{FF2B5EF4-FFF2-40B4-BE49-F238E27FC236}">
                <a16:creationId xmlns:a16="http://schemas.microsoft.com/office/drawing/2014/main" id="{FF30E5E1-C401-F96E-009B-B7EA41C75E1C}"/>
              </a:ext>
            </a:extLst>
          </p:cNvPr>
          <p:cNvSpPr/>
          <p:nvPr/>
        </p:nvSpPr>
        <p:spPr>
          <a:xfrm>
            <a:off x="1654509" y="3521195"/>
            <a:ext cx="4968576" cy="3886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4" h="21297" extrusionOk="0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5" y="4688"/>
                  <a:pt x="1444" y="4079"/>
                </a:cubicBezTo>
                <a:close/>
              </a:path>
            </a:pathLst>
          </a:custGeom>
          <a:solidFill>
            <a:schemeClr val="bg1"/>
          </a:solidFill>
          <a:ln w="38100" cap="flat" cmpd="sng" algn="ctr">
            <a:solidFill>
              <a:srgbClr val="00D7BB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23BBB7E-3123-74CB-8FE5-0C22DFC41474}"/>
              </a:ext>
            </a:extLst>
          </p:cNvPr>
          <p:cNvSpPr/>
          <p:nvPr/>
        </p:nvSpPr>
        <p:spPr>
          <a:xfrm>
            <a:off x="1845475" y="4384044"/>
            <a:ext cx="3454050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Step 1</a:t>
            </a:r>
          </a:p>
          <a:p>
            <a:pPr lvl="0" algn="ctr" defTabSz="1371600"/>
            <a:r>
              <a:rPr lang="en-US" sz="2800" kern="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Search by Listing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B1F79C4-C68B-F42E-75C5-B8798860FAFF}"/>
              </a:ext>
            </a:extLst>
          </p:cNvPr>
          <p:cNvSpPr/>
          <p:nvPr/>
        </p:nvSpPr>
        <p:spPr>
          <a:xfrm>
            <a:off x="7410130" y="4166178"/>
            <a:ext cx="3467739" cy="138499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Step 2</a:t>
            </a:r>
          </a:p>
          <a:p>
            <a:pPr lvl="0" algn="ctr" defTabSz="1371600"/>
            <a:r>
              <a:rPr lang="en-US" sz="2800" kern="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Request Missing Context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A37325F-0124-8993-87A9-D40AAD8EC67B}"/>
              </a:ext>
            </a:extLst>
          </p:cNvPr>
          <p:cNvSpPr/>
          <p:nvPr/>
        </p:nvSpPr>
        <p:spPr>
          <a:xfrm>
            <a:off x="12686037" y="4297642"/>
            <a:ext cx="3481428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Step 3</a:t>
            </a:r>
          </a:p>
          <a:p>
            <a:pPr lvl="0" algn="ctr" defTabSz="1371600"/>
            <a:r>
              <a:rPr lang="en-US" sz="2800" kern="0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Verification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D07A7A-550C-8A4D-B860-E73CE4F2185A}"/>
              </a:ext>
            </a:extLst>
          </p:cNvPr>
          <p:cNvSpPr txBox="1"/>
          <p:nvPr/>
        </p:nvSpPr>
        <p:spPr>
          <a:xfrm>
            <a:off x="7031577" y="7590138"/>
            <a:ext cx="4955388" cy="178510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just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unfound, ask the user for: </a:t>
            </a:r>
          </a:p>
          <a:p>
            <a:pPr lvl="0" algn="just" defTabSz="1371600"/>
            <a:endParaRPr lang="en-US" sz="2200" kern="0" noProof="1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algn="just" defTabSz="1371600">
              <a:buFont typeface="Arial" panose="020B0604020202020204" pitchFamily="34" charset="0"/>
              <a:buChar char="•"/>
            </a:pPr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Name of listing/tour </a:t>
            </a:r>
          </a:p>
          <a:p>
            <a:pPr marL="342900" lvl="0" indent="-342900" algn="just" defTabSz="1371600">
              <a:buFont typeface="Arial" panose="020B0604020202020204" pitchFamily="34" charset="0"/>
              <a:buChar char="•"/>
            </a:pPr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Title of review </a:t>
            </a:r>
          </a:p>
          <a:p>
            <a:pPr marL="342900" lvl="0" indent="-342900" algn="just" defTabSz="1371600">
              <a:buFont typeface="Arial" panose="020B0604020202020204" pitchFamily="34" charset="0"/>
              <a:buChar char="•"/>
            </a:pPr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Booking ID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E88ED7-1B6D-55F5-C6CA-CEEC37419715}"/>
              </a:ext>
            </a:extLst>
          </p:cNvPr>
          <p:cNvSpPr txBox="1"/>
          <p:nvPr/>
        </p:nvSpPr>
        <p:spPr>
          <a:xfrm>
            <a:off x="12428130" y="7569523"/>
            <a:ext cx="4955388" cy="110799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just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Verify details using the Viator Booking Verification App and escalate to Tier 2.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DFBDBD7-F2D6-C75F-6418-0368CEA4AAED}"/>
              </a:ext>
            </a:extLst>
          </p:cNvPr>
          <p:cNvGrpSpPr/>
          <p:nvPr/>
        </p:nvGrpSpPr>
        <p:grpSpPr>
          <a:xfrm>
            <a:off x="772180" y="1762489"/>
            <a:ext cx="13473382" cy="1454509"/>
            <a:chOff x="766737" y="2171700"/>
            <a:chExt cx="13711264" cy="1694290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C3DC6513-4286-DD97-D00F-8AB2FA330876}"/>
                </a:ext>
              </a:extLst>
            </p:cNvPr>
            <p:cNvSpPr/>
            <p:nvPr/>
          </p:nvSpPr>
          <p:spPr>
            <a:xfrm>
              <a:off x="766737" y="2171700"/>
              <a:ext cx="13635064" cy="1618090"/>
            </a:xfrm>
            <a:prstGeom prst="roundRect">
              <a:avLst/>
            </a:prstGeom>
            <a:solidFill>
              <a:srgbClr val="00B747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90A9E1D-A17C-D80D-9E92-13F697A53D50}"/>
                </a:ext>
              </a:extLst>
            </p:cNvPr>
            <p:cNvSpPr/>
            <p:nvPr/>
          </p:nvSpPr>
          <p:spPr>
            <a:xfrm>
              <a:off x="842937" y="2247900"/>
              <a:ext cx="13635064" cy="1618090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0" name="Text 3">
            <a:extLst>
              <a:ext uri="{FF2B5EF4-FFF2-40B4-BE49-F238E27FC236}">
                <a16:creationId xmlns:a16="http://schemas.microsoft.com/office/drawing/2014/main" id="{35A6D524-FC92-DDE5-C28C-74FA20CD40F4}"/>
              </a:ext>
            </a:extLst>
          </p:cNvPr>
          <p:cNvSpPr/>
          <p:nvPr/>
        </p:nvSpPr>
        <p:spPr>
          <a:xfrm>
            <a:off x="3170193" y="2226740"/>
            <a:ext cx="13473382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Tour/activity reviews may be masked under system-generated aliases</a:t>
            </a:r>
          </a:p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(e.g., vi_174909454@tripadvisor.com).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81" name="Text 3">
            <a:extLst>
              <a:ext uri="{FF2B5EF4-FFF2-40B4-BE49-F238E27FC236}">
                <a16:creationId xmlns:a16="http://schemas.microsoft.com/office/drawing/2014/main" id="{E58A0141-C76C-EFF6-1E71-6B0BFB252506}"/>
              </a:ext>
            </a:extLst>
          </p:cNvPr>
          <p:cNvSpPr/>
          <p:nvPr/>
        </p:nvSpPr>
        <p:spPr>
          <a:xfrm>
            <a:off x="1158447" y="1872425"/>
            <a:ext cx="1178877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Problem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ADDA4870-2016-4054-7E24-DBCC4366D11D}"/>
              </a:ext>
            </a:extLst>
          </p:cNvPr>
          <p:cNvSpPr/>
          <p:nvPr/>
        </p:nvSpPr>
        <p:spPr>
          <a:xfrm>
            <a:off x="1532308" y="2244580"/>
            <a:ext cx="828850" cy="834120"/>
          </a:xfrm>
          <a:custGeom>
            <a:avLst/>
            <a:gdLst/>
            <a:ahLst/>
            <a:cxnLst/>
            <a:rect l="l" t="t" r="r" b="b"/>
            <a:pathLst>
              <a:path w="3271266" h="411480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D78976D1-1383-7753-1ACE-E77C916837F5}"/>
              </a:ext>
            </a:extLst>
          </p:cNvPr>
          <p:cNvSpPr/>
          <p:nvPr/>
        </p:nvSpPr>
        <p:spPr>
          <a:xfrm>
            <a:off x="2867482" y="5520894"/>
            <a:ext cx="1410036" cy="1390335"/>
          </a:xfrm>
          <a:custGeom>
            <a:avLst/>
            <a:gdLst/>
            <a:ahLst/>
            <a:cxnLst/>
            <a:rect l="l" t="t" r="r" b="b"/>
            <a:pathLst>
              <a:path w="2674896" h="2743483">
                <a:moveTo>
                  <a:pt x="0" y="0"/>
                </a:moveTo>
                <a:lnTo>
                  <a:pt x="2674895" y="0"/>
                </a:lnTo>
                <a:lnTo>
                  <a:pt x="2674895" y="2743483"/>
                </a:lnTo>
                <a:lnTo>
                  <a:pt x="0" y="274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77DC1246-4ED6-0615-DC6E-7BE9B715B907}"/>
              </a:ext>
            </a:extLst>
          </p:cNvPr>
          <p:cNvSpPr/>
          <p:nvPr/>
        </p:nvSpPr>
        <p:spPr>
          <a:xfrm>
            <a:off x="8280401" y="5602195"/>
            <a:ext cx="1727198" cy="1169205"/>
          </a:xfrm>
          <a:custGeom>
            <a:avLst/>
            <a:gdLst/>
            <a:ahLst/>
            <a:cxnLst/>
            <a:rect l="l" t="t" r="r" b="b"/>
            <a:pathLst>
              <a:path w="2294997" h="1652398">
                <a:moveTo>
                  <a:pt x="0" y="0"/>
                </a:moveTo>
                <a:lnTo>
                  <a:pt x="2294996" y="0"/>
                </a:lnTo>
                <a:lnTo>
                  <a:pt x="2294996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C5CDFB5E-0AB8-703A-A94A-782685676490}"/>
              </a:ext>
            </a:extLst>
          </p:cNvPr>
          <p:cNvSpPr/>
          <p:nvPr/>
        </p:nvSpPr>
        <p:spPr>
          <a:xfrm>
            <a:off x="13721252" y="5553038"/>
            <a:ext cx="1410997" cy="1403219"/>
          </a:xfrm>
          <a:custGeom>
            <a:avLst/>
            <a:gdLst/>
            <a:ahLst/>
            <a:cxnLst/>
            <a:rect l="l" t="t" r="r" b="b"/>
            <a:pathLst>
              <a:path w="2914098" h="2914098">
                <a:moveTo>
                  <a:pt x="0" y="0"/>
                </a:moveTo>
                <a:lnTo>
                  <a:pt x="2914098" y="0"/>
                </a:lnTo>
                <a:lnTo>
                  <a:pt x="2914098" y="2914098"/>
                </a:lnTo>
                <a:lnTo>
                  <a:pt x="0" y="291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8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39BB-F959-CD6B-847E-EC61B682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B5B290D6-D57A-90D4-F0D0-F2C54D052F6D}"/>
              </a:ext>
            </a:extLst>
          </p:cNvPr>
          <p:cNvSpPr txBox="1"/>
          <p:nvPr/>
        </p:nvSpPr>
        <p:spPr>
          <a:xfrm>
            <a:off x="664106" y="273064"/>
            <a:ext cx="16118979" cy="1824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>
              <a:lnSpc>
                <a:spcPts val="7279"/>
              </a:lnSpc>
              <a:spcBef>
                <a:spcPct val="0"/>
              </a:spcBef>
              <a:defRPr/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 Cases - Multi-Locked Properties [Member Fraud]</a:t>
            </a:r>
            <a:endParaRPr kumimoji="0" lang="en-US" sz="51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57A66D77-54D8-7CB9-2AF7-4781F0B48CBD}"/>
              </a:ext>
            </a:extLst>
          </p:cNvPr>
          <p:cNvSpPr/>
          <p:nvPr/>
        </p:nvSpPr>
        <p:spPr>
          <a:xfrm>
            <a:off x="720048" y="954857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Multi-locked properties [Member fraud]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39" name="Forme libre 3">
            <a:extLst>
              <a:ext uri="{FF2B5EF4-FFF2-40B4-BE49-F238E27FC236}">
                <a16:creationId xmlns:a16="http://schemas.microsoft.com/office/drawing/2014/main" id="{29879E5A-E79A-43C1-3268-6C63AF536A46}"/>
              </a:ext>
            </a:extLst>
          </p:cNvPr>
          <p:cNvSpPr/>
          <p:nvPr/>
        </p:nvSpPr>
        <p:spPr>
          <a:xfrm>
            <a:off x="10016763" y="2849478"/>
            <a:ext cx="4401756" cy="4379540"/>
          </a:xfrm>
          <a:custGeom>
            <a:avLst/>
            <a:gdLst>
              <a:gd name="csX0" fmla="*/ 2934505 w 2934504"/>
              <a:gd name="csY0" fmla="*/ 2376134 h 2919693"/>
              <a:gd name="csX1" fmla="*/ 2390945 w 2934504"/>
              <a:gd name="csY1" fmla="*/ 1832574 h 2919693"/>
              <a:gd name="csX2" fmla="*/ 2390945 w 2934504"/>
              <a:gd name="csY2" fmla="*/ 2098698 h 2919693"/>
              <a:gd name="csX3" fmla="*/ 1492397 w 2934504"/>
              <a:gd name="csY3" fmla="*/ 2098698 h 2919693"/>
              <a:gd name="csX4" fmla="*/ 1349073 w 2934504"/>
              <a:gd name="csY4" fmla="*/ 2005636 h 2919693"/>
              <a:gd name="csX5" fmla="*/ 530993 w 2934504"/>
              <a:gd name="csY5" fmla="*/ 164809 h 2919693"/>
              <a:gd name="csX6" fmla="*/ 164810 w 2934504"/>
              <a:gd name="csY6" fmla="*/ 23934 h 2919693"/>
              <a:gd name="csX7" fmla="*/ 164810 w 2934504"/>
              <a:gd name="csY7" fmla="*/ 23934 h 2919693"/>
              <a:gd name="csX8" fmla="*/ 23934 w 2934504"/>
              <a:gd name="csY8" fmla="*/ 390117 h 2919693"/>
              <a:gd name="csX9" fmla="*/ 956651 w 2934504"/>
              <a:gd name="csY9" fmla="*/ 2488787 h 2919693"/>
              <a:gd name="csX10" fmla="*/ 1221026 w 2934504"/>
              <a:gd name="csY10" fmla="*/ 2653337 h 2919693"/>
              <a:gd name="csX11" fmla="*/ 1221026 w 2934504"/>
              <a:gd name="csY11" fmla="*/ 2653569 h 2919693"/>
              <a:gd name="csX12" fmla="*/ 2390945 w 2934504"/>
              <a:gd name="csY12" fmla="*/ 2653569 h 2919693"/>
              <a:gd name="csX13" fmla="*/ 2390945 w 2934504"/>
              <a:gd name="csY13" fmla="*/ 2919693 h 2919693"/>
              <a:gd name="csX14" fmla="*/ 2934505 w 2934504"/>
              <a:gd name="csY14" fmla="*/ 2376134 h 2919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34504" h="2919693">
                <a:moveTo>
                  <a:pt x="2934505" y="2376134"/>
                </a:moveTo>
                <a:lnTo>
                  <a:pt x="2390945" y="1832574"/>
                </a:lnTo>
                <a:lnTo>
                  <a:pt x="2390945" y="2098698"/>
                </a:lnTo>
                <a:lnTo>
                  <a:pt x="1492397" y="2098698"/>
                </a:lnTo>
                <a:cubicBezTo>
                  <a:pt x="1430472" y="2098698"/>
                  <a:pt x="1374263" y="2062196"/>
                  <a:pt x="1349073" y="2005636"/>
                </a:cubicBezTo>
                <a:lnTo>
                  <a:pt x="530993" y="164809"/>
                </a:lnTo>
                <a:cubicBezTo>
                  <a:pt x="468718" y="24867"/>
                  <a:pt x="304869" y="-38224"/>
                  <a:pt x="164810" y="23934"/>
                </a:cubicBezTo>
                <a:lnTo>
                  <a:pt x="164810" y="23934"/>
                </a:lnTo>
                <a:cubicBezTo>
                  <a:pt x="24867" y="86208"/>
                  <a:pt x="-38224" y="250058"/>
                  <a:pt x="23934" y="390117"/>
                </a:cubicBezTo>
                <a:lnTo>
                  <a:pt x="956651" y="2488787"/>
                </a:lnTo>
                <a:cubicBezTo>
                  <a:pt x="1004114" y="2595610"/>
                  <a:pt x="1110821" y="2657535"/>
                  <a:pt x="1221026" y="2653337"/>
                </a:cubicBezTo>
                <a:lnTo>
                  <a:pt x="1221026" y="2653569"/>
                </a:lnTo>
                <a:lnTo>
                  <a:pt x="2390945" y="2653569"/>
                </a:lnTo>
                <a:lnTo>
                  <a:pt x="2390945" y="2919693"/>
                </a:lnTo>
                <a:lnTo>
                  <a:pt x="2934505" y="2376134"/>
                </a:lnTo>
                <a:close/>
              </a:path>
            </a:pathLst>
          </a:custGeom>
          <a:solidFill>
            <a:srgbClr val="00697A"/>
          </a:solidFill>
          <a:ln w="1166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Forme libre 4">
            <a:extLst>
              <a:ext uri="{FF2B5EF4-FFF2-40B4-BE49-F238E27FC236}">
                <a16:creationId xmlns:a16="http://schemas.microsoft.com/office/drawing/2014/main" id="{EA7335A7-EB78-5469-3561-98D0FAE7CBE0}"/>
              </a:ext>
            </a:extLst>
          </p:cNvPr>
          <p:cNvSpPr/>
          <p:nvPr/>
        </p:nvSpPr>
        <p:spPr>
          <a:xfrm>
            <a:off x="6867883" y="2097987"/>
            <a:ext cx="2565227" cy="4731710"/>
          </a:xfrm>
          <a:custGeom>
            <a:avLst/>
            <a:gdLst>
              <a:gd name="csX0" fmla="*/ 1686217 w 1710151"/>
              <a:gd name="csY0" fmla="*/ 2764357 h 3154473"/>
              <a:gd name="csX1" fmla="*/ 643646 w 1710151"/>
              <a:gd name="csY1" fmla="*/ 418339 h 3154473"/>
              <a:gd name="csX2" fmla="*/ 640964 w 1710151"/>
              <a:gd name="csY2" fmla="*/ 412158 h 3154473"/>
              <a:gd name="csX3" fmla="*/ 530992 w 1710151"/>
              <a:gd name="csY3" fmla="*/ 164809 h 3154473"/>
              <a:gd name="csX4" fmla="*/ 164809 w 1710151"/>
              <a:gd name="csY4" fmla="*/ 23934 h 3154473"/>
              <a:gd name="csX5" fmla="*/ 164809 w 1710151"/>
              <a:gd name="csY5" fmla="*/ 23934 h 3154473"/>
              <a:gd name="csX6" fmla="*/ 23934 w 1710151"/>
              <a:gd name="csY6" fmla="*/ 390117 h 3154473"/>
              <a:gd name="csX7" fmla="*/ 133905 w 1710151"/>
              <a:gd name="csY7" fmla="*/ 637465 h 3154473"/>
              <a:gd name="csX8" fmla="*/ 136588 w 1710151"/>
              <a:gd name="csY8" fmla="*/ 643646 h 3154473"/>
              <a:gd name="csX9" fmla="*/ 1179159 w 1710151"/>
              <a:gd name="csY9" fmla="*/ 2989665 h 3154473"/>
              <a:gd name="csX10" fmla="*/ 1545342 w 1710151"/>
              <a:gd name="csY10" fmla="*/ 3130540 h 3154473"/>
              <a:gd name="csX11" fmla="*/ 1545342 w 1710151"/>
              <a:gd name="csY11" fmla="*/ 3130540 h 3154473"/>
              <a:gd name="csX12" fmla="*/ 1686217 w 1710151"/>
              <a:gd name="csY12" fmla="*/ 2764357 h 3154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10151" h="3154473">
                <a:moveTo>
                  <a:pt x="1686217" y="2764357"/>
                </a:moveTo>
                <a:lnTo>
                  <a:pt x="643646" y="418339"/>
                </a:lnTo>
                <a:lnTo>
                  <a:pt x="640964" y="412158"/>
                </a:lnTo>
                <a:lnTo>
                  <a:pt x="530992" y="164809"/>
                </a:lnTo>
                <a:cubicBezTo>
                  <a:pt x="468718" y="24867"/>
                  <a:pt x="304869" y="-38224"/>
                  <a:pt x="164809" y="23934"/>
                </a:cubicBezTo>
                <a:lnTo>
                  <a:pt x="164809" y="23934"/>
                </a:lnTo>
                <a:cubicBezTo>
                  <a:pt x="24867" y="86208"/>
                  <a:pt x="-38224" y="250058"/>
                  <a:pt x="23934" y="390117"/>
                </a:cubicBezTo>
                <a:lnTo>
                  <a:pt x="133905" y="637465"/>
                </a:lnTo>
                <a:lnTo>
                  <a:pt x="136588" y="643646"/>
                </a:lnTo>
                <a:lnTo>
                  <a:pt x="1179159" y="2989665"/>
                </a:lnTo>
                <a:cubicBezTo>
                  <a:pt x="1241434" y="3129608"/>
                  <a:pt x="1405283" y="3192698"/>
                  <a:pt x="1545342" y="3130540"/>
                </a:cubicBezTo>
                <a:lnTo>
                  <a:pt x="1545342" y="3130540"/>
                </a:lnTo>
                <a:cubicBezTo>
                  <a:pt x="1685284" y="3068266"/>
                  <a:pt x="1748375" y="2904417"/>
                  <a:pt x="1686217" y="2764357"/>
                </a:cubicBezTo>
                <a:close/>
              </a:path>
            </a:pathLst>
          </a:custGeom>
          <a:solidFill>
            <a:srgbClr val="006C29"/>
          </a:solidFill>
          <a:ln w="1166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Forme libre 5">
            <a:extLst>
              <a:ext uri="{FF2B5EF4-FFF2-40B4-BE49-F238E27FC236}">
                <a16:creationId xmlns:a16="http://schemas.microsoft.com/office/drawing/2014/main" id="{38FEFF71-9130-F6CA-C2D9-F61327EFDDF7}"/>
              </a:ext>
            </a:extLst>
          </p:cNvPr>
          <p:cNvSpPr/>
          <p:nvPr/>
        </p:nvSpPr>
        <p:spPr>
          <a:xfrm>
            <a:off x="8600269" y="2849376"/>
            <a:ext cx="2231666" cy="3980597"/>
          </a:xfrm>
          <a:custGeom>
            <a:avLst/>
            <a:gdLst>
              <a:gd name="csX0" fmla="*/ 1322901 w 1487777"/>
              <a:gd name="csY0" fmla="*/ 24001 h 2653731"/>
              <a:gd name="csX1" fmla="*/ 1322901 w 1487777"/>
              <a:gd name="csY1" fmla="*/ 24001 h 2653731"/>
              <a:gd name="csX2" fmla="*/ 956718 w 1487777"/>
              <a:gd name="csY2" fmla="*/ 164877 h 2653731"/>
              <a:gd name="csX3" fmla="*/ 24001 w 1487777"/>
              <a:gd name="csY3" fmla="*/ 2263548 h 2653731"/>
              <a:gd name="csX4" fmla="*/ 164877 w 1487777"/>
              <a:gd name="csY4" fmla="*/ 2629730 h 2653731"/>
              <a:gd name="csX5" fmla="*/ 164877 w 1487777"/>
              <a:gd name="csY5" fmla="*/ 2629730 h 2653731"/>
              <a:gd name="csX6" fmla="*/ 531060 w 1487777"/>
              <a:gd name="csY6" fmla="*/ 2488855 h 2653731"/>
              <a:gd name="csX7" fmla="*/ 1463776 w 1487777"/>
              <a:gd name="csY7" fmla="*/ 390185 h 2653731"/>
              <a:gd name="csX8" fmla="*/ 1322901 w 1487777"/>
              <a:gd name="csY8" fmla="*/ 24001 h 2653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87777" h="2653731">
                <a:moveTo>
                  <a:pt x="1322901" y="24001"/>
                </a:moveTo>
                <a:lnTo>
                  <a:pt x="1322901" y="24001"/>
                </a:lnTo>
                <a:cubicBezTo>
                  <a:pt x="1182842" y="-38273"/>
                  <a:pt x="1018993" y="24818"/>
                  <a:pt x="956718" y="164877"/>
                </a:cubicBezTo>
                <a:lnTo>
                  <a:pt x="24001" y="2263548"/>
                </a:lnTo>
                <a:cubicBezTo>
                  <a:pt x="-38273" y="2403490"/>
                  <a:pt x="24818" y="2567456"/>
                  <a:pt x="164877" y="2629730"/>
                </a:cubicBezTo>
                <a:lnTo>
                  <a:pt x="164877" y="2629730"/>
                </a:lnTo>
                <a:cubicBezTo>
                  <a:pt x="304820" y="2692005"/>
                  <a:pt x="468785" y="2628914"/>
                  <a:pt x="531060" y="2488855"/>
                </a:cubicBezTo>
                <a:lnTo>
                  <a:pt x="1463776" y="390185"/>
                </a:lnTo>
                <a:cubicBezTo>
                  <a:pt x="1526051" y="250125"/>
                  <a:pt x="1462960" y="86276"/>
                  <a:pt x="1322901" y="24001"/>
                </a:cubicBezTo>
                <a:close/>
              </a:path>
            </a:pathLst>
          </a:custGeom>
          <a:solidFill>
            <a:srgbClr val="5FEAFF"/>
          </a:solidFill>
          <a:ln w="1166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2" name="Forme libre 6">
            <a:extLst>
              <a:ext uri="{FF2B5EF4-FFF2-40B4-BE49-F238E27FC236}">
                <a16:creationId xmlns:a16="http://schemas.microsoft.com/office/drawing/2014/main" id="{94F7EC31-3A74-4AFB-EF05-80CDDD321676}"/>
              </a:ext>
            </a:extLst>
          </p:cNvPr>
          <p:cNvSpPr/>
          <p:nvPr/>
        </p:nvSpPr>
        <p:spPr>
          <a:xfrm>
            <a:off x="3869480" y="2098060"/>
            <a:ext cx="3831417" cy="4731849"/>
          </a:xfrm>
          <a:custGeom>
            <a:avLst/>
            <a:gdLst>
              <a:gd name="csX0" fmla="*/ 2389635 w 2554278"/>
              <a:gd name="csY0" fmla="*/ 24001 h 3154566"/>
              <a:gd name="csX1" fmla="*/ 2389635 w 2554278"/>
              <a:gd name="csY1" fmla="*/ 24001 h 3154566"/>
              <a:gd name="csX2" fmla="*/ 2023452 w 2554278"/>
              <a:gd name="csY2" fmla="*/ 164877 h 3154566"/>
              <a:gd name="csX3" fmla="*/ 1913480 w 2554278"/>
              <a:gd name="csY3" fmla="*/ 412225 h 3154566"/>
              <a:gd name="csX4" fmla="*/ 1910798 w 2554278"/>
              <a:gd name="csY4" fmla="*/ 418406 h 3154566"/>
              <a:gd name="csX5" fmla="*/ 982746 w 2554278"/>
              <a:gd name="csY5" fmla="*/ 2506581 h 3154566"/>
              <a:gd name="csX6" fmla="*/ 839422 w 2554278"/>
              <a:gd name="csY6" fmla="*/ 2599643 h 3154566"/>
              <a:gd name="csX7" fmla="*/ 0 w 2554278"/>
              <a:gd name="csY7" fmla="*/ 2599643 h 3154566"/>
              <a:gd name="csX8" fmla="*/ 277436 w 2554278"/>
              <a:gd name="csY8" fmla="*/ 2877079 h 3154566"/>
              <a:gd name="csX9" fmla="*/ 0 w 2554278"/>
              <a:gd name="csY9" fmla="*/ 3154514 h 3154566"/>
              <a:gd name="csX10" fmla="*/ 1115808 w 2554278"/>
              <a:gd name="csY10" fmla="*/ 3154514 h 3154566"/>
              <a:gd name="csX11" fmla="*/ 1375051 w 2554278"/>
              <a:gd name="csY11" fmla="*/ 2989732 h 3154566"/>
              <a:gd name="csX12" fmla="*/ 2417623 w 2554278"/>
              <a:gd name="csY12" fmla="*/ 643713 h 3154566"/>
              <a:gd name="csX13" fmla="*/ 2420305 w 2554278"/>
              <a:gd name="csY13" fmla="*/ 637533 h 3154566"/>
              <a:gd name="csX14" fmla="*/ 2530277 w 2554278"/>
              <a:gd name="csY14" fmla="*/ 390184 h 3154566"/>
              <a:gd name="csX15" fmla="*/ 2389401 w 2554278"/>
              <a:gd name="csY15" fmla="*/ 24001 h 31545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54278" h="3154566">
                <a:moveTo>
                  <a:pt x="2389635" y="24001"/>
                </a:moveTo>
                <a:lnTo>
                  <a:pt x="2389635" y="24001"/>
                </a:lnTo>
                <a:cubicBezTo>
                  <a:pt x="2249576" y="-38273"/>
                  <a:pt x="2085726" y="24818"/>
                  <a:pt x="2023452" y="164877"/>
                </a:cubicBezTo>
                <a:lnTo>
                  <a:pt x="1913480" y="412225"/>
                </a:lnTo>
                <a:lnTo>
                  <a:pt x="1910798" y="418406"/>
                </a:lnTo>
                <a:lnTo>
                  <a:pt x="982746" y="2506581"/>
                </a:lnTo>
                <a:cubicBezTo>
                  <a:pt x="957556" y="2563258"/>
                  <a:pt x="901463" y="2599643"/>
                  <a:pt x="839422" y="2599643"/>
                </a:cubicBezTo>
                <a:lnTo>
                  <a:pt x="0" y="2599643"/>
                </a:lnTo>
                <a:lnTo>
                  <a:pt x="277436" y="2877079"/>
                </a:lnTo>
                <a:lnTo>
                  <a:pt x="0" y="3154514"/>
                </a:lnTo>
                <a:lnTo>
                  <a:pt x="1115808" y="3154514"/>
                </a:lnTo>
                <a:cubicBezTo>
                  <a:pt x="1224147" y="3156613"/>
                  <a:pt x="1328288" y="3094922"/>
                  <a:pt x="1375051" y="2989732"/>
                </a:cubicBezTo>
                <a:lnTo>
                  <a:pt x="2417623" y="643713"/>
                </a:lnTo>
                <a:lnTo>
                  <a:pt x="2420305" y="637533"/>
                </a:lnTo>
                <a:lnTo>
                  <a:pt x="2530277" y="390184"/>
                </a:lnTo>
                <a:cubicBezTo>
                  <a:pt x="2592551" y="250242"/>
                  <a:pt x="2529461" y="86276"/>
                  <a:pt x="2389401" y="24001"/>
                </a:cubicBezTo>
                <a:close/>
              </a:path>
            </a:pathLst>
          </a:custGeom>
          <a:solidFill>
            <a:srgbClr val="00B747"/>
          </a:solidFill>
          <a:ln w="1166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FFD72DE-96CD-C6C5-8049-36C742EAF739}"/>
              </a:ext>
            </a:extLst>
          </p:cNvPr>
          <p:cNvGrpSpPr/>
          <p:nvPr/>
        </p:nvGrpSpPr>
        <p:grpSpPr>
          <a:xfrm>
            <a:off x="12223959" y="3477668"/>
            <a:ext cx="4389120" cy="1288898"/>
            <a:chOff x="8921977" y="1355002"/>
            <a:chExt cx="2926080" cy="85926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FABC61-C4F9-075B-FFFE-3116AE89FA0D}"/>
                </a:ext>
              </a:extLst>
            </p:cNvPr>
            <p:cNvSpPr txBox="1"/>
            <p:nvPr/>
          </p:nvSpPr>
          <p:spPr>
            <a:xfrm>
              <a:off x="8921977" y="1355002"/>
              <a:ext cx="2926080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>
                <a:defRPr/>
              </a:pPr>
              <a:r>
                <a:rPr lang="en-US" sz="2800" b="1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Action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5C52E7B-6932-CAAD-8968-F1739EB32D44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51296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>
                <a:defRPr/>
              </a:pPr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Immediately escalate to the Investigations team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875926-C0A4-5EF6-6565-2199EE689679}"/>
              </a:ext>
            </a:extLst>
          </p:cNvPr>
          <p:cNvGrpSpPr/>
          <p:nvPr/>
        </p:nvGrpSpPr>
        <p:grpSpPr>
          <a:xfrm>
            <a:off x="5257586" y="6922121"/>
            <a:ext cx="8297318" cy="2618650"/>
            <a:chOff x="8723282" y="1468439"/>
            <a:chExt cx="3124775" cy="174576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FFDB48-C3F1-9A2C-C9A4-31C47951D44A}"/>
                </a:ext>
              </a:extLst>
            </p:cNvPr>
            <p:cNvSpPr txBox="1"/>
            <p:nvPr/>
          </p:nvSpPr>
          <p:spPr>
            <a:xfrm>
              <a:off x="8723282" y="1468439"/>
              <a:ext cx="2926080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>
                <a:defRPr/>
              </a:pPr>
              <a:r>
                <a:rPr lang="en-US" sz="2800" b="1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How to identify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59C3AD4-4EE7-5E92-BBA8-3C88FEE97E88}"/>
                </a:ext>
              </a:extLst>
            </p:cNvPr>
            <p:cNvSpPr txBox="1"/>
            <p:nvPr/>
          </p:nvSpPr>
          <p:spPr>
            <a:xfrm>
              <a:off x="8921977" y="1798433"/>
              <a:ext cx="2926080" cy="1415772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>
                <a:defRPr/>
              </a:pPr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Check the review history for the following system comment: </a:t>
              </a:r>
            </a:p>
            <a:p>
              <a:pPr lvl="0" algn="just" defTabSz="1371600">
                <a:defRPr/>
              </a:pPr>
              <a:endPara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lvl="0" algn="just" defTabSz="1371600">
                <a:defRPr/>
              </a:pPr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removed and put in ToolQueue [Member Fraud] due to member ID banned with reason [User has submitted for more than one locked down property]</a:t>
              </a:r>
              <a:endParaRPr kumimoji="0" lang="en-US" sz="2200" b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B7D8582-6637-4CD2-822A-3974D0B746CC}"/>
              </a:ext>
            </a:extLst>
          </p:cNvPr>
          <p:cNvGrpSpPr/>
          <p:nvPr/>
        </p:nvGrpSpPr>
        <p:grpSpPr>
          <a:xfrm>
            <a:off x="1146707" y="3706226"/>
            <a:ext cx="4389120" cy="1288898"/>
            <a:chOff x="8921977" y="1355002"/>
            <a:chExt cx="2926080" cy="85926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B767525-D521-F721-6396-F4ABFA816C09}"/>
                </a:ext>
              </a:extLst>
            </p:cNvPr>
            <p:cNvSpPr txBox="1"/>
            <p:nvPr/>
          </p:nvSpPr>
          <p:spPr>
            <a:xfrm>
              <a:off x="8921977" y="1355002"/>
              <a:ext cx="2926080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>
                <a:defRPr/>
              </a:pPr>
              <a:r>
                <a:rPr lang="en-US" sz="2800" b="1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Trigger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8581EEC-CFDA-B3E2-F58E-FF853D34851B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51296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>
                <a:defRPr/>
              </a:pPr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 reviewed more than one locked-down property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54" name="Graphic 53" descr="Badge 1 with solid fill">
            <a:extLst>
              <a:ext uri="{FF2B5EF4-FFF2-40B4-BE49-F238E27FC236}">
                <a16:creationId xmlns:a16="http://schemas.microsoft.com/office/drawing/2014/main" id="{873AC77F-0DAA-A0B4-3B7A-A21F6AE0C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3421" y="2251516"/>
            <a:ext cx="597860" cy="597860"/>
          </a:xfrm>
          <a:prstGeom prst="rect">
            <a:avLst/>
          </a:prstGeom>
        </p:spPr>
      </p:pic>
      <p:pic>
        <p:nvPicPr>
          <p:cNvPr id="55" name="Graphic 54" descr="Badge with solid fill">
            <a:extLst>
              <a:ext uri="{FF2B5EF4-FFF2-40B4-BE49-F238E27FC236}">
                <a16:creationId xmlns:a16="http://schemas.microsoft.com/office/drawing/2014/main" id="{96717D50-EBEB-DE6D-46C9-A3E1ABE44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23596" y="6107299"/>
            <a:ext cx="597860" cy="597860"/>
          </a:xfrm>
          <a:prstGeom prst="rect">
            <a:avLst/>
          </a:prstGeom>
        </p:spPr>
      </p:pic>
      <p:pic>
        <p:nvPicPr>
          <p:cNvPr id="56" name="Graphic 55" descr="Badge 3 with solid fill">
            <a:extLst>
              <a:ext uri="{FF2B5EF4-FFF2-40B4-BE49-F238E27FC236}">
                <a16:creationId xmlns:a16="http://schemas.microsoft.com/office/drawing/2014/main" id="{C7868966-AE88-A6FB-0AE0-57F2D494C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29586" y="2972140"/>
            <a:ext cx="597860" cy="59786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62DC0C6-05E4-CD0C-8E06-2767BD3DCD91}"/>
              </a:ext>
            </a:extLst>
          </p:cNvPr>
          <p:cNvGrpSpPr/>
          <p:nvPr/>
        </p:nvGrpSpPr>
        <p:grpSpPr>
          <a:xfrm>
            <a:off x="14581873" y="5380570"/>
            <a:ext cx="2539810" cy="2059143"/>
            <a:chOff x="14581873" y="5380570"/>
            <a:chExt cx="2539810" cy="20591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FE20B3F0-7988-0BCC-DA33-D9AB60FD68FA}"/>
                </a:ext>
              </a:extLst>
            </p:cNvPr>
            <p:cNvSpPr/>
            <p:nvPr/>
          </p:nvSpPr>
          <p:spPr>
            <a:xfrm>
              <a:off x="14581873" y="5380570"/>
              <a:ext cx="2031205" cy="1786474"/>
            </a:xfrm>
            <a:custGeom>
              <a:avLst/>
              <a:gdLst/>
              <a:ahLst/>
              <a:cxnLst/>
              <a:rect l="l" t="t" r="r" b="b"/>
              <a:pathLst>
                <a:path w="4572000" h="4114800">
                  <a:moveTo>
                    <a:pt x="0" y="0"/>
                  </a:moveTo>
                  <a:lnTo>
                    <a:pt x="4572000" y="0"/>
                  </a:lnTo>
                  <a:lnTo>
                    <a:pt x="4572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9F75F6-E3E8-FBA7-78EC-1FE30DB34BBE}"/>
                </a:ext>
              </a:extLst>
            </p:cNvPr>
            <p:cNvSpPr/>
            <p:nvPr/>
          </p:nvSpPr>
          <p:spPr>
            <a:xfrm>
              <a:off x="15800493" y="6219681"/>
              <a:ext cx="1321190" cy="1220032"/>
            </a:xfrm>
            <a:custGeom>
              <a:avLst/>
              <a:gdLst/>
              <a:ahLst/>
              <a:cxnLst/>
              <a:rect l="l" t="t" r="r" b="b"/>
              <a:pathLst>
                <a:path w="4354286" h="4114800">
                  <a:moveTo>
                    <a:pt x="0" y="0"/>
                  </a:moveTo>
                  <a:lnTo>
                    <a:pt x="4354286" y="0"/>
                  </a:lnTo>
                  <a:lnTo>
                    <a:pt x="435428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5">
            <a:extLst>
              <a:ext uri="{FF2B5EF4-FFF2-40B4-BE49-F238E27FC236}">
                <a16:creationId xmlns:a16="http://schemas.microsoft.com/office/drawing/2014/main" id="{1972A588-F873-F1BC-DC93-058DAC28D4D9}"/>
              </a:ext>
            </a:extLst>
          </p:cNvPr>
          <p:cNvSpPr/>
          <p:nvPr/>
        </p:nvSpPr>
        <p:spPr>
          <a:xfrm>
            <a:off x="1965013" y="5129872"/>
            <a:ext cx="2010190" cy="1954853"/>
          </a:xfrm>
          <a:custGeom>
            <a:avLst/>
            <a:gdLst/>
            <a:ahLst/>
            <a:cxnLst/>
            <a:rect l="l" t="t" r="r" b="b"/>
            <a:pathLst>
              <a:path w="2832826" h="2832826">
                <a:moveTo>
                  <a:pt x="0" y="0"/>
                </a:moveTo>
                <a:lnTo>
                  <a:pt x="2832826" y="0"/>
                </a:lnTo>
                <a:lnTo>
                  <a:pt x="2832826" y="2832826"/>
                </a:lnTo>
                <a:lnTo>
                  <a:pt x="0" y="28328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7495" t="-30545" r="-36029" b="-34067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43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C25C5-5C89-9F81-C86B-918A306C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7ABF5275-46AA-7AC5-652A-F78F8A520519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D2C19A-142D-3A19-3B25-0B38D35847EF}"/>
              </a:ext>
            </a:extLst>
          </p:cNvPr>
          <p:cNvSpPr/>
          <p:nvPr/>
        </p:nvSpPr>
        <p:spPr>
          <a:xfrm>
            <a:off x="987130" y="1840131"/>
            <a:ext cx="15423083" cy="2391553"/>
          </a:xfrm>
          <a:prstGeom prst="roundRect">
            <a:avLst/>
          </a:prstGeom>
          <a:ln w="38100">
            <a:solidFill>
              <a:srgbClr val="FF57E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44D2DC-7C95-0AFF-75D1-05FA69FF6FB7}"/>
              </a:ext>
            </a:extLst>
          </p:cNvPr>
          <p:cNvSpPr/>
          <p:nvPr/>
        </p:nvSpPr>
        <p:spPr>
          <a:xfrm>
            <a:off x="772180" y="709568"/>
            <a:ext cx="129438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Routing Rules &amp; Queue Management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B112ED-7777-0795-D968-D9E2F7709877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Routing rules &amp; queue management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E65C4E-47BD-3835-D073-717F49ACA20B}"/>
              </a:ext>
            </a:extLst>
          </p:cNvPr>
          <p:cNvGrpSpPr/>
          <p:nvPr/>
        </p:nvGrpSpPr>
        <p:grpSpPr>
          <a:xfrm>
            <a:off x="766737" y="4686217"/>
            <a:ext cx="5319600" cy="439037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">
              <a:extLst>
                <a:ext uri="{FF2B5EF4-FFF2-40B4-BE49-F238E27FC236}">
                  <a16:creationId xmlns:a16="http://schemas.microsoft.com/office/drawing/2014/main" id="{C04536BF-067C-38EE-3163-D172C19D4FE7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42" name="Freeform 4">
                <a:extLst>
                  <a:ext uri="{FF2B5EF4-FFF2-40B4-BE49-F238E27FC236}">
                    <a16:creationId xmlns:a16="http://schemas.microsoft.com/office/drawing/2014/main" id="{83C5C22D-6F8C-AB31-766D-D3005E437C00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EB5B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TextBox 5">
                <a:extLst>
                  <a:ext uri="{FF2B5EF4-FFF2-40B4-BE49-F238E27FC236}">
                    <a16:creationId xmlns:a16="http://schemas.microsoft.com/office/drawing/2014/main" id="{45958F55-B626-A7FD-72D1-0E1DB5A9A0C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FCCFB235-EA0B-6DF5-B3B7-D544F2CD9EF5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39" name="Freeform 7">
                <a:extLst>
                  <a:ext uri="{FF2B5EF4-FFF2-40B4-BE49-F238E27FC236}">
                    <a16:creationId xmlns:a16="http://schemas.microsoft.com/office/drawing/2014/main" id="{E8CD396B-BA24-9745-60C0-B174D91C1B46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TextBox 8">
                <a:extLst>
                  <a:ext uri="{FF2B5EF4-FFF2-40B4-BE49-F238E27FC236}">
                    <a16:creationId xmlns:a16="http://schemas.microsoft.com/office/drawing/2014/main" id="{2692A0DA-5B72-F584-C4AA-2C7F23E21A6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2C144ED-6CE1-4DC0-3C14-9CF41A9DA07D}"/>
              </a:ext>
            </a:extLst>
          </p:cNvPr>
          <p:cNvSpPr txBox="1"/>
          <p:nvPr/>
        </p:nvSpPr>
        <p:spPr>
          <a:xfrm>
            <a:off x="1187218" y="6077668"/>
            <a:ext cx="4478636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Once a rule is active, matching reviews are redirected to a designated queue for closer inspection.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D22406-6FB8-39A2-791B-77D914D51634}"/>
              </a:ext>
            </a:extLst>
          </p:cNvPr>
          <p:cNvSpPr txBox="1"/>
          <p:nvPr/>
        </p:nvSpPr>
        <p:spPr>
          <a:xfrm>
            <a:off x="1502366" y="5215755"/>
            <a:ext cx="38483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How Routing Works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4ECFAAA-BAAA-221D-47CE-7B0CF9A7D2BF}"/>
              </a:ext>
            </a:extLst>
          </p:cNvPr>
          <p:cNvGrpSpPr/>
          <p:nvPr/>
        </p:nvGrpSpPr>
        <p:grpSpPr>
          <a:xfrm>
            <a:off x="6484200" y="4686217"/>
            <a:ext cx="5319600" cy="439037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3">
              <a:extLst>
                <a:ext uri="{FF2B5EF4-FFF2-40B4-BE49-F238E27FC236}">
                  <a16:creationId xmlns:a16="http://schemas.microsoft.com/office/drawing/2014/main" id="{B73B55CC-AF69-871D-CD58-FF56DAE1DF64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0" name="Freeform 4">
                <a:extLst>
                  <a:ext uri="{FF2B5EF4-FFF2-40B4-BE49-F238E27FC236}">
                    <a16:creationId xmlns:a16="http://schemas.microsoft.com/office/drawing/2014/main" id="{0FF059AB-6D86-9525-AAC5-EBAA5358F1C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4E5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9304342E-7373-E426-61AB-4DD0FAE60F8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6">
              <a:extLst>
                <a:ext uri="{FF2B5EF4-FFF2-40B4-BE49-F238E27FC236}">
                  <a16:creationId xmlns:a16="http://schemas.microsoft.com/office/drawing/2014/main" id="{E3C43285-E86B-89A8-1597-68B6D6F69330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A2D8889F-9B38-C710-87FB-1CF6F76F99BD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TextBox 8">
                <a:extLst>
                  <a:ext uri="{FF2B5EF4-FFF2-40B4-BE49-F238E27FC236}">
                    <a16:creationId xmlns:a16="http://schemas.microsoft.com/office/drawing/2014/main" id="{93847C2A-BFAF-5BB3-4A24-AB38F343A8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6F211F47-5A80-CD4E-4D53-BD75792252EC}"/>
              </a:ext>
            </a:extLst>
          </p:cNvPr>
          <p:cNvSpPr txBox="1"/>
          <p:nvPr/>
        </p:nvSpPr>
        <p:spPr>
          <a:xfrm>
            <a:off x="6927001" y="5843285"/>
            <a:ext cx="4478636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Tier 2 can create routing rules as needed. </a:t>
            </a:r>
          </a:p>
          <a:p>
            <a:pPr lvl="0" defTabSz="91440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Tier 1 must obtain Team Lead approval before creating routing rules.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F2D524-6448-52F4-6482-04CCE70FE093}"/>
              </a:ext>
            </a:extLst>
          </p:cNvPr>
          <p:cNvSpPr txBox="1"/>
          <p:nvPr/>
        </p:nvSpPr>
        <p:spPr>
          <a:xfrm>
            <a:off x="6794486" y="4991826"/>
            <a:ext cx="46990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Access &amp; Approvals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51EF70D-68AE-4B5B-FCB6-D7762B9C53B2}"/>
              </a:ext>
            </a:extLst>
          </p:cNvPr>
          <p:cNvGrpSpPr/>
          <p:nvPr/>
        </p:nvGrpSpPr>
        <p:grpSpPr>
          <a:xfrm>
            <a:off x="12201663" y="4686217"/>
            <a:ext cx="5319600" cy="439037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6" name="Group 3">
              <a:extLst>
                <a:ext uri="{FF2B5EF4-FFF2-40B4-BE49-F238E27FC236}">
                  <a16:creationId xmlns:a16="http://schemas.microsoft.com/office/drawing/2014/main" id="{53C40DA8-BDF1-8D73-5692-3C7696606E24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70" name="Freeform 4">
                <a:extLst>
                  <a:ext uri="{FF2B5EF4-FFF2-40B4-BE49-F238E27FC236}">
                    <a16:creationId xmlns:a16="http://schemas.microsoft.com/office/drawing/2014/main" id="{6D2A45D2-34EB-C85F-B78E-4354566B6DC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CFFF2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1" name="TextBox 5">
                <a:extLst>
                  <a:ext uri="{FF2B5EF4-FFF2-40B4-BE49-F238E27FC236}">
                    <a16:creationId xmlns:a16="http://schemas.microsoft.com/office/drawing/2014/main" id="{627B0E77-47CD-5453-3B7D-A91C354ED70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">
              <a:extLst>
                <a:ext uri="{FF2B5EF4-FFF2-40B4-BE49-F238E27FC236}">
                  <a16:creationId xmlns:a16="http://schemas.microsoft.com/office/drawing/2014/main" id="{C104D1EE-C725-71E3-B40A-E0242720FA5A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68" name="Freeform 7">
                <a:extLst>
                  <a:ext uri="{FF2B5EF4-FFF2-40B4-BE49-F238E27FC236}">
                    <a16:creationId xmlns:a16="http://schemas.microsoft.com/office/drawing/2014/main" id="{F07B89C2-071A-8378-4C71-AA725D7872A4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TextBox 8">
                <a:extLst>
                  <a:ext uri="{FF2B5EF4-FFF2-40B4-BE49-F238E27FC236}">
                    <a16:creationId xmlns:a16="http://schemas.microsoft.com/office/drawing/2014/main" id="{754F5A3D-ECD7-31B2-E105-0B84BFD608B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BE2599FB-4B00-016F-8F13-6BDA0EA85D2C}"/>
              </a:ext>
            </a:extLst>
          </p:cNvPr>
          <p:cNvSpPr txBox="1"/>
          <p:nvPr/>
        </p:nvSpPr>
        <p:spPr>
          <a:xfrm>
            <a:off x="12643919" y="6077668"/>
            <a:ext cx="4478636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Both Tier 1 and Tier 2 agents must regularly monitor and promptly process their assigned URD queues.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B413C-D657-8882-F33E-987DFD95C35E}"/>
              </a:ext>
            </a:extLst>
          </p:cNvPr>
          <p:cNvSpPr txBox="1"/>
          <p:nvPr/>
        </p:nvSpPr>
        <p:spPr>
          <a:xfrm>
            <a:off x="12533723" y="5043102"/>
            <a:ext cx="46990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8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Post-Creation Protocol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53F6324-CB93-AE1F-F029-D2AD5842E62D}"/>
              </a:ext>
            </a:extLst>
          </p:cNvPr>
          <p:cNvSpPr/>
          <p:nvPr/>
        </p:nvSpPr>
        <p:spPr>
          <a:xfrm>
            <a:off x="1187218" y="1993947"/>
            <a:ext cx="2797217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3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When to Use Routing Rules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E0C723A5-EB1A-1A48-E4CA-4A6665151614}"/>
              </a:ext>
            </a:extLst>
          </p:cNvPr>
          <p:cNvSpPr/>
          <p:nvPr/>
        </p:nvSpPr>
        <p:spPr>
          <a:xfrm>
            <a:off x="4773427" y="2068315"/>
            <a:ext cx="5376358" cy="1905815"/>
          </a:xfrm>
          <a:custGeom>
            <a:avLst/>
            <a:gdLst/>
            <a:ahLst/>
            <a:cxnLst/>
            <a:rect l="l" t="t" r="r" b="b"/>
            <a:pathLst>
              <a:path w="1624852" h="456135">
                <a:moveTo>
                  <a:pt x="64000" y="0"/>
                </a:moveTo>
                <a:lnTo>
                  <a:pt x="1560852" y="0"/>
                </a:lnTo>
                <a:cubicBezTo>
                  <a:pt x="1577826" y="0"/>
                  <a:pt x="1594104" y="6743"/>
                  <a:pt x="1606107" y="18745"/>
                </a:cubicBezTo>
                <a:cubicBezTo>
                  <a:pt x="1618109" y="30747"/>
                  <a:pt x="1624852" y="47026"/>
                  <a:pt x="1624852" y="64000"/>
                </a:cubicBezTo>
                <a:lnTo>
                  <a:pt x="1624852" y="392136"/>
                </a:lnTo>
                <a:cubicBezTo>
                  <a:pt x="1624852" y="409109"/>
                  <a:pt x="1618109" y="425388"/>
                  <a:pt x="1606107" y="437390"/>
                </a:cubicBezTo>
                <a:cubicBezTo>
                  <a:pt x="1594104" y="449393"/>
                  <a:pt x="1577826" y="456135"/>
                  <a:pt x="1560852" y="456135"/>
                </a:cubicBezTo>
                <a:lnTo>
                  <a:pt x="64000" y="456135"/>
                </a:lnTo>
                <a:cubicBezTo>
                  <a:pt x="47026" y="456135"/>
                  <a:pt x="30747" y="449393"/>
                  <a:pt x="18745" y="437390"/>
                </a:cubicBezTo>
                <a:cubicBezTo>
                  <a:pt x="6743" y="425388"/>
                  <a:pt x="0" y="409109"/>
                  <a:pt x="0" y="392136"/>
                </a:cubicBezTo>
                <a:lnTo>
                  <a:pt x="0" y="64000"/>
                </a:lnTo>
                <a:cubicBezTo>
                  <a:pt x="0" y="47026"/>
                  <a:pt x="6743" y="30747"/>
                  <a:pt x="18745" y="18745"/>
                </a:cubicBezTo>
                <a:cubicBezTo>
                  <a:pt x="30747" y="6743"/>
                  <a:pt x="47026" y="0"/>
                  <a:pt x="6400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763D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BFED702-9583-F225-3DC4-24F6428CABAA}"/>
              </a:ext>
            </a:extLst>
          </p:cNvPr>
          <p:cNvSpPr/>
          <p:nvPr/>
        </p:nvSpPr>
        <p:spPr>
          <a:xfrm>
            <a:off x="4536819" y="2176790"/>
            <a:ext cx="544507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Repeated Filter Issues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7CBCF58-A341-00F2-A3D0-AFA76DACF4DF}"/>
              </a:ext>
            </a:extLst>
          </p:cNvPr>
          <p:cNvSpPr/>
          <p:nvPr/>
        </p:nvSpPr>
        <p:spPr>
          <a:xfrm>
            <a:off x="4859117" y="2723119"/>
            <a:ext cx="5445077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Applied when valid content is being repeatedly removed due to an incorrect filter trigger.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AB7710FA-A7A9-05CA-1D69-5C59E87A163C}"/>
              </a:ext>
            </a:extLst>
          </p:cNvPr>
          <p:cNvSpPr/>
          <p:nvPr/>
        </p:nvSpPr>
        <p:spPr>
          <a:xfrm>
            <a:off x="10702169" y="2070886"/>
            <a:ext cx="5376358" cy="1905815"/>
          </a:xfrm>
          <a:custGeom>
            <a:avLst/>
            <a:gdLst/>
            <a:ahLst/>
            <a:cxnLst/>
            <a:rect l="l" t="t" r="r" b="b"/>
            <a:pathLst>
              <a:path w="1624852" h="456135">
                <a:moveTo>
                  <a:pt x="64000" y="0"/>
                </a:moveTo>
                <a:lnTo>
                  <a:pt x="1560852" y="0"/>
                </a:lnTo>
                <a:cubicBezTo>
                  <a:pt x="1577826" y="0"/>
                  <a:pt x="1594104" y="6743"/>
                  <a:pt x="1606107" y="18745"/>
                </a:cubicBezTo>
                <a:cubicBezTo>
                  <a:pt x="1618109" y="30747"/>
                  <a:pt x="1624852" y="47026"/>
                  <a:pt x="1624852" y="64000"/>
                </a:cubicBezTo>
                <a:lnTo>
                  <a:pt x="1624852" y="392136"/>
                </a:lnTo>
                <a:cubicBezTo>
                  <a:pt x="1624852" y="409109"/>
                  <a:pt x="1618109" y="425388"/>
                  <a:pt x="1606107" y="437390"/>
                </a:cubicBezTo>
                <a:cubicBezTo>
                  <a:pt x="1594104" y="449393"/>
                  <a:pt x="1577826" y="456135"/>
                  <a:pt x="1560852" y="456135"/>
                </a:cubicBezTo>
                <a:lnTo>
                  <a:pt x="64000" y="456135"/>
                </a:lnTo>
                <a:cubicBezTo>
                  <a:pt x="47026" y="456135"/>
                  <a:pt x="30747" y="449393"/>
                  <a:pt x="18745" y="437390"/>
                </a:cubicBezTo>
                <a:cubicBezTo>
                  <a:pt x="6743" y="425388"/>
                  <a:pt x="0" y="409109"/>
                  <a:pt x="0" y="392136"/>
                </a:cubicBezTo>
                <a:lnTo>
                  <a:pt x="0" y="64000"/>
                </a:lnTo>
                <a:cubicBezTo>
                  <a:pt x="0" y="47026"/>
                  <a:pt x="6743" y="30747"/>
                  <a:pt x="18745" y="18745"/>
                </a:cubicBezTo>
                <a:cubicBezTo>
                  <a:pt x="30747" y="6743"/>
                  <a:pt x="47026" y="0"/>
                  <a:pt x="6400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763D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3D401FCB-1DFD-DEF4-83E2-303CB483E378}"/>
              </a:ext>
            </a:extLst>
          </p:cNvPr>
          <p:cNvSpPr/>
          <p:nvPr/>
        </p:nvSpPr>
        <p:spPr>
          <a:xfrm>
            <a:off x="10667809" y="2176849"/>
            <a:ext cx="544507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2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Review Bombing Mitigation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6B1C002-BC41-DE57-226B-039D065DEE47}"/>
              </a:ext>
            </a:extLst>
          </p:cNvPr>
          <p:cNvSpPr/>
          <p:nvPr/>
        </p:nvSpPr>
        <p:spPr>
          <a:xfrm>
            <a:off x="10822218" y="2769206"/>
            <a:ext cx="5445077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Triggered to intercept and monitor specific incoming content before it goes public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1848133-F9D7-4AFE-4DA6-1B212D787028}"/>
              </a:ext>
            </a:extLst>
          </p:cNvPr>
          <p:cNvSpPr/>
          <p:nvPr/>
        </p:nvSpPr>
        <p:spPr>
          <a:xfrm>
            <a:off x="2976514" y="2711328"/>
            <a:ext cx="1597926" cy="1416705"/>
          </a:xfrm>
          <a:custGeom>
            <a:avLst/>
            <a:gdLst/>
            <a:ahLst/>
            <a:cxnLst/>
            <a:rect l="l" t="t" r="r" b="b"/>
            <a:pathLst>
              <a:path w="4472652" h="2996677">
                <a:moveTo>
                  <a:pt x="0" y="0"/>
                </a:moveTo>
                <a:lnTo>
                  <a:pt x="4472652" y="0"/>
                </a:lnTo>
                <a:lnTo>
                  <a:pt x="4472652" y="2996676"/>
                </a:lnTo>
                <a:lnTo>
                  <a:pt x="0" y="2996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5BE0B597-1F08-5AA4-FF6E-33A18FA4F835}"/>
              </a:ext>
            </a:extLst>
          </p:cNvPr>
          <p:cNvSpPr/>
          <p:nvPr/>
        </p:nvSpPr>
        <p:spPr>
          <a:xfrm>
            <a:off x="4089669" y="7644640"/>
            <a:ext cx="1404576" cy="1148090"/>
          </a:xfrm>
          <a:custGeom>
            <a:avLst/>
            <a:gdLst/>
            <a:ahLst/>
            <a:cxnLst/>
            <a:rect l="l" t="t" r="r" b="b"/>
            <a:pathLst>
              <a:path w="4198776" h="4114800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2EA543F6-A8ED-2EB0-25C0-CE0280E2FBB2}"/>
              </a:ext>
            </a:extLst>
          </p:cNvPr>
          <p:cNvSpPr/>
          <p:nvPr/>
        </p:nvSpPr>
        <p:spPr>
          <a:xfrm>
            <a:off x="10192715" y="7656502"/>
            <a:ext cx="1371845" cy="1180026"/>
          </a:xfrm>
          <a:custGeom>
            <a:avLst/>
            <a:gdLst/>
            <a:ahLst/>
            <a:cxnLst/>
            <a:rect l="l" t="t" r="r" b="b"/>
            <a:pathLst>
              <a:path w="4308691" h="4114800">
                <a:moveTo>
                  <a:pt x="0" y="0"/>
                </a:moveTo>
                <a:lnTo>
                  <a:pt x="4308691" y="0"/>
                </a:lnTo>
                <a:lnTo>
                  <a:pt x="4308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74B630B2-ECA1-D11A-E502-5B03CB2B268F}"/>
              </a:ext>
            </a:extLst>
          </p:cNvPr>
          <p:cNvSpPr/>
          <p:nvPr/>
        </p:nvSpPr>
        <p:spPr>
          <a:xfrm>
            <a:off x="15735524" y="7524218"/>
            <a:ext cx="1387031" cy="1120737"/>
          </a:xfrm>
          <a:custGeom>
            <a:avLst/>
            <a:gdLst/>
            <a:ahLst/>
            <a:cxnLst/>
            <a:rect l="l" t="t" r="r" b="b"/>
            <a:pathLst>
              <a:path w="5208608" h="4114800">
                <a:moveTo>
                  <a:pt x="0" y="0"/>
                </a:moveTo>
                <a:lnTo>
                  <a:pt x="5208607" y="0"/>
                </a:lnTo>
                <a:lnTo>
                  <a:pt x="52086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9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A63F6-60E3-6A7B-2839-47E6AB93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99198DC0-4ADF-B99C-628F-B6F4F387EAB3}"/>
              </a:ext>
            </a:extLst>
          </p:cNvPr>
          <p:cNvSpPr/>
          <p:nvPr/>
        </p:nvSpPr>
        <p:spPr>
          <a:xfrm rot="15278600">
            <a:off x="13740074" y="-3873689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828E45-23BD-91A8-A9F0-D59DC5FD2264}"/>
              </a:ext>
            </a:extLst>
          </p:cNvPr>
          <p:cNvSpPr/>
          <p:nvPr/>
        </p:nvSpPr>
        <p:spPr>
          <a:xfrm>
            <a:off x="935508" y="620692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1)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FE4AEE1-36FA-414A-991F-450A86657D7E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1)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2B3188-788E-0CA4-7E99-C345DAB20E8F}"/>
              </a:ext>
            </a:extLst>
          </p:cNvPr>
          <p:cNvGrpSpPr/>
          <p:nvPr/>
        </p:nvGrpSpPr>
        <p:grpSpPr>
          <a:xfrm>
            <a:off x="908777" y="3407322"/>
            <a:ext cx="16311270" cy="1379694"/>
            <a:chOff x="658910" y="936886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35C7CBF-7323-4E1C-DCE0-C841C666AB2B}"/>
                </a:ext>
              </a:extLst>
            </p:cNvPr>
            <p:cNvSpPr/>
            <p:nvPr/>
          </p:nvSpPr>
          <p:spPr>
            <a:xfrm>
              <a:off x="2605274" y="950349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5 h 1180444"/>
                <a:gd name="csX20" fmla="*/ 237382 w 8909995"/>
                <a:gd name="csY20" fmla="*/ 749285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3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2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89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5"/>
                  </a:cubicBezTo>
                  <a:cubicBezTo>
                    <a:pt x="145856" y="912964"/>
                    <a:pt x="190847" y="830849"/>
                    <a:pt x="237382" y="749285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1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4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5FEAFF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E48868D-319E-8251-E770-A7BA34CEA337}"/>
                </a:ext>
              </a:extLst>
            </p:cNvPr>
            <p:cNvSpPr/>
            <p:nvPr/>
          </p:nvSpPr>
          <p:spPr>
            <a:xfrm>
              <a:off x="658910" y="936886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5FEAFF"/>
            </a:solidFill>
            <a:ln w="2084" cap="flat">
              <a:solidFill>
                <a:srgbClr val="5FEAFF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C027639-BBE8-08CF-CD34-2EDB250D3B90}"/>
              </a:ext>
            </a:extLst>
          </p:cNvPr>
          <p:cNvSpPr txBox="1"/>
          <p:nvPr/>
        </p:nvSpPr>
        <p:spPr>
          <a:xfrm>
            <a:off x="2222402" y="3690097"/>
            <a:ext cx="1924690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Agent / Filter Call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37EB2B8-C13C-FA9A-EE97-23BBD9400352}"/>
              </a:ext>
            </a:extLst>
          </p:cNvPr>
          <p:cNvCxnSpPr>
            <a:cxnSpLocks/>
          </p:cNvCxnSpPr>
          <p:nvPr/>
        </p:nvCxnSpPr>
        <p:spPr>
          <a:xfrm>
            <a:off x="8439337" y="3606209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5FEAFF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1DA8A92-10D7-4E74-D05F-9D58B282761F}"/>
              </a:ext>
            </a:extLst>
          </p:cNvPr>
          <p:cNvCxnSpPr>
            <a:cxnSpLocks/>
          </p:cNvCxnSpPr>
          <p:nvPr/>
        </p:nvCxnSpPr>
        <p:spPr>
          <a:xfrm>
            <a:off x="12901070" y="3621593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5FEAFF"/>
            </a:solidFill>
            <a:prstDash val="solid"/>
            <a:miter lim="800000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A30FDAE-A221-8D77-0CAF-71E5EFFDE5B2}"/>
              </a:ext>
            </a:extLst>
          </p:cNvPr>
          <p:cNvGrpSpPr/>
          <p:nvPr/>
        </p:nvGrpSpPr>
        <p:grpSpPr>
          <a:xfrm>
            <a:off x="908777" y="5355085"/>
            <a:ext cx="16311270" cy="1380744"/>
            <a:chOff x="658910" y="2280098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BC4767E-9E50-A040-0270-18CAB3845244}"/>
                </a:ext>
              </a:extLst>
            </p:cNvPr>
            <p:cNvSpPr/>
            <p:nvPr/>
          </p:nvSpPr>
          <p:spPr>
            <a:xfrm>
              <a:off x="2605274" y="2293561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6 h 1180444"/>
                <a:gd name="csX20" fmla="*/ 237382 w 8909995"/>
                <a:gd name="csY20" fmla="*/ 749286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4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3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90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6"/>
                  </a:cubicBezTo>
                  <a:cubicBezTo>
                    <a:pt x="145856" y="912964"/>
                    <a:pt x="190847" y="830849"/>
                    <a:pt x="237382" y="749286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1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5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FF57E6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EF26AAD-AA43-D531-6027-E4F336BDE794}"/>
                </a:ext>
              </a:extLst>
            </p:cNvPr>
            <p:cNvSpPr/>
            <p:nvPr/>
          </p:nvSpPr>
          <p:spPr>
            <a:xfrm>
              <a:off x="658910" y="2280098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FF57E6"/>
            </a:solidFill>
            <a:ln w="2084" cap="flat">
              <a:solidFill>
                <a:srgbClr val="FF57E6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DB7FE86-39C9-A88C-B260-0B25F8A34F92}"/>
              </a:ext>
            </a:extLst>
          </p:cNvPr>
          <p:cNvGrpSpPr/>
          <p:nvPr/>
        </p:nvGrpSpPr>
        <p:grpSpPr>
          <a:xfrm>
            <a:off x="908777" y="7173779"/>
            <a:ext cx="16311270" cy="1380744"/>
            <a:chOff x="658910" y="3623310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90AD5CE-A5D8-130D-D20C-866617383DF8}"/>
                </a:ext>
              </a:extLst>
            </p:cNvPr>
            <p:cNvSpPr/>
            <p:nvPr/>
          </p:nvSpPr>
          <p:spPr>
            <a:xfrm>
              <a:off x="2605274" y="3636773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6 h 1180444"/>
                <a:gd name="csX20" fmla="*/ 237382 w 8909995"/>
                <a:gd name="csY20" fmla="*/ 749286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4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3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90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6"/>
                  </a:cubicBezTo>
                  <a:cubicBezTo>
                    <a:pt x="145856" y="912964"/>
                    <a:pt x="190847" y="830849"/>
                    <a:pt x="237382" y="749286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2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5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CFFF2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506A9B6-B564-D06F-9920-3856168208DB}"/>
                </a:ext>
              </a:extLst>
            </p:cNvPr>
            <p:cNvSpPr/>
            <p:nvPr/>
          </p:nvSpPr>
          <p:spPr>
            <a:xfrm>
              <a:off x="658910" y="3623310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CFFF21"/>
            </a:solidFill>
            <a:ln w="2084" cap="flat">
              <a:solidFill>
                <a:srgbClr val="CFFF2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2137EF44-3B78-A9DD-A559-5F1C9B33DAAB}"/>
              </a:ext>
            </a:extLst>
          </p:cNvPr>
          <p:cNvSpPr txBox="1"/>
          <p:nvPr/>
        </p:nvSpPr>
        <p:spPr>
          <a:xfrm>
            <a:off x="1122328" y="9188598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3CD2F03-1492-BB7B-EAC4-3014E4D664DB}"/>
              </a:ext>
            </a:extLst>
          </p:cNvPr>
          <p:cNvSpPr txBox="1"/>
          <p:nvPr/>
        </p:nvSpPr>
        <p:spPr>
          <a:xfrm>
            <a:off x="1270912" y="9070760"/>
            <a:ext cx="1456463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all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341A6C1-B106-6D46-E533-F8B5EE286D60}"/>
              </a:ext>
            </a:extLst>
          </p:cNvPr>
          <p:cNvSpPr txBox="1"/>
          <p:nvPr/>
        </p:nvSpPr>
        <p:spPr>
          <a:xfrm>
            <a:off x="4394673" y="3770025"/>
            <a:ext cx="3903882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Apologize and downgrade removal reason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0B76914-51F9-61AD-11FF-EF5AAAA59F32}"/>
              </a:ext>
            </a:extLst>
          </p:cNvPr>
          <p:cNvSpPr txBox="1"/>
          <p:nvPr/>
        </p:nvSpPr>
        <p:spPr>
          <a:xfrm>
            <a:off x="8620526" y="3770024"/>
            <a:ext cx="406928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Review Filtered – Ask User to Resubmit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5061695-0C58-4A0E-254F-71D3EE49797C}"/>
              </a:ext>
            </a:extLst>
          </p:cNvPr>
          <p:cNvSpPr/>
          <p:nvPr/>
        </p:nvSpPr>
        <p:spPr>
          <a:xfrm>
            <a:off x="1122328" y="2246731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2B18841-63B6-A888-7B93-49A9431D73DE}"/>
              </a:ext>
            </a:extLst>
          </p:cNvPr>
          <p:cNvSpPr txBox="1"/>
          <p:nvPr/>
        </p:nvSpPr>
        <p:spPr>
          <a:xfrm>
            <a:off x="1314127" y="2407872"/>
            <a:ext cx="1924690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Scenario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AFE89BAD-4537-FAA1-2789-AEDCBDDDC21B}"/>
              </a:ext>
            </a:extLst>
          </p:cNvPr>
          <p:cNvSpPr/>
          <p:nvPr/>
        </p:nvSpPr>
        <p:spPr>
          <a:xfrm>
            <a:off x="5209579" y="2242468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175BA74-C49E-6956-AF56-8ABE24A96A97}"/>
              </a:ext>
            </a:extLst>
          </p:cNvPr>
          <p:cNvSpPr txBox="1"/>
          <p:nvPr/>
        </p:nvSpPr>
        <p:spPr>
          <a:xfrm>
            <a:off x="5220156" y="2248721"/>
            <a:ext cx="231522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 Instruction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AF2014BE-AA7E-6A99-A590-F79815110968}"/>
              </a:ext>
            </a:extLst>
          </p:cNvPr>
          <p:cNvSpPr/>
          <p:nvPr/>
        </p:nvSpPr>
        <p:spPr>
          <a:xfrm>
            <a:off x="9296830" y="2244097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053B414-037D-EB7A-332E-A1973A9B1A6B}"/>
              </a:ext>
            </a:extLst>
          </p:cNvPr>
          <p:cNvSpPr txBox="1"/>
          <p:nvPr/>
        </p:nvSpPr>
        <p:spPr>
          <a:xfrm>
            <a:off x="9353206" y="2419973"/>
            <a:ext cx="231522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Macro to Send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7BBD43EE-C6DA-5529-AEC2-B8FD5B9889F2}"/>
              </a:ext>
            </a:extLst>
          </p:cNvPr>
          <p:cNvSpPr/>
          <p:nvPr/>
        </p:nvSpPr>
        <p:spPr>
          <a:xfrm>
            <a:off x="13537399" y="2237599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2E551F3-7425-334B-86F7-F705F7B9D2A8}"/>
              </a:ext>
            </a:extLst>
          </p:cNvPr>
          <p:cNvSpPr txBox="1"/>
          <p:nvPr/>
        </p:nvSpPr>
        <p:spPr>
          <a:xfrm>
            <a:off x="13537399" y="2240566"/>
            <a:ext cx="231522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Additional</a:t>
            </a:r>
          </a:p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Note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C2CE0D4-DAEE-8381-F661-3F2D55A1C42B}"/>
              </a:ext>
            </a:extLst>
          </p:cNvPr>
          <p:cNvSpPr txBox="1"/>
          <p:nvPr/>
        </p:nvSpPr>
        <p:spPr>
          <a:xfrm>
            <a:off x="13112330" y="3724408"/>
            <a:ext cx="406928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Escalate to T2 if more than 2 failures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57A3CCC-C5C1-30BD-1D1F-244AD33A5C82}"/>
              </a:ext>
            </a:extLst>
          </p:cNvPr>
          <p:cNvSpPr txBox="1"/>
          <p:nvPr/>
        </p:nvSpPr>
        <p:spPr>
          <a:xfrm>
            <a:off x="2222402" y="5498853"/>
            <a:ext cx="1924690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Member / Property Fraud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ED64AE31-A3C5-F338-07F5-31A783C0F171}"/>
              </a:ext>
            </a:extLst>
          </p:cNvPr>
          <p:cNvCxnSpPr>
            <a:cxnSpLocks/>
          </p:cNvCxnSpPr>
          <p:nvPr/>
        </p:nvCxnSpPr>
        <p:spPr>
          <a:xfrm>
            <a:off x="8470492" y="5603729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57E6"/>
            </a:solidFill>
            <a:prstDash val="solid"/>
            <a:miter lim="800000"/>
          </a:ln>
          <a:effectLst/>
        </p:spPr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577CC10-9A64-40BC-0DA1-065C1209549C}"/>
              </a:ext>
            </a:extLst>
          </p:cNvPr>
          <p:cNvCxnSpPr>
            <a:cxnSpLocks/>
          </p:cNvCxnSpPr>
          <p:nvPr/>
        </p:nvCxnSpPr>
        <p:spPr>
          <a:xfrm>
            <a:off x="12932225" y="5619113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57E6"/>
            </a:solidFill>
            <a:prstDash val="solid"/>
            <a:miter lim="800000"/>
          </a:ln>
          <a:effectLst/>
        </p:spPr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AA57663-37C8-EEEB-5BE3-8643794045C1}"/>
              </a:ext>
            </a:extLst>
          </p:cNvPr>
          <p:cNvSpPr txBox="1"/>
          <p:nvPr/>
        </p:nvSpPr>
        <p:spPr>
          <a:xfrm>
            <a:off x="4425828" y="5767545"/>
            <a:ext cx="3903882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correct, confirm the current status.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6B25A36-589A-F972-F486-6DAE1AF2C567}"/>
              </a:ext>
            </a:extLst>
          </p:cNvPr>
          <p:cNvSpPr txBox="1"/>
          <p:nvPr/>
        </p:nvSpPr>
        <p:spPr>
          <a:xfrm>
            <a:off x="8651681" y="5767544"/>
            <a:ext cx="406928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Review Justly Filtered (+ Follow Up)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D587147-B471-B307-5C64-1D0DD26573AA}"/>
              </a:ext>
            </a:extLst>
          </p:cNvPr>
          <p:cNvSpPr txBox="1"/>
          <p:nvPr/>
        </p:nvSpPr>
        <p:spPr>
          <a:xfrm>
            <a:off x="2222402" y="7458602"/>
            <a:ext cx="1924690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Expired Verification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FE660CD-5FE5-D684-C2C3-AD8C4B8F17E1}"/>
              </a:ext>
            </a:extLst>
          </p:cNvPr>
          <p:cNvCxnSpPr>
            <a:cxnSpLocks/>
          </p:cNvCxnSpPr>
          <p:nvPr/>
        </p:nvCxnSpPr>
        <p:spPr>
          <a:xfrm>
            <a:off x="8470492" y="7325019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CFFF21"/>
            </a:solidFill>
            <a:prstDash val="solid"/>
            <a:miter lim="800000"/>
          </a:ln>
          <a:effectLst/>
        </p:spPr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C3A526C-2995-71BB-EE15-67758CAE6D14}"/>
              </a:ext>
            </a:extLst>
          </p:cNvPr>
          <p:cNvCxnSpPr>
            <a:cxnSpLocks/>
          </p:cNvCxnSpPr>
          <p:nvPr/>
        </p:nvCxnSpPr>
        <p:spPr>
          <a:xfrm>
            <a:off x="12932225" y="7340403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CFFF21"/>
            </a:solidFill>
            <a:prstDash val="solid"/>
            <a:miter lim="800000"/>
          </a:ln>
          <a:effectLst/>
        </p:spPr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75994EEB-6B92-2FCC-C438-0D4FFBC1525C}"/>
              </a:ext>
            </a:extLst>
          </p:cNvPr>
          <p:cNvSpPr txBox="1"/>
          <p:nvPr/>
        </p:nvSpPr>
        <p:spPr>
          <a:xfrm>
            <a:off x="4425828" y="7488835"/>
            <a:ext cx="3903882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Prompt user for fresh verification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4DD1A05-06B8-A12F-1418-D805BF7B6187}"/>
              </a:ext>
            </a:extLst>
          </p:cNvPr>
          <p:cNvSpPr txBox="1"/>
          <p:nvPr/>
        </p:nvSpPr>
        <p:spPr>
          <a:xfrm>
            <a:off x="8651681" y="7488834"/>
            <a:ext cx="406928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Verification Expired – Please Resubmit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85781E9-39BE-0AB8-C1F6-FAC5202FB82C}"/>
              </a:ext>
            </a:extLst>
          </p:cNvPr>
          <p:cNvSpPr txBox="1"/>
          <p:nvPr/>
        </p:nvSpPr>
        <p:spPr>
          <a:xfrm>
            <a:off x="13143485" y="7443218"/>
            <a:ext cx="406928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Escalate to T2 if more than 2 failures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26E9B66D-7E28-4CC9-1529-09E6622319D5}"/>
              </a:ext>
            </a:extLst>
          </p:cNvPr>
          <p:cNvSpPr/>
          <p:nvPr/>
        </p:nvSpPr>
        <p:spPr>
          <a:xfrm>
            <a:off x="976799" y="3616383"/>
            <a:ext cx="1205496" cy="985489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BAA8403-BD58-0E2E-288F-F5EA0DA6B1DE}"/>
              </a:ext>
            </a:extLst>
          </p:cNvPr>
          <p:cNvSpPr/>
          <p:nvPr/>
        </p:nvSpPr>
        <p:spPr>
          <a:xfrm>
            <a:off x="1004450" y="564944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5378824" h="4114800">
                <a:moveTo>
                  <a:pt x="0" y="0"/>
                </a:moveTo>
                <a:lnTo>
                  <a:pt x="5378824" y="0"/>
                </a:lnTo>
                <a:lnTo>
                  <a:pt x="5378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CAB17C8D-7BC1-173B-CC42-A8A28D623713}"/>
              </a:ext>
            </a:extLst>
          </p:cNvPr>
          <p:cNvSpPr/>
          <p:nvPr/>
        </p:nvSpPr>
        <p:spPr>
          <a:xfrm>
            <a:off x="1051968" y="7488835"/>
            <a:ext cx="973261" cy="680613"/>
          </a:xfrm>
          <a:custGeom>
            <a:avLst/>
            <a:gdLst/>
            <a:ahLst/>
            <a:cxnLst/>
            <a:rect l="l" t="t" r="r" b="b"/>
            <a:pathLst>
              <a:path w="7315200" h="3547872">
                <a:moveTo>
                  <a:pt x="0" y="0"/>
                </a:moveTo>
                <a:lnTo>
                  <a:pt x="7315200" y="0"/>
                </a:lnTo>
                <a:lnTo>
                  <a:pt x="7315200" y="3547872"/>
                </a:lnTo>
                <a:lnTo>
                  <a:pt x="0" y="3547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96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DEF88-F12D-7E7F-5301-55C72505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0C95956E-4CA2-BD11-D1B4-C9C032343E02}"/>
              </a:ext>
            </a:extLst>
          </p:cNvPr>
          <p:cNvSpPr/>
          <p:nvPr/>
        </p:nvSpPr>
        <p:spPr>
          <a:xfrm rot="15278600">
            <a:off x="13740074" y="-3873689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41D5BD-733F-6A24-5029-13715CBFE669}"/>
              </a:ext>
            </a:extLst>
          </p:cNvPr>
          <p:cNvSpPr/>
          <p:nvPr/>
        </p:nvSpPr>
        <p:spPr>
          <a:xfrm>
            <a:off x="935508" y="620692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2)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65C2000-3DE3-5F78-BE13-78E96FCCD45B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2)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B22351-A81A-8237-8B89-9B752A5D342A}"/>
              </a:ext>
            </a:extLst>
          </p:cNvPr>
          <p:cNvGrpSpPr/>
          <p:nvPr/>
        </p:nvGrpSpPr>
        <p:grpSpPr>
          <a:xfrm>
            <a:off x="3290122" y="3451686"/>
            <a:ext cx="11781032" cy="1379694"/>
            <a:chOff x="658910" y="936886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0425D96-B5D8-83F7-EB00-6D1A2E766B25}"/>
                </a:ext>
              </a:extLst>
            </p:cNvPr>
            <p:cNvSpPr/>
            <p:nvPr/>
          </p:nvSpPr>
          <p:spPr>
            <a:xfrm>
              <a:off x="2605274" y="950349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5 h 1180444"/>
                <a:gd name="csX20" fmla="*/ 237382 w 8909995"/>
                <a:gd name="csY20" fmla="*/ 749285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3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2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89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5"/>
                  </a:cubicBezTo>
                  <a:cubicBezTo>
                    <a:pt x="145856" y="912964"/>
                    <a:pt x="190847" y="830849"/>
                    <a:pt x="237382" y="749285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1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4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ABB9FF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CDDF90E-FF0B-1EC1-E8EF-40367028A653}"/>
                </a:ext>
              </a:extLst>
            </p:cNvPr>
            <p:cNvSpPr/>
            <p:nvPr/>
          </p:nvSpPr>
          <p:spPr>
            <a:xfrm>
              <a:off x="658910" y="936886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ABB9FF"/>
            </a:solidFill>
            <a:ln w="2084" cap="flat">
              <a:solidFill>
                <a:srgbClr val="ABB9FF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02DC6F4-9198-07B8-94BF-97B2B51470DE}"/>
              </a:ext>
            </a:extLst>
          </p:cNvPr>
          <p:cNvSpPr txBox="1"/>
          <p:nvPr/>
        </p:nvSpPr>
        <p:spPr>
          <a:xfrm>
            <a:off x="3746777" y="3749090"/>
            <a:ext cx="1924690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Published Review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A1B2756-75E3-CF76-5DA5-DC241CADFC5A}"/>
              </a:ext>
            </a:extLst>
          </p:cNvPr>
          <p:cNvCxnSpPr>
            <a:cxnSpLocks/>
          </p:cNvCxnSpPr>
          <p:nvPr/>
        </p:nvCxnSpPr>
        <p:spPr>
          <a:xfrm>
            <a:off x="10820682" y="3650573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65C1AC-3658-77CC-7432-CAC67621ABCC}"/>
              </a:ext>
            </a:extLst>
          </p:cNvPr>
          <p:cNvGrpSpPr/>
          <p:nvPr/>
        </p:nvGrpSpPr>
        <p:grpSpPr>
          <a:xfrm>
            <a:off x="3290122" y="5399449"/>
            <a:ext cx="11761724" cy="1380744"/>
            <a:chOff x="658910" y="2280098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FAAB28B-7AD8-6389-83B8-8AAD9DA4A9CD}"/>
                </a:ext>
              </a:extLst>
            </p:cNvPr>
            <p:cNvSpPr/>
            <p:nvPr/>
          </p:nvSpPr>
          <p:spPr>
            <a:xfrm>
              <a:off x="2605274" y="2293561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6 h 1180444"/>
                <a:gd name="csX20" fmla="*/ 237382 w 8909995"/>
                <a:gd name="csY20" fmla="*/ 749286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4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3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90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6"/>
                  </a:cubicBezTo>
                  <a:cubicBezTo>
                    <a:pt x="145856" y="912964"/>
                    <a:pt x="190847" y="830849"/>
                    <a:pt x="237382" y="749286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1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5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A0FFE9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0333720-5A13-978E-D550-2F819F46ABD7}"/>
                </a:ext>
              </a:extLst>
            </p:cNvPr>
            <p:cNvSpPr/>
            <p:nvPr/>
          </p:nvSpPr>
          <p:spPr>
            <a:xfrm>
              <a:off x="658910" y="2280098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A0FFE9"/>
            </a:solidFill>
            <a:ln w="2084" cap="flat">
              <a:solidFill>
                <a:srgbClr val="A0FFE9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FBFAD2F-C94E-FCC3-4302-DB5F63240DBA}"/>
              </a:ext>
            </a:extLst>
          </p:cNvPr>
          <p:cNvGrpSpPr/>
          <p:nvPr/>
        </p:nvGrpSpPr>
        <p:grpSpPr>
          <a:xfrm>
            <a:off x="3290122" y="7218143"/>
            <a:ext cx="11742447" cy="1380744"/>
            <a:chOff x="658910" y="3623310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5A1F53E-01BE-F0D6-35D4-B74B4211B701}"/>
                </a:ext>
              </a:extLst>
            </p:cNvPr>
            <p:cNvSpPr/>
            <p:nvPr/>
          </p:nvSpPr>
          <p:spPr>
            <a:xfrm>
              <a:off x="2605274" y="3636773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6 h 1180444"/>
                <a:gd name="csX20" fmla="*/ 237382 w 8909995"/>
                <a:gd name="csY20" fmla="*/ 749286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4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3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90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6"/>
                  </a:cubicBezTo>
                  <a:cubicBezTo>
                    <a:pt x="145856" y="912964"/>
                    <a:pt x="190847" y="830849"/>
                    <a:pt x="237382" y="749286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2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5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FFED0E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73AA7CA-EC57-E595-763E-472C325F4552}"/>
                </a:ext>
              </a:extLst>
            </p:cNvPr>
            <p:cNvSpPr/>
            <p:nvPr/>
          </p:nvSpPr>
          <p:spPr>
            <a:xfrm>
              <a:off x="658910" y="3623310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FFED0E"/>
            </a:solidFill>
            <a:ln w="2084" cap="flat">
              <a:solidFill>
                <a:srgbClr val="FFED0E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66E3AB55-EDB6-F27A-5742-CEE20C4ACE15}"/>
              </a:ext>
            </a:extLst>
          </p:cNvPr>
          <p:cNvSpPr txBox="1"/>
          <p:nvPr/>
        </p:nvSpPr>
        <p:spPr>
          <a:xfrm>
            <a:off x="1122328" y="9188598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E7C64D9-7586-BDB8-0F9E-966852183C4B}"/>
              </a:ext>
            </a:extLst>
          </p:cNvPr>
          <p:cNvSpPr txBox="1"/>
          <p:nvPr/>
        </p:nvSpPr>
        <p:spPr>
          <a:xfrm>
            <a:off x="1270912" y="9070760"/>
            <a:ext cx="1456463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all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F347B76-A08D-213F-91CF-D232BA77E479}"/>
              </a:ext>
            </a:extLst>
          </p:cNvPr>
          <p:cNvSpPr txBox="1"/>
          <p:nvPr/>
        </p:nvSpPr>
        <p:spPr>
          <a:xfrm>
            <a:off x="6776018" y="3814389"/>
            <a:ext cx="3903882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Confirm that the review is live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834BA30-4E16-656A-FAE9-9C30B1A54EE4}"/>
              </a:ext>
            </a:extLst>
          </p:cNvPr>
          <p:cNvSpPr txBox="1"/>
          <p:nvPr/>
        </p:nvSpPr>
        <p:spPr>
          <a:xfrm>
            <a:off x="11001871" y="3814388"/>
            <a:ext cx="406928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Review Already Published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DD308CE-D382-0707-EBBF-2C2007D01EAC}"/>
              </a:ext>
            </a:extLst>
          </p:cNvPr>
          <p:cNvSpPr txBox="1"/>
          <p:nvPr/>
        </p:nvSpPr>
        <p:spPr>
          <a:xfrm>
            <a:off x="3641402" y="5543217"/>
            <a:ext cx="1924690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Disposable email address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EB7AD3EF-8BD5-95BC-C5D0-610CD252D63E}"/>
              </a:ext>
            </a:extLst>
          </p:cNvPr>
          <p:cNvCxnSpPr>
            <a:cxnSpLocks/>
          </p:cNvCxnSpPr>
          <p:nvPr/>
        </p:nvCxnSpPr>
        <p:spPr>
          <a:xfrm>
            <a:off x="10851837" y="5648093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4573BB5-CEF5-CB00-2547-021FCA550411}"/>
              </a:ext>
            </a:extLst>
          </p:cNvPr>
          <p:cNvSpPr txBox="1"/>
          <p:nvPr/>
        </p:nvSpPr>
        <p:spPr>
          <a:xfrm>
            <a:off x="6807173" y="5552896"/>
            <a:ext cx="4294830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Offer to update to a permanent email address. Instruct them to resubmit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0D240CD-9D6E-BADB-D86B-433BE23454CE}"/>
              </a:ext>
            </a:extLst>
          </p:cNvPr>
          <p:cNvSpPr txBox="1"/>
          <p:nvPr/>
        </p:nvSpPr>
        <p:spPr>
          <a:xfrm>
            <a:off x="11033026" y="5811908"/>
            <a:ext cx="406928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Disposable email address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77012B8-E835-9BC8-3142-949303F9E628}"/>
              </a:ext>
            </a:extLst>
          </p:cNvPr>
          <p:cNvSpPr txBox="1"/>
          <p:nvPr/>
        </p:nvSpPr>
        <p:spPr>
          <a:xfrm>
            <a:off x="3695472" y="7354517"/>
            <a:ext cx="1924690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/</a:t>
            </a:r>
          </a:p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Owner Self-Removal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BCA4C08-4749-22CB-AA3C-84385165A12D}"/>
              </a:ext>
            </a:extLst>
          </p:cNvPr>
          <p:cNvCxnSpPr>
            <a:cxnSpLocks/>
          </p:cNvCxnSpPr>
          <p:nvPr/>
        </p:nvCxnSpPr>
        <p:spPr>
          <a:xfrm>
            <a:off x="10851837" y="7369383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E240E302-A883-A458-B657-CE582BF61C2D}"/>
              </a:ext>
            </a:extLst>
          </p:cNvPr>
          <p:cNvSpPr txBox="1"/>
          <p:nvPr/>
        </p:nvSpPr>
        <p:spPr>
          <a:xfrm>
            <a:off x="6807173" y="7425485"/>
            <a:ext cx="3903882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emails match, remove/move content and respond to the user.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13D587A-7B50-0207-2A25-12CF7812B5D8}"/>
              </a:ext>
            </a:extLst>
          </p:cNvPr>
          <p:cNvSpPr txBox="1"/>
          <p:nvPr/>
        </p:nvSpPr>
        <p:spPr>
          <a:xfrm>
            <a:off x="11033026" y="7533198"/>
            <a:ext cx="406928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Freehand</a:t>
            </a:r>
            <a:endParaRPr kumimoji="0" lang="en-US" sz="220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BBD4E2-02BB-4884-3397-531EDE7F5589}"/>
              </a:ext>
            </a:extLst>
          </p:cNvPr>
          <p:cNvSpPr/>
          <p:nvPr/>
        </p:nvSpPr>
        <p:spPr>
          <a:xfrm>
            <a:off x="3503673" y="2291095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110FB-B17B-E410-67B0-C072620DF542}"/>
              </a:ext>
            </a:extLst>
          </p:cNvPr>
          <p:cNvSpPr txBox="1"/>
          <p:nvPr/>
        </p:nvSpPr>
        <p:spPr>
          <a:xfrm>
            <a:off x="3695472" y="2452236"/>
            <a:ext cx="1924690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Scenario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FB99F6-048D-5A4A-478D-DE3466CB43B1}"/>
              </a:ext>
            </a:extLst>
          </p:cNvPr>
          <p:cNvSpPr/>
          <p:nvPr/>
        </p:nvSpPr>
        <p:spPr>
          <a:xfrm>
            <a:off x="7590924" y="2286832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9A848-C2B7-6824-8C86-FFB8C8227F53}"/>
              </a:ext>
            </a:extLst>
          </p:cNvPr>
          <p:cNvSpPr txBox="1"/>
          <p:nvPr/>
        </p:nvSpPr>
        <p:spPr>
          <a:xfrm>
            <a:off x="7601501" y="2293085"/>
            <a:ext cx="231522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 Instruction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7E88C9-0DD6-3369-D26F-8B0F631F17DB}"/>
              </a:ext>
            </a:extLst>
          </p:cNvPr>
          <p:cNvSpPr/>
          <p:nvPr/>
        </p:nvSpPr>
        <p:spPr>
          <a:xfrm>
            <a:off x="11678175" y="2288461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0B311A-B8F3-DEBF-76C0-7CF31EF05471}"/>
              </a:ext>
            </a:extLst>
          </p:cNvPr>
          <p:cNvSpPr txBox="1"/>
          <p:nvPr/>
        </p:nvSpPr>
        <p:spPr>
          <a:xfrm>
            <a:off x="11734551" y="2464337"/>
            <a:ext cx="231522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Macro to Send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EE9F86-665D-7D3A-CB94-D821DD194D7F}"/>
              </a:ext>
            </a:extLst>
          </p:cNvPr>
          <p:cNvGrpSpPr/>
          <p:nvPr/>
        </p:nvGrpSpPr>
        <p:grpSpPr>
          <a:xfrm>
            <a:off x="1260500" y="3634594"/>
            <a:ext cx="1648362" cy="1221361"/>
            <a:chOff x="14013212" y="3441055"/>
            <a:chExt cx="1848857" cy="134596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813D3F-D07E-59CC-42B0-D690100C8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59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013212" y="3441055"/>
              <a:ext cx="1460596" cy="1221361"/>
            </a:xfrm>
            <a:prstGeom prst="rect">
              <a:avLst/>
            </a:prstGeom>
          </p:spPr>
        </p:pic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CBFA265-C7B1-9C86-3FA6-4D5757E09C25}"/>
                </a:ext>
              </a:extLst>
            </p:cNvPr>
            <p:cNvSpPr/>
            <p:nvPr/>
          </p:nvSpPr>
          <p:spPr>
            <a:xfrm>
              <a:off x="14401472" y="3921720"/>
              <a:ext cx="1460597" cy="865296"/>
            </a:xfrm>
            <a:custGeom>
              <a:avLst/>
              <a:gdLst/>
              <a:ahLst/>
              <a:cxnLst/>
              <a:rect l="l" t="t" r="r" b="b"/>
              <a:pathLst>
                <a:path w="7315200" h="2779776">
                  <a:moveTo>
                    <a:pt x="0" y="0"/>
                  </a:moveTo>
                  <a:lnTo>
                    <a:pt x="7315200" y="0"/>
                  </a:lnTo>
                  <a:lnTo>
                    <a:pt x="7315200" y="2779776"/>
                  </a:lnTo>
                  <a:lnTo>
                    <a:pt x="0" y="277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4904E7-EF90-B920-1A53-E49DF35C7B1C}"/>
              </a:ext>
            </a:extLst>
          </p:cNvPr>
          <p:cNvGrpSpPr/>
          <p:nvPr/>
        </p:nvGrpSpPr>
        <p:grpSpPr>
          <a:xfrm>
            <a:off x="1281549" y="5495847"/>
            <a:ext cx="1341197" cy="1187948"/>
            <a:chOff x="1752776" y="4457416"/>
            <a:chExt cx="4461375" cy="394087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0AA51A98-9595-A59C-896B-8C738057D11D}"/>
                </a:ext>
              </a:extLst>
            </p:cNvPr>
            <p:cNvSpPr/>
            <p:nvPr/>
          </p:nvSpPr>
          <p:spPr>
            <a:xfrm>
              <a:off x="1752776" y="4457416"/>
              <a:ext cx="4114800" cy="3837031"/>
            </a:xfrm>
            <a:custGeom>
              <a:avLst/>
              <a:gdLst/>
              <a:ahLst/>
              <a:cxnLst/>
              <a:rect l="l" t="t" r="r" b="b"/>
              <a:pathLst>
                <a:path w="4423402" h="4290700">
                  <a:moveTo>
                    <a:pt x="0" y="0"/>
                  </a:moveTo>
                  <a:lnTo>
                    <a:pt x="4423402" y="0"/>
                  </a:lnTo>
                  <a:lnTo>
                    <a:pt x="4423402" y="4290700"/>
                  </a:lnTo>
                  <a:lnTo>
                    <a:pt x="0" y="429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4F22B52-40CC-D832-05CF-55633D87081D}"/>
                </a:ext>
              </a:extLst>
            </p:cNvPr>
            <p:cNvSpPr/>
            <p:nvPr/>
          </p:nvSpPr>
          <p:spPr>
            <a:xfrm>
              <a:off x="3504999" y="5654812"/>
              <a:ext cx="2709152" cy="2743483"/>
            </a:xfrm>
            <a:custGeom>
              <a:avLst/>
              <a:gdLst/>
              <a:ahLst/>
              <a:cxnLst/>
              <a:rect l="l" t="t" r="r" b="b"/>
              <a:pathLst>
                <a:path w="1661578" h="1898947">
                  <a:moveTo>
                    <a:pt x="0" y="0"/>
                  </a:moveTo>
                  <a:lnTo>
                    <a:pt x="1661578" y="0"/>
                  </a:lnTo>
                  <a:lnTo>
                    <a:pt x="1661578" y="1898946"/>
                  </a:lnTo>
                  <a:lnTo>
                    <a:pt x="0" y="1898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1502B7-18B1-E472-3FDC-5FDAEAFA77A1}"/>
              </a:ext>
            </a:extLst>
          </p:cNvPr>
          <p:cNvGrpSpPr/>
          <p:nvPr/>
        </p:nvGrpSpPr>
        <p:grpSpPr>
          <a:xfrm>
            <a:off x="1282583" y="7409937"/>
            <a:ext cx="1642977" cy="1168528"/>
            <a:chOff x="1282583" y="7409937"/>
            <a:chExt cx="1642977" cy="116852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3EBC8BB-7472-D383-FCAD-976637045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59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82583" y="7409937"/>
              <a:ext cx="1302205" cy="1108296"/>
            </a:xfrm>
            <a:prstGeom prst="rect">
              <a:avLst/>
            </a:prstGeom>
          </p:spPr>
        </p:pic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A60BC336-5D9A-7D7B-4505-EDC59BBB2650}"/>
                </a:ext>
              </a:extLst>
            </p:cNvPr>
            <p:cNvSpPr/>
            <p:nvPr/>
          </p:nvSpPr>
          <p:spPr>
            <a:xfrm>
              <a:off x="1911602" y="7729074"/>
              <a:ext cx="1013958" cy="849391"/>
            </a:xfrm>
            <a:custGeom>
              <a:avLst/>
              <a:gdLst/>
              <a:ahLst/>
              <a:cxnLst/>
              <a:rect l="l" t="t" r="r" b="b"/>
              <a:pathLst>
                <a:path w="5343896" h="4114800">
                  <a:moveTo>
                    <a:pt x="0" y="0"/>
                  </a:moveTo>
                  <a:lnTo>
                    <a:pt x="5343896" y="0"/>
                  </a:lnTo>
                  <a:lnTo>
                    <a:pt x="534389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6751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2CDD3-3B76-7B40-182F-F353972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CA2DA501-2126-E5D5-2469-B2AC677FE690}"/>
              </a:ext>
            </a:extLst>
          </p:cNvPr>
          <p:cNvSpPr/>
          <p:nvPr/>
        </p:nvSpPr>
        <p:spPr>
          <a:xfrm rot="15278600">
            <a:off x="13740074" y="-3873689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4FE10A-5F61-29AD-831F-F1B6F0A47667}"/>
              </a:ext>
            </a:extLst>
          </p:cNvPr>
          <p:cNvSpPr/>
          <p:nvPr/>
        </p:nvSpPr>
        <p:spPr>
          <a:xfrm>
            <a:off x="935508" y="620692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3)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16007D8-4B2C-5EAA-6B75-0BFE18A2198A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3)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18EBCB-27AD-19F4-1B16-90E703CCCA72}"/>
              </a:ext>
            </a:extLst>
          </p:cNvPr>
          <p:cNvGrpSpPr/>
          <p:nvPr/>
        </p:nvGrpSpPr>
        <p:grpSpPr>
          <a:xfrm>
            <a:off x="4018331" y="3407322"/>
            <a:ext cx="11781032" cy="1379694"/>
            <a:chOff x="658910" y="936886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612BC2D-1878-36B9-16A9-CB60EA6743B3}"/>
                </a:ext>
              </a:extLst>
            </p:cNvPr>
            <p:cNvSpPr/>
            <p:nvPr/>
          </p:nvSpPr>
          <p:spPr>
            <a:xfrm>
              <a:off x="2605274" y="950349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5 h 1180444"/>
                <a:gd name="csX20" fmla="*/ 237382 w 8909995"/>
                <a:gd name="csY20" fmla="*/ 749285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3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2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89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5"/>
                  </a:cubicBezTo>
                  <a:cubicBezTo>
                    <a:pt x="145856" y="912964"/>
                    <a:pt x="190847" y="830849"/>
                    <a:pt x="237382" y="749285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1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4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A2CF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C23659D-FDB0-1BD7-0E86-14A7E420B1BD}"/>
                </a:ext>
              </a:extLst>
            </p:cNvPr>
            <p:cNvSpPr/>
            <p:nvPr/>
          </p:nvSpPr>
          <p:spPr>
            <a:xfrm>
              <a:off x="658910" y="936886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A2CF00"/>
            </a:solidFill>
            <a:ln w="2084" cap="flat">
              <a:solidFill>
                <a:srgbClr val="A2CF00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0529069-C7DB-498E-6952-E9936EC6E375}"/>
              </a:ext>
            </a:extLst>
          </p:cNvPr>
          <p:cNvSpPr txBox="1"/>
          <p:nvPr/>
        </p:nvSpPr>
        <p:spPr>
          <a:xfrm>
            <a:off x="4369611" y="3722392"/>
            <a:ext cx="1924690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Apple Private Relay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B2C536-24A5-4AD1-C781-1B96DD5CA9C4}"/>
              </a:ext>
            </a:extLst>
          </p:cNvPr>
          <p:cNvCxnSpPr>
            <a:cxnSpLocks/>
          </p:cNvCxnSpPr>
          <p:nvPr/>
        </p:nvCxnSpPr>
        <p:spPr>
          <a:xfrm>
            <a:off x="11548891" y="3606209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B1FE96-DD00-5A18-F5CC-2BABF009793D}"/>
              </a:ext>
            </a:extLst>
          </p:cNvPr>
          <p:cNvGrpSpPr/>
          <p:nvPr/>
        </p:nvGrpSpPr>
        <p:grpSpPr>
          <a:xfrm>
            <a:off x="4018331" y="5355085"/>
            <a:ext cx="11761724" cy="1380744"/>
            <a:chOff x="658910" y="2280098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2F25E70-0413-EE86-CEB4-2D67E05F2A91}"/>
                </a:ext>
              </a:extLst>
            </p:cNvPr>
            <p:cNvSpPr/>
            <p:nvPr/>
          </p:nvSpPr>
          <p:spPr>
            <a:xfrm>
              <a:off x="2605274" y="2293561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6 h 1180444"/>
                <a:gd name="csX20" fmla="*/ 237382 w 8909995"/>
                <a:gd name="csY20" fmla="*/ 749286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4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3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90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6"/>
                  </a:cubicBezTo>
                  <a:cubicBezTo>
                    <a:pt x="145856" y="912964"/>
                    <a:pt x="190847" y="830849"/>
                    <a:pt x="237382" y="749286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1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5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00C6E5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0CBC5EE-D633-66C2-050E-2FE08702FDEB}"/>
                </a:ext>
              </a:extLst>
            </p:cNvPr>
            <p:cNvSpPr/>
            <p:nvPr/>
          </p:nvSpPr>
          <p:spPr>
            <a:xfrm>
              <a:off x="658910" y="2280098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00C6E5"/>
            </a:solidFill>
            <a:ln w="2084" cap="flat">
              <a:solidFill>
                <a:srgbClr val="00C6E5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B4FEABD-AE6E-190C-1180-FB9A3238D392}"/>
              </a:ext>
            </a:extLst>
          </p:cNvPr>
          <p:cNvGrpSpPr/>
          <p:nvPr/>
        </p:nvGrpSpPr>
        <p:grpSpPr>
          <a:xfrm>
            <a:off x="4018331" y="7173779"/>
            <a:ext cx="11742447" cy="1380744"/>
            <a:chOff x="658910" y="3623310"/>
            <a:chExt cx="10874180" cy="1205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46CDAA6-64C0-5832-C00E-9D630F5BA8FB}"/>
                </a:ext>
              </a:extLst>
            </p:cNvPr>
            <p:cNvSpPr/>
            <p:nvPr/>
          </p:nvSpPr>
          <p:spPr>
            <a:xfrm>
              <a:off x="2605274" y="3636773"/>
              <a:ext cx="8909995" cy="1180444"/>
            </a:xfrm>
            <a:custGeom>
              <a:avLst/>
              <a:gdLst>
                <a:gd name="csX0" fmla="*/ 133277 w 8909995"/>
                <a:gd name="csY0" fmla="*/ 142 h 1180444"/>
                <a:gd name="csX1" fmla="*/ 266168 w 8909995"/>
                <a:gd name="csY1" fmla="*/ 2115 h 1180444"/>
                <a:gd name="csX2" fmla="*/ 736920 w 8909995"/>
                <a:gd name="csY2" fmla="*/ 2115 h 1180444"/>
                <a:gd name="csX3" fmla="*/ 2226346 w 8909995"/>
                <a:gd name="csY3" fmla="*/ 2054 h 1180444"/>
                <a:gd name="csX4" fmla="*/ 6825821 w 8909995"/>
                <a:gd name="csY4" fmla="*/ 2115 h 1180444"/>
                <a:gd name="csX5" fmla="*/ 8415573 w 8909995"/>
                <a:gd name="csY5" fmla="*/ 2238 h 1180444"/>
                <a:gd name="csX6" fmla="*/ 8770566 w 8909995"/>
                <a:gd name="csY6" fmla="*/ 1932 h 1180444"/>
                <a:gd name="csX7" fmla="*/ 8905849 w 8909995"/>
                <a:gd name="csY7" fmla="*/ 77377 h 1180444"/>
                <a:gd name="csX8" fmla="*/ 8906157 w 8909995"/>
                <a:gd name="csY8" fmla="*/ 352724 h 1180444"/>
                <a:gd name="csX9" fmla="*/ 8906466 w 8909995"/>
                <a:gd name="csY9" fmla="*/ 891181 h 1180444"/>
                <a:gd name="csX10" fmla="*/ 8906390 w 8909995"/>
                <a:gd name="csY10" fmla="*/ 1062509 h 1180444"/>
                <a:gd name="csX11" fmla="*/ 8861861 w 8909995"/>
                <a:gd name="csY11" fmla="*/ 1162674 h 1180444"/>
                <a:gd name="csX12" fmla="*/ 8685676 w 8909995"/>
                <a:gd name="csY12" fmla="*/ 1177481 h 1180444"/>
                <a:gd name="csX13" fmla="*/ 8268946 w 8909995"/>
                <a:gd name="csY13" fmla="*/ 1177420 h 1180444"/>
                <a:gd name="csX14" fmla="*/ 6694628 w 8909995"/>
                <a:gd name="csY14" fmla="*/ 1177236 h 1180444"/>
                <a:gd name="csX15" fmla="*/ 2002546 w 8909995"/>
                <a:gd name="csY15" fmla="*/ 1177298 h 1180444"/>
                <a:gd name="csX16" fmla="*/ 598009 w 8909995"/>
                <a:gd name="csY16" fmla="*/ 1177053 h 1180444"/>
                <a:gd name="csX17" fmla="*/ 188995 w 8909995"/>
                <a:gd name="csY17" fmla="*/ 1177175 h 1180444"/>
                <a:gd name="csX18" fmla="*/ 0 w 8909995"/>
                <a:gd name="csY18" fmla="*/ 1172647 h 1180444"/>
                <a:gd name="csX19" fmla="*/ 99166 w 8909995"/>
                <a:gd name="csY19" fmla="*/ 994406 h 1180444"/>
                <a:gd name="csX20" fmla="*/ 237382 w 8909995"/>
                <a:gd name="csY20" fmla="*/ 749286 h 1180444"/>
                <a:gd name="csX21" fmla="*/ 299429 w 8909995"/>
                <a:gd name="csY21" fmla="*/ 639330 h 1180444"/>
                <a:gd name="csX22" fmla="*/ 324973 w 8909995"/>
                <a:gd name="csY22" fmla="*/ 585240 h 1180444"/>
                <a:gd name="csX23" fmla="*/ 295571 w 8909995"/>
                <a:gd name="csY23" fmla="*/ 528396 h 1180444"/>
                <a:gd name="csX24" fmla="*/ 232906 w 8909995"/>
                <a:gd name="csY24" fmla="*/ 418930 h 1180444"/>
                <a:gd name="csX25" fmla="*/ 93302 w 8909995"/>
                <a:gd name="csY25" fmla="*/ 174789 h 1180444"/>
                <a:gd name="csX26" fmla="*/ 849 w 8909995"/>
                <a:gd name="csY26" fmla="*/ 3951 h 1180444"/>
                <a:gd name="csX27" fmla="*/ 133277 w 8909995"/>
                <a:gd name="csY27" fmla="*/ 142 h 118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909995" h="1180444">
                  <a:moveTo>
                    <a:pt x="133277" y="142"/>
                  </a:moveTo>
                  <a:cubicBezTo>
                    <a:pt x="177844" y="601"/>
                    <a:pt x="222488" y="2024"/>
                    <a:pt x="266168" y="2115"/>
                  </a:cubicBezTo>
                  <a:cubicBezTo>
                    <a:pt x="423059" y="2422"/>
                    <a:pt x="580028" y="2299"/>
                    <a:pt x="736920" y="2115"/>
                  </a:cubicBezTo>
                  <a:cubicBezTo>
                    <a:pt x="1233369" y="1504"/>
                    <a:pt x="1729897" y="2238"/>
                    <a:pt x="2226346" y="2054"/>
                  </a:cubicBezTo>
                  <a:cubicBezTo>
                    <a:pt x="3759531" y="1443"/>
                    <a:pt x="5292638" y="3645"/>
                    <a:pt x="6825821" y="2115"/>
                  </a:cubicBezTo>
                  <a:cubicBezTo>
                    <a:pt x="7355765" y="1565"/>
                    <a:pt x="7885630" y="1994"/>
                    <a:pt x="8415573" y="2238"/>
                  </a:cubicBezTo>
                  <a:cubicBezTo>
                    <a:pt x="8533878" y="2238"/>
                    <a:pt x="8652261" y="1687"/>
                    <a:pt x="8770566" y="1932"/>
                  </a:cubicBezTo>
                  <a:cubicBezTo>
                    <a:pt x="8835159" y="2054"/>
                    <a:pt x="8899830" y="17903"/>
                    <a:pt x="8905849" y="77377"/>
                  </a:cubicBezTo>
                  <a:cubicBezTo>
                    <a:pt x="8914955" y="167936"/>
                    <a:pt x="8906235" y="261860"/>
                    <a:pt x="8906157" y="352724"/>
                  </a:cubicBezTo>
                  <a:cubicBezTo>
                    <a:pt x="8906004" y="532190"/>
                    <a:pt x="8905618" y="711716"/>
                    <a:pt x="8906466" y="891181"/>
                  </a:cubicBezTo>
                  <a:cubicBezTo>
                    <a:pt x="8906699" y="948270"/>
                    <a:pt x="8906312" y="1005420"/>
                    <a:pt x="8906390" y="1062509"/>
                  </a:cubicBezTo>
                  <a:cubicBezTo>
                    <a:pt x="8906466" y="1100629"/>
                    <a:pt x="8905541" y="1138688"/>
                    <a:pt x="8861861" y="1162674"/>
                  </a:cubicBezTo>
                  <a:cubicBezTo>
                    <a:pt x="8815017" y="1188311"/>
                    <a:pt x="8739465" y="1177359"/>
                    <a:pt x="8685676" y="1177481"/>
                  </a:cubicBezTo>
                  <a:cubicBezTo>
                    <a:pt x="8546766" y="1177726"/>
                    <a:pt x="8407856" y="1177726"/>
                    <a:pt x="8268946" y="1177420"/>
                  </a:cubicBezTo>
                  <a:cubicBezTo>
                    <a:pt x="7744173" y="1176257"/>
                    <a:pt x="7219401" y="1178827"/>
                    <a:pt x="6694628" y="1177236"/>
                  </a:cubicBezTo>
                  <a:cubicBezTo>
                    <a:pt x="5130653" y="1172464"/>
                    <a:pt x="3566523" y="1178460"/>
                    <a:pt x="2002546" y="1177298"/>
                  </a:cubicBezTo>
                  <a:cubicBezTo>
                    <a:pt x="1534341" y="1176930"/>
                    <a:pt x="1066214" y="1178583"/>
                    <a:pt x="598009" y="1177053"/>
                  </a:cubicBezTo>
                  <a:cubicBezTo>
                    <a:pt x="461645" y="1176625"/>
                    <a:pt x="325359" y="1177787"/>
                    <a:pt x="188995" y="1177175"/>
                  </a:cubicBezTo>
                  <a:cubicBezTo>
                    <a:pt x="129881" y="1176930"/>
                    <a:pt x="55487" y="1187149"/>
                    <a:pt x="0" y="1172647"/>
                  </a:cubicBezTo>
                  <a:cubicBezTo>
                    <a:pt x="27705" y="1111643"/>
                    <a:pt x="65365" y="1053392"/>
                    <a:pt x="99166" y="994406"/>
                  </a:cubicBezTo>
                  <a:cubicBezTo>
                    <a:pt x="145856" y="912964"/>
                    <a:pt x="190847" y="830849"/>
                    <a:pt x="237382" y="749286"/>
                  </a:cubicBezTo>
                  <a:cubicBezTo>
                    <a:pt x="258219" y="712695"/>
                    <a:pt x="278438" y="675859"/>
                    <a:pt x="299429" y="639330"/>
                  </a:cubicBezTo>
                  <a:cubicBezTo>
                    <a:pt x="308844" y="622870"/>
                    <a:pt x="325899" y="603842"/>
                    <a:pt x="324973" y="585240"/>
                  </a:cubicBezTo>
                  <a:cubicBezTo>
                    <a:pt x="324124" y="566149"/>
                    <a:pt x="305063" y="545468"/>
                    <a:pt x="295571" y="528396"/>
                  </a:cubicBezTo>
                  <a:cubicBezTo>
                    <a:pt x="275042" y="491745"/>
                    <a:pt x="254592" y="455154"/>
                    <a:pt x="232906" y="418930"/>
                  </a:cubicBezTo>
                  <a:cubicBezTo>
                    <a:pt x="184751" y="338162"/>
                    <a:pt x="141457" y="255557"/>
                    <a:pt x="93302" y="174789"/>
                  </a:cubicBezTo>
                  <a:cubicBezTo>
                    <a:pt x="62201" y="122657"/>
                    <a:pt x="16283" y="59632"/>
                    <a:pt x="849" y="3951"/>
                  </a:cubicBezTo>
                  <a:cubicBezTo>
                    <a:pt x="44220" y="188"/>
                    <a:pt x="88710" y="-317"/>
                    <a:pt x="133277" y="142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FF57E6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37D6C4A-CADE-9E03-516E-C97F11C56616}"/>
                </a:ext>
              </a:extLst>
            </p:cNvPr>
            <p:cNvSpPr/>
            <p:nvPr/>
          </p:nvSpPr>
          <p:spPr>
            <a:xfrm>
              <a:off x="658910" y="3623310"/>
              <a:ext cx="10874180" cy="1205871"/>
            </a:xfrm>
            <a:custGeom>
              <a:avLst/>
              <a:gdLst>
                <a:gd name="csX0" fmla="*/ 115632 w 11756016"/>
                <a:gd name="csY0" fmla="*/ 5473 h 1644214"/>
                <a:gd name="csX1" fmla="*/ 214414 w 11756016"/>
                <a:gd name="csY1" fmla="*/ 3638 h 1644214"/>
                <a:gd name="csX2" fmla="*/ 414648 w 11756016"/>
                <a:gd name="csY2" fmla="*/ 3804 h 1644214"/>
                <a:gd name="csX3" fmla="*/ 1023692 w 11756016"/>
                <a:gd name="csY3" fmla="*/ 3804 h 1644214"/>
                <a:gd name="csX4" fmla="*/ 2934254 w 11756016"/>
                <a:gd name="csY4" fmla="*/ 3554 h 1644214"/>
                <a:gd name="csX5" fmla="*/ 8690969 w 11756016"/>
                <a:gd name="csY5" fmla="*/ 3471 h 1644214"/>
                <a:gd name="csX6" fmla="*/ 10876852 w 11756016"/>
                <a:gd name="csY6" fmla="*/ 3471 h 1644214"/>
                <a:gd name="csX7" fmla="*/ 11452524 w 11756016"/>
                <a:gd name="csY7" fmla="*/ 3721 h 1644214"/>
                <a:gd name="csX8" fmla="*/ 11690051 w 11756016"/>
                <a:gd name="csY8" fmla="*/ 23995 h 1644214"/>
                <a:gd name="csX9" fmla="*/ 11751290 w 11756016"/>
                <a:gd name="csY9" fmla="*/ 190606 h 1644214"/>
                <a:gd name="csX10" fmla="*/ 11751372 w 11756016"/>
                <a:gd name="csY10" fmla="*/ 399182 h 1644214"/>
                <a:gd name="csX11" fmla="*/ 11751372 w 11756016"/>
                <a:gd name="csY11" fmla="*/ 1183431 h 1644214"/>
                <a:gd name="csX12" fmla="*/ 11750454 w 11756016"/>
                <a:gd name="csY12" fmla="*/ 1525496 h 1644214"/>
                <a:gd name="csX13" fmla="*/ 11577670 w 11756016"/>
                <a:gd name="csY13" fmla="*/ 1642049 h 1644214"/>
                <a:gd name="csX14" fmla="*/ 11110458 w 11756016"/>
                <a:gd name="csY14" fmla="*/ 1641715 h 1644214"/>
                <a:gd name="csX15" fmla="*/ 9033035 w 11756016"/>
                <a:gd name="csY15" fmla="*/ 1641715 h 1644214"/>
                <a:gd name="csX16" fmla="*/ 3067743 w 11756016"/>
                <a:gd name="csY16" fmla="*/ 1641632 h 1644214"/>
                <a:gd name="csX17" fmla="*/ 1082093 w 11756016"/>
                <a:gd name="csY17" fmla="*/ 1642216 h 1644214"/>
                <a:gd name="csX18" fmla="*/ 431334 w 11756016"/>
                <a:gd name="csY18" fmla="*/ 1642049 h 1644214"/>
                <a:gd name="csX19" fmla="*/ 229181 w 11756016"/>
                <a:gd name="csY19" fmla="*/ 1642299 h 1644214"/>
                <a:gd name="csX20" fmla="*/ 120972 w 11756016"/>
                <a:gd name="csY20" fmla="*/ 1641465 h 1644214"/>
                <a:gd name="csX21" fmla="*/ 4753 w 11756016"/>
                <a:gd name="csY21" fmla="*/ 1325263 h 1644214"/>
                <a:gd name="csX22" fmla="*/ 4336 w 11756016"/>
                <a:gd name="csY22" fmla="*/ 349124 h 1644214"/>
                <a:gd name="csX23" fmla="*/ 115632 w 11756016"/>
                <a:gd name="csY23" fmla="*/ 5473 h 1644214"/>
                <a:gd name="csX24" fmla="*/ 2104202 w 11756016"/>
                <a:gd name="csY24" fmla="*/ 1617270 h 1644214"/>
                <a:gd name="csX25" fmla="*/ 2308524 w 11756016"/>
                <a:gd name="csY25" fmla="*/ 1623444 h 1644214"/>
                <a:gd name="csX26" fmla="*/ 2750706 w 11756016"/>
                <a:gd name="csY26" fmla="*/ 1623277 h 1644214"/>
                <a:gd name="csX27" fmla="*/ 4269144 w 11756016"/>
                <a:gd name="csY27" fmla="*/ 1623611 h 1644214"/>
                <a:gd name="csX28" fmla="*/ 9341728 w 11756016"/>
                <a:gd name="csY28" fmla="*/ 1623527 h 1644214"/>
                <a:gd name="csX29" fmla="*/ 11043714 w 11756016"/>
                <a:gd name="csY29" fmla="*/ 1623778 h 1644214"/>
                <a:gd name="csX30" fmla="*/ 11494239 w 11756016"/>
                <a:gd name="csY30" fmla="*/ 1623861 h 1644214"/>
                <a:gd name="csX31" fmla="*/ 11684711 w 11756016"/>
                <a:gd name="csY31" fmla="*/ 1603671 h 1644214"/>
                <a:gd name="csX32" fmla="*/ 11732851 w 11756016"/>
                <a:gd name="csY32" fmla="*/ 1467095 h 1644214"/>
                <a:gd name="csX33" fmla="*/ 11732934 w 11756016"/>
                <a:gd name="csY33" fmla="*/ 1233489 h 1644214"/>
                <a:gd name="csX34" fmla="*/ 11732600 w 11756016"/>
                <a:gd name="csY34" fmla="*/ 499299 h 1644214"/>
                <a:gd name="csX35" fmla="*/ 11732267 w 11756016"/>
                <a:gd name="csY35" fmla="*/ 123861 h 1644214"/>
                <a:gd name="csX36" fmla="*/ 11586013 w 11756016"/>
                <a:gd name="csY36" fmla="*/ 20991 h 1644214"/>
                <a:gd name="csX37" fmla="*/ 11202232 w 11756016"/>
                <a:gd name="csY37" fmla="*/ 21408 h 1644214"/>
                <a:gd name="csX38" fmla="*/ 9483560 w 11756016"/>
                <a:gd name="csY38" fmla="*/ 21241 h 1644214"/>
                <a:gd name="csX39" fmla="*/ 4511093 w 11756016"/>
                <a:gd name="csY39" fmla="*/ 21158 h 1644214"/>
                <a:gd name="csX40" fmla="*/ 2900882 w 11756016"/>
                <a:gd name="csY40" fmla="*/ 21241 h 1644214"/>
                <a:gd name="csX41" fmla="*/ 2391955 w 11756016"/>
                <a:gd name="csY41" fmla="*/ 21241 h 1644214"/>
                <a:gd name="csX42" fmla="*/ 2105120 w 11756016"/>
                <a:gd name="csY42" fmla="*/ 23744 h 1644214"/>
                <a:gd name="csX43" fmla="*/ 2205070 w 11756016"/>
                <a:gd name="csY43" fmla="*/ 256683 h 1644214"/>
                <a:gd name="csX44" fmla="*/ 2355996 w 11756016"/>
                <a:gd name="csY44" fmla="*/ 589571 h 1644214"/>
                <a:gd name="csX45" fmla="*/ 2423742 w 11756016"/>
                <a:gd name="csY45" fmla="*/ 738829 h 1644214"/>
                <a:gd name="csX46" fmla="*/ 2455529 w 11756016"/>
                <a:gd name="csY46" fmla="*/ 816336 h 1644214"/>
                <a:gd name="csX47" fmla="*/ 2427913 w 11756016"/>
                <a:gd name="csY47" fmla="*/ 890088 h 1644214"/>
                <a:gd name="csX48" fmla="*/ 2360835 w 11756016"/>
                <a:gd name="csY48" fmla="*/ 1040013 h 1644214"/>
                <a:gd name="csX49" fmla="*/ 2211410 w 11756016"/>
                <a:gd name="csY49" fmla="*/ 1374236 h 1644214"/>
                <a:gd name="csX50" fmla="*/ 2104202 w 11756016"/>
                <a:gd name="csY50" fmla="*/ 1617270 h 1644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1756016" h="1644214">
                  <a:moveTo>
                    <a:pt x="115632" y="5473"/>
                  </a:moveTo>
                  <a:cubicBezTo>
                    <a:pt x="147503" y="50"/>
                    <a:pt x="182127" y="3638"/>
                    <a:pt x="214414" y="3638"/>
                  </a:cubicBezTo>
                  <a:cubicBezTo>
                    <a:pt x="281159" y="3638"/>
                    <a:pt x="347903" y="3804"/>
                    <a:pt x="414648" y="3804"/>
                  </a:cubicBezTo>
                  <a:cubicBezTo>
                    <a:pt x="617635" y="3971"/>
                    <a:pt x="820705" y="4055"/>
                    <a:pt x="1023692" y="3804"/>
                  </a:cubicBezTo>
                  <a:cubicBezTo>
                    <a:pt x="1660518" y="2970"/>
                    <a:pt x="2297428" y="1886"/>
                    <a:pt x="2934254" y="3554"/>
                  </a:cubicBezTo>
                  <a:cubicBezTo>
                    <a:pt x="4853076" y="8393"/>
                    <a:pt x="6772148" y="8059"/>
                    <a:pt x="8690969" y="3471"/>
                  </a:cubicBezTo>
                  <a:cubicBezTo>
                    <a:pt x="9419569" y="1719"/>
                    <a:pt x="10148253" y="2803"/>
                    <a:pt x="10876852" y="3471"/>
                  </a:cubicBezTo>
                  <a:cubicBezTo>
                    <a:pt x="11068743" y="3638"/>
                    <a:pt x="11260633" y="3387"/>
                    <a:pt x="11452524" y="3721"/>
                  </a:cubicBezTo>
                  <a:cubicBezTo>
                    <a:pt x="11519602" y="3888"/>
                    <a:pt x="11632817" y="-13049"/>
                    <a:pt x="11690051" y="23995"/>
                  </a:cubicBezTo>
                  <a:cubicBezTo>
                    <a:pt x="11750121" y="62957"/>
                    <a:pt x="11750955" y="126114"/>
                    <a:pt x="11751290" y="190606"/>
                  </a:cubicBezTo>
                  <a:cubicBezTo>
                    <a:pt x="11751706" y="260103"/>
                    <a:pt x="11751456" y="329685"/>
                    <a:pt x="11751372" y="399182"/>
                  </a:cubicBezTo>
                  <a:cubicBezTo>
                    <a:pt x="11750872" y="660571"/>
                    <a:pt x="11752707" y="922042"/>
                    <a:pt x="11751372" y="1183431"/>
                  </a:cubicBezTo>
                  <a:cubicBezTo>
                    <a:pt x="11750788" y="1290138"/>
                    <a:pt x="11762719" y="1422042"/>
                    <a:pt x="11750454" y="1525496"/>
                  </a:cubicBezTo>
                  <a:cubicBezTo>
                    <a:pt x="11739442" y="1618688"/>
                    <a:pt x="11658097" y="1642132"/>
                    <a:pt x="11577670" y="1642049"/>
                  </a:cubicBezTo>
                  <a:cubicBezTo>
                    <a:pt x="11421904" y="1641799"/>
                    <a:pt x="11266224" y="1641715"/>
                    <a:pt x="11110458" y="1641715"/>
                  </a:cubicBezTo>
                  <a:cubicBezTo>
                    <a:pt x="10417984" y="1641465"/>
                    <a:pt x="9725509" y="1641131"/>
                    <a:pt x="9033035" y="1641715"/>
                  </a:cubicBezTo>
                  <a:cubicBezTo>
                    <a:pt x="7044632" y="1643467"/>
                    <a:pt x="5056146" y="1638878"/>
                    <a:pt x="3067743" y="1641632"/>
                  </a:cubicBezTo>
                  <a:cubicBezTo>
                    <a:pt x="2405888" y="1642549"/>
                    <a:pt x="1743949" y="1642049"/>
                    <a:pt x="1082093" y="1642216"/>
                  </a:cubicBezTo>
                  <a:cubicBezTo>
                    <a:pt x="865173" y="1642216"/>
                    <a:pt x="648254" y="1642466"/>
                    <a:pt x="431334" y="1642049"/>
                  </a:cubicBezTo>
                  <a:cubicBezTo>
                    <a:pt x="363922" y="1641965"/>
                    <a:pt x="296593" y="1641965"/>
                    <a:pt x="229181" y="1642299"/>
                  </a:cubicBezTo>
                  <a:cubicBezTo>
                    <a:pt x="194057" y="1642549"/>
                    <a:pt x="155763" y="1646971"/>
                    <a:pt x="120972" y="1641465"/>
                  </a:cubicBezTo>
                  <a:cubicBezTo>
                    <a:pt x="-28369" y="1617604"/>
                    <a:pt x="5087" y="1433389"/>
                    <a:pt x="4753" y="1325263"/>
                  </a:cubicBezTo>
                  <a:cubicBezTo>
                    <a:pt x="3752" y="999883"/>
                    <a:pt x="3919" y="674504"/>
                    <a:pt x="4336" y="349124"/>
                  </a:cubicBezTo>
                  <a:cubicBezTo>
                    <a:pt x="4503" y="241749"/>
                    <a:pt x="-34042" y="30836"/>
                    <a:pt x="115632" y="5473"/>
                  </a:cubicBezTo>
                  <a:close/>
                  <a:moveTo>
                    <a:pt x="2104202" y="1617270"/>
                  </a:moveTo>
                  <a:cubicBezTo>
                    <a:pt x="2164189" y="1637043"/>
                    <a:pt x="2244616" y="1623110"/>
                    <a:pt x="2308524" y="1623444"/>
                  </a:cubicBezTo>
                  <a:cubicBezTo>
                    <a:pt x="2455946" y="1624278"/>
                    <a:pt x="2603284" y="1622693"/>
                    <a:pt x="2750706" y="1623277"/>
                  </a:cubicBezTo>
                  <a:cubicBezTo>
                    <a:pt x="3256880" y="1625363"/>
                    <a:pt x="3762970" y="1623110"/>
                    <a:pt x="4269144" y="1623611"/>
                  </a:cubicBezTo>
                  <a:cubicBezTo>
                    <a:pt x="5959950" y="1625196"/>
                    <a:pt x="7650923" y="1617020"/>
                    <a:pt x="9341728" y="1623527"/>
                  </a:cubicBezTo>
                  <a:cubicBezTo>
                    <a:pt x="9909057" y="1625696"/>
                    <a:pt x="10476385" y="1622192"/>
                    <a:pt x="11043714" y="1623778"/>
                  </a:cubicBezTo>
                  <a:cubicBezTo>
                    <a:pt x="11193889" y="1624195"/>
                    <a:pt x="11344064" y="1624195"/>
                    <a:pt x="11494239" y="1623861"/>
                  </a:cubicBezTo>
                  <a:cubicBezTo>
                    <a:pt x="11552390" y="1623694"/>
                    <a:pt x="11634069" y="1638628"/>
                    <a:pt x="11684711" y="1603671"/>
                  </a:cubicBezTo>
                  <a:cubicBezTo>
                    <a:pt x="11731933" y="1570966"/>
                    <a:pt x="11732934" y="1519072"/>
                    <a:pt x="11732851" y="1467095"/>
                  </a:cubicBezTo>
                  <a:cubicBezTo>
                    <a:pt x="11732767" y="1389254"/>
                    <a:pt x="11733185" y="1311330"/>
                    <a:pt x="11732934" y="1233489"/>
                  </a:cubicBezTo>
                  <a:cubicBezTo>
                    <a:pt x="11732017" y="988787"/>
                    <a:pt x="11732434" y="744001"/>
                    <a:pt x="11732600" y="499299"/>
                  </a:cubicBezTo>
                  <a:cubicBezTo>
                    <a:pt x="11732684" y="375405"/>
                    <a:pt x="11742111" y="247339"/>
                    <a:pt x="11732267" y="123861"/>
                  </a:cubicBezTo>
                  <a:cubicBezTo>
                    <a:pt x="11725759" y="42767"/>
                    <a:pt x="11655844" y="21158"/>
                    <a:pt x="11586013" y="20991"/>
                  </a:cubicBezTo>
                  <a:cubicBezTo>
                    <a:pt x="11458114" y="20657"/>
                    <a:pt x="11330131" y="21408"/>
                    <a:pt x="11202232" y="21408"/>
                  </a:cubicBezTo>
                  <a:cubicBezTo>
                    <a:pt x="10629313" y="21075"/>
                    <a:pt x="10056479" y="20491"/>
                    <a:pt x="9483560" y="21241"/>
                  </a:cubicBezTo>
                  <a:cubicBezTo>
                    <a:pt x="7826044" y="23327"/>
                    <a:pt x="6168610" y="20324"/>
                    <a:pt x="4511093" y="21158"/>
                  </a:cubicBezTo>
                  <a:cubicBezTo>
                    <a:pt x="3974384" y="21408"/>
                    <a:pt x="3437591" y="20407"/>
                    <a:pt x="2900882" y="21241"/>
                  </a:cubicBezTo>
                  <a:cubicBezTo>
                    <a:pt x="2731267" y="21492"/>
                    <a:pt x="2561569" y="21659"/>
                    <a:pt x="2391955" y="21241"/>
                  </a:cubicBezTo>
                  <a:cubicBezTo>
                    <a:pt x="2297511" y="20991"/>
                    <a:pt x="2198896" y="13482"/>
                    <a:pt x="2105120" y="23744"/>
                  </a:cubicBezTo>
                  <a:cubicBezTo>
                    <a:pt x="2121806" y="99666"/>
                    <a:pt x="2171447" y="185600"/>
                    <a:pt x="2205070" y="256683"/>
                  </a:cubicBezTo>
                  <a:cubicBezTo>
                    <a:pt x="2257131" y="366811"/>
                    <a:pt x="2303935" y="479443"/>
                    <a:pt x="2355996" y="589571"/>
                  </a:cubicBezTo>
                  <a:cubicBezTo>
                    <a:pt x="2379440" y="638962"/>
                    <a:pt x="2401549" y="688854"/>
                    <a:pt x="2423742" y="738829"/>
                  </a:cubicBezTo>
                  <a:cubicBezTo>
                    <a:pt x="2434004" y="762106"/>
                    <a:pt x="2454611" y="790305"/>
                    <a:pt x="2455529" y="816336"/>
                  </a:cubicBezTo>
                  <a:cubicBezTo>
                    <a:pt x="2456530" y="841699"/>
                    <a:pt x="2438092" y="867645"/>
                    <a:pt x="2427913" y="890088"/>
                  </a:cubicBezTo>
                  <a:cubicBezTo>
                    <a:pt x="2405220" y="939896"/>
                    <a:pt x="2383361" y="990122"/>
                    <a:pt x="2360835" y="1040013"/>
                  </a:cubicBezTo>
                  <a:cubicBezTo>
                    <a:pt x="2310526" y="1151226"/>
                    <a:pt x="2261886" y="1263190"/>
                    <a:pt x="2211410" y="1374236"/>
                  </a:cubicBezTo>
                  <a:cubicBezTo>
                    <a:pt x="2174868" y="1454664"/>
                    <a:pt x="2134154" y="1534090"/>
                    <a:pt x="2104202" y="1617270"/>
                  </a:cubicBezTo>
                  <a:close/>
                </a:path>
              </a:pathLst>
            </a:custGeom>
            <a:solidFill>
              <a:srgbClr val="FF57E6"/>
            </a:solidFill>
            <a:ln w="2084" cap="flat">
              <a:solidFill>
                <a:srgbClr val="FF57E6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523953B7-6697-7E8A-2505-36CCC2D0DBC4}"/>
              </a:ext>
            </a:extLst>
          </p:cNvPr>
          <p:cNvSpPr txBox="1"/>
          <p:nvPr/>
        </p:nvSpPr>
        <p:spPr>
          <a:xfrm>
            <a:off x="1122328" y="9188598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6389AF2-6963-039D-9B2B-01AA147AD790}"/>
              </a:ext>
            </a:extLst>
          </p:cNvPr>
          <p:cNvSpPr txBox="1"/>
          <p:nvPr/>
        </p:nvSpPr>
        <p:spPr>
          <a:xfrm>
            <a:off x="1270912" y="9070760"/>
            <a:ext cx="1456463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all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0BF0178-4559-5CF6-133B-0F4BBC181D6E}"/>
              </a:ext>
            </a:extLst>
          </p:cNvPr>
          <p:cNvSpPr txBox="1"/>
          <p:nvPr/>
        </p:nvSpPr>
        <p:spPr>
          <a:xfrm>
            <a:off x="6621169" y="3571657"/>
            <a:ext cx="4927720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the user writes from a non-relay email, create a new ticket to the relay address to verify identity.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3376059-EBCB-BDC7-1B7E-153D65672EF6}"/>
              </a:ext>
            </a:extLst>
          </p:cNvPr>
          <p:cNvSpPr txBox="1"/>
          <p:nvPr/>
        </p:nvSpPr>
        <p:spPr>
          <a:xfrm>
            <a:off x="11730080" y="3770024"/>
            <a:ext cx="406928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N/A (Direct email relay)</a:t>
            </a:r>
            <a:endParaRPr kumimoji="0" lang="en-US" sz="220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A7D2B09-E6B9-5CBB-AC02-88494D3398BA}"/>
              </a:ext>
            </a:extLst>
          </p:cNvPr>
          <p:cNvSpPr txBox="1"/>
          <p:nvPr/>
        </p:nvSpPr>
        <p:spPr>
          <a:xfrm>
            <a:off x="4369611" y="5730448"/>
            <a:ext cx="1924690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Staff Incentives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B2768FE8-EAF4-F01B-6AF0-C77C89F48538}"/>
              </a:ext>
            </a:extLst>
          </p:cNvPr>
          <p:cNvCxnSpPr>
            <a:cxnSpLocks/>
          </p:cNvCxnSpPr>
          <p:nvPr/>
        </p:nvCxnSpPr>
        <p:spPr>
          <a:xfrm>
            <a:off x="11580046" y="5603729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577128D0-B8CA-3A78-99AB-23408BE13912}"/>
              </a:ext>
            </a:extLst>
          </p:cNvPr>
          <p:cNvSpPr txBox="1"/>
          <p:nvPr/>
        </p:nvSpPr>
        <p:spPr>
          <a:xfrm>
            <a:off x="6621169" y="5493040"/>
            <a:ext cx="4818095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 pattern/no name: Resubmit.  </a:t>
            </a:r>
          </a:p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Name present + DSA template: Send staff incentives macro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52F1C3F-F514-7242-59C7-BD25BCDE48F3}"/>
              </a:ext>
            </a:extLst>
          </p:cNvPr>
          <p:cNvSpPr txBox="1"/>
          <p:nvPr/>
        </p:nvSpPr>
        <p:spPr>
          <a:xfrm>
            <a:off x="11747217" y="5523051"/>
            <a:ext cx="4069285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Review Filtered – Ask User to Resubmit OR DMG - staff incentives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F696F55-FDBC-1BAB-8CE3-CEE4031E7EC9}"/>
              </a:ext>
            </a:extLst>
          </p:cNvPr>
          <p:cNvSpPr txBox="1"/>
          <p:nvPr/>
        </p:nvSpPr>
        <p:spPr>
          <a:xfrm>
            <a:off x="4369611" y="7521246"/>
            <a:ext cx="1924690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Ownership Change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338A9F2-E86A-B5AC-4477-02C1DBEE0A62}"/>
              </a:ext>
            </a:extLst>
          </p:cNvPr>
          <p:cNvCxnSpPr>
            <a:cxnSpLocks/>
          </p:cNvCxnSpPr>
          <p:nvPr/>
        </p:nvCxnSpPr>
        <p:spPr>
          <a:xfrm>
            <a:off x="11580046" y="7325019"/>
            <a:ext cx="0" cy="1005840"/>
          </a:xfrm>
          <a:prstGeom prst="line">
            <a:avLst/>
          </a:prstGeom>
          <a:noFill/>
          <a:ln w="22225" cap="rnd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03098355-C729-BF8E-37CC-1761CF7BC1A8}"/>
              </a:ext>
            </a:extLst>
          </p:cNvPr>
          <p:cNvSpPr txBox="1"/>
          <p:nvPr/>
        </p:nvSpPr>
        <p:spPr>
          <a:xfrm>
            <a:off x="6621169" y="7381121"/>
            <a:ext cx="4818095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the automated template fails, copy, format, and send manually from URD.</a:t>
            </a:r>
            <a:endParaRPr kumimoji="0" lang="en-US" sz="220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CF3F11C-C6AE-8A73-D4DD-EF0A9E7AE1F3}"/>
              </a:ext>
            </a:extLst>
          </p:cNvPr>
          <p:cNvSpPr txBox="1"/>
          <p:nvPr/>
        </p:nvSpPr>
        <p:spPr>
          <a:xfrm>
            <a:off x="11761235" y="7648707"/>
            <a:ext cx="406928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defTabSz="1371600"/>
            <a:r>
              <a:rPr lang="en-US" sz="2200" i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Ownership change</a:t>
            </a:r>
            <a:endParaRPr kumimoji="0" lang="en-US" sz="2200" i="1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7F3B85-BC3E-E4FF-D22E-C3356180D7F8}"/>
              </a:ext>
            </a:extLst>
          </p:cNvPr>
          <p:cNvSpPr/>
          <p:nvPr/>
        </p:nvSpPr>
        <p:spPr>
          <a:xfrm>
            <a:off x="4231882" y="2246731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20F18-F383-3066-BA19-DEE3847346E9}"/>
              </a:ext>
            </a:extLst>
          </p:cNvPr>
          <p:cNvSpPr txBox="1"/>
          <p:nvPr/>
        </p:nvSpPr>
        <p:spPr>
          <a:xfrm>
            <a:off x="4423681" y="2407872"/>
            <a:ext cx="1924690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Scenario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6C0DF1-3C81-716A-852B-D10345019071}"/>
              </a:ext>
            </a:extLst>
          </p:cNvPr>
          <p:cNvSpPr/>
          <p:nvPr/>
        </p:nvSpPr>
        <p:spPr>
          <a:xfrm>
            <a:off x="8319133" y="2242468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0A78F-A5FF-C1E9-8D93-60D4AC5B41AB}"/>
              </a:ext>
            </a:extLst>
          </p:cNvPr>
          <p:cNvSpPr txBox="1"/>
          <p:nvPr/>
        </p:nvSpPr>
        <p:spPr>
          <a:xfrm>
            <a:off x="8329710" y="2248721"/>
            <a:ext cx="2315225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 Instruction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8D749D-5494-F8A3-5383-9AA7893E597B}"/>
              </a:ext>
            </a:extLst>
          </p:cNvPr>
          <p:cNvSpPr/>
          <p:nvPr/>
        </p:nvSpPr>
        <p:spPr>
          <a:xfrm>
            <a:off x="12406384" y="2244097"/>
            <a:ext cx="2315226" cy="771431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18760F-4325-B272-B76C-DADEEFD0C73A}"/>
              </a:ext>
            </a:extLst>
          </p:cNvPr>
          <p:cNvSpPr txBox="1"/>
          <p:nvPr/>
        </p:nvSpPr>
        <p:spPr>
          <a:xfrm>
            <a:off x="12462760" y="2419973"/>
            <a:ext cx="2315225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Macro to Send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DE77E32-FDBF-E3ED-5042-56A828054391}"/>
              </a:ext>
            </a:extLst>
          </p:cNvPr>
          <p:cNvSpPr/>
          <p:nvPr/>
        </p:nvSpPr>
        <p:spPr>
          <a:xfrm>
            <a:off x="1507179" y="3449103"/>
            <a:ext cx="1456463" cy="1503615"/>
          </a:xfrm>
          <a:custGeom>
            <a:avLst/>
            <a:gdLst/>
            <a:ahLst/>
            <a:cxnLst/>
            <a:rect l="l" t="t" r="r" b="b"/>
            <a:pathLst>
              <a:path w="4032504" h="4114800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3FF22BA6-5EEC-4870-379E-BEA00AF3AF1B}"/>
              </a:ext>
            </a:extLst>
          </p:cNvPr>
          <p:cNvSpPr/>
          <p:nvPr/>
        </p:nvSpPr>
        <p:spPr>
          <a:xfrm>
            <a:off x="1624258" y="5647925"/>
            <a:ext cx="1397924" cy="1138007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C9696ED-ECD4-9556-D56E-33397EBF39F2}"/>
              </a:ext>
            </a:extLst>
          </p:cNvPr>
          <p:cNvGrpSpPr/>
          <p:nvPr/>
        </p:nvGrpSpPr>
        <p:grpSpPr>
          <a:xfrm>
            <a:off x="1661352" y="7223999"/>
            <a:ext cx="1397924" cy="1138007"/>
            <a:chOff x="1738069" y="3404623"/>
            <a:chExt cx="4556229" cy="503426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A464825F-9DD3-3CB2-2A20-FE0598BADA2D}"/>
                </a:ext>
              </a:extLst>
            </p:cNvPr>
            <p:cNvSpPr/>
            <p:nvPr/>
          </p:nvSpPr>
          <p:spPr>
            <a:xfrm>
              <a:off x="1738069" y="3684082"/>
              <a:ext cx="4556229" cy="4754802"/>
            </a:xfrm>
            <a:custGeom>
              <a:avLst/>
              <a:gdLst/>
              <a:ahLst/>
              <a:cxnLst/>
              <a:rect l="l" t="t" r="r" b="b"/>
              <a:pathLst>
                <a:path w="3307423" h="3518535">
                  <a:moveTo>
                    <a:pt x="0" y="0"/>
                  </a:moveTo>
                  <a:lnTo>
                    <a:pt x="3307423" y="0"/>
                  </a:lnTo>
                  <a:lnTo>
                    <a:pt x="3307423" y="3518535"/>
                  </a:lnTo>
                  <a:lnTo>
                    <a:pt x="0" y="3518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Picture 17" descr="Free Simple House Clipart to Edit Online">
              <a:extLst>
                <a:ext uri="{FF2B5EF4-FFF2-40B4-BE49-F238E27FC236}">
                  <a16:creationId xmlns:a16="http://schemas.microsoft.com/office/drawing/2014/main" id="{68153439-A9A1-5126-A14B-A2B4D04EE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2235410" y="3404623"/>
              <a:ext cx="3643892" cy="3643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0971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22FD0-294F-76C2-BA4A-A8ED8070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65A252CE-9A3C-E484-AAA7-E583676DF382}"/>
              </a:ext>
            </a:extLst>
          </p:cNvPr>
          <p:cNvSpPr/>
          <p:nvPr/>
        </p:nvSpPr>
        <p:spPr>
          <a:xfrm rot="15278600">
            <a:off x="13740074" y="-3873689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017301-F72F-B267-4C12-419099FC10FF}"/>
              </a:ext>
            </a:extLst>
          </p:cNvPr>
          <p:cNvSpPr/>
          <p:nvPr/>
        </p:nvSpPr>
        <p:spPr>
          <a:xfrm>
            <a:off x="935508" y="620692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4)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E00C592-CD74-9590-F2C5-F3F2D1B4AF85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cheat sheet (Part 4)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FEBF48C-6576-6C03-4E1B-205F2C19BADB}"/>
              </a:ext>
            </a:extLst>
          </p:cNvPr>
          <p:cNvSpPr txBox="1"/>
          <p:nvPr/>
        </p:nvSpPr>
        <p:spPr>
          <a:xfrm>
            <a:off x="1122328" y="9188598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601B69C-747E-810B-4A86-76CB4622FD06}"/>
              </a:ext>
            </a:extLst>
          </p:cNvPr>
          <p:cNvSpPr txBox="1"/>
          <p:nvPr/>
        </p:nvSpPr>
        <p:spPr>
          <a:xfrm>
            <a:off x="1270912" y="9070760"/>
            <a:ext cx="1456463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all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4DC9DD-483A-4318-3729-8DBA6E82C95C}"/>
              </a:ext>
            </a:extLst>
          </p:cNvPr>
          <p:cNvSpPr/>
          <p:nvPr/>
        </p:nvSpPr>
        <p:spPr>
          <a:xfrm>
            <a:off x="4718957" y="2005056"/>
            <a:ext cx="9254757" cy="96012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B518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734D4-B9CD-3E16-7C91-C5F072D63E60}"/>
              </a:ext>
            </a:extLst>
          </p:cNvPr>
          <p:cNvSpPr txBox="1"/>
          <p:nvPr/>
        </p:nvSpPr>
        <p:spPr>
          <a:xfrm>
            <a:off x="5233203" y="2223506"/>
            <a:ext cx="7865180" cy="52322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8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Scenario: Direct Competitor (DC) Policy</a:t>
            </a:r>
            <a:endParaRPr kumimoji="0" lang="en-US" sz="28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FD86E6-4916-CE84-7274-0210DDE3BA64}"/>
              </a:ext>
            </a:extLst>
          </p:cNvPr>
          <p:cNvGrpSpPr/>
          <p:nvPr/>
        </p:nvGrpSpPr>
        <p:grpSpPr>
          <a:xfrm>
            <a:off x="2401647" y="3762505"/>
            <a:ext cx="5883121" cy="5148897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A2EF7DBB-CC30-51D3-5D0B-A10C24F74515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27" name="Freeform 4">
                <a:extLst>
                  <a:ext uri="{FF2B5EF4-FFF2-40B4-BE49-F238E27FC236}">
                    <a16:creationId xmlns:a16="http://schemas.microsoft.com/office/drawing/2014/main" id="{57714AC6-AF3D-D344-A6A7-57380B4C160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4E5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6EC7E927-6490-538C-8534-89E3D23C17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6">
              <a:extLst>
                <a:ext uri="{FF2B5EF4-FFF2-40B4-BE49-F238E27FC236}">
                  <a16:creationId xmlns:a16="http://schemas.microsoft.com/office/drawing/2014/main" id="{364BB17D-E981-4215-1A68-6217942EBFD7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26C3587D-2AA9-BDEE-EEE8-3831E2BCE62C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TextBox 8">
                <a:extLst>
                  <a:ext uri="{FF2B5EF4-FFF2-40B4-BE49-F238E27FC236}">
                    <a16:creationId xmlns:a16="http://schemas.microsoft.com/office/drawing/2014/main" id="{D15BFD82-FBFB-A4BE-D685-289DA3F4D82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E0EC062-5961-0EA6-D052-4C98F0301020}"/>
              </a:ext>
            </a:extLst>
          </p:cNvPr>
          <p:cNvSpPr txBox="1"/>
          <p:nvPr/>
        </p:nvSpPr>
        <p:spPr>
          <a:xfrm>
            <a:off x="2826678" y="4779050"/>
            <a:ext cx="5395641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Check if the review to verify if the removal was correct, and the user really is a Direct Competitor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4711A1-6CDF-F301-CB47-08097A7C8028}"/>
              </a:ext>
            </a:extLst>
          </p:cNvPr>
          <p:cNvSpPr txBox="1"/>
          <p:nvPr/>
        </p:nvSpPr>
        <p:spPr>
          <a:xfrm>
            <a:off x="2998852" y="4118494"/>
            <a:ext cx="46990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/>
            <a:r>
              <a:rPr lang="en-US" sz="2800" b="1" kern="0" noProof="1">
                <a:solidFill>
                  <a:srgbClr val="FF4E5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 Instruction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7B1FB7F-026F-1149-FEBD-4E1C7076673E}"/>
              </a:ext>
            </a:extLst>
          </p:cNvPr>
          <p:cNvGrpSpPr/>
          <p:nvPr/>
        </p:nvGrpSpPr>
        <p:grpSpPr>
          <a:xfrm>
            <a:off x="9759492" y="3761609"/>
            <a:ext cx="5883121" cy="5148897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254E6E20-CF95-B3CB-76A7-F7B5921EF363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37" name="Freeform 4">
                <a:extLst>
                  <a:ext uri="{FF2B5EF4-FFF2-40B4-BE49-F238E27FC236}">
                    <a16:creationId xmlns:a16="http://schemas.microsoft.com/office/drawing/2014/main" id="{317C3281-D01A-CE68-3928-6909C50EB5B2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6780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TextBox 5">
                <a:extLst>
                  <a:ext uri="{FF2B5EF4-FFF2-40B4-BE49-F238E27FC236}">
                    <a16:creationId xmlns:a16="http://schemas.microsoft.com/office/drawing/2014/main" id="{FC0F59DA-9E73-4D82-36CB-18153EB95C0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625C9105-DE26-F3F2-689E-36BE029B7B9A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35" name="Freeform 7">
                <a:extLst>
                  <a:ext uri="{FF2B5EF4-FFF2-40B4-BE49-F238E27FC236}">
                    <a16:creationId xmlns:a16="http://schemas.microsoft.com/office/drawing/2014/main" id="{D6D828AC-BCAF-0DAB-4C78-3D0EA8DC8977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6941E250-E51A-9E86-E438-FC519794E68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FE4F27A-4AD7-B0BD-760B-63C8B461A14A}"/>
              </a:ext>
            </a:extLst>
          </p:cNvPr>
          <p:cNvSpPr txBox="1"/>
          <p:nvPr/>
        </p:nvSpPr>
        <p:spPr>
          <a:xfrm>
            <a:off x="10083008" y="5275410"/>
            <a:ext cx="5395641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i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Owners Cannot Review Competitors OR Review Filtered – Ask User to Resubmit.</a:t>
            </a:r>
            <a:endParaRPr kumimoji="0" sz="2200" b="0" i="1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32E55D-6579-0554-4FF6-BDD2FFB74CC4}"/>
              </a:ext>
            </a:extLst>
          </p:cNvPr>
          <p:cNvSpPr txBox="1"/>
          <p:nvPr/>
        </p:nvSpPr>
        <p:spPr>
          <a:xfrm>
            <a:off x="10492150" y="4132584"/>
            <a:ext cx="4699027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/>
            <a:r>
              <a:rPr lang="en-US" sz="2800" b="1" kern="0" noProof="1">
                <a:solidFill>
                  <a:srgbClr val="6780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Incorrect Removal - Macro to Send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AB6101-D693-CFC1-B53F-C4576E1057C6}"/>
              </a:ext>
            </a:extLst>
          </p:cNvPr>
          <p:cNvSpPr txBox="1"/>
          <p:nvPr/>
        </p:nvSpPr>
        <p:spPr>
          <a:xfrm>
            <a:off x="3707610" y="6219073"/>
            <a:ext cx="4333419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Correct removal: </a:t>
            </a: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No action </a:t>
            </a:r>
          </a:p>
          <a:p>
            <a:pPr lvl="0" defTabSz="91440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 defTabSz="914400">
              <a:buClr>
                <a:srgbClr val="000000"/>
              </a:buClr>
              <a:defRPr/>
            </a:pPr>
            <a:endParaRPr lang="en-US" sz="2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 defTabSz="914400"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Incorrect removal: </a:t>
            </a:r>
            <a:r>
              <a:rPr lang="en-US" sz="2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Switch to Moderation Removal, ask to resubmit, and update tools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8BC19D0-84EA-D203-9B30-06F97F827480}"/>
              </a:ext>
            </a:extLst>
          </p:cNvPr>
          <p:cNvSpPr/>
          <p:nvPr/>
        </p:nvSpPr>
        <p:spPr>
          <a:xfrm>
            <a:off x="2998852" y="6118660"/>
            <a:ext cx="637193" cy="636296"/>
          </a:xfrm>
          <a:custGeom>
            <a:avLst/>
            <a:gdLst/>
            <a:ahLst/>
            <a:cxnLst/>
            <a:rect l="l" t="t" r="r" b="b"/>
            <a:pathLst>
              <a:path w="7315200" h="3218688">
                <a:moveTo>
                  <a:pt x="0" y="0"/>
                </a:moveTo>
                <a:lnTo>
                  <a:pt x="7315200" y="0"/>
                </a:lnTo>
                <a:lnTo>
                  <a:pt x="7315200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22166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8D0BBBCA-3328-C2E6-3C07-FA1F47F9D266}"/>
              </a:ext>
            </a:extLst>
          </p:cNvPr>
          <p:cNvSpPr/>
          <p:nvPr/>
        </p:nvSpPr>
        <p:spPr>
          <a:xfrm>
            <a:off x="2998852" y="7363566"/>
            <a:ext cx="656240" cy="565914"/>
          </a:xfrm>
          <a:custGeom>
            <a:avLst/>
            <a:gdLst/>
            <a:ahLst/>
            <a:cxnLst/>
            <a:rect l="l" t="t" r="r" b="b"/>
            <a:pathLst>
              <a:path w="7315200" h="3218688">
                <a:moveTo>
                  <a:pt x="0" y="0"/>
                </a:moveTo>
                <a:lnTo>
                  <a:pt x="7315200" y="0"/>
                </a:lnTo>
                <a:lnTo>
                  <a:pt x="7315200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7582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0EDF6D25-B4DE-BEB9-C9C2-25321D24BF8D}"/>
              </a:ext>
            </a:extLst>
          </p:cNvPr>
          <p:cNvSpPr/>
          <p:nvPr/>
        </p:nvSpPr>
        <p:spPr>
          <a:xfrm>
            <a:off x="13618029" y="6974256"/>
            <a:ext cx="1432536" cy="1363719"/>
          </a:xfrm>
          <a:custGeom>
            <a:avLst/>
            <a:gdLst/>
            <a:ahLst/>
            <a:cxnLst/>
            <a:rect l="l" t="t" r="r" b="b"/>
            <a:pathLst>
              <a:path w="3001538" h="3078501">
                <a:moveTo>
                  <a:pt x="0" y="0"/>
                </a:moveTo>
                <a:lnTo>
                  <a:pt x="3001538" y="0"/>
                </a:lnTo>
                <a:lnTo>
                  <a:pt x="3001538" y="3078501"/>
                </a:lnTo>
                <a:lnTo>
                  <a:pt x="0" y="3078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80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19897-96DF-3BEC-95F7-A9EDE5F6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A79F5471-552D-B81D-D097-57FEA4B37B27}"/>
              </a:ext>
            </a:extLst>
          </p:cNvPr>
          <p:cNvSpPr/>
          <p:nvPr/>
        </p:nvSpPr>
        <p:spPr>
          <a:xfrm rot="15278600">
            <a:off x="13586696" y="-4714471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4522BA-8C54-A15D-CD37-4F434E332B26}"/>
              </a:ext>
            </a:extLst>
          </p:cNvPr>
          <p:cNvSpPr/>
          <p:nvPr/>
        </p:nvSpPr>
        <p:spPr>
          <a:xfrm>
            <a:off x="935508" y="605134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Force-Publishing Rules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CA6A975-6B08-E2D2-939F-F618B497F79D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Force-publishing rules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9436087-48A8-EC3D-356C-F4BAAF0BA313}"/>
              </a:ext>
            </a:extLst>
          </p:cNvPr>
          <p:cNvSpPr txBox="1"/>
          <p:nvPr/>
        </p:nvSpPr>
        <p:spPr>
          <a:xfrm>
            <a:off x="1122328" y="9188598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06BF861-FDD7-3B07-C7E2-F42E4AE23609}"/>
              </a:ext>
            </a:extLst>
          </p:cNvPr>
          <p:cNvSpPr txBox="1"/>
          <p:nvPr/>
        </p:nvSpPr>
        <p:spPr>
          <a:xfrm>
            <a:off x="1270912" y="9070760"/>
            <a:ext cx="1456463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all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9CB2A6-7AAB-1FCC-9EF6-EBE9D76384CA}"/>
              </a:ext>
            </a:extLst>
          </p:cNvPr>
          <p:cNvGrpSpPr>
            <a:grpSpLocks noChangeAspect="1"/>
          </p:cNvGrpSpPr>
          <p:nvPr/>
        </p:nvGrpSpPr>
        <p:grpSpPr>
          <a:xfrm>
            <a:off x="5929205" y="1899666"/>
            <a:ext cx="6429591" cy="6487668"/>
            <a:chOff x="3277828" y="503530"/>
            <a:chExt cx="5587710" cy="563818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358DC6B-96F5-6C06-DCA0-6DD2E237F048}"/>
                </a:ext>
              </a:extLst>
            </p:cNvPr>
            <p:cNvSpPr/>
            <p:nvPr/>
          </p:nvSpPr>
          <p:spPr>
            <a:xfrm>
              <a:off x="5615731" y="3044728"/>
              <a:ext cx="3249807" cy="3096984"/>
            </a:xfrm>
            <a:custGeom>
              <a:avLst/>
              <a:gdLst>
                <a:gd name="csX0" fmla="*/ 2597167 w 3249807"/>
                <a:gd name="csY0" fmla="*/ 349 h 3096984"/>
                <a:gd name="csX1" fmla="*/ 2937875 w 3249807"/>
                <a:gd name="csY1" fmla="*/ 384271 h 3096984"/>
                <a:gd name="csX2" fmla="*/ 2891404 w 3249807"/>
                <a:gd name="csY2" fmla="*/ 512600 h 3096984"/>
                <a:gd name="csX3" fmla="*/ 2851446 w 3249807"/>
                <a:gd name="csY3" fmla="*/ 569469 h 3096984"/>
                <a:gd name="csX4" fmla="*/ 2808481 w 3249807"/>
                <a:gd name="csY4" fmla="*/ 604917 h 3096984"/>
                <a:gd name="csX5" fmla="*/ 2908815 w 3249807"/>
                <a:gd name="csY5" fmla="*/ 705125 h 3096984"/>
                <a:gd name="csX6" fmla="*/ 3161841 w 3249807"/>
                <a:gd name="csY6" fmla="*/ 532517 h 3096984"/>
                <a:gd name="csX7" fmla="*/ 3248521 w 3249807"/>
                <a:gd name="csY7" fmla="*/ 424793 h 3096984"/>
                <a:gd name="csX8" fmla="*/ 3240003 w 3249807"/>
                <a:gd name="csY8" fmla="*/ 597214 h 3096984"/>
                <a:gd name="csX9" fmla="*/ 3127707 w 3249807"/>
                <a:gd name="csY9" fmla="*/ 1161637 h 3096984"/>
                <a:gd name="csX10" fmla="*/ 1861702 w 3249807"/>
                <a:gd name="csY10" fmla="*/ 2727014 h 3096984"/>
                <a:gd name="csX11" fmla="*/ 1462560 w 3249807"/>
                <a:gd name="csY11" fmla="*/ 2922671 h 3096984"/>
                <a:gd name="csX12" fmla="*/ 749578 w 3249807"/>
                <a:gd name="csY12" fmla="*/ 3087451 h 3096984"/>
                <a:gd name="csX13" fmla="*/ 201251 w 3249807"/>
                <a:gd name="csY13" fmla="*/ 3002650 h 3096984"/>
                <a:gd name="csX14" fmla="*/ 64922 w 3249807"/>
                <a:gd name="csY14" fmla="*/ 2901823 h 3096984"/>
                <a:gd name="csX15" fmla="*/ 31230 w 3249807"/>
                <a:gd name="csY15" fmla="*/ 2862241 h 3096984"/>
                <a:gd name="csX16" fmla="*/ 43126 w 3249807"/>
                <a:gd name="csY16" fmla="*/ 2865933 h 3096984"/>
                <a:gd name="csX17" fmla="*/ 136162 w 3249807"/>
                <a:gd name="csY17" fmla="*/ 2875312 h 3096984"/>
                <a:gd name="csX18" fmla="*/ 597802 w 3249807"/>
                <a:gd name="csY18" fmla="*/ 2413672 h 3096984"/>
                <a:gd name="csX19" fmla="*/ 136162 w 3249807"/>
                <a:gd name="csY19" fmla="*/ 1952032 h 3096984"/>
                <a:gd name="csX20" fmla="*/ 43126 w 3249807"/>
                <a:gd name="csY20" fmla="*/ 1961411 h 3096984"/>
                <a:gd name="csX21" fmla="*/ 0 w 3249807"/>
                <a:gd name="csY21" fmla="*/ 1974798 h 3096984"/>
                <a:gd name="csX22" fmla="*/ 43422 w 3249807"/>
                <a:gd name="csY22" fmla="*/ 1914491 h 3096984"/>
                <a:gd name="csX23" fmla="*/ 426595 w 3249807"/>
                <a:gd name="csY23" fmla="*/ 1699379 h 3096984"/>
                <a:gd name="csX24" fmla="*/ 762104 w 3249807"/>
                <a:gd name="csY24" fmla="*/ 1658920 h 3096984"/>
                <a:gd name="csX25" fmla="*/ 1271162 w 3249807"/>
                <a:gd name="csY25" fmla="*/ 1447794 h 3096984"/>
                <a:gd name="csX26" fmla="*/ 1804332 w 3249807"/>
                <a:gd name="csY26" fmla="*/ 790991 h 3096984"/>
                <a:gd name="csX27" fmla="*/ 1872975 w 3249807"/>
                <a:gd name="csY27" fmla="*/ 565773 h 3096984"/>
                <a:gd name="csX28" fmla="*/ 1901973 w 3249807"/>
                <a:gd name="csY28" fmla="*/ 441140 h 3096984"/>
                <a:gd name="csX29" fmla="*/ 2236543 w 3249807"/>
                <a:gd name="csY29" fmla="*/ 704061 h 3096984"/>
                <a:gd name="csX30" fmla="*/ 2348150 w 3249807"/>
                <a:gd name="csY30" fmla="*/ 735188 h 3096984"/>
                <a:gd name="csX31" fmla="*/ 2399757 w 3249807"/>
                <a:gd name="csY31" fmla="*/ 600220 h 3096984"/>
                <a:gd name="csX32" fmla="*/ 2340133 w 3249807"/>
                <a:gd name="csY32" fmla="*/ 531765 h 3096984"/>
                <a:gd name="csX33" fmla="*/ 2283265 w 3249807"/>
                <a:gd name="csY33" fmla="*/ 395545 h 3096984"/>
                <a:gd name="csX34" fmla="*/ 2597167 w 3249807"/>
                <a:gd name="csY34" fmla="*/ 349 h 3096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249807" h="3096984">
                  <a:moveTo>
                    <a:pt x="2597167" y="349"/>
                  </a:moveTo>
                  <a:cubicBezTo>
                    <a:pt x="2805100" y="-9359"/>
                    <a:pt x="2960610" y="185295"/>
                    <a:pt x="2937875" y="384271"/>
                  </a:cubicBezTo>
                  <a:cubicBezTo>
                    <a:pt x="2932865" y="428363"/>
                    <a:pt x="2914890" y="475022"/>
                    <a:pt x="2891404" y="512600"/>
                  </a:cubicBezTo>
                  <a:cubicBezTo>
                    <a:pt x="2879128" y="532204"/>
                    <a:pt x="2862093" y="549364"/>
                    <a:pt x="2851446" y="569469"/>
                  </a:cubicBezTo>
                  <a:cubicBezTo>
                    <a:pt x="2836916" y="578800"/>
                    <a:pt x="2817375" y="589322"/>
                    <a:pt x="2808481" y="604917"/>
                  </a:cubicBezTo>
                  <a:cubicBezTo>
                    <a:pt x="2769839" y="672934"/>
                    <a:pt x="2846686" y="727359"/>
                    <a:pt x="2908815" y="705125"/>
                  </a:cubicBezTo>
                  <a:cubicBezTo>
                    <a:pt x="3005391" y="670616"/>
                    <a:pt x="3092384" y="607234"/>
                    <a:pt x="3161841" y="532517"/>
                  </a:cubicBezTo>
                  <a:cubicBezTo>
                    <a:pt x="3192404" y="499636"/>
                    <a:pt x="3214888" y="452663"/>
                    <a:pt x="3248521" y="424793"/>
                  </a:cubicBezTo>
                  <a:cubicBezTo>
                    <a:pt x="3253218" y="481724"/>
                    <a:pt x="3243824" y="540408"/>
                    <a:pt x="3240003" y="597214"/>
                  </a:cubicBezTo>
                  <a:cubicBezTo>
                    <a:pt x="3227289" y="788486"/>
                    <a:pt x="3184889" y="979007"/>
                    <a:pt x="3127707" y="1161637"/>
                  </a:cubicBezTo>
                  <a:cubicBezTo>
                    <a:pt x="2922093" y="1818439"/>
                    <a:pt x="2457001" y="2384114"/>
                    <a:pt x="1861702" y="2727014"/>
                  </a:cubicBezTo>
                  <a:cubicBezTo>
                    <a:pt x="1733184" y="2801043"/>
                    <a:pt x="1601536" y="2870187"/>
                    <a:pt x="1462560" y="2922671"/>
                  </a:cubicBezTo>
                  <a:cubicBezTo>
                    <a:pt x="1233646" y="3009038"/>
                    <a:pt x="992709" y="3063338"/>
                    <a:pt x="749578" y="3087451"/>
                  </a:cubicBezTo>
                  <a:cubicBezTo>
                    <a:pt x="553546" y="3106866"/>
                    <a:pt x="375676" y="3104674"/>
                    <a:pt x="201251" y="3002650"/>
                  </a:cubicBezTo>
                  <a:cubicBezTo>
                    <a:pt x="151680" y="2973621"/>
                    <a:pt x="106101" y="2940082"/>
                    <a:pt x="64922" y="2901823"/>
                  </a:cubicBezTo>
                  <a:lnTo>
                    <a:pt x="31230" y="2862241"/>
                  </a:lnTo>
                  <a:lnTo>
                    <a:pt x="43126" y="2865933"/>
                  </a:lnTo>
                  <a:cubicBezTo>
                    <a:pt x="73177" y="2872083"/>
                    <a:pt x="104293" y="2875312"/>
                    <a:pt x="136162" y="2875312"/>
                  </a:cubicBezTo>
                  <a:cubicBezTo>
                    <a:pt x="391119" y="2875312"/>
                    <a:pt x="597802" y="2668629"/>
                    <a:pt x="597802" y="2413672"/>
                  </a:cubicBezTo>
                  <a:cubicBezTo>
                    <a:pt x="597802" y="2158715"/>
                    <a:pt x="391119" y="1952032"/>
                    <a:pt x="136162" y="1952032"/>
                  </a:cubicBezTo>
                  <a:cubicBezTo>
                    <a:pt x="104293" y="1952032"/>
                    <a:pt x="73177" y="1955262"/>
                    <a:pt x="43126" y="1961411"/>
                  </a:cubicBezTo>
                  <a:lnTo>
                    <a:pt x="0" y="1974798"/>
                  </a:lnTo>
                  <a:lnTo>
                    <a:pt x="43422" y="1914491"/>
                  </a:lnTo>
                  <a:cubicBezTo>
                    <a:pt x="143526" y="1804844"/>
                    <a:pt x="278491" y="1731978"/>
                    <a:pt x="426595" y="1699379"/>
                  </a:cubicBezTo>
                  <a:cubicBezTo>
                    <a:pt x="536949" y="1675078"/>
                    <a:pt x="651186" y="1682281"/>
                    <a:pt x="762104" y="1658920"/>
                  </a:cubicBezTo>
                  <a:cubicBezTo>
                    <a:pt x="942980" y="1620966"/>
                    <a:pt x="1117029" y="1550256"/>
                    <a:pt x="1271162" y="1447794"/>
                  </a:cubicBezTo>
                  <a:cubicBezTo>
                    <a:pt x="1511536" y="1287961"/>
                    <a:pt x="1695669" y="1057733"/>
                    <a:pt x="1804332" y="790991"/>
                  </a:cubicBezTo>
                  <a:cubicBezTo>
                    <a:pt x="1833643" y="718967"/>
                    <a:pt x="1858132" y="642119"/>
                    <a:pt x="1872975" y="565773"/>
                  </a:cubicBezTo>
                  <a:cubicBezTo>
                    <a:pt x="1879802" y="530638"/>
                    <a:pt x="1884311" y="468822"/>
                    <a:pt x="1901973" y="441140"/>
                  </a:cubicBezTo>
                  <a:cubicBezTo>
                    <a:pt x="1990281" y="556316"/>
                    <a:pt x="2100009" y="650825"/>
                    <a:pt x="2236543" y="704061"/>
                  </a:cubicBezTo>
                  <a:cubicBezTo>
                    <a:pt x="2271240" y="717651"/>
                    <a:pt x="2310634" y="732683"/>
                    <a:pt x="2348150" y="735188"/>
                  </a:cubicBezTo>
                  <a:cubicBezTo>
                    <a:pt x="2423494" y="740323"/>
                    <a:pt x="2472220" y="641619"/>
                    <a:pt x="2399757" y="600220"/>
                  </a:cubicBezTo>
                  <a:cubicBezTo>
                    <a:pt x="2383536" y="575669"/>
                    <a:pt x="2358046" y="556003"/>
                    <a:pt x="2340133" y="531765"/>
                  </a:cubicBezTo>
                  <a:cubicBezTo>
                    <a:pt x="2311010" y="492434"/>
                    <a:pt x="2291470" y="443707"/>
                    <a:pt x="2283265" y="395545"/>
                  </a:cubicBezTo>
                  <a:cubicBezTo>
                    <a:pt x="2249883" y="199888"/>
                    <a:pt x="2397753" y="9618"/>
                    <a:pt x="2597167" y="349"/>
                  </a:cubicBezTo>
                  <a:close/>
                </a:path>
              </a:pathLst>
            </a:custGeom>
            <a:solidFill>
              <a:srgbClr val="FF9626"/>
            </a:solidFill>
            <a:ln w="1566" cap="flat">
              <a:noFill/>
              <a:prstDash val="solid"/>
              <a:round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B8CCDB6-409C-36B9-C8B5-F15FC9AFCB45}"/>
                </a:ext>
              </a:extLst>
            </p:cNvPr>
            <p:cNvSpPr/>
            <p:nvPr/>
          </p:nvSpPr>
          <p:spPr>
            <a:xfrm>
              <a:off x="3277828" y="2830073"/>
              <a:ext cx="2809153" cy="3282280"/>
            </a:xfrm>
            <a:custGeom>
              <a:avLst/>
              <a:gdLst>
                <a:gd name="csX0" fmla="*/ 248802 w 2809153"/>
                <a:gd name="csY0" fmla="*/ 0 h 3282280"/>
                <a:gd name="csX1" fmla="*/ 235065 w 2809153"/>
                <a:gd name="csY1" fmla="*/ 44252 h 3282280"/>
                <a:gd name="csX2" fmla="*/ 225686 w 2809153"/>
                <a:gd name="csY2" fmla="*/ 137288 h 3282280"/>
                <a:gd name="csX3" fmla="*/ 687326 w 2809153"/>
                <a:gd name="csY3" fmla="*/ 598928 h 3282280"/>
                <a:gd name="csX4" fmla="*/ 1148966 w 2809153"/>
                <a:gd name="csY4" fmla="*/ 137288 h 3282280"/>
                <a:gd name="csX5" fmla="*/ 1139587 w 2809153"/>
                <a:gd name="csY5" fmla="*/ 44252 h 3282280"/>
                <a:gd name="csX6" fmla="*/ 1134564 w 2809153"/>
                <a:gd name="csY6" fmla="*/ 28067 h 3282280"/>
                <a:gd name="csX7" fmla="*/ 1180289 w 2809153"/>
                <a:gd name="csY7" fmla="*/ 69837 h 3282280"/>
                <a:gd name="csX8" fmla="*/ 1349558 w 2809153"/>
                <a:gd name="csY8" fmla="*/ 392310 h 3282280"/>
                <a:gd name="csX9" fmla="*/ 1389579 w 2809153"/>
                <a:gd name="csY9" fmla="*/ 704208 h 3282280"/>
                <a:gd name="csX10" fmla="*/ 1446697 w 2809153"/>
                <a:gd name="csY10" fmla="*/ 933936 h 3282280"/>
                <a:gd name="csX11" fmla="*/ 2246484 w 2809153"/>
                <a:gd name="csY11" fmla="*/ 1794035 h 3282280"/>
                <a:gd name="csX12" fmla="*/ 2451849 w 2809153"/>
                <a:gd name="csY12" fmla="*/ 1864056 h 3282280"/>
                <a:gd name="csX13" fmla="*/ 2395857 w 2809153"/>
                <a:gd name="csY13" fmla="*/ 1908210 h 3282280"/>
                <a:gd name="csX14" fmla="*/ 2317507 w 2809153"/>
                <a:gd name="csY14" fmla="*/ 1974097 h 3282280"/>
                <a:gd name="csX15" fmla="*/ 2128865 w 2809153"/>
                <a:gd name="csY15" fmla="*/ 2254868 h 3282280"/>
                <a:gd name="csX16" fmla="*/ 2110138 w 2809153"/>
                <a:gd name="csY16" fmla="*/ 2369043 h 3282280"/>
                <a:gd name="csX17" fmla="*/ 2239971 w 2809153"/>
                <a:gd name="csY17" fmla="*/ 2381068 h 3282280"/>
                <a:gd name="csX18" fmla="*/ 2285691 w 2809153"/>
                <a:gd name="csY18" fmla="*/ 2343051 h 3282280"/>
                <a:gd name="csX19" fmla="*/ 2418404 w 2809153"/>
                <a:gd name="csY19" fmla="*/ 2282801 h 3282280"/>
                <a:gd name="csX20" fmla="*/ 2808903 w 2809153"/>
                <a:gd name="csY20" fmla="*/ 2640669 h 3282280"/>
                <a:gd name="csX21" fmla="*/ 2417277 w 2809153"/>
                <a:gd name="csY21" fmla="*/ 2964592 h 3282280"/>
                <a:gd name="csX22" fmla="*/ 2296150 w 2809153"/>
                <a:gd name="csY22" fmla="*/ 2915491 h 3282280"/>
                <a:gd name="csX23" fmla="*/ 2231891 w 2809153"/>
                <a:gd name="csY23" fmla="*/ 2863257 h 3282280"/>
                <a:gd name="csX24" fmla="*/ 2183979 w 2809153"/>
                <a:gd name="csY24" fmla="*/ 2802067 h 3282280"/>
                <a:gd name="csX25" fmla="*/ 2077258 w 2809153"/>
                <a:gd name="csY25" fmla="*/ 2890814 h 3282280"/>
                <a:gd name="csX26" fmla="*/ 2112832 w 2809153"/>
                <a:gd name="csY26" fmla="*/ 2992150 h 3282280"/>
                <a:gd name="csX27" fmla="*/ 2370367 w 2809153"/>
                <a:gd name="csY27" fmla="*/ 3279497 h 3282280"/>
                <a:gd name="csX28" fmla="*/ 2153541 w 2809153"/>
                <a:gd name="csY28" fmla="*/ 3246804 h 3282280"/>
                <a:gd name="csX29" fmla="*/ 1635966 w 2809153"/>
                <a:gd name="csY29" fmla="*/ 3061794 h 3282280"/>
                <a:gd name="csX30" fmla="*/ 67394 w 2809153"/>
                <a:gd name="csY30" fmla="*/ 1142682 h 3282280"/>
                <a:gd name="csX31" fmla="*/ 1444 w 2809153"/>
                <a:gd name="csY31" fmla="*/ 592664 h 3282280"/>
                <a:gd name="csX32" fmla="*/ 17290 w 2809153"/>
                <a:gd name="csY32" fmla="*/ 337070 h 3282280"/>
                <a:gd name="csX33" fmla="*/ 179301 w 2809153"/>
                <a:gd name="csY33" fmla="*/ 60502 h 32822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809153" h="3282280">
                  <a:moveTo>
                    <a:pt x="248802" y="0"/>
                  </a:moveTo>
                  <a:lnTo>
                    <a:pt x="235065" y="44252"/>
                  </a:lnTo>
                  <a:cubicBezTo>
                    <a:pt x="228916" y="74303"/>
                    <a:pt x="225686" y="105419"/>
                    <a:pt x="225686" y="137288"/>
                  </a:cubicBezTo>
                  <a:cubicBezTo>
                    <a:pt x="225686" y="392245"/>
                    <a:pt x="432369" y="598928"/>
                    <a:pt x="687326" y="598928"/>
                  </a:cubicBezTo>
                  <a:cubicBezTo>
                    <a:pt x="942283" y="598928"/>
                    <a:pt x="1148966" y="392245"/>
                    <a:pt x="1148966" y="137288"/>
                  </a:cubicBezTo>
                  <a:cubicBezTo>
                    <a:pt x="1148966" y="105419"/>
                    <a:pt x="1145737" y="74303"/>
                    <a:pt x="1139587" y="44252"/>
                  </a:cubicBezTo>
                  <a:lnTo>
                    <a:pt x="1134564" y="28067"/>
                  </a:lnTo>
                  <a:lnTo>
                    <a:pt x="1180289" y="69837"/>
                  </a:lnTo>
                  <a:cubicBezTo>
                    <a:pt x="1262729" y="160453"/>
                    <a:pt x="1321892" y="274409"/>
                    <a:pt x="1349558" y="392310"/>
                  </a:cubicBezTo>
                  <a:cubicBezTo>
                    <a:pt x="1373608" y="494961"/>
                    <a:pt x="1373921" y="600242"/>
                    <a:pt x="1389579" y="704208"/>
                  </a:cubicBezTo>
                  <a:cubicBezTo>
                    <a:pt x="1401290" y="782183"/>
                    <a:pt x="1422710" y="858905"/>
                    <a:pt x="1446697" y="933936"/>
                  </a:cubicBezTo>
                  <a:cubicBezTo>
                    <a:pt x="1571269" y="1323495"/>
                    <a:pt x="1879472" y="1626750"/>
                    <a:pt x="2246484" y="1794035"/>
                  </a:cubicBezTo>
                  <a:cubicBezTo>
                    <a:pt x="2313123" y="1824411"/>
                    <a:pt x="2382454" y="1842448"/>
                    <a:pt x="2451849" y="1864056"/>
                  </a:cubicBezTo>
                  <a:cubicBezTo>
                    <a:pt x="2436379" y="1881905"/>
                    <a:pt x="2415022" y="1894055"/>
                    <a:pt x="2395857" y="1908210"/>
                  </a:cubicBezTo>
                  <a:cubicBezTo>
                    <a:pt x="2368488" y="1928440"/>
                    <a:pt x="2342371" y="1950798"/>
                    <a:pt x="2317507" y="1974097"/>
                  </a:cubicBezTo>
                  <a:cubicBezTo>
                    <a:pt x="2236025" y="2050380"/>
                    <a:pt x="2167946" y="2150213"/>
                    <a:pt x="2128865" y="2254868"/>
                  </a:cubicBezTo>
                  <a:cubicBezTo>
                    <a:pt x="2115775" y="2290003"/>
                    <a:pt x="2097612" y="2331402"/>
                    <a:pt x="2110138" y="2369043"/>
                  </a:cubicBezTo>
                  <a:cubicBezTo>
                    <a:pt x="2130806" y="2431109"/>
                    <a:pt x="2207466" y="2431297"/>
                    <a:pt x="2239971" y="2381068"/>
                  </a:cubicBezTo>
                  <a:cubicBezTo>
                    <a:pt x="2256505" y="2370483"/>
                    <a:pt x="2270033" y="2355201"/>
                    <a:pt x="2285691" y="2343051"/>
                  </a:cubicBezTo>
                  <a:cubicBezTo>
                    <a:pt x="2323895" y="2313302"/>
                    <a:pt x="2370555" y="2291068"/>
                    <a:pt x="2418404" y="2282801"/>
                  </a:cubicBezTo>
                  <a:cubicBezTo>
                    <a:pt x="2637547" y="2244784"/>
                    <a:pt x="2816794" y="2425723"/>
                    <a:pt x="2808903" y="2640669"/>
                  </a:cubicBezTo>
                  <a:cubicBezTo>
                    <a:pt x="2801575" y="2840334"/>
                    <a:pt x="2616190" y="3000730"/>
                    <a:pt x="2417277" y="2964592"/>
                  </a:cubicBezTo>
                  <a:cubicBezTo>
                    <a:pt x="2374939" y="2956889"/>
                    <a:pt x="2331348" y="2940668"/>
                    <a:pt x="2296150" y="2915491"/>
                  </a:cubicBezTo>
                  <a:cubicBezTo>
                    <a:pt x="2273854" y="2899520"/>
                    <a:pt x="2255127" y="2876347"/>
                    <a:pt x="2231891" y="2863257"/>
                  </a:cubicBezTo>
                  <a:cubicBezTo>
                    <a:pt x="2217361" y="2842464"/>
                    <a:pt x="2207528" y="2814405"/>
                    <a:pt x="2183979" y="2802067"/>
                  </a:cubicBezTo>
                  <a:cubicBezTo>
                    <a:pt x="2121099" y="2769124"/>
                    <a:pt x="2067550" y="2829938"/>
                    <a:pt x="2077258" y="2890814"/>
                  </a:cubicBezTo>
                  <a:cubicBezTo>
                    <a:pt x="2082644" y="2924572"/>
                    <a:pt x="2098489" y="2961336"/>
                    <a:pt x="2112832" y="2992150"/>
                  </a:cubicBezTo>
                  <a:cubicBezTo>
                    <a:pt x="2170952" y="3116533"/>
                    <a:pt x="2258948" y="3202399"/>
                    <a:pt x="2370367" y="3279497"/>
                  </a:cubicBezTo>
                  <a:cubicBezTo>
                    <a:pt x="2322016" y="3291773"/>
                    <a:pt x="2205399" y="3260269"/>
                    <a:pt x="2153541" y="3246804"/>
                  </a:cubicBezTo>
                  <a:cubicBezTo>
                    <a:pt x="1975484" y="3200520"/>
                    <a:pt x="1803689" y="3137139"/>
                    <a:pt x="1635966" y="3061794"/>
                  </a:cubicBezTo>
                  <a:cubicBezTo>
                    <a:pt x="867807" y="2716890"/>
                    <a:pt x="247142" y="1967082"/>
                    <a:pt x="67394" y="1142682"/>
                  </a:cubicBezTo>
                  <a:cubicBezTo>
                    <a:pt x="27937" y="961743"/>
                    <a:pt x="4012" y="777987"/>
                    <a:pt x="1444" y="592664"/>
                  </a:cubicBezTo>
                  <a:cubicBezTo>
                    <a:pt x="317" y="508239"/>
                    <a:pt x="-5320" y="419366"/>
                    <a:pt x="17290" y="337070"/>
                  </a:cubicBezTo>
                  <a:cubicBezTo>
                    <a:pt x="44863" y="236549"/>
                    <a:pt x="104143" y="137860"/>
                    <a:pt x="179301" y="60502"/>
                  </a:cubicBezTo>
                  <a:close/>
                </a:path>
              </a:pathLst>
            </a:custGeom>
            <a:solidFill>
              <a:srgbClr val="FF4E51"/>
            </a:solidFill>
            <a:ln w="1566" cap="flat">
              <a:noFill/>
              <a:prstDash val="solid"/>
              <a:round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5F97552-5316-2B15-E517-222130C53D0A}"/>
                </a:ext>
              </a:extLst>
            </p:cNvPr>
            <p:cNvSpPr/>
            <p:nvPr/>
          </p:nvSpPr>
          <p:spPr>
            <a:xfrm>
              <a:off x="5828391" y="503530"/>
              <a:ext cx="3029619" cy="3035962"/>
            </a:xfrm>
            <a:custGeom>
              <a:avLst/>
              <a:gdLst>
                <a:gd name="csX0" fmla="*/ 372827 w 3029619"/>
                <a:gd name="csY0" fmla="*/ 642 h 3035962"/>
                <a:gd name="csX1" fmla="*/ 530655 w 3029619"/>
                <a:gd name="csY1" fmla="*/ 8659 h 3035962"/>
                <a:gd name="csX2" fmla="*/ 971133 w 3029619"/>
                <a:gd name="csY2" fmla="*/ 76237 h 3035962"/>
                <a:gd name="csX3" fmla="*/ 2817094 w 3029619"/>
                <a:gd name="csY3" fmla="*/ 1625268 h 3035962"/>
                <a:gd name="csX4" fmla="*/ 3009431 w 3029619"/>
                <a:gd name="csY4" fmla="*/ 2280066 h 3035962"/>
                <a:gd name="csX5" fmla="*/ 3009995 w 3029619"/>
                <a:gd name="csY5" fmla="*/ 2657663 h 3035962"/>
                <a:gd name="csX6" fmla="*/ 2907203 w 3029619"/>
                <a:gd name="csY6" fmla="*/ 2885480 h 3035962"/>
                <a:gd name="csX7" fmla="*/ 2846399 w 3029619"/>
                <a:gd name="csY7" fmla="*/ 2959238 h 3035962"/>
                <a:gd name="csX8" fmla="*/ 2855001 w 3029619"/>
                <a:gd name="csY8" fmla="*/ 2873906 h 3035962"/>
                <a:gd name="csX9" fmla="*/ 2393361 w 3029619"/>
                <a:gd name="csY9" fmla="*/ 2412266 h 3035962"/>
                <a:gd name="csX10" fmla="*/ 1931721 w 3029619"/>
                <a:gd name="csY10" fmla="*/ 2873906 h 3035962"/>
                <a:gd name="csX11" fmla="*/ 1941100 w 3029619"/>
                <a:gd name="csY11" fmla="*/ 2966943 h 3035962"/>
                <a:gd name="csX12" fmla="*/ 1962525 w 3029619"/>
                <a:gd name="csY12" fmla="*/ 3035962 h 3035962"/>
                <a:gd name="csX13" fmla="*/ 1903861 w 3029619"/>
                <a:gd name="csY13" fmla="*/ 2993141 h 3035962"/>
                <a:gd name="csX14" fmla="*/ 1688749 w 3029619"/>
                <a:gd name="csY14" fmla="*/ 2647830 h 3035962"/>
                <a:gd name="csX15" fmla="*/ 1652737 w 3029619"/>
                <a:gd name="csY15" fmla="*/ 2481798 h 3035962"/>
                <a:gd name="csX16" fmla="*/ 1596558 w 3029619"/>
                <a:gd name="csY16" fmla="*/ 2281820 h 3035962"/>
                <a:gd name="csX17" fmla="*/ 1375599 w 3029619"/>
                <a:gd name="csY17" fmla="*/ 1883492 h 3035962"/>
                <a:gd name="csX18" fmla="*/ 748483 w 3029619"/>
                <a:gd name="csY18" fmla="*/ 1433369 h 3035962"/>
                <a:gd name="csX19" fmla="*/ 549194 w 3029619"/>
                <a:gd name="csY19" fmla="*/ 1376626 h 3035962"/>
                <a:gd name="csX20" fmla="*/ 444727 w 3029619"/>
                <a:gd name="csY20" fmla="*/ 1353453 h 3035962"/>
                <a:gd name="csX21" fmla="*/ 698066 w 3029619"/>
                <a:gd name="csY21" fmla="*/ 1022641 h 3035962"/>
                <a:gd name="csX22" fmla="*/ 731698 w 3029619"/>
                <a:gd name="csY22" fmla="*/ 896190 h 3035962"/>
                <a:gd name="csX23" fmla="*/ 597231 w 3029619"/>
                <a:gd name="csY23" fmla="*/ 857360 h 3035962"/>
                <a:gd name="csX24" fmla="*/ 534351 w 3029619"/>
                <a:gd name="csY24" fmla="*/ 915480 h 3035962"/>
                <a:gd name="csX25" fmla="*/ 398756 w 3029619"/>
                <a:gd name="csY25" fmla="*/ 979739 h 3035962"/>
                <a:gd name="csX26" fmla="*/ 554 w 3029619"/>
                <a:gd name="csY26" fmla="*/ 670784 h 3035962"/>
                <a:gd name="csX27" fmla="*/ 358861 w 3029619"/>
                <a:gd name="csY27" fmla="*/ 313730 h 3035962"/>
                <a:gd name="csX28" fmla="*/ 529403 w 3029619"/>
                <a:gd name="csY28" fmla="*/ 380682 h 3035962"/>
                <a:gd name="csX29" fmla="*/ 577628 w 3029619"/>
                <a:gd name="csY29" fmla="*/ 423020 h 3035962"/>
                <a:gd name="csX30" fmla="*/ 695874 w 3029619"/>
                <a:gd name="csY30" fmla="*/ 431913 h 3035962"/>
                <a:gd name="csX31" fmla="*/ 692116 w 3029619"/>
                <a:gd name="csY31" fmla="*/ 331016 h 3035962"/>
                <a:gd name="csX32" fmla="*/ 510551 w 3029619"/>
                <a:gd name="csY32" fmla="*/ 98971 h 3035962"/>
                <a:gd name="csX33" fmla="*/ 438652 w 3029619"/>
                <a:gd name="csY33" fmla="*/ 45485 h 3035962"/>
                <a:gd name="csX34" fmla="*/ 372827 w 3029619"/>
                <a:gd name="csY34" fmla="*/ 642 h 30359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029619" h="3035962">
                  <a:moveTo>
                    <a:pt x="372827" y="642"/>
                  </a:moveTo>
                  <a:cubicBezTo>
                    <a:pt x="424560" y="-2114"/>
                    <a:pt x="478923" y="4650"/>
                    <a:pt x="530655" y="8659"/>
                  </a:cubicBezTo>
                  <a:cubicBezTo>
                    <a:pt x="679402" y="20183"/>
                    <a:pt x="825769" y="42980"/>
                    <a:pt x="971133" y="76237"/>
                  </a:cubicBezTo>
                  <a:cubicBezTo>
                    <a:pt x="1801108" y="266068"/>
                    <a:pt x="2474570" y="851786"/>
                    <a:pt x="2817094" y="1625268"/>
                  </a:cubicBezTo>
                  <a:cubicBezTo>
                    <a:pt x="2909724" y="1834327"/>
                    <a:pt x="2972855" y="2054597"/>
                    <a:pt x="3009431" y="2280066"/>
                  </a:cubicBezTo>
                  <a:cubicBezTo>
                    <a:pt x="3029348" y="2402946"/>
                    <a:pt x="3042312" y="2535785"/>
                    <a:pt x="3009995" y="2657663"/>
                  </a:cubicBezTo>
                  <a:cubicBezTo>
                    <a:pt x="2988450" y="2738957"/>
                    <a:pt x="2954003" y="2816540"/>
                    <a:pt x="2907203" y="2885480"/>
                  </a:cubicBezTo>
                  <a:lnTo>
                    <a:pt x="2846399" y="2959238"/>
                  </a:lnTo>
                  <a:lnTo>
                    <a:pt x="2855001" y="2873906"/>
                  </a:lnTo>
                  <a:cubicBezTo>
                    <a:pt x="2855001" y="2618949"/>
                    <a:pt x="2648318" y="2412266"/>
                    <a:pt x="2393361" y="2412266"/>
                  </a:cubicBezTo>
                  <a:cubicBezTo>
                    <a:pt x="2138404" y="2412266"/>
                    <a:pt x="1931721" y="2618949"/>
                    <a:pt x="1931721" y="2873906"/>
                  </a:cubicBezTo>
                  <a:cubicBezTo>
                    <a:pt x="1931721" y="2905776"/>
                    <a:pt x="1934951" y="2936891"/>
                    <a:pt x="1941100" y="2966943"/>
                  </a:cubicBezTo>
                  <a:lnTo>
                    <a:pt x="1962525" y="3035962"/>
                  </a:lnTo>
                  <a:lnTo>
                    <a:pt x="1903861" y="2993141"/>
                  </a:lnTo>
                  <a:cubicBezTo>
                    <a:pt x="1802353" y="2901201"/>
                    <a:pt x="1727690" y="2777474"/>
                    <a:pt x="1688749" y="2647830"/>
                  </a:cubicBezTo>
                  <a:cubicBezTo>
                    <a:pt x="1672278" y="2593029"/>
                    <a:pt x="1664449" y="2537538"/>
                    <a:pt x="1652737" y="2481798"/>
                  </a:cubicBezTo>
                  <a:cubicBezTo>
                    <a:pt x="1638520" y="2414032"/>
                    <a:pt x="1619981" y="2347080"/>
                    <a:pt x="1596558" y="2281820"/>
                  </a:cubicBezTo>
                  <a:cubicBezTo>
                    <a:pt x="1545577" y="2139461"/>
                    <a:pt x="1470984" y="2001299"/>
                    <a:pt x="1375599" y="1883492"/>
                  </a:cubicBezTo>
                  <a:cubicBezTo>
                    <a:pt x="1209253" y="1678065"/>
                    <a:pt x="994745" y="1527690"/>
                    <a:pt x="748483" y="1433369"/>
                  </a:cubicBezTo>
                  <a:cubicBezTo>
                    <a:pt x="685101" y="1409131"/>
                    <a:pt x="615958" y="1388902"/>
                    <a:pt x="549194" y="1376626"/>
                  </a:cubicBezTo>
                  <a:cubicBezTo>
                    <a:pt x="517065" y="1370676"/>
                    <a:pt x="471157" y="1371115"/>
                    <a:pt x="444727" y="1353453"/>
                  </a:cubicBezTo>
                  <a:cubicBezTo>
                    <a:pt x="554392" y="1263516"/>
                    <a:pt x="647398" y="1157546"/>
                    <a:pt x="698066" y="1022641"/>
                  </a:cubicBezTo>
                  <a:cubicBezTo>
                    <a:pt x="712408" y="984374"/>
                    <a:pt x="731385" y="937338"/>
                    <a:pt x="731698" y="896190"/>
                  </a:cubicBezTo>
                  <a:cubicBezTo>
                    <a:pt x="732325" y="819281"/>
                    <a:pt x="635373" y="787277"/>
                    <a:pt x="597231" y="857360"/>
                  </a:cubicBezTo>
                  <a:cubicBezTo>
                    <a:pt x="574935" y="872140"/>
                    <a:pt x="556146" y="897944"/>
                    <a:pt x="534351" y="915480"/>
                  </a:cubicBezTo>
                  <a:cubicBezTo>
                    <a:pt x="496084" y="946357"/>
                    <a:pt x="446731" y="969154"/>
                    <a:pt x="398756" y="979739"/>
                  </a:cubicBezTo>
                  <a:cubicBezTo>
                    <a:pt x="200720" y="1023329"/>
                    <a:pt x="12141" y="869197"/>
                    <a:pt x="554" y="670784"/>
                  </a:cubicBezTo>
                  <a:cubicBezTo>
                    <a:pt x="-10907" y="474126"/>
                    <a:pt x="157067" y="293125"/>
                    <a:pt x="358861" y="313730"/>
                  </a:cubicBezTo>
                  <a:cubicBezTo>
                    <a:pt x="421115" y="320056"/>
                    <a:pt x="478735" y="344669"/>
                    <a:pt x="529403" y="380682"/>
                  </a:cubicBezTo>
                  <a:cubicBezTo>
                    <a:pt x="547002" y="393208"/>
                    <a:pt x="559591" y="411684"/>
                    <a:pt x="577628" y="423020"/>
                  </a:cubicBezTo>
                  <a:cubicBezTo>
                    <a:pt x="605186" y="468740"/>
                    <a:pt x="665686" y="481454"/>
                    <a:pt x="695874" y="431913"/>
                  </a:cubicBezTo>
                  <a:cubicBezTo>
                    <a:pt x="715916" y="399095"/>
                    <a:pt x="707398" y="363646"/>
                    <a:pt x="692116" y="331016"/>
                  </a:cubicBezTo>
                  <a:cubicBezTo>
                    <a:pt x="650404" y="241831"/>
                    <a:pt x="587461" y="160599"/>
                    <a:pt x="510551" y="98971"/>
                  </a:cubicBezTo>
                  <a:cubicBezTo>
                    <a:pt x="487378" y="80433"/>
                    <a:pt x="463203" y="62145"/>
                    <a:pt x="438652" y="45485"/>
                  </a:cubicBezTo>
                  <a:cubicBezTo>
                    <a:pt x="417295" y="31018"/>
                    <a:pt x="388548" y="20621"/>
                    <a:pt x="372827" y="642"/>
                  </a:cubicBezTo>
                  <a:close/>
                </a:path>
              </a:pathLst>
            </a:custGeom>
            <a:solidFill>
              <a:srgbClr val="FF57E6"/>
            </a:solidFill>
            <a:ln w="1566" cap="flat">
              <a:noFill/>
              <a:prstDash val="solid"/>
              <a:round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7527D53-2687-2EFC-9591-731A32440FE7}"/>
                </a:ext>
              </a:extLst>
            </p:cNvPr>
            <p:cNvSpPr/>
            <p:nvPr/>
          </p:nvSpPr>
          <p:spPr>
            <a:xfrm>
              <a:off x="3313022" y="515870"/>
              <a:ext cx="3014119" cy="2790260"/>
            </a:xfrm>
            <a:custGeom>
              <a:avLst/>
              <a:gdLst>
                <a:gd name="csX0" fmla="*/ 2523850 w 3014119"/>
                <a:gd name="csY0" fmla="*/ 313 h 2790260"/>
                <a:gd name="csX1" fmla="*/ 2587885 w 3014119"/>
                <a:gd name="csY1" fmla="*/ 5964 h 2790260"/>
                <a:gd name="csX2" fmla="*/ 2888226 w 3014119"/>
                <a:gd name="csY2" fmla="*/ 142672 h 2790260"/>
                <a:gd name="csX3" fmla="*/ 2943033 w 3014119"/>
                <a:gd name="csY3" fmla="*/ 194153 h 2790260"/>
                <a:gd name="csX4" fmla="*/ 2936664 w 3014119"/>
                <a:gd name="csY4" fmla="*/ 192176 h 2790260"/>
                <a:gd name="csX5" fmla="*/ 2843627 w 3014119"/>
                <a:gd name="csY5" fmla="*/ 182797 h 2790260"/>
                <a:gd name="csX6" fmla="*/ 2381987 w 3014119"/>
                <a:gd name="csY6" fmla="*/ 644437 h 2790260"/>
                <a:gd name="csX7" fmla="*/ 2843627 w 3014119"/>
                <a:gd name="csY7" fmla="*/ 1106077 h 2790260"/>
                <a:gd name="csX8" fmla="*/ 2936664 w 3014119"/>
                <a:gd name="csY8" fmla="*/ 1096698 h 2790260"/>
                <a:gd name="csX9" fmla="*/ 3014119 w 3014119"/>
                <a:gd name="csY9" fmla="*/ 1072655 h 2790260"/>
                <a:gd name="csX10" fmla="*/ 2958007 w 3014119"/>
                <a:gd name="csY10" fmla="*/ 1142808 h 2790260"/>
                <a:gd name="csX11" fmla="*/ 2707446 w 3014119"/>
                <a:gd name="csY11" fmla="*/ 1318629 h 2790260"/>
                <a:gd name="csX12" fmla="*/ 2427740 w 3014119"/>
                <a:gd name="csY12" fmla="*/ 1378128 h 2790260"/>
                <a:gd name="csX13" fmla="*/ 2101500 w 3014119"/>
                <a:gd name="csY13" fmla="*/ 1502010 h 2790260"/>
                <a:gd name="csX14" fmla="*/ 1505887 w 3014119"/>
                <a:gd name="csY14" fmla="*/ 2108897 h 2790260"/>
                <a:gd name="csX15" fmla="*/ 1411128 w 3014119"/>
                <a:gd name="csY15" fmla="*/ 2320774 h 2790260"/>
                <a:gd name="csX16" fmla="*/ 1373800 w 3014119"/>
                <a:gd name="csY16" fmla="*/ 2430753 h 2790260"/>
                <a:gd name="csX17" fmla="*/ 1322757 w 3014119"/>
                <a:gd name="csY17" fmla="*/ 2353718 h 2790260"/>
                <a:gd name="csX18" fmla="*/ 1063656 w 3014119"/>
                <a:gd name="csY18" fmla="*/ 2124178 h 2790260"/>
                <a:gd name="csX19" fmla="*/ 953928 w 3014119"/>
                <a:gd name="csY19" fmla="*/ 2078145 h 2790260"/>
                <a:gd name="csX20" fmla="*/ 888103 w 3014119"/>
                <a:gd name="csY20" fmla="*/ 2210796 h 2790260"/>
                <a:gd name="csX21" fmla="*/ 932696 w 3014119"/>
                <a:gd name="csY21" fmla="*/ 2273614 h 2790260"/>
                <a:gd name="csX22" fmla="*/ 980295 w 3014119"/>
                <a:gd name="csY22" fmla="*/ 2399939 h 2790260"/>
                <a:gd name="csX23" fmla="*/ 634765 w 3014119"/>
                <a:gd name="csY23" fmla="*/ 2789874 h 2790260"/>
                <a:gd name="csX24" fmla="*/ 332762 w 3014119"/>
                <a:gd name="csY24" fmla="*/ 2375576 h 2790260"/>
                <a:gd name="csX25" fmla="*/ 405413 w 3014119"/>
                <a:gd name="csY25" fmla="*/ 2235723 h 2790260"/>
                <a:gd name="csX26" fmla="*/ 444557 w 3014119"/>
                <a:gd name="csY26" fmla="*/ 2195326 h 2790260"/>
                <a:gd name="csX27" fmla="*/ 490152 w 3014119"/>
                <a:gd name="csY27" fmla="*/ 2157811 h 2790260"/>
                <a:gd name="csX28" fmla="*/ 421822 w 3014119"/>
                <a:gd name="csY28" fmla="*/ 2050275 h 2790260"/>
                <a:gd name="csX29" fmla="*/ 279965 w 3014119"/>
                <a:gd name="csY29" fmla="*/ 2098061 h 2790260"/>
                <a:gd name="csX30" fmla="*/ 2200 w 3014119"/>
                <a:gd name="csY30" fmla="*/ 2344511 h 2790260"/>
                <a:gd name="csX31" fmla="*/ 28567 w 3014119"/>
                <a:gd name="csY31" fmla="*/ 2160754 h 2790260"/>
                <a:gd name="csX32" fmla="*/ 196792 w 3014119"/>
                <a:gd name="csY32" fmla="*/ 1645621 h 2790260"/>
                <a:gd name="csX33" fmla="*/ 1886678 w 3014119"/>
                <a:gd name="csY33" fmla="*/ 109053 h 2790260"/>
                <a:gd name="csX34" fmla="*/ 2331039 w 3014119"/>
                <a:gd name="csY34" fmla="*/ 14044 h 2790260"/>
                <a:gd name="csX35" fmla="*/ 2523850 w 3014119"/>
                <a:gd name="csY35" fmla="*/ 313 h 2790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3014119" h="2790260">
                  <a:moveTo>
                    <a:pt x="2523850" y="313"/>
                  </a:moveTo>
                  <a:cubicBezTo>
                    <a:pt x="2545297" y="977"/>
                    <a:pt x="2566670" y="2739"/>
                    <a:pt x="2587885" y="5964"/>
                  </a:cubicBezTo>
                  <a:cubicBezTo>
                    <a:pt x="2698084" y="22733"/>
                    <a:pt x="2801482" y="72830"/>
                    <a:pt x="2888226" y="142672"/>
                  </a:cubicBezTo>
                  <a:lnTo>
                    <a:pt x="2943033" y="194153"/>
                  </a:lnTo>
                  <a:lnTo>
                    <a:pt x="2936664" y="192176"/>
                  </a:lnTo>
                  <a:cubicBezTo>
                    <a:pt x="2906612" y="186027"/>
                    <a:pt x="2875497" y="182797"/>
                    <a:pt x="2843627" y="182797"/>
                  </a:cubicBezTo>
                  <a:cubicBezTo>
                    <a:pt x="2588670" y="182797"/>
                    <a:pt x="2381987" y="389480"/>
                    <a:pt x="2381987" y="644437"/>
                  </a:cubicBezTo>
                  <a:cubicBezTo>
                    <a:pt x="2381987" y="899394"/>
                    <a:pt x="2588670" y="1106077"/>
                    <a:pt x="2843627" y="1106077"/>
                  </a:cubicBezTo>
                  <a:cubicBezTo>
                    <a:pt x="2875497" y="1106077"/>
                    <a:pt x="2906612" y="1102848"/>
                    <a:pt x="2936664" y="1096698"/>
                  </a:cubicBezTo>
                  <a:lnTo>
                    <a:pt x="3014119" y="1072655"/>
                  </a:lnTo>
                  <a:lnTo>
                    <a:pt x="2958007" y="1142808"/>
                  </a:lnTo>
                  <a:cubicBezTo>
                    <a:pt x="2888279" y="1218237"/>
                    <a:pt x="2801439" y="1280112"/>
                    <a:pt x="2707446" y="1318629"/>
                  </a:cubicBezTo>
                  <a:cubicBezTo>
                    <a:pt x="2618136" y="1355143"/>
                    <a:pt x="2521059" y="1356959"/>
                    <a:pt x="2427740" y="1378128"/>
                  </a:cubicBezTo>
                  <a:cubicBezTo>
                    <a:pt x="2314380" y="1403806"/>
                    <a:pt x="2204150" y="1447835"/>
                    <a:pt x="2101500" y="1502010"/>
                  </a:cubicBezTo>
                  <a:cubicBezTo>
                    <a:pt x="1843839" y="1637918"/>
                    <a:pt x="1640291" y="1851549"/>
                    <a:pt x="1505887" y="2108897"/>
                  </a:cubicBezTo>
                  <a:cubicBezTo>
                    <a:pt x="1470438" y="2176850"/>
                    <a:pt x="1437432" y="2248812"/>
                    <a:pt x="1411128" y="2320774"/>
                  </a:cubicBezTo>
                  <a:cubicBezTo>
                    <a:pt x="1397850" y="2357162"/>
                    <a:pt x="1389646" y="2395367"/>
                    <a:pt x="1373800" y="2430753"/>
                  </a:cubicBezTo>
                  <a:cubicBezTo>
                    <a:pt x="1355324" y="2406139"/>
                    <a:pt x="1340919" y="2378645"/>
                    <a:pt x="1322757" y="2353718"/>
                  </a:cubicBezTo>
                  <a:cubicBezTo>
                    <a:pt x="1253425" y="2258582"/>
                    <a:pt x="1167935" y="2179606"/>
                    <a:pt x="1063656" y="2124178"/>
                  </a:cubicBezTo>
                  <a:cubicBezTo>
                    <a:pt x="1030712" y="2106642"/>
                    <a:pt x="991193" y="2084095"/>
                    <a:pt x="953928" y="2078145"/>
                  </a:cubicBezTo>
                  <a:cubicBezTo>
                    <a:pt x="874763" y="2065494"/>
                    <a:pt x="815202" y="2165201"/>
                    <a:pt x="888103" y="2210796"/>
                  </a:cubicBezTo>
                  <a:cubicBezTo>
                    <a:pt x="897936" y="2233593"/>
                    <a:pt x="919669" y="2251819"/>
                    <a:pt x="932696" y="2273614"/>
                  </a:cubicBezTo>
                  <a:cubicBezTo>
                    <a:pt x="955869" y="2312131"/>
                    <a:pt x="973907" y="2355221"/>
                    <a:pt x="980295" y="2399939"/>
                  </a:cubicBezTo>
                  <a:cubicBezTo>
                    <a:pt x="1010545" y="2611441"/>
                    <a:pt x="851402" y="2799957"/>
                    <a:pt x="634765" y="2789874"/>
                  </a:cubicBezTo>
                  <a:cubicBezTo>
                    <a:pt x="426519" y="2780229"/>
                    <a:pt x="287167" y="2573487"/>
                    <a:pt x="332762" y="2375576"/>
                  </a:cubicBezTo>
                  <a:cubicBezTo>
                    <a:pt x="344349" y="2325221"/>
                    <a:pt x="372031" y="2274992"/>
                    <a:pt x="405413" y="2235723"/>
                  </a:cubicBezTo>
                  <a:cubicBezTo>
                    <a:pt x="417751" y="2221192"/>
                    <a:pt x="433597" y="2210545"/>
                    <a:pt x="444557" y="2195326"/>
                  </a:cubicBezTo>
                  <a:cubicBezTo>
                    <a:pt x="461717" y="2185932"/>
                    <a:pt x="481884" y="2176913"/>
                    <a:pt x="490152" y="2157811"/>
                  </a:cubicBezTo>
                  <a:cubicBezTo>
                    <a:pt x="511759" y="2107707"/>
                    <a:pt x="477626" y="2049961"/>
                    <a:pt x="421822" y="2050275"/>
                  </a:cubicBezTo>
                  <a:cubicBezTo>
                    <a:pt x="375476" y="2050525"/>
                    <a:pt x="320925" y="2077957"/>
                    <a:pt x="279965" y="2098061"/>
                  </a:cubicBezTo>
                  <a:cubicBezTo>
                    <a:pt x="165477" y="2154429"/>
                    <a:pt x="76730" y="2242487"/>
                    <a:pt x="2200" y="2344511"/>
                  </a:cubicBezTo>
                  <a:cubicBezTo>
                    <a:pt x="-7946" y="2308123"/>
                    <a:pt x="19799" y="2202717"/>
                    <a:pt x="28567" y="2160754"/>
                  </a:cubicBezTo>
                  <a:cubicBezTo>
                    <a:pt x="65394" y="1984075"/>
                    <a:pt x="124141" y="1810652"/>
                    <a:pt x="196792" y="1645621"/>
                  </a:cubicBezTo>
                  <a:cubicBezTo>
                    <a:pt x="515141" y="922118"/>
                    <a:pt x="1125284" y="341662"/>
                    <a:pt x="1886678" y="109053"/>
                  </a:cubicBezTo>
                  <a:cubicBezTo>
                    <a:pt x="2033170" y="64273"/>
                    <a:pt x="2178911" y="32833"/>
                    <a:pt x="2331039" y="14044"/>
                  </a:cubicBezTo>
                  <a:cubicBezTo>
                    <a:pt x="2394500" y="6199"/>
                    <a:pt x="2459510" y="-1680"/>
                    <a:pt x="2523850" y="313"/>
                  </a:cubicBezTo>
                  <a:close/>
                </a:path>
              </a:pathLst>
            </a:custGeom>
            <a:solidFill>
              <a:srgbClr val="00C6E5"/>
            </a:solidFill>
            <a:ln w="1566" cap="flat">
              <a:noFill/>
              <a:prstDash val="solid"/>
              <a:round/>
            </a:ln>
          </p:spPr>
          <p:txBody>
            <a:bodyPr wrap="square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3D9BC8D-39F8-2E1E-A372-0F078FBDD835}"/>
              </a:ext>
            </a:extLst>
          </p:cNvPr>
          <p:cNvGrpSpPr/>
          <p:nvPr/>
        </p:nvGrpSpPr>
        <p:grpSpPr>
          <a:xfrm>
            <a:off x="610197" y="6566037"/>
            <a:ext cx="5135393" cy="1996787"/>
            <a:chOff x="8511575" y="3332317"/>
            <a:chExt cx="3046789" cy="133119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932274-8D55-1019-1DD9-BF1B0352413F}"/>
                </a:ext>
              </a:extLst>
            </p:cNvPr>
            <p:cNvSpPr txBox="1"/>
            <p:nvPr/>
          </p:nvSpPr>
          <p:spPr>
            <a:xfrm>
              <a:off x="8511575" y="3332317"/>
              <a:ext cx="3046789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3200" b="1" kern="0" noProof="1">
                  <a:solidFill>
                    <a:srgbClr val="FF4E5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Tier 1 Hard Restriction</a:t>
              </a:r>
              <a:endParaRPr kumimoji="0" lang="en-US" sz="3200" b="1" i="0" u="none" strike="noStrike" kern="0" cap="none" spc="0" normalizeH="0" baseline="0" noProof="1">
                <a:ln>
                  <a:noFill/>
                </a:ln>
                <a:solidFill>
                  <a:srgbClr val="FF4E5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4762B79-8128-F6D1-379D-3C4B4B0ECC9A}"/>
                </a:ext>
              </a:extLst>
            </p:cNvPr>
            <p:cNvSpPr txBox="1"/>
            <p:nvPr/>
          </p:nvSpPr>
          <p:spPr>
            <a:xfrm>
              <a:off x="8511576" y="3924844"/>
              <a:ext cx="2926080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Tier 1 agent cannot force-publish. You must instruct the user to resubmit it.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916D92-A39E-CD95-45EE-6557F57D4675}"/>
                </a:ext>
              </a:extLst>
            </p:cNvPr>
            <p:cNvCxnSpPr>
              <a:cxnSpLocks/>
            </p:cNvCxnSpPr>
            <p:nvPr/>
          </p:nvCxnSpPr>
          <p:spPr>
            <a:xfrm>
              <a:off x="8511576" y="3823505"/>
              <a:ext cx="2926080" cy="0"/>
            </a:xfrm>
            <a:prstGeom prst="line">
              <a:avLst/>
            </a:prstGeom>
            <a:noFill/>
            <a:ln w="12700" cap="flat" cmpd="sng" algn="ctr">
              <a:solidFill>
                <a:srgbClr val="FF4E51"/>
              </a:solidFill>
              <a:prstDash val="solid"/>
              <a:miter lim="800000"/>
            </a:ln>
            <a:effectLst/>
          </p:spPr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270B16-85FC-B6C1-DC66-BBEE36F2471E}"/>
              </a:ext>
            </a:extLst>
          </p:cNvPr>
          <p:cNvGrpSpPr/>
          <p:nvPr/>
        </p:nvGrpSpPr>
        <p:grpSpPr>
          <a:xfrm>
            <a:off x="769734" y="2476588"/>
            <a:ext cx="4389120" cy="2335340"/>
            <a:chOff x="8511576" y="3332317"/>
            <a:chExt cx="2926080" cy="155689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95AD93-BD09-21F0-8AB6-F9C5FBAC69BE}"/>
                </a:ext>
              </a:extLst>
            </p:cNvPr>
            <p:cNvSpPr txBox="1"/>
            <p:nvPr/>
          </p:nvSpPr>
          <p:spPr>
            <a:xfrm>
              <a:off x="8877336" y="3332317"/>
              <a:ext cx="2194560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3200" b="1" kern="0" noProof="1">
                  <a:solidFill>
                    <a:srgbClr val="00C6E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Definition</a:t>
              </a:r>
              <a:endParaRPr kumimoji="0" lang="en-US" sz="3200" b="1" i="0" u="none" strike="noStrike" kern="0" cap="none" spc="0" normalizeH="0" baseline="0" noProof="1">
                <a:ln>
                  <a:noFill/>
                </a:ln>
                <a:solidFill>
                  <a:srgbClr val="00C6E5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4366721-67B8-E40D-5758-2AE6E1026266}"/>
                </a:ext>
              </a:extLst>
            </p:cNvPr>
            <p:cNvSpPr txBox="1"/>
            <p:nvPr/>
          </p:nvSpPr>
          <p:spPr>
            <a:xfrm>
              <a:off x="8511576" y="3924844"/>
              <a:ext cx="2926080" cy="96436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Manually republishing a review previously taken down by an automated or manual classifier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A0AA2D7-2F5B-0766-285E-06FB36B09408}"/>
                </a:ext>
              </a:extLst>
            </p:cNvPr>
            <p:cNvCxnSpPr>
              <a:cxnSpLocks/>
            </p:cNvCxnSpPr>
            <p:nvPr/>
          </p:nvCxnSpPr>
          <p:spPr>
            <a:xfrm>
              <a:off x="8511576" y="3823505"/>
              <a:ext cx="2926080" cy="0"/>
            </a:xfrm>
            <a:prstGeom prst="line">
              <a:avLst/>
            </a:prstGeom>
            <a:noFill/>
            <a:ln w="12700" cap="flat" cmpd="sng" algn="ctr">
              <a:solidFill>
                <a:srgbClr val="00C6E5"/>
              </a:solidFill>
              <a:prstDash val="solid"/>
              <a:miter lim="800000"/>
            </a:ln>
            <a:effectLst/>
          </p:spPr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819105-C2F9-2A54-76D3-9D2F65E82F41}"/>
              </a:ext>
            </a:extLst>
          </p:cNvPr>
          <p:cNvGrpSpPr/>
          <p:nvPr/>
        </p:nvGrpSpPr>
        <p:grpSpPr>
          <a:xfrm>
            <a:off x="12468802" y="1798878"/>
            <a:ext cx="5551366" cy="3843446"/>
            <a:chOff x="8354171" y="3004022"/>
            <a:chExt cx="3083486" cy="256229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CF04D3D-79DC-C55F-3BAB-A6A53D7E8D45}"/>
                </a:ext>
              </a:extLst>
            </p:cNvPr>
            <p:cNvSpPr txBox="1"/>
            <p:nvPr/>
          </p:nvSpPr>
          <p:spPr>
            <a:xfrm>
              <a:off x="8354171" y="3004022"/>
              <a:ext cx="3083485" cy="71814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3200" b="1" kern="0" noProof="1">
                  <a:solidFill>
                    <a:srgbClr val="FF57E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Escalation to Tier 2 Criteria</a:t>
              </a:r>
              <a:endParaRPr kumimoji="0" lang="en-US" sz="3200" b="1" i="0" u="none" strike="noStrike" kern="0" cap="none" spc="0" normalizeH="0" baseline="0" noProof="1">
                <a:ln>
                  <a:noFill/>
                </a:ln>
                <a:solidFill>
                  <a:srgbClr val="FF57E6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000A84-E692-BCE9-F23C-06AB9A894926}"/>
                </a:ext>
              </a:extLst>
            </p:cNvPr>
            <p:cNvSpPr txBox="1"/>
            <p:nvPr/>
          </p:nvSpPr>
          <p:spPr>
            <a:xfrm>
              <a:off x="8400107" y="3924844"/>
              <a:ext cx="3037550" cy="164147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Only under 2 conditions: </a:t>
              </a:r>
            </a:p>
            <a:p>
              <a:pPr lvl="0" algn="just" defTabSz="1371600"/>
              <a:endParaRPr lang="en-US" sz="2200" kern="0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lvl="0" algn="just" defTabSz="1371600"/>
              <a:r>
                <a:rPr lang="en-US" sz="2200" b="1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Mass Errors: </a:t>
              </a:r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Extreme bugs wiping out large volumes of reviews. </a:t>
              </a:r>
            </a:p>
            <a:p>
              <a:pPr lvl="0" algn="just" defTabSz="1371600"/>
              <a:endParaRPr lang="en-US" sz="2200" kern="0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lvl="0" algn="just" defTabSz="1371600"/>
              <a:r>
                <a:rPr lang="en-US" sz="2200" b="1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Repeated False Positives: </a:t>
              </a:r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Compliant content blocked more than twice.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72783E0-6DBA-3F40-FD81-37DD398B8969}"/>
                </a:ext>
              </a:extLst>
            </p:cNvPr>
            <p:cNvCxnSpPr>
              <a:cxnSpLocks/>
            </p:cNvCxnSpPr>
            <p:nvPr/>
          </p:nvCxnSpPr>
          <p:spPr>
            <a:xfrm>
              <a:off x="8511576" y="3823505"/>
              <a:ext cx="2926080" cy="0"/>
            </a:xfrm>
            <a:prstGeom prst="line">
              <a:avLst/>
            </a:prstGeom>
            <a:noFill/>
            <a:ln w="12700" cap="flat" cmpd="sng" algn="ctr">
              <a:solidFill>
                <a:srgbClr val="FF57E6"/>
              </a:solidFill>
              <a:prstDash val="solid"/>
              <a:miter lim="800000"/>
            </a:ln>
            <a:effectLst/>
          </p:spPr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ABDEBD-4357-5C75-ADEB-624B350C10C6}"/>
              </a:ext>
            </a:extLst>
          </p:cNvPr>
          <p:cNvGrpSpPr/>
          <p:nvPr/>
        </p:nvGrpSpPr>
        <p:grpSpPr>
          <a:xfrm>
            <a:off x="12126437" y="6644937"/>
            <a:ext cx="5551366" cy="1996787"/>
            <a:chOff x="8354171" y="3332317"/>
            <a:chExt cx="3083486" cy="13311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B3280B-206B-C904-7F76-7CCAA72C8D75}"/>
                </a:ext>
              </a:extLst>
            </p:cNvPr>
            <p:cNvSpPr txBox="1"/>
            <p:nvPr/>
          </p:nvSpPr>
          <p:spPr>
            <a:xfrm>
              <a:off x="8354171" y="3332317"/>
              <a:ext cx="3083485" cy="38985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3200" b="1" kern="0" noProof="1">
                  <a:solidFill>
                    <a:srgbClr val="FF962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Strict Restrictions</a:t>
              </a:r>
              <a:endParaRPr kumimoji="0" lang="en-US" sz="3200" b="1" i="0" u="none" strike="noStrike" kern="0" cap="none" spc="0" normalizeH="0" baseline="0" noProof="1">
                <a:ln>
                  <a:noFill/>
                </a:ln>
                <a:solidFill>
                  <a:srgbClr val="FF9626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0DE7D58-146E-E297-A5DB-BE090CF151C1}"/>
                </a:ext>
              </a:extLst>
            </p:cNvPr>
            <p:cNvSpPr txBox="1"/>
            <p:nvPr/>
          </p:nvSpPr>
          <p:spPr>
            <a:xfrm>
              <a:off x="8400107" y="3924844"/>
              <a:ext cx="3037550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 agent (Tier 1 or Tier 2) may force-publish a review that was previously live and already has user votes. 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DB0C0D2-CCA0-AB79-EC47-D2E5E0E96069}"/>
                </a:ext>
              </a:extLst>
            </p:cNvPr>
            <p:cNvCxnSpPr>
              <a:cxnSpLocks/>
            </p:cNvCxnSpPr>
            <p:nvPr/>
          </p:nvCxnSpPr>
          <p:spPr>
            <a:xfrm>
              <a:off x="8511576" y="3823505"/>
              <a:ext cx="2926080" cy="0"/>
            </a:xfrm>
            <a:prstGeom prst="line">
              <a:avLst/>
            </a:prstGeom>
            <a:noFill/>
            <a:ln w="12700" cap="flat" cmpd="sng" algn="ctr">
              <a:solidFill>
                <a:srgbClr val="FF9626"/>
              </a:solidFill>
              <a:prstDash val="solid"/>
              <a:miter lim="800000"/>
            </a:ln>
            <a:effectLst/>
          </p:spPr>
        </p:cxn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6CEAF750-C1ED-283C-E02A-F1DC69C51291}"/>
              </a:ext>
            </a:extLst>
          </p:cNvPr>
          <p:cNvSpPr/>
          <p:nvPr/>
        </p:nvSpPr>
        <p:spPr>
          <a:xfrm>
            <a:off x="10460390" y="2811381"/>
            <a:ext cx="1108919" cy="1107996"/>
          </a:xfrm>
          <a:custGeom>
            <a:avLst/>
            <a:gdLst/>
            <a:ahLst/>
            <a:cxnLst/>
            <a:rect l="l" t="t" r="r" b="b"/>
            <a:pathLst>
              <a:path w="4354286" h="4114800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Picture 9" descr="Dart and target illustration, Goal Target Corporation , Target transparent  background PNG clipart | HiClipart">
            <a:extLst>
              <a:ext uri="{FF2B5EF4-FFF2-40B4-BE49-F238E27FC236}">
                <a16:creationId xmlns:a16="http://schemas.microsoft.com/office/drawing/2014/main" id="{BE705FAF-E147-89F3-746B-64E16BEB5E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692813">
            <a:off x="6864967" y="2657837"/>
            <a:ext cx="1360874" cy="13608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Freeform 8">
            <a:extLst>
              <a:ext uri="{FF2B5EF4-FFF2-40B4-BE49-F238E27FC236}">
                <a16:creationId xmlns:a16="http://schemas.microsoft.com/office/drawing/2014/main" id="{A0FC0178-FB85-E40B-846B-405FC4DF561E}"/>
              </a:ext>
            </a:extLst>
          </p:cNvPr>
          <p:cNvSpPr/>
          <p:nvPr/>
        </p:nvSpPr>
        <p:spPr>
          <a:xfrm>
            <a:off x="6660632" y="6031575"/>
            <a:ext cx="1130450" cy="110194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F22442F3-C2F4-790B-0CA1-A35D279E4F51}"/>
              </a:ext>
            </a:extLst>
          </p:cNvPr>
          <p:cNvSpPr/>
          <p:nvPr/>
        </p:nvSpPr>
        <p:spPr>
          <a:xfrm>
            <a:off x="10278152" y="6354917"/>
            <a:ext cx="1380448" cy="1141609"/>
          </a:xfrm>
          <a:custGeom>
            <a:avLst/>
            <a:gdLst/>
            <a:ahLst/>
            <a:cxnLst/>
            <a:rect l="l" t="t" r="r" b="b"/>
            <a:pathLst>
              <a:path w="9195084" h="8229600">
                <a:moveTo>
                  <a:pt x="0" y="0"/>
                </a:moveTo>
                <a:lnTo>
                  <a:pt x="9195084" y="0"/>
                </a:lnTo>
                <a:lnTo>
                  <a:pt x="91950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01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44A6C-6879-13F2-6116-C63DAAFB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C612709-81C7-8753-D0E5-7F8FA86BC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4642AF87-FCC0-0B61-9881-4B24713C0BF0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BFED677-DC6A-1323-577F-60B4F18AD002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E3C9A8-09E7-055A-D7BD-14B2B9AF379D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C2733E3-E196-C24A-F8B5-1231C1F6D71B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FA503F6-4EA7-23EC-0FDC-5B6C929C4CD4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43DF254-70BC-5502-ABE1-67CB1015D546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D60222F-86AB-1C3E-C69F-A8591A5DE97C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521A0542-9C6C-4D63-E55A-44A10FEEA830}"/>
              </a:ext>
            </a:extLst>
          </p:cNvPr>
          <p:cNvSpPr txBox="1"/>
          <p:nvPr/>
        </p:nvSpPr>
        <p:spPr>
          <a:xfrm>
            <a:off x="478385" y="8719968"/>
            <a:ext cx="18560729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04.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Merge Multiple Accounts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3B90576-BFB1-5165-5DA8-24F0F620CCE6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2CC628F-566D-7A83-1EB0-828395DF71A8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70703975-0A55-D0ED-D284-6572FAFC10FA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95C4ACF-D3FF-A06E-CBDD-D901F4C58C8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08ED37E-EEC2-0720-265B-D7E36064299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9393F381-D863-FD46-23AF-0C649DC10A2B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DEF7E3CB-7C60-FA00-C27F-AA297DEDBBE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CDE6C98F-EFC6-B1F0-E95B-A34E394F763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B446499B-9D04-81A0-8C68-B37AC53E689A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E4B87C1C-FE33-25AE-9E3E-1291E5AB1BC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1EC350BE-579C-8398-E791-B937CBC81FE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11C4C14D-E371-A309-CAD0-BF125CA66DBD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950B2D7D-D773-3318-A926-15B3EABF741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7026B785-73EE-7B2D-D702-8E6080259F5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DA8BC005-5ED4-361D-3414-2346BE2EA30C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52C18D74-1E7A-9351-40F9-874A17B8B38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EB454F48-A967-F9F6-CE3A-70C849E4A75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1036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E9A62-F3E5-9D87-E66E-AFDED72F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D504EED9-A14D-206A-2BCA-39A75C627DA7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1870AB-EB74-955E-C761-C5F27E2D7866}"/>
              </a:ext>
            </a:extLst>
          </p:cNvPr>
          <p:cNvSpPr/>
          <p:nvPr/>
        </p:nvSpPr>
        <p:spPr>
          <a:xfrm>
            <a:off x="685800" y="913496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Why Merge Requests Fail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F22DDFE-8AAC-CCD1-11F1-7FF4CC66D95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Why merge requests fail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F9E59F-56B4-456C-EE01-13556033F3D9}"/>
              </a:ext>
            </a:extLst>
          </p:cNvPr>
          <p:cNvGrpSpPr/>
          <p:nvPr/>
        </p:nvGrpSpPr>
        <p:grpSpPr>
          <a:xfrm>
            <a:off x="5395436" y="2344248"/>
            <a:ext cx="7322130" cy="6736151"/>
            <a:chOff x="3655290" y="1183616"/>
            <a:chExt cx="4881420" cy="4490767"/>
          </a:xfrm>
        </p:grpSpPr>
        <p:sp>
          <p:nvSpPr>
            <p:cNvPr id="3" name="Forme libre 3">
              <a:extLst>
                <a:ext uri="{FF2B5EF4-FFF2-40B4-BE49-F238E27FC236}">
                  <a16:creationId xmlns:a16="http://schemas.microsoft.com/office/drawing/2014/main" id="{7B62105D-F569-A07D-59C8-1738754C3972}"/>
                </a:ext>
              </a:extLst>
            </p:cNvPr>
            <p:cNvSpPr/>
            <p:nvPr/>
          </p:nvSpPr>
          <p:spPr>
            <a:xfrm>
              <a:off x="5664446" y="1978026"/>
              <a:ext cx="806364" cy="372861"/>
            </a:xfrm>
            <a:custGeom>
              <a:avLst/>
              <a:gdLst>
                <a:gd name="csX0" fmla="*/ 743665 w 743665"/>
                <a:gd name="csY0" fmla="*/ 171979 h 343869"/>
                <a:gd name="csX1" fmla="*/ 690885 w 743665"/>
                <a:gd name="csY1" fmla="*/ 295565 h 343869"/>
                <a:gd name="csX2" fmla="*/ 630489 w 743665"/>
                <a:gd name="csY2" fmla="*/ 201465 h 343869"/>
                <a:gd name="csX3" fmla="*/ 637657 w 743665"/>
                <a:gd name="csY3" fmla="*/ 171979 h 343869"/>
                <a:gd name="csX4" fmla="*/ 628249 w 743665"/>
                <a:gd name="csY4" fmla="*/ 138462 h 343869"/>
                <a:gd name="csX5" fmla="*/ 623589 w 743665"/>
                <a:gd name="csY5" fmla="*/ 131651 h 343869"/>
                <a:gd name="csX6" fmla="*/ 623052 w 743665"/>
                <a:gd name="csY6" fmla="*/ 130933 h 343869"/>
                <a:gd name="csX7" fmla="*/ 619019 w 743665"/>
                <a:gd name="csY7" fmla="*/ 126185 h 343869"/>
                <a:gd name="csX8" fmla="*/ 571795 w 743665"/>
                <a:gd name="csY8" fmla="*/ 106108 h 343869"/>
                <a:gd name="csX9" fmla="*/ 171870 w 743665"/>
                <a:gd name="csY9" fmla="*/ 106108 h 343869"/>
                <a:gd name="csX10" fmla="*/ 122137 w 743665"/>
                <a:gd name="csY10" fmla="*/ 129231 h 343869"/>
                <a:gd name="csX11" fmla="*/ 121241 w 743665"/>
                <a:gd name="csY11" fmla="*/ 130217 h 343869"/>
                <a:gd name="csX12" fmla="*/ 117388 w 743665"/>
                <a:gd name="csY12" fmla="*/ 134968 h 343869"/>
                <a:gd name="csX13" fmla="*/ 112907 w 743665"/>
                <a:gd name="csY13" fmla="*/ 143122 h 343869"/>
                <a:gd name="csX14" fmla="*/ 106008 w 743665"/>
                <a:gd name="csY14" fmla="*/ 171979 h 343869"/>
                <a:gd name="csX15" fmla="*/ 111294 w 743665"/>
                <a:gd name="csY15" fmla="*/ 197253 h 343869"/>
                <a:gd name="csX16" fmla="*/ 51705 w 743665"/>
                <a:gd name="csY16" fmla="*/ 294399 h 343869"/>
                <a:gd name="csX17" fmla="*/ 0 w 743665"/>
                <a:gd name="csY17" fmla="*/ 171890 h 343869"/>
                <a:gd name="csX18" fmla="*/ 58425 w 743665"/>
                <a:gd name="csY18" fmla="*/ 43108 h 343869"/>
                <a:gd name="csX19" fmla="*/ 60217 w 743665"/>
                <a:gd name="csY19" fmla="*/ 41493 h 343869"/>
                <a:gd name="csX20" fmla="*/ 61830 w 743665"/>
                <a:gd name="csY20" fmla="*/ 40060 h 343869"/>
                <a:gd name="csX21" fmla="*/ 63802 w 743665"/>
                <a:gd name="csY21" fmla="*/ 38447 h 343869"/>
                <a:gd name="csX22" fmla="*/ 65414 w 743665"/>
                <a:gd name="csY22" fmla="*/ 37191 h 343869"/>
                <a:gd name="csX23" fmla="*/ 171870 w 743665"/>
                <a:gd name="csY23" fmla="*/ 0 h 343869"/>
                <a:gd name="csX24" fmla="*/ 571795 w 743665"/>
                <a:gd name="csY24" fmla="*/ 0 h 343869"/>
                <a:gd name="csX25" fmla="*/ 677086 w 743665"/>
                <a:gd name="csY25" fmla="*/ 36386 h 343869"/>
                <a:gd name="csX26" fmla="*/ 679146 w 743665"/>
                <a:gd name="csY26" fmla="*/ 37909 h 343869"/>
                <a:gd name="csX27" fmla="*/ 680759 w 743665"/>
                <a:gd name="csY27" fmla="*/ 39163 h 343869"/>
                <a:gd name="csX28" fmla="*/ 682283 w 743665"/>
                <a:gd name="csY28" fmla="*/ 40508 h 343869"/>
                <a:gd name="csX29" fmla="*/ 684075 w 743665"/>
                <a:gd name="csY29" fmla="*/ 42121 h 343869"/>
                <a:gd name="csX30" fmla="*/ 684075 w 743665"/>
                <a:gd name="csY30" fmla="*/ 42121 h 343869"/>
                <a:gd name="csX31" fmla="*/ 743486 w 743665"/>
                <a:gd name="csY31" fmla="*/ 171800 h 343869"/>
                <a:gd name="csX32" fmla="*/ 278146 w 743665"/>
                <a:gd name="csY32" fmla="*/ 237851 h 343869"/>
                <a:gd name="csX33" fmla="*/ 235403 w 743665"/>
                <a:gd name="csY33" fmla="*/ 343869 h 343869"/>
                <a:gd name="csX34" fmla="*/ 505574 w 743665"/>
                <a:gd name="csY34" fmla="*/ 343869 h 343869"/>
                <a:gd name="csX35" fmla="*/ 462831 w 743665"/>
                <a:gd name="csY35" fmla="*/ 237851 h 343869"/>
                <a:gd name="csX36" fmla="*/ 278057 w 743665"/>
                <a:gd name="csY36" fmla="*/ 237851 h 343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743665" h="343869">
                  <a:moveTo>
                    <a:pt x="743665" y="171979"/>
                  </a:moveTo>
                  <a:cubicBezTo>
                    <a:pt x="743665" y="218581"/>
                    <a:pt x="724489" y="263122"/>
                    <a:pt x="690885" y="295565"/>
                  </a:cubicBezTo>
                  <a:cubicBezTo>
                    <a:pt x="659612" y="272981"/>
                    <a:pt x="637927" y="239194"/>
                    <a:pt x="630489" y="201465"/>
                  </a:cubicBezTo>
                  <a:cubicBezTo>
                    <a:pt x="635238" y="192144"/>
                    <a:pt x="637657" y="182108"/>
                    <a:pt x="637657" y="171979"/>
                  </a:cubicBezTo>
                  <a:cubicBezTo>
                    <a:pt x="637657" y="160418"/>
                    <a:pt x="634432" y="148857"/>
                    <a:pt x="628249" y="138462"/>
                  </a:cubicBezTo>
                  <a:cubicBezTo>
                    <a:pt x="626815" y="136132"/>
                    <a:pt x="625292" y="133891"/>
                    <a:pt x="623589" y="131651"/>
                  </a:cubicBezTo>
                  <a:lnTo>
                    <a:pt x="623052" y="130933"/>
                  </a:lnTo>
                  <a:cubicBezTo>
                    <a:pt x="621887" y="129500"/>
                    <a:pt x="620632" y="127798"/>
                    <a:pt x="619019" y="126185"/>
                  </a:cubicBezTo>
                  <a:cubicBezTo>
                    <a:pt x="606474" y="113188"/>
                    <a:pt x="589717" y="106108"/>
                    <a:pt x="571795" y="106108"/>
                  </a:cubicBezTo>
                  <a:lnTo>
                    <a:pt x="171870" y="106108"/>
                  </a:lnTo>
                  <a:cubicBezTo>
                    <a:pt x="152873" y="106108"/>
                    <a:pt x="134772" y="114534"/>
                    <a:pt x="122137" y="129231"/>
                  </a:cubicBezTo>
                  <a:lnTo>
                    <a:pt x="121241" y="130217"/>
                  </a:lnTo>
                  <a:cubicBezTo>
                    <a:pt x="120076" y="131561"/>
                    <a:pt x="118642" y="133084"/>
                    <a:pt x="117388" y="134968"/>
                  </a:cubicBezTo>
                  <a:cubicBezTo>
                    <a:pt x="115506" y="137654"/>
                    <a:pt x="114162" y="140433"/>
                    <a:pt x="112907" y="143122"/>
                  </a:cubicBezTo>
                  <a:cubicBezTo>
                    <a:pt x="108338" y="152443"/>
                    <a:pt x="106008" y="162120"/>
                    <a:pt x="106008" y="171979"/>
                  </a:cubicBezTo>
                  <a:cubicBezTo>
                    <a:pt x="106008" y="180583"/>
                    <a:pt x="107800" y="189096"/>
                    <a:pt x="111294" y="197253"/>
                  </a:cubicBezTo>
                  <a:cubicBezTo>
                    <a:pt x="104753" y="236146"/>
                    <a:pt x="83336" y="270920"/>
                    <a:pt x="51705" y="294399"/>
                  </a:cubicBezTo>
                  <a:cubicBezTo>
                    <a:pt x="18729" y="262047"/>
                    <a:pt x="0" y="217955"/>
                    <a:pt x="0" y="171890"/>
                  </a:cubicBezTo>
                  <a:cubicBezTo>
                    <a:pt x="0" y="122868"/>
                    <a:pt x="21327" y="75907"/>
                    <a:pt x="58425" y="43108"/>
                  </a:cubicBezTo>
                  <a:cubicBezTo>
                    <a:pt x="59053" y="42569"/>
                    <a:pt x="59590" y="42031"/>
                    <a:pt x="60217" y="41493"/>
                  </a:cubicBezTo>
                  <a:cubicBezTo>
                    <a:pt x="60755" y="41046"/>
                    <a:pt x="61203" y="40508"/>
                    <a:pt x="61830" y="40060"/>
                  </a:cubicBezTo>
                  <a:cubicBezTo>
                    <a:pt x="62457" y="39521"/>
                    <a:pt x="63174" y="38983"/>
                    <a:pt x="63802" y="38447"/>
                  </a:cubicBezTo>
                  <a:lnTo>
                    <a:pt x="65414" y="37191"/>
                  </a:lnTo>
                  <a:cubicBezTo>
                    <a:pt x="96150" y="12815"/>
                    <a:pt x="132980" y="0"/>
                    <a:pt x="171870" y="0"/>
                  </a:cubicBezTo>
                  <a:lnTo>
                    <a:pt x="571795" y="0"/>
                  </a:lnTo>
                  <a:cubicBezTo>
                    <a:pt x="610148" y="0"/>
                    <a:pt x="646529" y="12546"/>
                    <a:pt x="677086" y="36386"/>
                  </a:cubicBezTo>
                  <a:cubicBezTo>
                    <a:pt x="677803" y="36922"/>
                    <a:pt x="678519" y="37460"/>
                    <a:pt x="679146" y="37909"/>
                  </a:cubicBezTo>
                  <a:cubicBezTo>
                    <a:pt x="679684" y="38268"/>
                    <a:pt x="680222" y="38716"/>
                    <a:pt x="680759" y="39163"/>
                  </a:cubicBezTo>
                  <a:cubicBezTo>
                    <a:pt x="681298" y="39611"/>
                    <a:pt x="681745" y="40060"/>
                    <a:pt x="682283" y="40508"/>
                  </a:cubicBezTo>
                  <a:cubicBezTo>
                    <a:pt x="682910" y="41046"/>
                    <a:pt x="683448" y="41583"/>
                    <a:pt x="684075" y="42121"/>
                  </a:cubicBezTo>
                  <a:lnTo>
                    <a:pt x="684075" y="42121"/>
                  </a:lnTo>
                  <a:cubicBezTo>
                    <a:pt x="721800" y="74921"/>
                    <a:pt x="743486" y="122150"/>
                    <a:pt x="743486" y="171800"/>
                  </a:cubicBezTo>
                  <a:close/>
                  <a:moveTo>
                    <a:pt x="278146" y="237851"/>
                  </a:moveTo>
                  <a:cubicBezTo>
                    <a:pt x="270350" y="275670"/>
                    <a:pt x="256013" y="311249"/>
                    <a:pt x="235403" y="343869"/>
                  </a:cubicBezTo>
                  <a:lnTo>
                    <a:pt x="505574" y="343869"/>
                  </a:lnTo>
                  <a:cubicBezTo>
                    <a:pt x="484964" y="311249"/>
                    <a:pt x="470716" y="275670"/>
                    <a:pt x="462831" y="237851"/>
                  </a:cubicBezTo>
                  <a:lnTo>
                    <a:pt x="278057" y="237851"/>
                  </a:ln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454B3B4A-4A6D-4430-15E3-3ECA1617EBFE}"/>
                </a:ext>
              </a:extLst>
            </p:cNvPr>
            <p:cNvSpPr/>
            <p:nvPr/>
          </p:nvSpPr>
          <p:spPr>
            <a:xfrm>
              <a:off x="6194184" y="1848782"/>
              <a:ext cx="870394" cy="631834"/>
            </a:xfrm>
            <a:custGeom>
              <a:avLst/>
              <a:gdLst>
                <a:gd name="csX0" fmla="*/ 291408 w 802717"/>
                <a:gd name="csY0" fmla="*/ 105841 h 582706"/>
                <a:gd name="csX1" fmla="*/ 511399 w 802717"/>
                <a:gd name="csY1" fmla="*/ 105841 h 582706"/>
                <a:gd name="csX2" fmla="*/ 696710 w 802717"/>
                <a:gd name="csY2" fmla="*/ 291174 h 582706"/>
                <a:gd name="csX3" fmla="*/ 511399 w 802717"/>
                <a:gd name="csY3" fmla="*/ 476506 h 582706"/>
                <a:gd name="csX4" fmla="*/ 291408 w 802717"/>
                <a:gd name="csY4" fmla="*/ 476506 h 582706"/>
                <a:gd name="csX5" fmla="*/ 198394 w 802717"/>
                <a:gd name="csY5" fmla="*/ 451235 h 582706"/>
                <a:gd name="csX6" fmla="*/ 193824 w 802717"/>
                <a:gd name="csY6" fmla="*/ 448457 h 582706"/>
                <a:gd name="csX7" fmla="*/ 192301 w 802717"/>
                <a:gd name="csY7" fmla="*/ 447559 h 582706"/>
                <a:gd name="csX8" fmla="*/ 189254 w 802717"/>
                <a:gd name="csY8" fmla="*/ 445678 h 582706"/>
                <a:gd name="csX9" fmla="*/ 110488 w 802717"/>
                <a:gd name="csY9" fmla="*/ 331233 h 582706"/>
                <a:gd name="csX10" fmla="*/ 109233 w 802717"/>
                <a:gd name="csY10" fmla="*/ 325050 h 582706"/>
                <a:gd name="csX11" fmla="*/ 108427 w 802717"/>
                <a:gd name="csY11" fmla="*/ 320210 h 582706"/>
                <a:gd name="csX12" fmla="*/ 108158 w 802717"/>
                <a:gd name="csY12" fmla="*/ 318598 h 582706"/>
                <a:gd name="csX13" fmla="*/ 105918 w 802717"/>
                <a:gd name="csY13" fmla="*/ 291264 h 582706"/>
                <a:gd name="csX14" fmla="*/ 107441 w 802717"/>
                <a:gd name="csY14" fmla="*/ 269038 h 582706"/>
                <a:gd name="csX15" fmla="*/ 83157 w 802717"/>
                <a:gd name="csY15" fmla="*/ 258194 h 582706"/>
                <a:gd name="csX16" fmla="*/ 2151 w 802717"/>
                <a:gd name="csY16" fmla="*/ 258194 h 582706"/>
                <a:gd name="csX17" fmla="*/ 0 w 802717"/>
                <a:gd name="csY17" fmla="*/ 291264 h 582706"/>
                <a:gd name="csX18" fmla="*/ 3584 w 802717"/>
                <a:gd name="csY18" fmla="*/ 334371 h 582706"/>
                <a:gd name="csX19" fmla="*/ 3763 w 802717"/>
                <a:gd name="csY19" fmla="*/ 335535 h 582706"/>
                <a:gd name="csX20" fmla="*/ 4301 w 802717"/>
                <a:gd name="csY20" fmla="*/ 338852 h 582706"/>
                <a:gd name="csX21" fmla="*/ 4301 w 802717"/>
                <a:gd name="csY21" fmla="*/ 338852 h 582706"/>
                <a:gd name="csX22" fmla="*/ 4659 w 802717"/>
                <a:gd name="csY22" fmla="*/ 341182 h 582706"/>
                <a:gd name="csX23" fmla="*/ 5018 w 802717"/>
                <a:gd name="csY23" fmla="*/ 343333 h 582706"/>
                <a:gd name="csX24" fmla="*/ 60217 w 802717"/>
                <a:gd name="csY24" fmla="*/ 467814 h 582706"/>
                <a:gd name="csX25" fmla="*/ 61830 w 802717"/>
                <a:gd name="csY25" fmla="*/ 470054 h 582706"/>
                <a:gd name="csX26" fmla="*/ 63532 w 802717"/>
                <a:gd name="csY26" fmla="*/ 472295 h 582706"/>
                <a:gd name="csX27" fmla="*/ 65414 w 802717"/>
                <a:gd name="csY27" fmla="*/ 474804 h 582706"/>
                <a:gd name="csX28" fmla="*/ 66848 w 802717"/>
                <a:gd name="csY28" fmla="*/ 476686 h 582706"/>
                <a:gd name="csX29" fmla="*/ 291408 w 802717"/>
                <a:gd name="csY29" fmla="*/ 582706 h 582706"/>
                <a:gd name="csX30" fmla="*/ 511399 w 802717"/>
                <a:gd name="csY30" fmla="*/ 582706 h 582706"/>
                <a:gd name="csX31" fmla="*/ 802717 w 802717"/>
                <a:gd name="csY31" fmla="*/ 291353 h 582706"/>
                <a:gd name="csX32" fmla="*/ 511399 w 802717"/>
                <a:gd name="csY32" fmla="*/ 0 h 582706"/>
                <a:gd name="csX33" fmla="*/ 291408 w 802717"/>
                <a:gd name="csY33" fmla="*/ 0 h 582706"/>
                <a:gd name="csX34" fmla="*/ 84232 w 802717"/>
                <a:gd name="csY34" fmla="*/ 86751 h 582706"/>
                <a:gd name="csX35" fmla="*/ 205384 w 802717"/>
                <a:gd name="csY35" fmla="*/ 127439 h 582706"/>
                <a:gd name="csX36" fmla="*/ 291408 w 802717"/>
                <a:gd name="csY36" fmla="*/ 106021 h 5827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802717" h="582706">
                  <a:moveTo>
                    <a:pt x="291408" y="105841"/>
                  </a:moveTo>
                  <a:lnTo>
                    <a:pt x="511399" y="105841"/>
                  </a:lnTo>
                  <a:cubicBezTo>
                    <a:pt x="613553" y="105841"/>
                    <a:pt x="696710" y="189008"/>
                    <a:pt x="696710" y="291174"/>
                  </a:cubicBezTo>
                  <a:cubicBezTo>
                    <a:pt x="696710" y="393339"/>
                    <a:pt x="613553" y="476506"/>
                    <a:pt x="511399" y="476506"/>
                  </a:cubicBezTo>
                  <a:lnTo>
                    <a:pt x="291408" y="476506"/>
                  </a:lnTo>
                  <a:cubicBezTo>
                    <a:pt x="258880" y="476506"/>
                    <a:pt x="226711" y="467724"/>
                    <a:pt x="198394" y="451235"/>
                  </a:cubicBezTo>
                  <a:cubicBezTo>
                    <a:pt x="196871" y="450338"/>
                    <a:pt x="195348" y="449441"/>
                    <a:pt x="193824" y="448457"/>
                  </a:cubicBezTo>
                  <a:cubicBezTo>
                    <a:pt x="193287" y="448187"/>
                    <a:pt x="192838" y="447829"/>
                    <a:pt x="192301" y="447559"/>
                  </a:cubicBezTo>
                  <a:cubicBezTo>
                    <a:pt x="191315" y="446934"/>
                    <a:pt x="190240" y="446306"/>
                    <a:pt x="189254" y="445678"/>
                  </a:cubicBezTo>
                  <a:cubicBezTo>
                    <a:pt x="148930" y="418971"/>
                    <a:pt x="120882" y="378284"/>
                    <a:pt x="110488" y="331233"/>
                  </a:cubicBezTo>
                  <a:cubicBezTo>
                    <a:pt x="110040" y="329172"/>
                    <a:pt x="109592" y="327111"/>
                    <a:pt x="109233" y="325050"/>
                  </a:cubicBezTo>
                  <a:cubicBezTo>
                    <a:pt x="108964" y="323438"/>
                    <a:pt x="108696" y="321823"/>
                    <a:pt x="108427" y="320210"/>
                  </a:cubicBezTo>
                  <a:lnTo>
                    <a:pt x="108158" y="318598"/>
                  </a:lnTo>
                  <a:cubicBezTo>
                    <a:pt x="106634" y="308380"/>
                    <a:pt x="105918" y="299687"/>
                    <a:pt x="105918" y="291264"/>
                  </a:cubicBezTo>
                  <a:cubicBezTo>
                    <a:pt x="105918" y="284273"/>
                    <a:pt x="106366" y="277103"/>
                    <a:pt x="107441" y="269038"/>
                  </a:cubicBezTo>
                  <a:cubicBezTo>
                    <a:pt x="101168" y="262227"/>
                    <a:pt x="92387" y="258194"/>
                    <a:pt x="83157" y="258194"/>
                  </a:cubicBezTo>
                  <a:lnTo>
                    <a:pt x="2151" y="258194"/>
                  </a:lnTo>
                  <a:cubicBezTo>
                    <a:pt x="627" y="270202"/>
                    <a:pt x="0" y="280868"/>
                    <a:pt x="0" y="291264"/>
                  </a:cubicBezTo>
                  <a:cubicBezTo>
                    <a:pt x="0" y="304348"/>
                    <a:pt x="1165" y="318060"/>
                    <a:pt x="3584" y="334371"/>
                  </a:cubicBezTo>
                  <a:lnTo>
                    <a:pt x="3763" y="335535"/>
                  </a:lnTo>
                  <a:cubicBezTo>
                    <a:pt x="3943" y="336612"/>
                    <a:pt x="4122" y="337776"/>
                    <a:pt x="4301" y="338852"/>
                  </a:cubicBezTo>
                  <a:lnTo>
                    <a:pt x="4301" y="338852"/>
                  </a:lnTo>
                  <a:cubicBezTo>
                    <a:pt x="4391" y="339657"/>
                    <a:pt x="4570" y="340375"/>
                    <a:pt x="4659" y="341182"/>
                  </a:cubicBezTo>
                  <a:cubicBezTo>
                    <a:pt x="4749" y="341898"/>
                    <a:pt x="4839" y="342615"/>
                    <a:pt x="5018" y="343333"/>
                  </a:cubicBezTo>
                  <a:cubicBezTo>
                    <a:pt x="13172" y="388232"/>
                    <a:pt x="32259" y="431250"/>
                    <a:pt x="60217" y="467814"/>
                  </a:cubicBezTo>
                  <a:cubicBezTo>
                    <a:pt x="60755" y="468531"/>
                    <a:pt x="61292" y="469249"/>
                    <a:pt x="61830" y="470054"/>
                  </a:cubicBezTo>
                  <a:cubicBezTo>
                    <a:pt x="62368" y="470772"/>
                    <a:pt x="62905" y="471579"/>
                    <a:pt x="63532" y="472295"/>
                  </a:cubicBezTo>
                  <a:cubicBezTo>
                    <a:pt x="64160" y="473102"/>
                    <a:pt x="64787" y="473997"/>
                    <a:pt x="65414" y="474804"/>
                  </a:cubicBezTo>
                  <a:cubicBezTo>
                    <a:pt x="65862" y="475432"/>
                    <a:pt x="66310" y="476060"/>
                    <a:pt x="66848" y="476686"/>
                  </a:cubicBezTo>
                  <a:cubicBezTo>
                    <a:pt x="122495" y="544080"/>
                    <a:pt x="204398" y="582706"/>
                    <a:pt x="291408" y="582706"/>
                  </a:cubicBezTo>
                  <a:lnTo>
                    <a:pt x="511399" y="582706"/>
                  </a:lnTo>
                  <a:cubicBezTo>
                    <a:pt x="672068" y="582706"/>
                    <a:pt x="802717" y="452040"/>
                    <a:pt x="802717" y="291353"/>
                  </a:cubicBezTo>
                  <a:cubicBezTo>
                    <a:pt x="802717" y="130666"/>
                    <a:pt x="672068" y="0"/>
                    <a:pt x="511399" y="0"/>
                  </a:cubicBezTo>
                  <a:lnTo>
                    <a:pt x="291408" y="0"/>
                  </a:lnTo>
                  <a:cubicBezTo>
                    <a:pt x="213000" y="0"/>
                    <a:pt x="138894" y="31367"/>
                    <a:pt x="84232" y="86751"/>
                  </a:cubicBezTo>
                  <a:cubicBezTo>
                    <a:pt x="127783" y="86931"/>
                    <a:pt x="170436" y="101360"/>
                    <a:pt x="205384" y="127439"/>
                  </a:cubicBezTo>
                  <a:cubicBezTo>
                    <a:pt x="231997" y="113458"/>
                    <a:pt x="261569" y="106021"/>
                    <a:pt x="291408" y="106021"/>
                  </a:cubicBezTo>
                  <a:close/>
                </a:path>
              </a:pathLst>
            </a:custGeom>
            <a:solidFill>
              <a:srgbClr val="00C6E5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C8ED02DD-F857-0889-3252-CF5F7DE6D75F}"/>
                </a:ext>
              </a:extLst>
            </p:cNvPr>
            <p:cNvSpPr/>
            <p:nvPr/>
          </p:nvSpPr>
          <p:spPr>
            <a:xfrm>
              <a:off x="5067763" y="1848588"/>
              <a:ext cx="870394" cy="631834"/>
            </a:xfrm>
            <a:custGeom>
              <a:avLst/>
              <a:gdLst>
                <a:gd name="csX0" fmla="*/ 719470 w 802717"/>
                <a:gd name="csY0" fmla="*/ 258284 h 582706"/>
                <a:gd name="csX1" fmla="*/ 695186 w 802717"/>
                <a:gd name="csY1" fmla="*/ 269128 h 582706"/>
                <a:gd name="csX2" fmla="*/ 696710 w 802717"/>
                <a:gd name="csY2" fmla="*/ 291353 h 582706"/>
                <a:gd name="csX3" fmla="*/ 694470 w 802717"/>
                <a:gd name="csY3" fmla="*/ 318688 h 582706"/>
                <a:gd name="csX4" fmla="*/ 694201 w 802717"/>
                <a:gd name="csY4" fmla="*/ 320300 h 582706"/>
                <a:gd name="csX5" fmla="*/ 693394 w 802717"/>
                <a:gd name="csY5" fmla="*/ 325230 h 582706"/>
                <a:gd name="csX6" fmla="*/ 692140 w 802717"/>
                <a:gd name="csY6" fmla="*/ 331413 h 582706"/>
                <a:gd name="csX7" fmla="*/ 613373 w 802717"/>
                <a:gd name="csY7" fmla="*/ 445857 h 582706"/>
                <a:gd name="csX8" fmla="*/ 610327 w 802717"/>
                <a:gd name="csY8" fmla="*/ 447739 h 582706"/>
                <a:gd name="csX9" fmla="*/ 608893 w 802717"/>
                <a:gd name="csY9" fmla="*/ 448636 h 582706"/>
                <a:gd name="csX10" fmla="*/ 604323 w 802717"/>
                <a:gd name="csY10" fmla="*/ 451415 h 582706"/>
                <a:gd name="csX11" fmla="*/ 511309 w 802717"/>
                <a:gd name="csY11" fmla="*/ 476686 h 582706"/>
                <a:gd name="csX12" fmla="*/ 291318 w 802717"/>
                <a:gd name="csY12" fmla="*/ 476686 h 582706"/>
                <a:gd name="csX13" fmla="*/ 106007 w 802717"/>
                <a:gd name="csY13" fmla="*/ 291353 h 582706"/>
                <a:gd name="csX14" fmla="*/ 291318 w 802717"/>
                <a:gd name="csY14" fmla="*/ 106021 h 582706"/>
                <a:gd name="csX15" fmla="*/ 511309 w 802717"/>
                <a:gd name="csY15" fmla="*/ 106021 h 582706"/>
                <a:gd name="csX16" fmla="*/ 597333 w 802717"/>
                <a:gd name="csY16" fmla="*/ 127439 h 582706"/>
                <a:gd name="csX17" fmla="*/ 718485 w 802717"/>
                <a:gd name="csY17" fmla="*/ 86751 h 582706"/>
                <a:gd name="csX18" fmla="*/ 511309 w 802717"/>
                <a:gd name="csY18" fmla="*/ 0 h 582706"/>
                <a:gd name="csX19" fmla="*/ 291318 w 802717"/>
                <a:gd name="csY19" fmla="*/ 0 h 582706"/>
                <a:gd name="csX20" fmla="*/ 0 w 802717"/>
                <a:gd name="csY20" fmla="*/ 291353 h 582706"/>
                <a:gd name="csX21" fmla="*/ 291318 w 802717"/>
                <a:gd name="csY21" fmla="*/ 582706 h 582706"/>
                <a:gd name="csX22" fmla="*/ 511309 w 802717"/>
                <a:gd name="csY22" fmla="*/ 582706 h 582706"/>
                <a:gd name="csX23" fmla="*/ 735869 w 802717"/>
                <a:gd name="csY23" fmla="*/ 476686 h 582706"/>
                <a:gd name="csX24" fmla="*/ 737303 w 802717"/>
                <a:gd name="csY24" fmla="*/ 474804 h 582706"/>
                <a:gd name="csX25" fmla="*/ 739185 w 802717"/>
                <a:gd name="csY25" fmla="*/ 472205 h 582706"/>
                <a:gd name="csX26" fmla="*/ 740887 w 802717"/>
                <a:gd name="csY26" fmla="*/ 469964 h 582706"/>
                <a:gd name="csX27" fmla="*/ 742500 w 802717"/>
                <a:gd name="csY27" fmla="*/ 467724 h 582706"/>
                <a:gd name="csX28" fmla="*/ 797699 w 802717"/>
                <a:gd name="csY28" fmla="*/ 343243 h 582706"/>
                <a:gd name="csX29" fmla="*/ 798058 w 802717"/>
                <a:gd name="csY29" fmla="*/ 341093 h 582706"/>
                <a:gd name="csX30" fmla="*/ 798416 w 802717"/>
                <a:gd name="csY30" fmla="*/ 338762 h 582706"/>
                <a:gd name="csX31" fmla="*/ 798954 w 802717"/>
                <a:gd name="csY31" fmla="*/ 335445 h 582706"/>
                <a:gd name="csX32" fmla="*/ 799133 w 802717"/>
                <a:gd name="csY32" fmla="*/ 334281 h 582706"/>
                <a:gd name="csX33" fmla="*/ 802717 w 802717"/>
                <a:gd name="csY33" fmla="*/ 291174 h 582706"/>
                <a:gd name="csX34" fmla="*/ 800567 w 802717"/>
                <a:gd name="csY34" fmla="*/ 258105 h 582706"/>
                <a:gd name="csX35" fmla="*/ 719560 w 802717"/>
                <a:gd name="csY35" fmla="*/ 258105 h 5827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802717" h="582706">
                  <a:moveTo>
                    <a:pt x="719470" y="258284"/>
                  </a:moveTo>
                  <a:cubicBezTo>
                    <a:pt x="710241" y="258284"/>
                    <a:pt x="701369" y="262227"/>
                    <a:pt x="695186" y="269128"/>
                  </a:cubicBezTo>
                  <a:cubicBezTo>
                    <a:pt x="696262" y="277193"/>
                    <a:pt x="696710" y="284363"/>
                    <a:pt x="696710" y="291353"/>
                  </a:cubicBezTo>
                  <a:cubicBezTo>
                    <a:pt x="696710" y="299777"/>
                    <a:pt x="695993" y="308470"/>
                    <a:pt x="694470" y="318688"/>
                  </a:cubicBezTo>
                  <a:lnTo>
                    <a:pt x="694201" y="320300"/>
                  </a:lnTo>
                  <a:cubicBezTo>
                    <a:pt x="693932" y="321913"/>
                    <a:pt x="693753" y="323617"/>
                    <a:pt x="693394" y="325230"/>
                  </a:cubicBezTo>
                  <a:cubicBezTo>
                    <a:pt x="693036" y="327291"/>
                    <a:pt x="692588" y="329352"/>
                    <a:pt x="692140" y="331413"/>
                  </a:cubicBezTo>
                  <a:cubicBezTo>
                    <a:pt x="681745" y="378463"/>
                    <a:pt x="653787" y="419151"/>
                    <a:pt x="613373" y="445857"/>
                  </a:cubicBezTo>
                  <a:cubicBezTo>
                    <a:pt x="612388" y="446485"/>
                    <a:pt x="611402" y="447113"/>
                    <a:pt x="610327" y="447739"/>
                  </a:cubicBezTo>
                  <a:cubicBezTo>
                    <a:pt x="609789" y="448008"/>
                    <a:pt x="609341" y="448277"/>
                    <a:pt x="608893" y="448636"/>
                  </a:cubicBezTo>
                  <a:cubicBezTo>
                    <a:pt x="607370" y="449531"/>
                    <a:pt x="605846" y="450518"/>
                    <a:pt x="604323" y="451415"/>
                  </a:cubicBezTo>
                  <a:cubicBezTo>
                    <a:pt x="576006" y="467993"/>
                    <a:pt x="543837" y="476686"/>
                    <a:pt x="511309" y="476686"/>
                  </a:cubicBezTo>
                  <a:lnTo>
                    <a:pt x="291318" y="476686"/>
                  </a:lnTo>
                  <a:cubicBezTo>
                    <a:pt x="189164" y="476686"/>
                    <a:pt x="106007" y="393519"/>
                    <a:pt x="106007" y="291353"/>
                  </a:cubicBezTo>
                  <a:cubicBezTo>
                    <a:pt x="106007" y="189188"/>
                    <a:pt x="189164" y="106021"/>
                    <a:pt x="291318" y="106021"/>
                  </a:cubicBezTo>
                  <a:lnTo>
                    <a:pt x="511309" y="106021"/>
                  </a:lnTo>
                  <a:cubicBezTo>
                    <a:pt x="541148" y="106021"/>
                    <a:pt x="570720" y="113370"/>
                    <a:pt x="597333" y="127439"/>
                  </a:cubicBezTo>
                  <a:cubicBezTo>
                    <a:pt x="632281" y="101360"/>
                    <a:pt x="675024" y="87020"/>
                    <a:pt x="718485" y="86751"/>
                  </a:cubicBezTo>
                  <a:cubicBezTo>
                    <a:pt x="663823" y="31367"/>
                    <a:pt x="589627" y="0"/>
                    <a:pt x="511309" y="0"/>
                  </a:cubicBezTo>
                  <a:lnTo>
                    <a:pt x="291318" y="0"/>
                  </a:lnTo>
                  <a:cubicBezTo>
                    <a:pt x="130650" y="0"/>
                    <a:pt x="0" y="130666"/>
                    <a:pt x="0" y="291353"/>
                  </a:cubicBezTo>
                  <a:cubicBezTo>
                    <a:pt x="0" y="452040"/>
                    <a:pt x="130650" y="582706"/>
                    <a:pt x="291318" y="582706"/>
                  </a:cubicBezTo>
                  <a:lnTo>
                    <a:pt x="511309" y="582706"/>
                  </a:lnTo>
                  <a:cubicBezTo>
                    <a:pt x="598319" y="582706"/>
                    <a:pt x="680222" y="544080"/>
                    <a:pt x="735869" y="476686"/>
                  </a:cubicBezTo>
                  <a:cubicBezTo>
                    <a:pt x="736407" y="476060"/>
                    <a:pt x="736855" y="475432"/>
                    <a:pt x="737303" y="474804"/>
                  </a:cubicBezTo>
                  <a:cubicBezTo>
                    <a:pt x="737930" y="473909"/>
                    <a:pt x="738557" y="473102"/>
                    <a:pt x="739185" y="472205"/>
                  </a:cubicBezTo>
                  <a:cubicBezTo>
                    <a:pt x="739722" y="471489"/>
                    <a:pt x="740260" y="470772"/>
                    <a:pt x="740887" y="469964"/>
                  </a:cubicBezTo>
                  <a:cubicBezTo>
                    <a:pt x="741425" y="469249"/>
                    <a:pt x="741962" y="468531"/>
                    <a:pt x="742500" y="467724"/>
                  </a:cubicBezTo>
                  <a:cubicBezTo>
                    <a:pt x="770458" y="431161"/>
                    <a:pt x="789545" y="388143"/>
                    <a:pt x="797699" y="343243"/>
                  </a:cubicBezTo>
                  <a:cubicBezTo>
                    <a:pt x="797789" y="342526"/>
                    <a:pt x="797968" y="341810"/>
                    <a:pt x="798058" y="341093"/>
                  </a:cubicBezTo>
                  <a:cubicBezTo>
                    <a:pt x="798147" y="340285"/>
                    <a:pt x="798237" y="339570"/>
                    <a:pt x="798416" y="338762"/>
                  </a:cubicBezTo>
                  <a:cubicBezTo>
                    <a:pt x="798595" y="337686"/>
                    <a:pt x="798774" y="336522"/>
                    <a:pt x="798954" y="335445"/>
                  </a:cubicBezTo>
                  <a:lnTo>
                    <a:pt x="799133" y="334281"/>
                  </a:lnTo>
                  <a:cubicBezTo>
                    <a:pt x="801552" y="318060"/>
                    <a:pt x="802717" y="304348"/>
                    <a:pt x="802717" y="291174"/>
                  </a:cubicBezTo>
                  <a:cubicBezTo>
                    <a:pt x="802717" y="280868"/>
                    <a:pt x="802001" y="270115"/>
                    <a:pt x="800567" y="258105"/>
                  </a:cubicBezTo>
                  <a:lnTo>
                    <a:pt x="719560" y="258105"/>
                  </a:lnTo>
                  <a:close/>
                </a:path>
              </a:pathLst>
            </a:custGeom>
            <a:solidFill>
              <a:srgbClr val="FF9626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C0CE44F1-A862-ECB5-E7D1-32DDDF7B2B22}"/>
                </a:ext>
              </a:extLst>
            </p:cNvPr>
            <p:cNvSpPr/>
            <p:nvPr/>
          </p:nvSpPr>
          <p:spPr>
            <a:xfrm>
              <a:off x="5086612" y="3062074"/>
              <a:ext cx="586310" cy="746141"/>
            </a:xfrm>
            <a:custGeom>
              <a:avLst/>
              <a:gdLst>
                <a:gd name="csX0" fmla="*/ 539177 w 540722"/>
                <a:gd name="csY0" fmla="*/ 538650 h 688125"/>
                <a:gd name="csX1" fmla="*/ 538908 w 540722"/>
                <a:gd name="csY1" fmla="*/ 541249 h 688125"/>
                <a:gd name="csX2" fmla="*/ 538640 w 540722"/>
                <a:gd name="csY2" fmla="*/ 543310 h 688125"/>
                <a:gd name="csX3" fmla="*/ 538192 w 540722"/>
                <a:gd name="csY3" fmla="*/ 545282 h 688125"/>
                <a:gd name="csX4" fmla="*/ 537654 w 540722"/>
                <a:gd name="csY4" fmla="*/ 547702 h 688125"/>
                <a:gd name="csX5" fmla="*/ 537654 w 540722"/>
                <a:gd name="csY5" fmla="*/ 547702 h 688125"/>
                <a:gd name="csX6" fmla="*/ 455930 w 540722"/>
                <a:gd name="csY6" fmla="*/ 664656 h 688125"/>
                <a:gd name="csX7" fmla="*/ 322682 w 540722"/>
                <a:gd name="csY7" fmla="*/ 681682 h 688125"/>
                <a:gd name="csX8" fmla="*/ 373221 w 540722"/>
                <a:gd name="csY8" fmla="*/ 581937 h 688125"/>
                <a:gd name="csX9" fmla="*/ 402254 w 540722"/>
                <a:gd name="csY9" fmla="*/ 573244 h 688125"/>
                <a:gd name="csX10" fmla="*/ 426359 w 540722"/>
                <a:gd name="csY10" fmla="*/ 548150 h 688125"/>
                <a:gd name="csX11" fmla="*/ 429854 w 540722"/>
                <a:gd name="csY11" fmla="*/ 540711 h 688125"/>
                <a:gd name="csX12" fmla="*/ 430212 w 540722"/>
                <a:gd name="csY12" fmla="*/ 539906 h 688125"/>
                <a:gd name="csX13" fmla="*/ 432274 w 540722"/>
                <a:gd name="csY13" fmla="*/ 534079 h 688125"/>
                <a:gd name="csX14" fmla="*/ 425732 w 540722"/>
                <a:gd name="csY14" fmla="*/ 483176 h 688125"/>
                <a:gd name="csX15" fmla="*/ 223216 w 540722"/>
                <a:gd name="csY15" fmla="*/ 138230 h 688125"/>
                <a:gd name="csX16" fmla="*/ 178142 w 540722"/>
                <a:gd name="csY16" fmla="*/ 107043 h 688125"/>
                <a:gd name="csX17" fmla="*/ 176798 w 540722"/>
                <a:gd name="csY17" fmla="*/ 106774 h 688125"/>
                <a:gd name="csX18" fmla="*/ 170705 w 540722"/>
                <a:gd name="csY18" fmla="*/ 105877 h 688125"/>
                <a:gd name="csX19" fmla="*/ 161475 w 540722"/>
                <a:gd name="csY19" fmla="*/ 106146 h 688125"/>
                <a:gd name="csX20" fmla="*/ 133159 w 540722"/>
                <a:gd name="csY20" fmla="*/ 114839 h 688125"/>
                <a:gd name="csX21" fmla="*/ 113982 w 540722"/>
                <a:gd name="csY21" fmla="*/ 132227 h 688125"/>
                <a:gd name="csX22" fmla="*/ 0 w 540722"/>
                <a:gd name="csY22" fmla="*/ 130076 h 688125"/>
                <a:gd name="csX23" fmla="*/ 79393 w 540722"/>
                <a:gd name="csY23" fmla="*/ 23427 h 688125"/>
                <a:gd name="csX24" fmla="*/ 219990 w 540722"/>
                <a:gd name="csY24" fmla="*/ 8641 h 688125"/>
                <a:gd name="csX25" fmla="*/ 222320 w 540722"/>
                <a:gd name="csY25" fmla="*/ 9356 h 688125"/>
                <a:gd name="csX26" fmla="*/ 224381 w 540722"/>
                <a:gd name="csY26" fmla="*/ 9984 h 688125"/>
                <a:gd name="csX27" fmla="*/ 226800 w 540722"/>
                <a:gd name="csY27" fmla="*/ 10881 h 688125"/>
                <a:gd name="csX28" fmla="*/ 228682 w 540722"/>
                <a:gd name="csY28" fmla="*/ 11597 h 688125"/>
                <a:gd name="csX29" fmla="*/ 314707 w 540722"/>
                <a:gd name="csY29" fmla="*/ 84548 h 688125"/>
                <a:gd name="csX30" fmla="*/ 517223 w 540722"/>
                <a:gd name="csY30" fmla="*/ 429494 h 688125"/>
                <a:gd name="csX31" fmla="*/ 539177 w 540722"/>
                <a:gd name="csY31" fmla="*/ 538740 h 688125"/>
                <a:gd name="csX32" fmla="*/ 50539 w 540722"/>
                <a:gd name="csY32" fmla="*/ 313347 h 688125"/>
                <a:gd name="csX33" fmla="*/ 187372 w 540722"/>
                <a:gd name="csY33" fmla="*/ 546358 h 688125"/>
                <a:gd name="csX34" fmla="*/ 257177 w 540722"/>
                <a:gd name="csY34" fmla="*/ 455842 h 688125"/>
                <a:gd name="csX35" fmla="*/ 163626 w 540722"/>
                <a:gd name="csY35" fmla="*/ 296498 h 688125"/>
                <a:gd name="csX36" fmla="*/ 50629 w 540722"/>
                <a:gd name="csY36" fmla="*/ 313347 h 688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540722" h="688125">
                  <a:moveTo>
                    <a:pt x="539177" y="538650"/>
                  </a:moveTo>
                  <a:cubicBezTo>
                    <a:pt x="539088" y="539547"/>
                    <a:pt x="538998" y="540352"/>
                    <a:pt x="538908" y="541249"/>
                  </a:cubicBezTo>
                  <a:cubicBezTo>
                    <a:pt x="538908" y="541967"/>
                    <a:pt x="538818" y="542593"/>
                    <a:pt x="538640" y="543310"/>
                  </a:cubicBezTo>
                  <a:cubicBezTo>
                    <a:pt x="538550" y="544028"/>
                    <a:pt x="538371" y="544656"/>
                    <a:pt x="538192" y="545282"/>
                  </a:cubicBezTo>
                  <a:cubicBezTo>
                    <a:pt x="538012" y="546089"/>
                    <a:pt x="537833" y="546896"/>
                    <a:pt x="537654" y="547702"/>
                  </a:cubicBezTo>
                  <a:lnTo>
                    <a:pt x="537654" y="547702"/>
                  </a:lnTo>
                  <a:cubicBezTo>
                    <a:pt x="528514" y="596903"/>
                    <a:pt x="498674" y="639472"/>
                    <a:pt x="455930" y="664656"/>
                  </a:cubicBezTo>
                  <a:cubicBezTo>
                    <a:pt x="415696" y="688224"/>
                    <a:pt x="367665" y="694320"/>
                    <a:pt x="322682" y="681682"/>
                  </a:cubicBezTo>
                  <a:cubicBezTo>
                    <a:pt x="326356" y="643238"/>
                    <a:pt x="344456" y="607477"/>
                    <a:pt x="373221" y="581937"/>
                  </a:cubicBezTo>
                  <a:cubicBezTo>
                    <a:pt x="383616" y="581309"/>
                    <a:pt x="393563" y="578351"/>
                    <a:pt x="402254" y="573244"/>
                  </a:cubicBezTo>
                  <a:cubicBezTo>
                    <a:pt x="412201" y="567418"/>
                    <a:pt x="420535" y="558725"/>
                    <a:pt x="426359" y="548150"/>
                  </a:cubicBezTo>
                  <a:cubicBezTo>
                    <a:pt x="427704" y="545730"/>
                    <a:pt x="428779" y="543310"/>
                    <a:pt x="429854" y="540711"/>
                  </a:cubicBezTo>
                  <a:lnTo>
                    <a:pt x="430212" y="539906"/>
                  </a:lnTo>
                  <a:cubicBezTo>
                    <a:pt x="430929" y="538201"/>
                    <a:pt x="431646" y="536230"/>
                    <a:pt x="432274" y="534079"/>
                  </a:cubicBezTo>
                  <a:cubicBezTo>
                    <a:pt x="437112" y="516694"/>
                    <a:pt x="434783" y="498590"/>
                    <a:pt x="425732" y="483176"/>
                  </a:cubicBezTo>
                  <a:lnTo>
                    <a:pt x="223216" y="138230"/>
                  </a:lnTo>
                  <a:cubicBezTo>
                    <a:pt x="213628" y="121829"/>
                    <a:pt x="197140" y="110537"/>
                    <a:pt x="178142" y="107043"/>
                  </a:cubicBezTo>
                  <a:lnTo>
                    <a:pt x="176798" y="106774"/>
                  </a:lnTo>
                  <a:cubicBezTo>
                    <a:pt x="175006" y="106415"/>
                    <a:pt x="173035" y="106056"/>
                    <a:pt x="170705" y="105877"/>
                  </a:cubicBezTo>
                  <a:cubicBezTo>
                    <a:pt x="167479" y="105697"/>
                    <a:pt x="164432" y="105877"/>
                    <a:pt x="161475" y="106146"/>
                  </a:cubicBezTo>
                  <a:cubicBezTo>
                    <a:pt x="151170" y="106953"/>
                    <a:pt x="141582" y="109822"/>
                    <a:pt x="133159" y="114839"/>
                  </a:cubicBezTo>
                  <a:cubicBezTo>
                    <a:pt x="125721" y="119230"/>
                    <a:pt x="119359" y="125057"/>
                    <a:pt x="113982" y="132227"/>
                  </a:cubicBezTo>
                  <a:cubicBezTo>
                    <a:pt x="77153" y="146295"/>
                    <a:pt x="36292" y="145490"/>
                    <a:pt x="0" y="130076"/>
                  </a:cubicBezTo>
                  <a:cubicBezTo>
                    <a:pt x="11201" y="85266"/>
                    <a:pt x="39786" y="46729"/>
                    <a:pt x="79393" y="23427"/>
                  </a:cubicBezTo>
                  <a:cubicBezTo>
                    <a:pt x="121689" y="-1397"/>
                    <a:pt x="172945" y="-6773"/>
                    <a:pt x="219990" y="8641"/>
                  </a:cubicBezTo>
                  <a:cubicBezTo>
                    <a:pt x="220706" y="8910"/>
                    <a:pt x="221513" y="9090"/>
                    <a:pt x="222320" y="9356"/>
                  </a:cubicBezTo>
                  <a:cubicBezTo>
                    <a:pt x="223036" y="9536"/>
                    <a:pt x="223664" y="9715"/>
                    <a:pt x="224381" y="9984"/>
                  </a:cubicBezTo>
                  <a:cubicBezTo>
                    <a:pt x="225187" y="10254"/>
                    <a:pt x="225994" y="10612"/>
                    <a:pt x="226800" y="10881"/>
                  </a:cubicBezTo>
                  <a:lnTo>
                    <a:pt x="228682" y="11597"/>
                  </a:lnTo>
                  <a:cubicBezTo>
                    <a:pt x="265242" y="25758"/>
                    <a:pt x="294993" y="51031"/>
                    <a:pt x="314707" y="84548"/>
                  </a:cubicBezTo>
                  <a:lnTo>
                    <a:pt x="517223" y="429494"/>
                  </a:lnTo>
                  <a:cubicBezTo>
                    <a:pt x="536668" y="462563"/>
                    <a:pt x="544285" y="500382"/>
                    <a:pt x="539177" y="538740"/>
                  </a:cubicBezTo>
                  <a:close/>
                  <a:moveTo>
                    <a:pt x="50539" y="313347"/>
                  </a:moveTo>
                  <a:lnTo>
                    <a:pt x="187372" y="546358"/>
                  </a:lnTo>
                  <a:cubicBezTo>
                    <a:pt x="205115" y="512123"/>
                    <a:pt x="228503" y="481743"/>
                    <a:pt x="257177" y="455842"/>
                  </a:cubicBezTo>
                  <a:lnTo>
                    <a:pt x="163626" y="296498"/>
                  </a:lnTo>
                  <a:cubicBezTo>
                    <a:pt x="127066" y="308866"/>
                    <a:pt x="89161" y="314511"/>
                    <a:pt x="50629" y="313347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300673D-48B6-E89A-5B53-56B4BFE49664}"/>
                </a:ext>
              </a:extLst>
            </p:cNvPr>
            <p:cNvSpPr/>
            <p:nvPr/>
          </p:nvSpPr>
          <p:spPr>
            <a:xfrm>
              <a:off x="5285182" y="3510676"/>
              <a:ext cx="752485" cy="827754"/>
            </a:xfrm>
            <a:custGeom>
              <a:avLst/>
              <a:gdLst>
                <a:gd name="csX0" fmla="*/ 451123 w 693976"/>
                <a:gd name="csY0" fmla="*/ 188380 h 763392"/>
                <a:gd name="csX1" fmla="*/ 562506 w 693976"/>
                <a:gd name="csY1" fmla="*/ 378104 h 763392"/>
                <a:gd name="csX2" fmla="*/ 496554 w 693976"/>
                <a:gd name="csY2" fmla="*/ 631818 h 763392"/>
                <a:gd name="csX3" fmla="*/ 242871 w 693976"/>
                <a:gd name="csY3" fmla="*/ 565857 h 763392"/>
                <a:gd name="csX4" fmla="*/ 131487 w 693976"/>
                <a:gd name="csY4" fmla="*/ 376133 h 763392"/>
                <a:gd name="csX5" fmla="*/ 106218 w 693976"/>
                <a:gd name="csY5" fmla="*/ 283109 h 763392"/>
                <a:gd name="csX6" fmla="*/ 106218 w 693976"/>
                <a:gd name="csY6" fmla="*/ 277821 h 763392"/>
                <a:gd name="csX7" fmla="*/ 106218 w 693976"/>
                <a:gd name="csY7" fmla="*/ 276118 h 763392"/>
                <a:gd name="csX8" fmla="*/ 106218 w 693976"/>
                <a:gd name="csY8" fmla="*/ 272532 h 763392"/>
                <a:gd name="csX9" fmla="*/ 165001 w 693976"/>
                <a:gd name="csY9" fmla="*/ 146619 h 763392"/>
                <a:gd name="csX10" fmla="*/ 169750 w 693976"/>
                <a:gd name="csY10" fmla="*/ 142404 h 763392"/>
                <a:gd name="csX11" fmla="*/ 173604 w 693976"/>
                <a:gd name="csY11" fmla="*/ 139269 h 763392"/>
                <a:gd name="csX12" fmla="*/ 174858 w 693976"/>
                <a:gd name="csY12" fmla="*/ 138193 h 763392"/>
                <a:gd name="csX13" fmla="*/ 197350 w 693976"/>
                <a:gd name="csY13" fmla="*/ 122420 h 763392"/>
                <a:gd name="csX14" fmla="*/ 217332 w 693976"/>
                <a:gd name="csY14" fmla="*/ 112473 h 763392"/>
                <a:gd name="csX15" fmla="*/ 214376 w 693976"/>
                <a:gd name="csY15" fmla="*/ 86036 h 763392"/>
                <a:gd name="csX16" fmla="*/ 173335 w 693976"/>
                <a:gd name="csY16" fmla="*/ 16222 h 763392"/>
                <a:gd name="csX17" fmla="*/ 143764 w 693976"/>
                <a:gd name="csY17" fmla="*/ 31098 h 763392"/>
                <a:gd name="csX18" fmla="*/ 108458 w 693976"/>
                <a:gd name="csY18" fmla="*/ 56012 h 763392"/>
                <a:gd name="csX19" fmla="*/ 107561 w 693976"/>
                <a:gd name="csY19" fmla="*/ 56730 h 763392"/>
                <a:gd name="csX20" fmla="*/ 104963 w 693976"/>
                <a:gd name="csY20" fmla="*/ 58881 h 763392"/>
                <a:gd name="csX21" fmla="*/ 104963 w 693976"/>
                <a:gd name="csY21" fmla="*/ 58881 h 763392"/>
                <a:gd name="csX22" fmla="*/ 103171 w 693976"/>
                <a:gd name="csY22" fmla="*/ 60314 h 763392"/>
                <a:gd name="csX23" fmla="*/ 101468 w 693976"/>
                <a:gd name="csY23" fmla="*/ 61657 h 763392"/>
                <a:gd name="csX24" fmla="*/ 22075 w 693976"/>
                <a:gd name="csY24" fmla="*/ 172249 h 763392"/>
                <a:gd name="csX25" fmla="*/ 20999 w 693976"/>
                <a:gd name="csY25" fmla="*/ 174758 h 763392"/>
                <a:gd name="csX26" fmla="*/ 19924 w 693976"/>
                <a:gd name="csY26" fmla="*/ 177357 h 763392"/>
                <a:gd name="csX27" fmla="*/ 18669 w 693976"/>
                <a:gd name="csY27" fmla="*/ 180313 h 763392"/>
                <a:gd name="csX28" fmla="*/ 17774 w 693976"/>
                <a:gd name="csY28" fmla="*/ 182554 h 763392"/>
                <a:gd name="csX29" fmla="*/ 40086 w 693976"/>
                <a:gd name="csY29" fmla="*/ 429905 h 763392"/>
                <a:gd name="csX30" fmla="*/ 151470 w 693976"/>
                <a:gd name="csY30" fmla="*/ 619629 h 763392"/>
                <a:gd name="csX31" fmla="*/ 550230 w 693976"/>
                <a:gd name="csY31" fmla="*/ 723319 h 763392"/>
                <a:gd name="csX32" fmla="*/ 653908 w 693976"/>
                <a:gd name="csY32" fmla="*/ 324512 h 763392"/>
                <a:gd name="csX33" fmla="*/ 542524 w 693976"/>
                <a:gd name="csY33" fmla="*/ 134788 h 763392"/>
                <a:gd name="csX34" fmla="*/ 362858 w 693976"/>
                <a:gd name="csY34" fmla="*/ 0 h 763392"/>
                <a:gd name="csX35" fmla="*/ 389203 w 693976"/>
                <a:gd name="csY35" fmla="*/ 125109 h 763392"/>
                <a:gd name="csX36" fmla="*/ 451212 w 693976"/>
                <a:gd name="csY36" fmla="*/ 188470 h 763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93976" h="763392">
                  <a:moveTo>
                    <a:pt x="451123" y="188380"/>
                  </a:moveTo>
                  <a:lnTo>
                    <a:pt x="562506" y="378104"/>
                  </a:lnTo>
                  <a:cubicBezTo>
                    <a:pt x="614211" y="466201"/>
                    <a:pt x="584640" y="580017"/>
                    <a:pt x="496554" y="631818"/>
                  </a:cubicBezTo>
                  <a:cubicBezTo>
                    <a:pt x="408469" y="683618"/>
                    <a:pt x="294665" y="653954"/>
                    <a:pt x="242871" y="565857"/>
                  </a:cubicBezTo>
                  <a:lnTo>
                    <a:pt x="131487" y="376133"/>
                  </a:lnTo>
                  <a:cubicBezTo>
                    <a:pt x="114999" y="348083"/>
                    <a:pt x="106307" y="315909"/>
                    <a:pt x="106218" y="283109"/>
                  </a:cubicBezTo>
                  <a:cubicBezTo>
                    <a:pt x="106218" y="281315"/>
                    <a:pt x="106218" y="279523"/>
                    <a:pt x="106218" y="277821"/>
                  </a:cubicBezTo>
                  <a:cubicBezTo>
                    <a:pt x="106218" y="277193"/>
                    <a:pt x="106218" y="276654"/>
                    <a:pt x="106218" y="276118"/>
                  </a:cubicBezTo>
                  <a:cubicBezTo>
                    <a:pt x="106218" y="274952"/>
                    <a:pt x="106218" y="273698"/>
                    <a:pt x="106218" y="272532"/>
                  </a:cubicBezTo>
                  <a:cubicBezTo>
                    <a:pt x="108816" y="224139"/>
                    <a:pt x="129695" y="179508"/>
                    <a:pt x="165001" y="146619"/>
                  </a:cubicBezTo>
                  <a:cubicBezTo>
                    <a:pt x="166524" y="145183"/>
                    <a:pt x="168137" y="143750"/>
                    <a:pt x="169750" y="142404"/>
                  </a:cubicBezTo>
                  <a:cubicBezTo>
                    <a:pt x="171005" y="141330"/>
                    <a:pt x="172259" y="140343"/>
                    <a:pt x="173604" y="139269"/>
                  </a:cubicBezTo>
                  <a:lnTo>
                    <a:pt x="174858" y="138193"/>
                  </a:lnTo>
                  <a:cubicBezTo>
                    <a:pt x="182923" y="131651"/>
                    <a:pt x="190091" y="126721"/>
                    <a:pt x="197350" y="122420"/>
                  </a:cubicBezTo>
                  <a:cubicBezTo>
                    <a:pt x="203353" y="118925"/>
                    <a:pt x="209806" y="115698"/>
                    <a:pt x="217332" y="112473"/>
                  </a:cubicBezTo>
                  <a:cubicBezTo>
                    <a:pt x="220021" y="103601"/>
                    <a:pt x="219035" y="94011"/>
                    <a:pt x="214376" y="86036"/>
                  </a:cubicBezTo>
                  <a:lnTo>
                    <a:pt x="173335" y="16222"/>
                  </a:lnTo>
                  <a:cubicBezTo>
                    <a:pt x="162223" y="21061"/>
                    <a:pt x="152635" y="25809"/>
                    <a:pt x="143764" y="31098"/>
                  </a:cubicBezTo>
                  <a:cubicBezTo>
                    <a:pt x="132473" y="37729"/>
                    <a:pt x="121182" y="45617"/>
                    <a:pt x="108458" y="56012"/>
                  </a:cubicBezTo>
                  <a:lnTo>
                    <a:pt x="107561" y="56730"/>
                  </a:lnTo>
                  <a:cubicBezTo>
                    <a:pt x="106666" y="57445"/>
                    <a:pt x="105859" y="58163"/>
                    <a:pt x="104963" y="58881"/>
                  </a:cubicBezTo>
                  <a:lnTo>
                    <a:pt x="104963" y="58881"/>
                  </a:lnTo>
                  <a:cubicBezTo>
                    <a:pt x="104336" y="59417"/>
                    <a:pt x="103798" y="59865"/>
                    <a:pt x="103171" y="60314"/>
                  </a:cubicBezTo>
                  <a:cubicBezTo>
                    <a:pt x="102633" y="60762"/>
                    <a:pt x="102006" y="61211"/>
                    <a:pt x="101468" y="61657"/>
                  </a:cubicBezTo>
                  <a:cubicBezTo>
                    <a:pt x="66879" y="91411"/>
                    <a:pt x="39459" y="129679"/>
                    <a:pt x="22075" y="172249"/>
                  </a:cubicBezTo>
                  <a:cubicBezTo>
                    <a:pt x="21716" y="173056"/>
                    <a:pt x="21358" y="173951"/>
                    <a:pt x="20999" y="174758"/>
                  </a:cubicBezTo>
                  <a:cubicBezTo>
                    <a:pt x="20641" y="175655"/>
                    <a:pt x="20282" y="176460"/>
                    <a:pt x="19924" y="177357"/>
                  </a:cubicBezTo>
                  <a:cubicBezTo>
                    <a:pt x="19566" y="178342"/>
                    <a:pt x="19117" y="179329"/>
                    <a:pt x="18669" y="180313"/>
                  </a:cubicBezTo>
                  <a:cubicBezTo>
                    <a:pt x="18311" y="181031"/>
                    <a:pt x="18042" y="181749"/>
                    <a:pt x="17774" y="182554"/>
                  </a:cubicBezTo>
                  <a:cubicBezTo>
                    <a:pt x="-12156" y="264647"/>
                    <a:pt x="-4001" y="354805"/>
                    <a:pt x="40086" y="429905"/>
                  </a:cubicBezTo>
                  <a:lnTo>
                    <a:pt x="151470" y="619629"/>
                  </a:lnTo>
                  <a:cubicBezTo>
                    <a:pt x="232835" y="758182"/>
                    <a:pt x="411694" y="804694"/>
                    <a:pt x="550230" y="723319"/>
                  </a:cubicBezTo>
                  <a:cubicBezTo>
                    <a:pt x="688766" y="641944"/>
                    <a:pt x="735273" y="463063"/>
                    <a:pt x="653908" y="324512"/>
                  </a:cubicBezTo>
                  <a:lnTo>
                    <a:pt x="542524" y="134788"/>
                  </a:lnTo>
                  <a:cubicBezTo>
                    <a:pt x="502827" y="67215"/>
                    <a:pt x="438309" y="19088"/>
                    <a:pt x="362858" y="0"/>
                  </a:cubicBezTo>
                  <a:cubicBezTo>
                    <a:pt x="384723" y="37640"/>
                    <a:pt x="393952" y="81732"/>
                    <a:pt x="389203" y="125109"/>
                  </a:cubicBezTo>
                  <a:cubicBezTo>
                    <a:pt x="414741" y="140971"/>
                    <a:pt x="436068" y="162748"/>
                    <a:pt x="451212" y="188470"/>
                  </a:cubicBezTo>
                  <a:close/>
                </a:path>
              </a:pathLst>
            </a:custGeom>
            <a:solidFill>
              <a:srgbClr val="00B747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orme libre 8">
              <a:extLst>
                <a:ext uri="{FF2B5EF4-FFF2-40B4-BE49-F238E27FC236}">
                  <a16:creationId xmlns:a16="http://schemas.microsoft.com/office/drawing/2014/main" id="{FA386D67-FB86-D8A8-01C8-498B7EC2DA6A}"/>
                </a:ext>
              </a:extLst>
            </p:cNvPr>
            <p:cNvSpPr/>
            <p:nvPr/>
          </p:nvSpPr>
          <p:spPr>
            <a:xfrm>
              <a:off x="4714945" y="2529286"/>
              <a:ext cx="752441" cy="836975"/>
            </a:xfrm>
            <a:custGeom>
              <a:avLst/>
              <a:gdLst>
                <a:gd name="csX0" fmla="*/ 536503 w 693935"/>
                <a:gd name="csY0" fmla="*/ 643841 h 771896"/>
                <a:gd name="csX1" fmla="*/ 514907 w 693935"/>
                <a:gd name="csY1" fmla="*/ 628335 h 771896"/>
                <a:gd name="csX2" fmla="*/ 496537 w 693935"/>
                <a:gd name="csY2" fmla="*/ 640883 h 771896"/>
                <a:gd name="csX3" fmla="*/ 471805 w 693935"/>
                <a:gd name="csY3" fmla="*/ 652803 h 771896"/>
                <a:gd name="csX4" fmla="*/ 470282 w 693935"/>
                <a:gd name="csY4" fmla="*/ 653429 h 771896"/>
                <a:gd name="csX5" fmla="*/ 465622 w 693935"/>
                <a:gd name="csY5" fmla="*/ 655221 h 771896"/>
                <a:gd name="csX6" fmla="*/ 459618 w 693935"/>
                <a:gd name="csY6" fmla="*/ 657284 h 771896"/>
                <a:gd name="csX7" fmla="*/ 321082 w 693935"/>
                <a:gd name="csY7" fmla="*/ 647335 h 771896"/>
                <a:gd name="csX8" fmla="*/ 317946 w 693935"/>
                <a:gd name="csY8" fmla="*/ 645633 h 771896"/>
                <a:gd name="csX9" fmla="*/ 316423 w 693935"/>
                <a:gd name="csY9" fmla="*/ 644826 h 771896"/>
                <a:gd name="csX10" fmla="*/ 311763 w 693935"/>
                <a:gd name="csY10" fmla="*/ 642316 h 771896"/>
                <a:gd name="csX11" fmla="*/ 242854 w 693935"/>
                <a:gd name="csY11" fmla="*/ 574922 h 771896"/>
                <a:gd name="csX12" fmla="*/ 131470 w 693935"/>
                <a:gd name="csY12" fmla="*/ 385198 h 771896"/>
                <a:gd name="csX13" fmla="*/ 197422 w 693935"/>
                <a:gd name="csY13" fmla="*/ 131485 h 771896"/>
                <a:gd name="csX14" fmla="*/ 451105 w 693935"/>
                <a:gd name="csY14" fmla="*/ 197446 h 771896"/>
                <a:gd name="csX15" fmla="*/ 562489 w 693935"/>
                <a:gd name="csY15" fmla="*/ 387170 h 771896"/>
                <a:gd name="csX16" fmla="*/ 587579 w 693935"/>
                <a:gd name="csY16" fmla="*/ 472129 h 771896"/>
                <a:gd name="csX17" fmla="*/ 683999 w 693935"/>
                <a:gd name="csY17" fmla="*/ 556103 h 771896"/>
                <a:gd name="csX18" fmla="*/ 653890 w 693935"/>
                <a:gd name="csY18" fmla="*/ 333488 h 771896"/>
                <a:gd name="csX19" fmla="*/ 542506 w 693935"/>
                <a:gd name="csY19" fmla="*/ 143764 h 771896"/>
                <a:gd name="csX20" fmla="*/ 143746 w 693935"/>
                <a:gd name="csY20" fmla="*/ 40073 h 771896"/>
                <a:gd name="csX21" fmla="*/ 40069 w 693935"/>
                <a:gd name="csY21" fmla="*/ 438880 h 771896"/>
                <a:gd name="csX22" fmla="*/ 151453 w 693935"/>
                <a:gd name="csY22" fmla="*/ 628604 h 771896"/>
                <a:gd name="csX23" fmla="*/ 356568 w 693935"/>
                <a:gd name="csY23" fmla="*/ 768591 h 771896"/>
                <a:gd name="csX24" fmla="*/ 358987 w 693935"/>
                <a:gd name="csY24" fmla="*/ 768860 h 771896"/>
                <a:gd name="csX25" fmla="*/ 362123 w 693935"/>
                <a:gd name="csY25" fmla="*/ 769219 h 771896"/>
                <a:gd name="csX26" fmla="*/ 364901 w 693935"/>
                <a:gd name="csY26" fmla="*/ 769486 h 771896"/>
                <a:gd name="csX27" fmla="*/ 367589 w 693935"/>
                <a:gd name="csY27" fmla="*/ 769755 h 771896"/>
                <a:gd name="csX28" fmla="*/ 502810 w 693935"/>
                <a:gd name="csY28" fmla="*/ 754251 h 771896"/>
                <a:gd name="csX29" fmla="*/ 504871 w 693935"/>
                <a:gd name="csY29" fmla="*/ 753446 h 771896"/>
                <a:gd name="csX30" fmla="*/ 507021 w 693935"/>
                <a:gd name="csY30" fmla="*/ 752549 h 771896"/>
                <a:gd name="csX31" fmla="*/ 510158 w 693935"/>
                <a:gd name="csY31" fmla="*/ 751295 h 771896"/>
                <a:gd name="csX32" fmla="*/ 511233 w 693935"/>
                <a:gd name="csY32" fmla="*/ 750846 h 771896"/>
                <a:gd name="csX33" fmla="*/ 550213 w 693935"/>
                <a:gd name="csY33" fmla="*/ 732115 h 771896"/>
                <a:gd name="csX34" fmla="*/ 577633 w 693935"/>
                <a:gd name="csY34" fmla="*/ 713474 h 771896"/>
                <a:gd name="csX35" fmla="*/ 536592 w 693935"/>
                <a:gd name="csY35" fmla="*/ 643662 h 771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693935" h="771896">
                  <a:moveTo>
                    <a:pt x="536503" y="643841"/>
                  </a:moveTo>
                  <a:cubicBezTo>
                    <a:pt x="531843" y="635864"/>
                    <a:pt x="523957" y="630219"/>
                    <a:pt x="514907" y="628335"/>
                  </a:cubicBezTo>
                  <a:cubicBezTo>
                    <a:pt x="508455" y="633354"/>
                    <a:pt x="502541" y="637387"/>
                    <a:pt x="496537" y="640883"/>
                  </a:cubicBezTo>
                  <a:cubicBezTo>
                    <a:pt x="489279" y="645095"/>
                    <a:pt x="481483" y="648948"/>
                    <a:pt x="471805" y="652803"/>
                  </a:cubicBezTo>
                  <a:lnTo>
                    <a:pt x="470282" y="653429"/>
                  </a:lnTo>
                  <a:cubicBezTo>
                    <a:pt x="468758" y="654057"/>
                    <a:pt x="467235" y="654685"/>
                    <a:pt x="465622" y="655221"/>
                  </a:cubicBezTo>
                  <a:cubicBezTo>
                    <a:pt x="463651" y="655939"/>
                    <a:pt x="461679" y="656656"/>
                    <a:pt x="459618" y="657284"/>
                  </a:cubicBezTo>
                  <a:cubicBezTo>
                    <a:pt x="413738" y="672160"/>
                    <a:pt x="364543" y="668576"/>
                    <a:pt x="321082" y="647335"/>
                  </a:cubicBezTo>
                  <a:cubicBezTo>
                    <a:pt x="320007" y="646797"/>
                    <a:pt x="318932" y="646259"/>
                    <a:pt x="317946" y="645633"/>
                  </a:cubicBezTo>
                  <a:cubicBezTo>
                    <a:pt x="317409" y="645364"/>
                    <a:pt x="316961" y="645095"/>
                    <a:pt x="316423" y="644826"/>
                  </a:cubicBezTo>
                  <a:cubicBezTo>
                    <a:pt x="314810" y="644019"/>
                    <a:pt x="313286" y="643213"/>
                    <a:pt x="311763" y="642316"/>
                  </a:cubicBezTo>
                  <a:cubicBezTo>
                    <a:pt x="283178" y="626274"/>
                    <a:pt x="259342" y="602885"/>
                    <a:pt x="242854" y="574922"/>
                  </a:cubicBezTo>
                  <a:lnTo>
                    <a:pt x="131470" y="385198"/>
                  </a:lnTo>
                  <a:cubicBezTo>
                    <a:pt x="79765" y="297102"/>
                    <a:pt x="109336" y="183285"/>
                    <a:pt x="197422" y="131485"/>
                  </a:cubicBezTo>
                  <a:cubicBezTo>
                    <a:pt x="285508" y="79774"/>
                    <a:pt x="399311" y="109349"/>
                    <a:pt x="451105" y="197446"/>
                  </a:cubicBezTo>
                  <a:lnTo>
                    <a:pt x="562489" y="387170"/>
                  </a:lnTo>
                  <a:cubicBezTo>
                    <a:pt x="577633" y="412892"/>
                    <a:pt x="586236" y="442108"/>
                    <a:pt x="587579" y="472129"/>
                  </a:cubicBezTo>
                  <a:cubicBezTo>
                    <a:pt x="627725" y="489068"/>
                    <a:pt x="661776" y="518641"/>
                    <a:pt x="683999" y="556103"/>
                  </a:cubicBezTo>
                  <a:cubicBezTo>
                    <a:pt x="704071" y="480911"/>
                    <a:pt x="693587" y="401061"/>
                    <a:pt x="653890" y="333488"/>
                  </a:cubicBezTo>
                  <a:lnTo>
                    <a:pt x="542506" y="143764"/>
                  </a:lnTo>
                  <a:cubicBezTo>
                    <a:pt x="461141" y="5212"/>
                    <a:pt x="282282" y="-41302"/>
                    <a:pt x="143746" y="40073"/>
                  </a:cubicBezTo>
                  <a:cubicBezTo>
                    <a:pt x="5211" y="121449"/>
                    <a:pt x="-41296" y="300329"/>
                    <a:pt x="40069" y="438880"/>
                  </a:cubicBezTo>
                  <a:lnTo>
                    <a:pt x="151453" y="628604"/>
                  </a:lnTo>
                  <a:cubicBezTo>
                    <a:pt x="195540" y="703707"/>
                    <a:pt x="270274" y="754700"/>
                    <a:pt x="356568" y="768591"/>
                  </a:cubicBezTo>
                  <a:cubicBezTo>
                    <a:pt x="357374" y="768681"/>
                    <a:pt x="358181" y="768770"/>
                    <a:pt x="358987" y="768860"/>
                  </a:cubicBezTo>
                  <a:cubicBezTo>
                    <a:pt x="360063" y="768950"/>
                    <a:pt x="361138" y="769040"/>
                    <a:pt x="362123" y="769219"/>
                  </a:cubicBezTo>
                  <a:cubicBezTo>
                    <a:pt x="363019" y="769309"/>
                    <a:pt x="364005" y="769398"/>
                    <a:pt x="364901" y="769486"/>
                  </a:cubicBezTo>
                  <a:cubicBezTo>
                    <a:pt x="365797" y="769576"/>
                    <a:pt x="366694" y="769665"/>
                    <a:pt x="367589" y="769755"/>
                  </a:cubicBezTo>
                  <a:cubicBezTo>
                    <a:pt x="413290" y="775312"/>
                    <a:pt x="460066" y="770024"/>
                    <a:pt x="502810" y="754251"/>
                  </a:cubicBezTo>
                  <a:cubicBezTo>
                    <a:pt x="503526" y="753982"/>
                    <a:pt x="504153" y="753715"/>
                    <a:pt x="504871" y="753446"/>
                  </a:cubicBezTo>
                  <a:cubicBezTo>
                    <a:pt x="505588" y="753177"/>
                    <a:pt x="506305" y="752818"/>
                    <a:pt x="507021" y="752549"/>
                  </a:cubicBezTo>
                  <a:cubicBezTo>
                    <a:pt x="508096" y="752190"/>
                    <a:pt x="509082" y="751741"/>
                    <a:pt x="510158" y="751295"/>
                  </a:cubicBezTo>
                  <a:lnTo>
                    <a:pt x="511233" y="750846"/>
                  </a:lnTo>
                  <a:cubicBezTo>
                    <a:pt x="526467" y="744753"/>
                    <a:pt x="538832" y="738747"/>
                    <a:pt x="550213" y="732115"/>
                  </a:cubicBezTo>
                  <a:cubicBezTo>
                    <a:pt x="559174" y="726917"/>
                    <a:pt x="567955" y="720823"/>
                    <a:pt x="577633" y="713474"/>
                  </a:cubicBezTo>
                  <a:lnTo>
                    <a:pt x="536592" y="643662"/>
                  </a:lnTo>
                  <a:close/>
                </a:path>
              </a:pathLst>
            </a:custGeom>
            <a:solidFill>
              <a:srgbClr val="FF9626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orme libre 9">
              <a:extLst>
                <a:ext uri="{FF2B5EF4-FFF2-40B4-BE49-F238E27FC236}">
                  <a16:creationId xmlns:a16="http://schemas.microsoft.com/office/drawing/2014/main" id="{A90A50CD-498A-A499-E7DE-DE8F3B5AD24E}"/>
                </a:ext>
              </a:extLst>
            </p:cNvPr>
            <p:cNvSpPr/>
            <p:nvPr/>
          </p:nvSpPr>
          <p:spPr>
            <a:xfrm>
              <a:off x="6518920" y="3062074"/>
              <a:ext cx="586274" cy="746141"/>
            </a:xfrm>
            <a:custGeom>
              <a:avLst/>
              <a:gdLst>
                <a:gd name="csX0" fmla="*/ 218006 w 540688"/>
                <a:gd name="csY0" fmla="*/ 681682 h 688125"/>
                <a:gd name="csX1" fmla="*/ 84758 w 540688"/>
                <a:gd name="csY1" fmla="*/ 664656 h 688125"/>
                <a:gd name="csX2" fmla="*/ 3034 w 540688"/>
                <a:gd name="csY2" fmla="*/ 547791 h 688125"/>
                <a:gd name="csX3" fmla="*/ 3034 w 540688"/>
                <a:gd name="csY3" fmla="*/ 547791 h 688125"/>
                <a:gd name="csX4" fmla="*/ 2496 w 540688"/>
                <a:gd name="csY4" fmla="*/ 545371 h 688125"/>
                <a:gd name="csX5" fmla="*/ 2048 w 540688"/>
                <a:gd name="csY5" fmla="*/ 543400 h 688125"/>
                <a:gd name="csX6" fmla="*/ 1780 w 540688"/>
                <a:gd name="csY6" fmla="*/ 541339 h 688125"/>
                <a:gd name="csX7" fmla="*/ 1510 w 540688"/>
                <a:gd name="csY7" fmla="*/ 538740 h 688125"/>
                <a:gd name="csX8" fmla="*/ 23465 w 540688"/>
                <a:gd name="csY8" fmla="*/ 429494 h 688125"/>
                <a:gd name="csX9" fmla="*/ 225981 w 540688"/>
                <a:gd name="csY9" fmla="*/ 84548 h 688125"/>
                <a:gd name="csX10" fmla="*/ 312006 w 540688"/>
                <a:gd name="csY10" fmla="*/ 11597 h 688125"/>
                <a:gd name="csX11" fmla="*/ 313887 w 540688"/>
                <a:gd name="csY11" fmla="*/ 10881 h 688125"/>
                <a:gd name="csX12" fmla="*/ 316307 w 540688"/>
                <a:gd name="csY12" fmla="*/ 9984 h 688125"/>
                <a:gd name="csX13" fmla="*/ 318368 w 540688"/>
                <a:gd name="csY13" fmla="*/ 9356 h 688125"/>
                <a:gd name="csX14" fmla="*/ 320698 w 540688"/>
                <a:gd name="csY14" fmla="*/ 8641 h 688125"/>
                <a:gd name="csX15" fmla="*/ 461294 w 540688"/>
                <a:gd name="csY15" fmla="*/ 23427 h 688125"/>
                <a:gd name="csX16" fmla="*/ 540688 w 540688"/>
                <a:gd name="csY16" fmla="*/ 130076 h 688125"/>
                <a:gd name="csX17" fmla="*/ 426705 w 540688"/>
                <a:gd name="csY17" fmla="*/ 132227 h 688125"/>
                <a:gd name="csX18" fmla="*/ 407529 w 540688"/>
                <a:gd name="csY18" fmla="*/ 114839 h 688125"/>
                <a:gd name="csX19" fmla="*/ 379213 w 540688"/>
                <a:gd name="csY19" fmla="*/ 106146 h 688125"/>
                <a:gd name="csX20" fmla="*/ 369983 w 540688"/>
                <a:gd name="csY20" fmla="*/ 105877 h 688125"/>
                <a:gd name="csX21" fmla="*/ 363889 w 540688"/>
                <a:gd name="csY21" fmla="*/ 106774 h 688125"/>
                <a:gd name="csX22" fmla="*/ 362545 w 540688"/>
                <a:gd name="csY22" fmla="*/ 107043 h 688125"/>
                <a:gd name="csX23" fmla="*/ 317472 w 540688"/>
                <a:gd name="csY23" fmla="*/ 138230 h 688125"/>
                <a:gd name="csX24" fmla="*/ 114956 w 540688"/>
                <a:gd name="csY24" fmla="*/ 483176 h 688125"/>
                <a:gd name="csX25" fmla="*/ 108414 w 540688"/>
                <a:gd name="csY25" fmla="*/ 534079 h 688125"/>
                <a:gd name="csX26" fmla="*/ 110475 w 540688"/>
                <a:gd name="csY26" fmla="*/ 539906 h 688125"/>
                <a:gd name="csX27" fmla="*/ 110834 w 540688"/>
                <a:gd name="csY27" fmla="*/ 540711 h 688125"/>
                <a:gd name="csX28" fmla="*/ 114328 w 540688"/>
                <a:gd name="csY28" fmla="*/ 548150 h 688125"/>
                <a:gd name="csX29" fmla="*/ 138433 w 540688"/>
                <a:gd name="csY29" fmla="*/ 573244 h 688125"/>
                <a:gd name="csX30" fmla="*/ 167467 w 540688"/>
                <a:gd name="csY30" fmla="*/ 581937 h 688125"/>
                <a:gd name="csX31" fmla="*/ 218006 w 540688"/>
                <a:gd name="csY31" fmla="*/ 681682 h 688125"/>
                <a:gd name="csX32" fmla="*/ 377241 w 540688"/>
                <a:gd name="csY32" fmla="*/ 296498 h 688125"/>
                <a:gd name="csX33" fmla="*/ 283689 w 540688"/>
                <a:gd name="csY33" fmla="*/ 455842 h 688125"/>
                <a:gd name="csX34" fmla="*/ 353495 w 540688"/>
                <a:gd name="csY34" fmla="*/ 546358 h 688125"/>
                <a:gd name="csX35" fmla="*/ 490327 w 540688"/>
                <a:gd name="csY35" fmla="*/ 313347 h 688125"/>
                <a:gd name="csX36" fmla="*/ 377331 w 540688"/>
                <a:gd name="csY36" fmla="*/ 296498 h 688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540688" h="688125">
                  <a:moveTo>
                    <a:pt x="218006" y="681682"/>
                  </a:moveTo>
                  <a:cubicBezTo>
                    <a:pt x="173022" y="694320"/>
                    <a:pt x="124902" y="688224"/>
                    <a:pt x="84758" y="664656"/>
                  </a:cubicBezTo>
                  <a:cubicBezTo>
                    <a:pt x="42014" y="639562"/>
                    <a:pt x="12174" y="596903"/>
                    <a:pt x="3034" y="547791"/>
                  </a:cubicBezTo>
                  <a:lnTo>
                    <a:pt x="3034" y="547791"/>
                  </a:lnTo>
                  <a:cubicBezTo>
                    <a:pt x="2855" y="546984"/>
                    <a:pt x="2675" y="546179"/>
                    <a:pt x="2496" y="545371"/>
                  </a:cubicBezTo>
                  <a:cubicBezTo>
                    <a:pt x="2317" y="544744"/>
                    <a:pt x="2227" y="544028"/>
                    <a:pt x="2048" y="543400"/>
                  </a:cubicBezTo>
                  <a:cubicBezTo>
                    <a:pt x="1958" y="542682"/>
                    <a:pt x="1869" y="542057"/>
                    <a:pt x="1780" y="541339"/>
                  </a:cubicBezTo>
                  <a:cubicBezTo>
                    <a:pt x="1780" y="540442"/>
                    <a:pt x="1600" y="539637"/>
                    <a:pt x="1510" y="538740"/>
                  </a:cubicBezTo>
                  <a:cubicBezTo>
                    <a:pt x="-3508" y="500382"/>
                    <a:pt x="4020" y="462563"/>
                    <a:pt x="23465" y="429494"/>
                  </a:cubicBezTo>
                  <a:lnTo>
                    <a:pt x="225981" y="84548"/>
                  </a:lnTo>
                  <a:cubicBezTo>
                    <a:pt x="245695" y="51031"/>
                    <a:pt x="275445" y="25758"/>
                    <a:pt x="312006" y="11597"/>
                  </a:cubicBezTo>
                  <a:lnTo>
                    <a:pt x="313887" y="10881"/>
                  </a:lnTo>
                  <a:cubicBezTo>
                    <a:pt x="314694" y="10523"/>
                    <a:pt x="315501" y="10254"/>
                    <a:pt x="316307" y="9984"/>
                  </a:cubicBezTo>
                  <a:cubicBezTo>
                    <a:pt x="317024" y="9715"/>
                    <a:pt x="317651" y="9536"/>
                    <a:pt x="318368" y="9356"/>
                  </a:cubicBezTo>
                  <a:cubicBezTo>
                    <a:pt x="319174" y="9090"/>
                    <a:pt x="319892" y="8910"/>
                    <a:pt x="320698" y="8641"/>
                  </a:cubicBezTo>
                  <a:cubicBezTo>
                    <a:pt x="367742" y="-6773"/>
                    <a:pt x="418999" y="-1397"/>
                    <a:pt x="461294" y="23427"/>
                  </a:cubicBezTo>
                  <a:cubicBezTo>
                    <a:pt x="500991" y="46729"/>
                    <a:pt x="529576" y="85266"/>
                    <a:pt x="540688" y="130076"/>
                  </a:cubicBezTo>
                  <a:cubicBezTo>
                    <a:pt x="504396" y="145490"/>
                    <a:pt x="463534" y="146295"/>
                    <a:pt x="426705" y="132227"/>
                  </a:cubicBezTo>
                  <a:cubicBezTo>
                    <a:pt x="421418" y="125057"/>
                    <a:pt x="414967" y="119230"/>
                    <a:pt x="407529" y="114839"/>
                  </a:cubicBezTo>
                  <a:cubicBezTo>
                    <a:pt x="399106" y="109911"/>
                    <a:pt x="389517" y="106953"/>
                    <a:pt x="379213" y="106146"/>
                  </a:cubicBezTo>
                  <a:cubicBezTo>
                    <a:pt x="376255" y="105967"/>
                    <a:pt x="373209" y="105697"/>
                    <a:pt x="369983" y="105877"/>
                  </a:cubicBezTo>
                  <a:cubicBezTo>
                    <a:pt x="367742" y="106056"/>
                    <a:pt x="365682" y="106415"/>
                    <a:pt x="363889" y="106774"/>
                  </a:cubicBezTo>
                  <a:lnTo>
                    <a:pt x="362545" y="107043"/>
                  </a:lnTo>
                  <a:cubicBezTo>
                    <a:pt x="343459" y="110537"/>
                    <a:pt x="327060" y="121829"/>
                    <a:pt x="317472" y="138230"/>
                  </a:cubicBezTo>
                  <a:lnTo>
                    <a:pt x="114956" y="483176"/>
                  </a:lnTo>
                  <a:cubicBezTo>
                    <a:pt x="105905" y="498590"/>
                    <a:pt x="103575" y="516694"/>
                    <a:pt x="108414" y="534079"/>
                  </a:cubicBezTo>
                  <a:cubicBezTo>
                    <a:pt x="109041" y="536320"/>
                    <a:pt x="109848" y="538201"/>
                    <a:pt x="110475" y="539906"/>
                  </a:cubicBezTo>
                  <a:lnTo>
                    <a:pt x="110834" y="540711"/>
                  </a:lnTo>
                  <a:cubicBezTo>
                    <a:pt x="111909" y="543310"/>
                    <a:pt x="112984" y="545730"/>
                    <a:pt x="114328" y="548150"/>
                  </a:cubicBezTo>
                  <a:cubicBezTo>
                    <a:pt x="120153" y="558725"/>
                    <a:pt x="128487" y="567418"/>
                    <a:pt x="138433" y="573244"/>
                  </a:cubicBezTo>
                  <a:cubicBezTo>
                    <a:pt x="147125" y="578351"/>
                    <a:pt x="157072" y="581309"/>
                    <a:pt x="167467" y="581937"/>
                  </a:cubicBezTo>
                  <a:cubicBezTo>
                    <a:pt x="196320" y="607477"/>
                    <a:pt x="214332" y="643238"/>
                    <a:pt x="218006" y="681682"/>
                  </a:cubicBezTo>
                  <a:close/>
                  <a:moveTo>
                    <a:pt x="377241" y="296498"/>
                  </a:moveTo>
                  <a:lnTo>
                    <a:pt x="283689" y="455842"/>
                  </a:lnTo>
                  <a:cubicBezTo>
                    <a:pt x="312364" y="481743"/>
                    <a:pt x="335752" y="512123"/>
                    <a:pt x="353495" y="546358"/>
                  </a:cubicBezTo>
                  <a:lnTo>
                    <a:pt x="490327" y="313347"/>
                  </a:lnTo>
                  <a:cubicBezTo>
                    <a:pt x="451796" y="314601"/>
                    <a:pt x="413891" y="308956"/>
                    <a:pt x="377331" y="296498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orme libre 10">
              <a:extLst>
                <a:ext uri="{FF2B5EF4-FFF2-40B4-BE49-F238E27FC236}">
                  <a16:creationId xmlns:a16="http://schemas.microsoft.com/office/drawing/2014/main" id="{60779977-C824-B772-5F64-BD3FD279334A}"/>
                </a:ext>
              </a:extLst>
            </p:cNvPr>
            <p:cNvSpPr/>
            <p:nvPr/>
          </p:nvSpPr>
          <p:spPr>
            <a:xfrm>
              <a:off x="6154235" y="3510676"/>
              <a:ext cx="752485" cy="827754"/>
            </a:xfrm>
            <a:custGeom>
              <a:avLst/>
              <a:gdLst>
                <a:gd name="csX0" fmla="*/ 242854 w 693976"/>
                <a:gd name="csY0" fmla="*/ 188380 h 763392"/>
                <a:gd name="csX1" fmla="*/ 131470 w 693976"/>
                <a:gd name="csY1" fmla="*/ 378104 h 763392"/>
                <a:gd name="csX2" fmla="*/ 197422 w 693976"/>
                <a:gd name="csY2" fmla="*/ 631818 h 763392"/>
                <a:gd name="csX3" fmla="*/ 451105 w 693976"/>
                <a:gd name="csY3" fmla="*/ 565857 h 763392"/>
                <a:gd name="csX4" fmla="*/ 562489 w 693976"/>
                <a:gd name="csY4" fmla="*/ 376133 h 763392"/>
                <a:gd name="csX5" fmla="*/ 587759 w 693976"/>
                <a:gd name="csY5" fmla="*/ 283109 h 763392"/>
                <a:gd name="csX6" fmla="*/ 587759 w 693976"/>
                <a:gd name="csY6" fmla="*/ 277821 h 763392"/>
                <a:gd name="csX7" fmla="*/ 587759 w 693976"/>
                <a:gd name="csY7" fmla="*/ 276118 h 763392"/>
                <a:gd name="csX8" fmla="*/ 587759 w 693976"/>
                <a:gd name="csY8" fmla="*/ 272532 h 763392"/>
                <a:gd name="csX9" fmla="*/ 528975 w 693976"/>
                <a:gd name="csY9" fmla="*/ 146619 h 763392"/>
                <a:gd name="csX10" fmla="*/ 524226 w 693976"/>
                <a:gd name="csY10" fmla="*/ 142404 h 763392"/>
                <a:gd name="csX11" fmla="*/ 520373 w 693976"/>
                <a:gd name="csY11" fmla="*/ 139269 h 763392"/>
                <a:gd name="csX12" fmla="*/ 519119 w 693976"/>
                <a:gd name="csY12" fmla="*/ 138193 h 763392"/>
                <a:gd name="csX13" fmla="*/ 496627 w 693976"/>
                <a:gd name="csY13" fmla="*/ 122420 h 763392"/>
                <a:gd name="csX14" fmla="*/ 476643 w 693976"/>
                <a:gd name="csY14" fmla="*/ 112473 h 763392"/>
                <a:gd name="csX15" fmla="*/ 479601 w 693976"/>
                <a:gd name="csY15" fmla="*/ 86036 h 763392"/>
                <a:gd name="csX16" fmla="*/ 520642 w 693976"/>
                <a:gd name="csY16" fmla="*/ 16222 h 763392"/>
                <a:gd name="csX17" fmla="*/ 550213 w 693976"/>
                <a:gd name="csY17" fmla="*/ 31098 h 763392"/>
                <a:gd name="csX18" fmla="*/ 585519 w 693976"/>
                <a:gd name="csY18" fmla="*/ 56012 h 763392"/>
                <a:gd name="csX19" fmla="*/ 586415 w 693976"/>
                <a:gd name="csY19" fmla="*/ 56730 h 763392"/>
                <a:gd name="csX20" fmla="*/ 589014 w 693976"/>
                <a:gd name="csY20" fmla="*/ 58881 h 763392"/>
                <a:gd name="csX21" fmla="*/ 589014 w 693976"/>
                <a:gd name="csY21" fmla="*/ 58881 h 763392"/>
                <a:gd name="csX22" fmla="*/ 590806 w 693976"/>
                <a:gd name="csY22" fmla="*/ 60314 h 763392"/>
                <a:gd name="csX23" fmla="*/ 592508 w 693976"/>
                <a:gd name="csY23" fmla="*/ 61657 h 763392"/>
                <a:gd name="csX24" fmla="*/ 671902 w 693976"/>
                <a:gd name="csY24" fmla="*/ 172249 h 763392"/>
                <a:gd name="csX25" fmla="*/ 672977 w 693976"/>
                <a:gd name="csY25" fmla="*/ 174758 h 763392"/>
                <a:gd name="csX26" fmla="*/ 674052 w 693976"/>
                <a:gd name="csY26" fmla="*/ 177357 h 763392"/>
                <a:gd name="csX27" fmla="*/ 675307 w 693976"/>
                <a:gd name="csY27" fmla="*/ 180313 h 763392"/>
                <a:gd name="csX28" fmla="*/ 676203 w 693976"/>
                <a:gd name="csY28" fmla="*/ 182554 h 763392"/>
                <a:gd name="csX29" fmla="*/ 653890 w 693976"/>
                <a:gd name="csY29" fmla="*/ 429905 h 763392"/>
                <a:gd name="csX30" fmla="*/ 542506 w 693976"/>
                <a:gd name="csY30" fmla="*/ 619629 h 763392"/>
                <a:gd name="csX31" fmla="*/ 143746 w 693976"/>
                <a:gd name="csY31" fmla="*/ 723319 h 763392"/>
                <a:gd name="csX32" fmla="*/ 40069 w 693976"/>
                <a:gd name="csY32" fmla="*/ 324512 h 763392"/>
                <a:gd name="csX33" fmla="*/ 151453 w 693976"/>
                <a:gd name="csY33" fmla="*/ 134788 h 763392"/>
                <a:gd name="csX34" fmla="*/ 331119 w 693976"/>
                <a:gd name="csY34" fmla="*/ 0 h 763392"/>
                <a:gd name="csX35" fmla="*/ 304773 w 693976"/>
                <a:gd name="csY35" fmla="*/ 125109 h 763392"/>
                <a:gd name="csX36" fmla="*/ 242764 w 693976"/>
                <a:gd name="csY36" fmla="*/ 188470 h 763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93976" h="763392">
                  <a:moveTo>
                    <a:pt x="242854" y="188380"/>
                  </a:moveTo>
                  <a:lnTo>
                    <a:pt x="131470" y="378104"/>
                  </a:lnTo>
                  <a:cubicBezTo>
                    <a:pt x="79765" y="466201"/>
                    <a:pt x="109336" y="580017"/>
                    <a:pt x="197422" y="631818"/>
                  </a:cubicBezTo>
                  <a:cubicBezTo>
                    <a:pt x="285508" y="683528"/>
                    <a:pt x="399311" y="653954"/>
                    <a:pt x="451105" y="565857"/>
                  </a:cubicBezTo>
                  <a:lnTo>
                    <a:pt x="562489" y="376133"/>
                  </a:lnTo>
                  <a:cubicBezTo>
                    <a:pt x="578977" y="348083"/>
                    <a:pt x="587669" y="315909"/>
                    <a:pt x="587759" y="283109"/>
                  </a:cubicBezTo>
                  <a:cubicBezTo>
                    <a:pt x="587759" y="281315"/>
                    <a:pt x="587759" y="279523"/>
                    <a:pt x="587759" y="277821"/>
                  </a:cubicBezTo>
                  <a:cubicBezTo>
                    <a:pt x="587759" y="277193"/>
                    <a:pt x="587759" y="276654"/>
                    <a:pt x="587759" y="276118"/>
                  </a:cubicBezTo>
                  <a:cubicBezTo>
                    <a:pt x="587759" y="274952"/>
                    <a:pt x="587759" y="273698"/>
                    <a:pt x="587759" y="272532"/>
                  </a:cubicBezTo>
                  <a:cubicBezTo>
                    <a:pt x="585160" y="224139"/>
                    <a:pt x="564281" y="179508"/>
                    <a:pt x="528975" y="146619"/>
                  </a:cubicBezTo>
                  <a:cubicBezTo>
                    <a:pt x="527452" y="145183"/>
                    <a:pt x="525839" y="143750"/>
                    <a:pt x="524226" y="142404"/>
                  </a:cubicBezTo>
                  <a:cubicBezTo>
                    <a:pt x="522972" y="141330"/>
                    <a:pt x="521717" y="140343"/>
                    <a:pt x="520373" y="139269"/>
                  </a:cubicBezTo>
                  <a:lnTo>
                    <a:pt x="519119" y="138193"/>
                  </a:lnTo>
                  <a:cubicBezTo>
                    <a:pt x="511054" y="131651"/>
                    <a:pt x="503885" y="126721"/>
                    <a:pt x="496627" y="122420"/>
                  </a:cubicBezTo>
                  <a:cubicBezTo>
                    <a:pt x="490622" y="118925"/>
                    <a:pt x="484171" y="115698"/>
                    <a:pt x="476643" y="112473"/>
                  </a:cubicBezTo>
                  <a:cubicBezTo>
                    <a:pt x="473955" y="103601"/>
                    <a:pt x="474941" y="94011"/>
                    <a:pt x="479601" y="86036"/>
                  </a:cubicBezTo>
                  <a:lnTo>
                    <a:pt x="520642" y="16222"/>
                  </a:lnTo>
                  <a:cubicBezTo>
                    <a:pt x="531753" y="21061"/>
                    <a:pt x="541341" y="25809"/>
                    <a:pt x="550213" y="31098"/>
                  </a:cubicBezTo>
                  <a:cubicBezTo>
                    <a:pt x="561503" y="37729"/>
                    <a:pt x="572794" y="45617"/>
                    <a:pt x="585519" y="56012"/>
                  </a:cubicBezTo>
                  <a:lnTo>
                    <a:pt x="586415" y="56730"/>
                  </a:lnTo>
                  <a:cubicBezTo>
                    <a:pt x="587311" y="57445"/>
                    <a:pt x="588117" y="58163"/>
                    <a:pt x="589014" y="58881"/>
                  </a:cubicBezTo>
                  <a:lnTo>
                    <a:pt x="589014" y="58881"/>
                  </a:lnTo>
                  <a:cubicBezTo>
                    <a:pt x="589641" y="59417"/>
                    <a:pt x="590178" y="59865"/>
                    <a:pt x="590806" y="60314"/>
                  </a:cubicBezTo>
                  <a:cubicBezTo>
                    <a:pt x="591343" y="60762"/>
                    <a:pt x="591970" y="61211"/>
                    <a:pt x="592508" y="61657"/>
                  </a:cubicBezTo>
                  <a:cubicBezTo>
                    <a:pt x="627097" y="91411"/>
                    <a:pt x="654518" y="129679"/>
                    <a:pt x="671902" y="172249"/>
                  </a:cubicBezTo>
                  <a:cubicBezTo>
                    <a:pt x="672260" y="173056"/>
                    <a:pt x="672618" y="173951"/>
                    <a:pt x="672977" y="174758"/>
                  </a:cubicBezTo>
                  <a:cubicBezTo>
                    <a:pt x="673335" y="175655"/>
                    <a:pt x="673694" y="176460"/>
                    <a:pt x="674052" y="177357"/>
                  </a:cubicBezTo>
                  <a:cubicBezTo>
                    <a:pt x="674411" y="178342"/>
                    <a:pt x="674859" y="179329"/>
                    <a:pt x="675307" y="180313"/>
                  </a:cubicBezTo>
                  <a:cubicBezTo>
                    <a:pt x="675665" y="181031"/>
                    <a:pt x="675934" y="181749"/>
                    <a:pt x="676203" y="182554"/>
                  </a:cubicBezTo>
                  <a:cubicBezTo>
                    <a:pt x="706133" y="264647"/>
                    <a:pt x="697978" y="354805"/>
                    <a:pt x="653890" y="429905"/>
                  </a:cubicBezTo>
                  <a:lnTo>
                    <a:pt x="542506" y="619629"/>
                  </a:lnTo>
                  <a:cubicBezTo>
                    <a:pt x="461141" y="758182"/>
                    <a:pt x="282282" y="804694"/>
                    <a:pt x="143746" y="723319"/>
                  </a:cubicBezTo>
                  <a:cubicBezTo>
                    <a:pt x="5211" y="641944"/>
                    <a:pt x="-41296" y="463063"/>
                    <a:pt x="40069" y="324512"/>
                  </a:cubicBezTo>
                  <a:lnTo>
                    <a:pt x="151453" y="134788"/>
                  </a:lnTo>
                  <a:cubicBezTo>
                    <a:pt x="191149" y="67215"/>
                    <a:pt x="255668" y="19088"/>
                    <a:pt x="331119" y="0"/>
                  </a:cubicBezTo>
                  <a:cubicBezTo>
                    <a:pt x="309254" y="37640"/>
                    <a:pt x="300024" y="81732"/>
                    <a:pt x="304773" y="125109"/>
                  </a:cubicBezTo>
                  <a:cubicBezTo>
                    <a:pt x="279235" y="140971"/>
                    <a:pt x="257908" y="162748"/>
                    <a:pt x="242764" y="188470"/>
                  </a:cubicBezTo>
                  <a:close/>
                </a:path>
              </a:pathLst>
            </a:custGeom>
            <a:solidFill>
              <a:srgbClr val="00B747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orme libre 11">
              <a:extLst>
                <a:ext uri="{FF2B5EF4-FFF2-40B4-BE49-F238E27FC236}">
                  <a16:creationId xmlns:a16="http://schemas.microsoft.com/office/drawing/2014/main" id="{867BAC2C-D055-F76B-B498-328C81C38512}"/>
                </a:ext>
              </a:extLst>
            </p:cNvPr>
            <p:cNvSpPr/>
            <p:nvPr/>
          </p:nvSpPr>
          <p:spPr>
            <a:xfrm>
              <a:off x="6724613" y="2529286"/>
              <a:ext cx="752442" cy="836975"/>
            </a:xfrm>
            <a:custGeom>
              <a:avLst/>
              <a:gdLst>
                <a:gd name="csX0" fmla="*/ 157434 w 693936"/>
                <a:gd name="csY0" fmla="*/ 643841 h 771896"/>
                <a:gd name="csX1" fmla="*/ 179030 w 693936"/>
                <a:gd name="csY1" fmla="*/ 628335 h 771896"/>
                <a:gd name="csX2" fmla="*/ 197399 w 693936"/>
                <a:gd name="csY2" fmla="*/ 640883 h 771896"/>
                <a:gd name="csX3" fmla="*/ 222132 w 693936"/>
                <a:gd name="csY3" fmla="*/ 652803 h 771896"/>
                <a:gd name="csX4" fmla="*/ 223655 w 693936"/>
                <a:gd name="csY4" fmla="*/ 653429 h 771896"/>
                <a:gd name="csX5" fmla="*/ 228315 w 693936"/>
                <a:gd name="csY5" fmla="*/ 655221 h 771896"/>
                <a:gd name="csX6" fmla="*/ 234318 w 693936"/>
                <a:gd name="csY6" fmla="*/ 657284 h 771896"/>
                <a:gd name="csX7" fmla="*/ 372854 w 693936"/>
                <a:gd name="csY7" fmla="*/ 647335 h 771896"/>
                <a:gd name="csX8" fmla="*/ 375990 w 693936"/>
                <a:gd name="csY8" fmla="*/ 645633 h 771896"/>
                <a:gd name="csX9" fmla="*/ 377513 w 693936"/>
                <a:gd name="csY9" fmla="*/ 644826 h 771896"/>
                <a:gd name="csX10" fmla="*/ 382173 w 693936"/>
                <a:gd name="csY10" fmla="*/ 642316 h 771896"/>
                <a:gd name="csX11" fmla="*/ 451083 w 693936"/>
                <a:gd name="csY11" fmla="*/ 574922 h 771896"/>
                <a:gd name="csX12" fmla="*/ 562466 w 693936"/>
                <a:gd name="csY12" fmla="*/ 385198 h 771896"/>
                <a:gd name="csX13" fmla="*/ 496514 w 693936"/>
                <a:gd name="csY13" fmla="*/ 131485 h 771896"/>
                <a:gd name="csX14" fmla="*/ 242831 w 693936"/>
                <a:gd name="csY14" fmla="*/ 197446 h 771896"/>
                <a:gd name="csX15" fmla="*/ 131447 w 693936"/>
                <a:gd name="csY15" fmla="*/ 387170 h 771896"/>
                <a:gd name="csX16" fmla="*/ 106356 w 693936"/>
                <a:gd name="csY16" fmla="*/ 472129 h 771896"/>
                <a:gd name="csX17" fmla="*/ 9937 w 693936"/>
                <a:gd name="csY17" fmla="*/ 556103 h 771896"/>
                <a:gd name="csX18" fmla="*/ 40046 w 693936"/>
                <a:gd name="csY18" fmla="*/ 333488 h 771896"/>
                <a:gd name="csX19" fmla="*/ 151430 w 693936"/>
                <a:gd name="csY19" fmla="*/ 143764 h 771896"/>
                <a:gd name="csX20" fmla="*/ 550190 w 693936"/>
                <a:gd name="csY20" fmla="*/ 40073 h 771896"/>
                <a:gd name="csX21" fmla="*/ 653868 w 693936"/>
                <a:gd name="csY21" fmla="*/ 438880 h 771896"/>
                <a:gd name="csX22" fmla="*/ 542484 w 693936"/>
                <a:gd name="csY22" fmla="*/ 628604 h 771896"/>
                <a:gd name="csX23" fmla="*/ 337369 w 693936"/>
                <a:gd name="csY23" fmla="*/ 768591 h 771896"/>
                <a:gd name="csX24" fmla="*/ 334949 w 693936"/>
                <a:gd name="csY24" fmla="*/ 768860 h 771896"/>
                <a:gd name="csX25" fmla="*/ 331813 w 693936"/>
                <a:gd name="csY25" fmla="*/ 769219 h 771896"/>
                <a:gd name="csX26" fmla="*/ 329035 w 693936"/>
                <a:gd name="csY26" fmla="*/ 769486 h 771896"/>
                <a:gd name="csX27" fmla="*/ 326347 w 693936"/>
                <a:gd name="csY27" fmla="*/ 769755 h 771896"/>
                <a:gd name="csX28" fmla="*/ 191127 w 693936"/>
                <a:gd name="csY28" fmla="*/ 754251 h 771896"/>
                <a:gd name="csX29" fmla="*/ 189066 w 693936"/>
                <a:gd name="csY29" fmla="*/ 753446 h 771896"/>
                <a:gd name="csX30" fmla="*/ 186915 w 693936"/>
                <a:gd name="csY30" fmla="*/ 752549 h 771896"/>
                <a:gd name="csX31" fmla="*/ 183779 w 693936"/>
                <a:gd name="csY31" fmla="*/ 751295 h 771896"/>
                <a:gd name="csX32" fmla="*/ 182703 w 693936"/>
                <a:gd name="csY32" fmla="*/ 750846 h 771896"/>
                <a:gd name="csX33" fmla="*/ 143724 w 693936"/>
                <a:gd name="csY33" fmla="*/ 732115 h 771896"/>
                <a:gd name="csX34" fmla="*/ 116303 w 693936"/>
                <a:gd name="csY34" fmla="*/ 713474 h 771896"/>
                <a:gd name="csX35" fmla="*/ 157344 w 693936"/>
                <a:gd name="csY35" fmla="*/ 643662 h 771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693936" h="771896">
                  <a:moveTo>
                    <a:pt x="157434" y="643841"/>
                  </a:moveTo>
                  <a:cubicBezTo>
                    <a:pt x="162094" y="635864"/>
                    <a:pt x="169979" y="630219"/>
                    <a:pt x="179030" y="628335"/>
                  </a:cubicBezTo>
                  <a:cubicBezTo>
                    <a:pt x="185481" y="633354"/>
                    <a:pt x="191395" y="637387"/>
                    <a:pt x="197399" y="640883"/>
                  </a:cubicBezTo>
                  <a:cubicBezTo>
                    <a:pt x="204658" y="645095"/>
                    <a:pt x="212454" y="648948"/>
                    <a:pt x="222132" y="652803"/>
                  </a:cubicBezTo>
                  <a:lnTo>
                    <a:pt x="223655" y="653429"/>
                  </a:lnTo>
                  <a:cubicBezTo>
                    <a:pt x="225178" y="654057"/>
                    <a:pt x="226701" y="654685"/>
                    <a:pt x="228315" y="655221"/>
                  </a:cubicBezTo>
                  <a:cubicBezTo>
                    <a:pt x="230286" y="655939"/>
                    <a:pt x="232258" y="656656"/>
                    <a:pt x="234318" y="657284"/>
                  </a:cubicBezTo>
                  <a:cubicBezTo>
                    <a:pt x="280198" y="672160"/>
                    <a:pt x="329393" y="668576"/>
                    <a:pt x="372854" y="647335"/>
                  </a:cubicBezTo>
                  <a:cubicBezTo>
                    <a:pt x="373929" y="646797"/>
                    <a:pt x="375005" y="646259"/>
                    <a:pt x="375990" y="645633"/>
                  </a:cubicBezTo>
                  <a:cubicBezTo>
                    <a:pt x="376528" y="645364"/>
                    <a:pt x="376976" y="645095"/>
                    <a:pt x="377513" y="644826"/>
                  </a:cubicBezTo>
                  <a:cubicBezTo>
                    <a:pt x="379126" y="644019"/>
                    <a:pt x="380650" y="643213"/>
                    <a:pt x="382173" y="642316"/>
                  </a:cubicBezTo>
                  <a:cubicBezTo>
                    <a:pt x="410758" y="626274"/>
                    <a:pt x="434594" y="602885"/>
                    <a:pt x="451083" y="574922"/>
                  </a:cubicBezTo>
                  <a:lnTo>
                    <a:pt x="562466" y="385198"/>
                  </a:lnTo>
                  <a:cubicBezTo>
                    <a:pt x="614171" y="297102"/>
                    <a:pt x="584600" y="183285"/>
                    <a:pt x="496514" y="131485"/>
                  </a:cubicBezTo>
                  <a:cubicBezTo>
                    <a:pt x="408429" y="79774"/>
                    <a:pt x="294625" y="109349"/>
                    <a:pt x="242831" y="197446"/>
                  </a:cubicBezTo>
                  <a:lnTo>
                    <a:pt x="131447" y="387170"/>
                  </a:lnTo>
                  <a:cubicBezTo>
                    <a:pt x="116303" y="412892"/>
                    <a:pt x="107701" y="442108"/>
                    <a:pt x="106356" y="472129"/>
                  </a:cubicBezTo>
                  <a:cubicBezTo>
                    <a:pt x="66212" y="489068"/>
                    <a:pt x="32160" y="518641"/>
                    <a:pt x="9937" y="556103"/>
                  </a:cubicBezTo>
                  <a:cubicBezTo>
                    <a:pt x="-10135" y="480911"/>
                    <a:pt x="349" y="401061"/>
                    <a:pt x="40046" y="333488"/>
                  </a:cubicBezTo>
                  <a:lnTo>
                    <a:pt x="151430" y="143764"/>
                  </a:lnTo>
                  <a:cubicBezTo>
                    <a:pt x="232795" y="5212"/>
                    <a:pt x="411654" y="-41302"/>
                    <a:pt x="550190" y="40073"/>
                  </a:cubicBezTo>
                  <a:cubicBezTo>
                    <a:pt x="688725" y="121449"/>
                    <a:pt x="735232" y="300329"/>
                    <a:pt x="653868" y="438880"/>
                  </a:cubicBezTo>
                  <a:lnTo>
                    <a:pt x="542484" y="628604"/>
                  </a:lnTo>
                  <a:cubicBezTo>
                    <a:pt x="498396" y="703707"/>
                    <a:pt x="423662" y="754700"/>
                    <a:pt x="337369" y="768591"/>
                  </a:cubicBezTo>
                  <a:cubicBezTo>
                    <a:pt x="336562" y="768681"/>
                    <a:pt x="335756" y="768770"/>
                    <a:pt x="334949" y="768860"/>
                  </a:cubicBezTo>
                  <a:cubicBezTo>
                    <a:pt x="333874" y="768950"/>
                    <a:pt x="332799" y="769040"/>
                    <a:pt x="331813" y="769219"/>
                  </a:cubicBezTo>
                  <a:cubicBezTo>
                    <a:pt x="330917" y="769309"/>
                    <a:pt x="329931" y="769398"/>
                    <a:pt x="329035" y="769486"/>
                  </a:cubicBezTo>
                  <a:cubicBezTo>
                    <a:pt x="328139" y="769576"/>
                    <a:pt x="327243" y="769665"/>
                    <a:pt x="326347" y="769755"/>
                  </a:cubicBezTo>
                  <a:cubicBezTo>
                    <a:pt x="280646" y="775312"/>
                    <a:pt x="233870" y="770024"/>
                    <a:pt x="191127" y="754251"/>
                  </a:cubicBezTo>
                  <a:cubicBezTo>
                    <a:pt x="190410" y="753982"/>
                    <a:pt x="189782" y="753715"/>
                    <a:pt x="189066" y="753446"/>
                  </a:cubicBezTo>
                  <a:cubicBezTo>
                    <a:pt x="188349" y="753177"/>
                    <a:pt x="187632" y="752818"/>
                    <a:pt x="186915" y="752549"/>
                  </a:cubicBezTo>
                  <a:cubicBezTo>
                    <a:pt x="185840" y="752190"/>
                    <a:pt x="184854" y="751741"/>
                    <a:pt x="183779" y="751295"/>
                  </a:cubicBezTo>
                  <a:lnTo>
                    <a:pt x="182703" y="750846"/>
                  </a:lnTo>
                  <a:cubicBezTo>
                    <a:pt x="167470" y="744753"/>
                    <a:pt x="155104" y="738747"/>
                    <a:pt x="143724" y="732115"/>
                  </a:cubicBezTo>
                  <a:cubicBezTo>
                    <a:pt x="134763" y="726917"/>
                    <a:pt x="125981" y="720823"/>
                    <a:pt x="116303" y="713474"/>
                  </a:cubicBezTo>
                  <a:lnTo>
                    <a:pt x="157344" y="643662"/>
                  </a:lnTo>
                  <a:close/>
                </a:path>
              </a:pathLst>
            </a:custGeom>
            <a:solidFill>
              <a:srgbClr val="00C6E5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Ellipse 12">
              <a:extLst>
                <a:ext uri="{FF2B5EF4-FFF2-40B4-BE49-F238E27FC236}">
                  <a16:creationId xmlns:a16="http://schemas.microsoft.com/office/drawing/2014/main" id="{06D2ED60-92A5-11FC-0E82-79CD470EC735}"/>
                </a:ext>
              </a:extLst>
            </p:cNvPr>
            <p:cNvSpPr/>
            <p:nvPr/>
          </p:nvSpPr>
          <p:spPr>
            <a:xfrm>
              <a:off x="5115178" y="3712606"/>
              <a:ext cx="1961546" cy="1961777"/>
            </a:xfrm>
            <a:prstGeom prst="ellipse">
              <a:avLst/>
            </a:prstGeom>
            <a:solidFill>
              <a:srgbClr val="00B747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Ellipse 13">
              <a:extLst>
                <a:ext uri="{FF2B5EF4-FFF2-40B4-BE49-F238E27FC236}">
                  <a16:creationId xmlns:a16="http://schemas.microsoft.com/office/drawing/2014/main" id="{ADCE2809-C549-2941-921F-3B4ED9157904}"/>
                </a:ext>
              </a:extLst>
            </p:cNvPr>
            <p:cNvSpPr/>
            <p:nvPr/>
          </p:nvSpPr>
          <p:spPr>
            <a:xfrm>
              <a:off x="3655290" y="1183616"/>
              <a:ext cx="1961546" cy="1961777"/>
            </a:xfrm>
            <a:prstGeom prst="ellipse">
              <a:avLst/>
            </a:prstGeom>
            <a:solidFill>
              <a:srgbClr val="FF9626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Ellipse 14">
              <a:extLst>
                <a:ext uri="{FF2B5EF4-FFF2-40B4-BE49-F238E27FC236}">
                  <a16:creationId xmlns:a16="http://schemas.microsoft.com/office/drawing/2014/main" id="{38A509E7-445F-944C-7B58-0195E5B4551D}"/>
                </a:ext>
              </a:extLst>
            </p:cNvPr>
            <p:cNvSpPr/>
            <p:nvPr/>
          </p:nvSpPr>
          <p:spPr>
            <a:xfrm>
              <a:off x="6575164" y="1183616"/>
              <a:ext cx="1961546" cy="1961777"/>
            </a:xfrm>
            <a:prstGeom prst="ellipse">
              <a:avLst/>
            </a:prstGeom>
            <a:solidFill>
              <a:srgbClr val="00C6E5"/>
            </a:solidFill>
            <a:ln w="8960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Ellipse 13">
              <a:extLst>
                <a:ext uri="{FF2B5EF4-FFF2-40B4-BE49-F238E27FC236}">
                  <a16:creationId xmlns:a16="http://schemas.microsoft.com/office/drawing/2014/main" id="{3C7EA03E-E5E0-691A-305A-286692D1D732}"/>
                </a:ext>
              </a:extLst>
            </p:cNvPr>
            <p:cNvSpPr/>
            <p:nvPr/>
          </p:nvSpPr>
          <p:spPr>
            <a:xfrm>
              <a:off x="3838750" y="1367097"/>
              <a:ext cx="1594627" cy="1594815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8960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Ellipse 13">
              <a:extLst>
                <a:ext uri="{FF2B5EF4-FFF2-40B4-BE49-F238E27FC236}">
                  <a16:creationId xmlns:a16="http://schemas.microsoft.com/office/drawing/2014/main" id="{8F448E08-013F-0635-B1D7-922AF387E113}"/>
                </a:ext>
              </a:extLst>
            </p:cNvPr>
            <p:cNvSpPr/>
            <p:nvPr/>
          </p:nvSpPr>
          <p:spPr>
            <a:xfrm>
              <a:off x="6758624" y="1367097"/>
              <a:ext cx="1594627" cy="1594815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8960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Ellipse 13">
              <a:extLst>
                <a:ext uri="{FF2B5EF4-FFF2-40B4-BE49-F238E27FC236}">
                  <a16:creationId xmlns:a16="http://schemas.microsoft.com/office/drawing/2014/main" id="{FE719F0E-DF8D-D825-4DFF-6432470222EB}"/>
                </a:ext>
              </a:extLst>
            </p:cNvPr>
            <p:cNvSpPr/>
            <p:nvPr/>
          </p:nvSpPr>
          <p:spPr>
            <a:xfrm>
              <a:off x="5298638" y="3896087"/>
              <a:ext cx="1594627" cy="1594815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8960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D11A3F-7CC1-CA8E-7CA5-60DC8E77B41E}"/>
              </a:ext>
            </a:extLst>
          </p:cNvPr>
          <p:cNvGrpSpPr/>
          <p:nvPr/>
        </p:nvGrpSpPr>
        <p:grpSpPr>
          <a:xfrm>
            <a:off x="2773959" y="6810730"/>
            <a:ext cx="3833252" cy="1966006"/>
            <a:chOff x="332936" y="4765190"/>
            <a:chExt cx="2926080" cy="131067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27BF19-80EA-25AA-D1F1-B01B5F62517D}"/>
                </a:ext>
              </a:extLst>
            </p:cNvPr>
            <p:cNvSpPr txBox="1"/>
            <p:nvPr/>
          </p:nvSpPr>
          <p:spPr>
            <a:xfrm>
              <a:off x="332936" y="4765190"/>
              <a:ext cx="2926080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2800" b="1" kern="0" dirty="0">
                  <a:solidFill>
                    <a:srgbClr val="00B747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Agent Role</a:t>
              </a:r>
              <a:endPara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747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F157A54-C8FA-F013-4D0C-E2A0209D6685}"/>
                </a:ext>
              </a:extLst>
            </p:cNvPr>
            <p:cNvSpPr txBox="1"/>
            <p:nvPr/>
          </p:nvSpPr>
          <p:spPr>
            <a:xfrm>
              <a:off x="332936" y="5111494"/>
              <a:ext cx="2926080" cy="96436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Step in to identify the bottleneck and apply the correct troubleshooting macro.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4D9D33-1EAA-6583-AC2B-509A8D2859A9}"/>
              </a:ext>
            </a:extLst>
          </p:cNvPr>
          <p:cNvGrpSpPr/>
          <p:nvPr/>
        </p:nvGrpSpPr>
        <p:grpSpPr>
          <a:xfrm>
            <a:off x="13090576" y="2992619"/>
            <a:ext cx="4865583" cy="1627453"/>
            <a:chOff x="8921976" y="1355002"/>
            <a:chExt cx="3714101" cy="108496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F02E579-02CC-6377-78CF-B336D0CE6E80}"/>
                </a:ext>
              </a:extLst>
            </p:cNvPr>
            <p:cNvSpPr txBox="1"/>
            <p:nvPr/>
          </p:nvSpPr>
          <p:spPr>
            <a:xfrm>
              <a:off x="8921977" y="1355002"/>
              <a:ext cx="2926080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2800" b="1" kern="0" noProof="1">
                  <a:solidFill>
                    <a:srgbClr val="00C6E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Error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C6E5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4F7328-5E62-C5F2-C5EC-0F8CB10673DB}"/>
                </a:ext>
              </a:extLst>
            </p:cNvPr>
            <p:cNvSpPr txBox="1"/>
            <p:nvPr/>
          </p:nvSpPr>
          <p:spPr>
            <a:xfrm>
              <a:off x="8921976" y="1701306"/>
              <a:ext cx="3714101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defTabSz="1371600"/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they have questions , the message directs users to contact contentintegrity@tripadvisor.com.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B705EDF-743F-0AB4-3DA9-A5EE0B65BE26}"/>
              </a:ext>
            </a:extLst>
          </p:cNvPr>
          <p:cNvGrpSpPr/>
          <p:nvPr/>
        </p:nvGrpSpPr>
        <p:grpSpPr>
          <a:xfrm>
            <a:off x="1744175" y="2992619"/>
            <a:ext cx="3833252" cy="2321592"/>
            <a:chOff x="332936" y="2740618"/>
            <a:chExt cx="2926080" cy="154772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53E0336-AF76-A988-15B8-5C75EC0ED7A4}"/>
                </a:ext>
              </a:extLst>
            </p:cNvPr>
            <p:cNvSpPr txBox="1"/>
            <p:nvPr/>
          </p:nvSpPr>
          <p:spPr>
            <a:xfrm>
              <a:off x="332936" y="2740618"/>
              <a:ext cx="2926080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2800" b="1" kern="0" noProof="1">
                  <a:solidFill>
                    <a:srgbClr val="FF962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Notification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FF9626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36D3DB4-BCF3-C6B9-6189-0911DED39BE3}"/>
                </a:ext>
              </a:extLst>
            </p:cNvPr>
            <p:cNvSpPr txBox="1"/>
            <p:nvPr/>
          </p:nvSpPr>
          <p:spPr>
            <a:xfrm>
              <a:off x="332936" y="3098277"/>
              <a:ext cx="2926080" cy="119006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defTabSz="1371600"/>
              <a:r>
                <a:rPr lang="en-US" sz="2200" kern="0" noProof="1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Users receive an automated cancellation email from Tripadvisor Support when a merge fails.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E5C969E1-D12C-F2B9-F90F-9A76ED2B6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78054">
            <a:off x="12223157" y="5281345"/>
            <a:ext cx="4784837" cy="37766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Freeform 7">
            <a:extLst>
              <a:ext uri="{FF2B5EF4-FFF2-40B4-BE49-F238E27FC236}">
                <a16:creationId xmlns:a16="http://schemas.microsoft.com/office/drawing/2014/main" id="{606A65A5-9947-AFF1-1AD0-498EA243C301}"/>
              </a:ext>
            </a:extLst>
          </p:cNvPr>
          <p:cNvSpPr/>
          <p:nvPr/>
        </p:nvSpPr>
        <p:spPr>
          <a:xfrm>
            <a:off x="6231364" y="3080302"/>
            <a:ext cx="1223409" cy="1459875"/>
          </a:xfrm>
          <a:custGeom>
            <a:avLst/>
            <a:gdLst/>
            <a:ahLst/>
            <a:cxnLst/>
            <a:rect l="l" t="t" r="r" b="b"/>
            <a:pathLst>
              <a:path w="6954012" h="8229600">
                <a:moveTo>
                  <a:pt x="0" y="0"/>
                </a:moveTo>
                <a:lnTo>
                  <a:pt x="6954012" y="0"/>
                </a:lnTo>
                <a:lnTo>
                  <a:pt x="69540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5B8F3189-2812-0014-731F-700ECE976C19}"/>
              </a:ext>
            </a:extLst>
          </p:cNvPr>
          <p:cNvSpPr/>
          <p:nvPr/>
        </p:nvSpPr>
        <p:spPr>
          <a:xfrm>
            <a:off x="10495530" y="3284203"/>
            <a:ext cx="1565225" cy="1094944"/>
          </a:xfrm>
          <a:custGeom>
            <a:avLst/>
            <a:gdLst/>
            <a:ahLst/>
            <a:cxnLst/>
            <a:rect l="l" t="t" r="r" b="b"/>
            <a:pathLst>
              <a:path w="7315200" h="3474720">
                <a:moveTo>
                  <a:pt x="0" y="0"/>
                </a:moveTo>
                <a:lnTo>
                  <a:pt x="7315200" y="0"/>
                </a:lnTo>
                <a:lnTo>
                  <a:pt x="7315200" y="3474720"/>
                </a:lnTo>
                <a:lnTo>
                  <a:pt x="0" y="3474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4E784467-9413-1C22-56E7-DF8813A366D9}"/>
              </a:ext>
            </a:extLst>
          </p:cNvPr>
          <p:cNvSpPr/>
          <p:nvPr/>
        </p:nvSpPr>
        <p:spPr>
          <a:xfrm>
            <a:off x="8404638" y="6751702"/>
            <a:ext cx="1302469" cy="1599158"/>
          </a:xfrm>
          <a:custGeom>
            <a:avLst/>
            <a:gdLst/>
            <a:ahLst/>
            <a:cxnLst/>
            <a:rect l="l" t="t" r="r" b="b"/>
            <a:pathLst>
              <a:path w="3312414" h="4114800">
                <a:moveTo>
                  <a:pt x="0" y="0"/>
                </a:moveTo>
                <a:lnTo>
                  <a:pt x="3312414" y="0"/>
                </a:lnTo>
                <a:lnTo>
                  <a:pt x="33124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32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3E081-104F-854F-9C69-1BF6AD40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41C9BDE5-F2C1-2FEF-AC0A-2849052B94B4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46E451-B49D-09EF-F79C-73DB04945D86}"/>
              </a:ext>
            </a:extLst>
          </p:cNvPr>
          <p:cNvSpPr/>
          <p:nvPr/>
        </p:nvSpPr>
        <p:spPr>
          <a:xfrm>
            <a:off x="704055" y="782284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1: Clarify the Accounts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F7119FA-F1A7-44CE-25E9-1DA5E0E99FA5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1: Clarify the accounts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8" name="Forme libre 46">
            <a:extLst>
              <a:ext uri="{FF2B5EF4-FFF2-40B4-BE49-F238E27FC236}">
                <a16:creationId xmlns:a16="http://schemas.microsoft.com/office/drawing/2014/main" id="{5BB9D8C2-221E-A28F-8016-2A68FDB1388F}"/>
              </a:ext>
            </a:extLst>
          </p:cNvPr>
          <p:cNvSpPr/>
          <p:nvPr/>
        </p:nvSpPr>
        <p:spPr>
          <a:xfrm>
            <a:off x="6754348" y="1935599"/>
            <a:ext cx="1936866" cy="7203209"/>
          </a:xfrm>
          <a:custGeom>
            <a:avLst/>
            <a:gdLst>
              <a:gd name="connsiteX0" fmla="*/ 13669 w 775246"/>
              <a:gd name="connsiteY0" fmla="*/ 2883006 h 2883142"/>
              <a:gd name="connsiteX1" fmla="*/ 2442 w 775246"/>
              <a:gd name="connsiteY1" fmla="*/ 2877156 h 2883142"/>
              <a:gd name="connsiteX2" fmla="*/ 5844 w 775246"/>
              <a:gd name="connsiteY2" fmla="*/ 2858242 h 2883142"/>
              <a:gd name="connsiteX3" fmla="*/ 748097 w 775246"/>
              <a:gd name="connsiteY3" fmla="*/ 1441499 h 2883142"/>
              <a:gd name="connsiteX4" fmla="*/ 5844 w 775246"/>
              <a:gd name="connsiteY4" fmla="*/ 24756 h 2883142"/>
              <a:gd name="connsiteX5" fmla="*/ 2442 w 775246"/>
              <a:gd name="connsiteY5" fmla="*/ 5843 h 2883142"/>
              <a:gd name="connsiteX6" fmla="*/ 21357 w 775246"/>
              <a:gd name="connsiteY6" fmla="*/ 2441 h 2883142"/>
              <a:gd name="connsiteX7" fmla="*/ 775246 w 775246"/>
              <a:gd name="connsiteY7" fmla="*/ 1441567 h 2883142"/>
              <a:gd name="connsiteX8" fmla="*/ 21357 w 775246"/>
              <a:gd name="connsiteY8" fmla="*/ 2880693 h 2883142"/>
              <a:gd name="connsiteX9" fmla="*/ 13602 w 775246"/>
              <a:gd name="connsiteY9" fmla="*/ 2883143 h 288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5246" h="2883142">
                <a:moveTo>
                  <a:pt x="13669" y="2883006"/>
                </a:moveTo>
                <a:cubicBezTo>
                  <a:pt x="9382" y="2883006"/>
                  <a:pt x="5096" y="2880966"/>
                  <a:pt x="2442" y="2877156"/>
                </a:cubicBezTo>
                <a:cubicBezTo>
                  <a:pt x="-1845" y="2870964"/>
                  <a:pt x="-280" y="2862528"/>
                  <a:pt x="5844" y="2858242"/>
                </a:cubicBezTo>
                <a:cubicBezTo>
                  <a:pt x="470601" y="2535761"/>
                  <a:pt x="748097" y="2006182"/>
                  <a:pt x="748097" y="1441499"/>
                </a:cubicBezTo>
                <a:cubicBezTo>
                  <a:pt x="748097" y="876816"/>
                  <a:pt x="470601" y="347238"/>
                  <a:pt x="5844" y="24756"/>
                </a:cubicBezTo>
                <a:cubicBezTo>
                  <a:pt x="-349" y="20470"/>
                  <a:pt x="-1845" y="11966"/>
                  <a:pt x="2442" y="5843"/>
                </a:cubicBezTo>
                <a:cubicBezTo>
                  <a:pt x="6728" y="-348"/>
                  <a:pt x="15233" y="-1845"/>
                  <a:pt x="21357" y="2441"/>
                </a:cubicBezTo>
                <a:cubicBezTo>
                  <a:pt x="493467" y="329957"/>
                  <a:pt x="775246" y="867972"/>
                  <a:pt x="775246" y="1441567"/>
                </a:cubicBezTo>
                <a:cubicBezTo>
                  <a:pt x="775246" y="2015163"/>
                  <a:pt x="493398" y="2553109"/>
                  <a:pt x="21357" y="2880693"/>
                </a:cubicBezTo>
                <a:cubicBezTo>
                  <a:pt x="18978" y="2882326"/>
                  <a:pt x="16254" y="2883143"/>
                  <a:pt x="13602" y="2883143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  <a:ln w="6804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67467B6-E39E-1FCC-7D1C-069FF93377A3}"/>
              </a:ext>
            </a:extLst>
          </p:cNvPr>
          <p:cNvGrpSpPr/>
          <p:nvPr/>
        </p:nvGrpSpPr>
        <p:grpSpPr>
          <a:xfrm>
            <a:off x="1923324" y="6485658"/>
            <a:ext cx="4776857" cy="1952853"/>
            <a:chOff x="1408007" y="4061303"/>
            <a:chExt cx="3184571" cy="130190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600A001-5A3F-8480-C39D-EB3D2064E281}"/>
                </a:ext>
              </a:extLst>
            </p:cNvPr>
            <p:cNvSpPr/>
            <p:nvPr/>
          </p:nvSpPr>
          <p:spPr>
            <a:xfrm>
              <a:off x="1408007" y="4579177"/>
              <a:ext cx="3184571" cy="784028"/>
            </a:xfrm>
            <a:custGeom>
              <a:avLst/>
              <a:gdLst>
                <a:gd name="connsiteX0" fmla="*/ 0 w 3184571"/>
                <a:gd name="connsiteY0" fmla="*/ 0 h 757413"/>
                <a:gd name="connsiteX1" fmla="*/ 1271384 w 3184571"/>
                <a:gd name="connsiteY1" fmla="*/ 533428 h 757413"/>
                <a:gd name="connsiteX2" fmla="*/ 1416340 w 3184571"/>
                <a:gd name="connsiteY2" fmla="*/ 538424 h 757413"/>
                <a:gd name="connsiteX3" fmla="*/ 1416340 w 3184571"/>
                <a:gd name="connsiteY3" fmla="*/ 0 h 757413"/>
                <a:gd name="connsiteX4" fmla="*/ 1863616 w 3184571"/>
                <a:gd name="connsiteY4" fmla="*/ 0 h 757413"/>
                <a:gd name="connsiteX5" fmla="*/ 1863616 w 3184571"/>
                <a:gd name="connsiteY5" fmla="*/ 535136 h 757413"/>
                <a:gd name="connsiteX6" fmla="*/ 1913182 w 3184571"/>
                <a:gd name="connsiteY6" fmla="*/ 533428 h 757413"/>
                <a:gd name="connsiteX7" fmla="*/ 3184571 w 3184571"/>
                <a:gd name="connsiteY7" fmla="*/ 0 h 757413"/>
                <a:gd name="connsiteX8" fmla="*/ 3184571 w 3184571"/>
                <a:gd name="connsiteY8" fmla="*/ 212923 h 757413"/>
                <a:gd name="connsiteX9" fmla="*/ 1592283 w 3184571"/>
                <a:gd name="connsiteY9" fmla="*/ 757413 h 757413"/>
                <a:gd name="connsiteX10" fmla="*/ 0 w 3184571"/>
                <a:gd name="connsiteY10" fmla="*/ 212923 h 757413"/>
                <a:gd name="connsiteX0" fmla="*/ 0 w 3184571"/>
                <a:gd name="connsiteY0" fmla="*/ 0 h 757413"/>
                <a:gd name="connsiteX1" fmla="*/ 1271384 w 3184571"/>
                <a:gd name="connsiteY1" fmla="*/ 533428 h 757413"/>
                <a:gd name="connsiteX2" fmla="*/ 1416340 w 3184571"/>
                <a:gd name="connsiteY2" fmla="*/ 0 h 757413"/>
                <a:gd name="connsiteX3" fmla="*/ 1863616 w 3184571"/>
                <a:gd name="connsiteY3" fmla="*/ 0 h 757413"/>
                <a:gd name="connsiteX4" fmla="*/ 1863616 w 3184571"/>
                <a:gd name="connsiteY4" fmla="*/ 535136 h 757413"/>
                <a:gd name="connsiteX5" fmla="*/ 1913182 w 3184571"/>
                <a:gd name="connsiteY5" fmla="*/ 533428 h 757413"/>
                <a:gd name="connsiteX6" fmla="*/ 3184571 w 3184571"/>
                <a:gd name="connsiteY6" fmla="*/ 0 h 757413"/>
                <a:gd name="connsiteX7" fmla="*/ 3184571 w 3184571"/>
                <a:gd name="connsiteY7" fmla="*/ 212923 h 757413"/>
                <a:gd name="connsiteX8" fmla="*/ 1592283 w 3184571"/>
                <a:gd name="connsiteY8" fmla="*/ 757413 h 757413"/>
                <a:gd name="connsiteX9" fmla="*/ 0 w 3184571"/>
                <a:gd name="connsiteY9" fmla="*/ 212923 h 757413"/>
                <a:gd name="connsiteX10" fmla="*/ 0 w 3184571"/>
                <a:gd name="connsiteY10" fmla="*/ 0 h 757413"/>
                <a:gd name="connsiteX0" fmla="*/ 0 w 3184571"/>
                <a:gd name="connsiteY0" fmla="*/ 15772 h 773185"/>
                <a:gd name="connsiteX1" fmla="*/ 1416340 w 3184571"/>
                <a:gd name="connsiteY1" fmla="*/ 15772 h 773185"/>
                <a:gd name="connsiteX2" fmla="*/ 1863616 w 3184571"/>
                <a:gd name="connsiteY2" fmla="*/ 15772 h 773185"/>
                <a:gd name="connsiteX3" fmla="*/ 1863616 w 3184571"/>
                <a:gd name="connsiteY3" fmla="*/ 550908 h 773185"/>
                <a:gd name="connsiteX4" fmla="*/ 1913182 w 3184571"/>
                <a:gd name="connsiteY4" fmla="*/ 549200 h 773185"/>
                <a:gd name="connsiteX5" fmla="*/ 3184571 w 3184571"/>
                <a:gd name="connsiteY5" fmla="*/ 15772 h 773185"/>
                <a:gd name="connsiteX6" fmla="*/ 3184571 w 3184571"/>
                <a:gd name="connsiteY6" fmla="*/ 228695 h 773185"/>
                <a:gd name="connsiteX7" fmla="*/ 1592283 w 3184571"/>
                <a:gd name="connsiteY7" fmla="*/ 773185 h 773185"/>
                <a:gd name="connsiteX8" fmla="*/ 0 w 3184571"/>
                <a:gd name="connsiteY8" fmla="*/ 228695 h 773185"/>
                <a:gd name="connsiteX9" fmla="*/ 0 w 3184571"/>
                <a:gd name="connsiteY9" fmla="*/ 15772 h 773185"/>
                <a:gd name="connsiteX0" fmla="*/ 0 w 3184571"/>
                <a:gd name="connsiteY0" fmla="*/ 15772 h 773185"/>
                <a:gd name="connsiteX1" fmla="*/ 1416340 w 3184571"/>
                <a:gd name="connsiteY1" fmla="*/ 15772 h 773185"/>
                <a:gd name="connsiteX2" fmla="*/ 1863616 w 3184571"/>
                <a:gd name="connsiteY2" fmla="*/ 15772 h 773185"/>
                <a:gd name="connsiteX3" fmla="*/ 1913182 w 3184571"/>
                <a:gd name="connsiteY3" fmla="*/ 549200 h 773185"/>
                <a:gd name="connsiteX4" fmla="*/ 3184571 w 3184571"/>
                <a:gd name="connsiteY4" fmla="*/ 15772 h 773185"/>
                <a:gd name="connsiteX5" fmla="*/ 3184571 w 3184571"/>
                <a:gd name="connsiteY5" fmla="*/ 228695 h 773185"/>
                <a:gd name="connsiteX6" fmla="*/ 1592283 w 3184571"/>
                <a:gd name="connsiteY6" fmla="*/ 773185 h 773185"/>
                <a:gd name="connsiteX7" fmla="*/ 0 w 3184571"/>
                <a:gd name="connsiteY7" fmla="*/ 228695 h 773185"/>
                <a:gd name="connsiteX8" fmla="*/ 0 w 3184571"/>
                <a:gd name="connsiteY8" fmla="*/ 15772 h 773185"/>
                <a:gd name="connsiteX0" fmla="*/ 0 w 3184571"/>
                <a:gd name="connsiteY0" fmla="*/ 15772 h 773185"/>
                <a:gd name="connsiteX1" fmla="*/ 1416340 w 3184571"/>
                <a:gd name="connsiteY1" fmla="*/ 15772 h 773185"/>
                <a:gd name="connsiteX2" fmla="*/ 1863616 w 3184571"/>
                <a:gd name="connsiteY2" fmla="*/ 15772 h 773185"/>
                <a:gd name="connsiteX3" fmla="*/ 3184571 w 3184571"/>
                <a:gd name="connsiteY3" fmla="*/ 15772 h 773185"/>
                <a:gd name="connsiteX4" fmla="*/ 3184571 w 3184571"/>
                <a:gd name="connsiteY4" fmla="*/ 228695 h 773185"/>
                <a:gd name="connsiteX5" fmla="*/ 1592283 w 3184571"/>
                <a:gd name="connsiteY5" fmla="*/ 773185 h 773185"/>
                <a:gd name="connsiteX6" fmla="*/ 0 w 3184571"/>
                <a:gd name="connsiteY6" fmla="*/ 228695 h 773185"/>
                <a:gd name="connsiteX7" fmla="*/ 0 w 3184571"/>
                <a:gd name="connsiteY7" fmla="*/ 15772 h 773185"/>
                <a:gd name="connsiteX0" fmla="*/ 0 w 3184571"/>
                <a:gd name="connsiteY0" fmla="*/ 15772 h 773185"/>
                <a:gd name="connsiteX1" fmla="*/ 1863616 w 3184571"/>
                <a:gd name="connsiteY1" fmla="*/ 15772 h 773185"/>
                <a:gd name="connsiteX2" fmla="*/ 3184571 w 3184571"/>
                <a:gd name="connsiteY2" fmla="*/ 15772 h 773185"/>
                <a:gd name="connsiteX3" fmla="*/ 3184571 w 3184571"/>
                <a:gd name="connsiteY3" fmla="*/ 228695 h 773185"/>
                <a:gd name="connsiteX4" fmla="*/ 1592283 w 3184571"/>
                <a:gd name="connsiteY4" fmla="*/ 773185 h 773185"/>
                <a:gd name="connsiteX5" fmla="*/ 0 w 3184571"/>
                <a:gd name="connsiteY5" fmla="*/ 228695 h 773185"/>
                <a:gd name="connsiteX6" fmla="*/ 0 w 3184571"/>
                <a:gd name="connsiteY6" fmla="*/ 15772 h 773185"/>
                <a:gd name="connsiteX0" fmla="*/ 0 w 3184571"/>
                <a:gd name="connsiteY0" fmla="*/ 26615 h 784028"/>
                <a:gd name="connsiteX1" fmla="*/ 3184571 w 3184571"/>
                <a:gd name="connsiteY1" fmla="*/ 26615 h 784028"/>
                <a:gd name="connsiteX2" fmla="*/ 3184571 w 3184571"/>
                <a:gd name="connsiteY2" fmla="*/ 239538 h 784028"/>
                <a:gd name="connsiteX3" fmla="*/ 1592283 w 3184571"/>
                <a:gd name="connsiteY3" fmla="*/ 784028 h 784028"/>
                <a:gd name="connsiteX4" fmla="*/ 0 w 3184571"/>
                <a:gd name="connsiteY4" fmla="*/ 239538 h 784028"/>
                <a:gd name="connsiteX5" fmla="*/ 0 w 3184571"/>
                <a:gd name="connsiteY5" fmla="*/ 26615 h 784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4571" h="784028">
                  <a:moveTo>
                    <a:pt x="0" y="26615"/>
                  </a:moveTo>
                  <a:cubicBezTo>
                    <a:pt x="530762" y="-8872"/>
                    <a:pt x="2653809" y="-8872"/>
                    <a:pt x="3184571" y="26615"/>
                  </a:cubicBezTo>
                  <a:lnTo>
                    <a:pt x="3184571" y="239538"/>
                  </a:lnTo>
                  <a:cubicBezTo>
                    <a:pt x="3184571" y="540282"/>
                    <a:pt x="2471671" y="784028"/>
                    <a:pt x="1592283" y="784028"/>
                  </a:cubicBezTo>
                  <a:cubicBezTo>
                    <a:pt x="712895" y="784028"/>
                    <a:pt x="0" y="540282"/>
                    <a:pt x="0" y="239538"/>
                  </a:cubicBezTo>
                  <a:lnTo>
                    <a:pt x="0" y="26615"/>
                  </a:lnTo>
                  <a:close/>
                </a:path>
              </a:pathLst>
            </a:custGeom>
            <a:solidFill>
              <a:srgbClr val="4F6400"/>
            </a:solidFill>
            <a:ln w="680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orme libre 48">
              <a:extLst>
                <a:ext uri="{FF2B5EF4-FFF2-40B4-BE49-F238E27FC236}">
                  <a16:creationId xmlns:a16="http://schemas.microsoft.com/office/drawing/2014/main" id="{DD38E04F-47D7-BA27-344E-CEC4D8D21191}"/>
                </a:ext>
              </a:extLst>
            </p:cNvPr>
            <p:cNvSpPr/>
            <p:nvPr/>
          </p:nvSpPr>
          <p:spPr>
            <a:xfrm>
              <a:off x="1408007" y="4061303"/>
              <a:ext cx="3184571" cy="1088976"/>
            </a:xfrm>
            <a:custGeom>
              <a:avLst/>
              <a:gdLst>
                <a:gd name="connsiteX0" fmla="*/ 1911977 w 1911975"/>
                <a:gd name="connsiteY0" fmla="*/ 326904 h 653807"/>
                <a:gd name="connsiteX1" fmla="*/ 955987 w 1911975"/>
                <a:gd name="connsiteY1" fmla="*/ 653808 h 653807"/>
                <a:gd name="connsiteX2" fmla="*/ -2 w 1911975"/>
                <a:gd name="connsiteY2" fmla="*/ 326904 h 653807"/>
                <a:gd name="connsiteX3" fmla="*/ 955987 w 1911975"/>
                <a:gd name="connsiteY3" fmla="*/ -1 h 653807"/>
                <a:gd name="connsiteX4" fmla="*/ 1911977 w 1911975"/>
                <a:gd name="connsiteY4" fmla="*/ 326904 h 653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75" h="653807">
                  <a:moveTo>
                    <a:pt x="1911977" y="326904"/>
                  </a:moveTo>
                  <a:cubicBezTo>
                    <a:pt x="1911977" y="507447"/>
                    <a:pt x="1483967" y="653808"/>
                    <a:pt x="955987" y="653808"/>
                  </a:cubicBezTo>
                  <a:cubicBezTo>
                    <a:pt x="428011" y="653808"/>
                    <a:pt x="-2" y="507448"/>
                    <a:pt x="-2" y="326904"/>
                  </a:cubicBezTo>
                  <a:cubicBezTo>
                    <a:pt x="-2" y="146360"/>
                    <a:pt x="428008" y="-1"/>
                    <a:pt x="955987" y="-1"/>
                  </a:cubicBezTo>
                  <a:cubicBezTo>
                    <a:pt x="1483964" y="-1"/>
                    <a:pt x="1911977" y="146359"/>
                    <a:pt x="1911977" y="326904"/>
                  </a:cubicBezTo>
                  <a:close/>
                </a:path>
              </a:pathLst>
            </a:custGeom>
            <a:solidFill>
              <a:srgbClr val="CFFF2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4" name="Forme libre 55">
            <a:extLst>
              <a:ext uri="{FF2B5EF4-FFF2-40B4-BE49-F238E27FC236}">
                <a16:creationId xmlns:a16="http://schemas.microsoft.com/office/drawing/2014/main" id="{5DA7E9C2-F148-1DA8-294B-A977C6BE5480}"/>
              </a:ext>
            </a:extLst>
          </p:cNvPr>
          <p:cNvSpPr/>
          <p:nvPr/>
        </p:nvSpPr>
        <p:spPr>
          <a:xfrm>
            <a:off x="7801741" y="3221912"/>
            <a:ext cx="855813" cy="855656"/>
          </a:xfrm>
          <a:custGeom>
            <a:avLst/>
            <a:gdLst>
              <a:gd name="connsiteX0" fmla="*/ 342546 w 342546"/>
              <a:gd name="connsiteY0" fmla="*/ 171242 h 342483"/>
              <a:gd name="connsiteX1" fmla="*/ 171273 w 342546"/>
              <a:gd name="connsiteY1" fmla="*/ 342484 h 342483"/>
              <a:gd name="connsiteX2" fmla="*/ 0 w 342546"/>
              <a:gd name="connsiteY2" fmla="*/ 171242 h 342483"/>
              <a:gd name="connsiteX3" fmla="*/ 171273 w 342546"/>
              <a:gd name="connsiteY3" fmla="*/ 0 h 342483"/>
              <a:gd name="connsiteX4" fmla="*/ 342546 w 342546"/>
              <a:gd name="connsiteY4" fmla="*/ 171242 h 342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46" h="342483">
                <a:moveTo>
                  <a:pt x="342546" y="171242"/>
                </a:moveTo>
                <a:cubicBezTo>
                  <a:pt x="342546" y="265816"/>
                  <a:pt x="265864" y="342484"/>
                  <a:pt x="171273" y="342484"/>
                </a:cubicBezTo>
                <a:cubicBezTo>
                  <a:pt x="76682" y="342484"/>
                  <a:pt x="0" y="265816"/>
                  <a:pt x="0" y="171242"/>
                </a:cubicBezTo>
                <a:cubicBezTo>
                  <a:pt x="0" y="76667"/>
                  <a:pt x="76682" y="0"/>
                  <a:pt x="171273" y="0"/>
                </a:cubicBezTo>
                <a:cubicBezTo>
                  <a:pt x="265864" y="0"/>
                  <a:pt x="342546" y="76667"/>
                  <a:pt x="342546" y="171242"/>
                </a:cubicBezTo>
                <a:close/>
              </a:path>
            </a:pathLst>
          </a:custGeom>
          <a:solidFill>
            <a:srgbClr val="99CFFF"/>
          </a:solidFill>
          <a:ln w="6804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65" name="TextBox 25">
            <a:extLst>
              <a:ext uri="{FF2B5EF4-FFF2-40B4-BE49-F238E27FC236}">
                <a16:creationId xmlns:a16="http://schemas.microsoft.com/office/drawing/2014/main" id="{13E30AB8-A2B4-FE9B-857B-6730E752E89C}"/>
              </a:ext>
            </a:extLst>
          </p:cNvPr>
          <p:cNvSpPr txBox="1"/>
          <p:nvPr/>
        </p:nvSpPr>
        <p:spPr>
          <a:xfrm>
            <a:off x="8791960" y="3299146"/>
            <a:ext cx="1164717" cy="76944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 defTabSz="1371600"/>
            <a:r>
              <a:rPr lang="en-US" sz="22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Check Context</a:t>
            </a:r>
            <a:endParaRPr kumimoji="0" lang="en-US" sz="22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Box 26">
            <a:extLst>
              <a:ext uri="{FF2B5EF4-FFF2-40B4-BE49-F238E27FC236}">
                <a16:creationId xmlns:a16="http://schemas.microsoft.com/office/drawing/2014/main" id="{EDB510A3-A066-AC81-8270-597E01628D83}"/>
              </a:ext>
            </a:extLst>
          </p:cNvPr>
          <p:cNvSpPr txBox="1"/>
          <p:nvPr/>
        </p:nvSpPr>
        <p:spPr>
          <a:xfrm>
            <a:off x="10242630" y="3499199"/>
            <a:ext cx="6921995" cy="369332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 defTabSz="1371600">
              <a:spcAft>
                <a:spcPts val="1800"/>
              </a:spcAft>
            </a:pPr>
            <a:r>
              <a:rPr lang="en-US" sz="18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it clear which two accounts are involved?</a:t>
            </a: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67" name="Connecteur droit 9">
            <a:extLst>
              <a:ext uri="{FF2B5EF4-FFF2-40B4-BE49-F238E27FC236}">
                <a16:creationId xmlns:a16="http://schemas.microsoft.com/office/drawing/2014/main" id="{BC0DA59F-1344-EFE4-7E2E-827F4EE67200}"/>
              </a:ext>
            </a:extLst>
          </p:cNvPr>
          <p:cNvCxnSpPr>
            <a:cxnSpLocks/>
          </p:cNvCxnSpPr>
          <p:nvPr/>
        </p:nvCxnSpPr>
        <p:spPr>
          <a:xfrm>
            <a:off x="10091108" y="3320104"/>
            <a:ext cx="0" cy="727521"/>
          </a:xfrm>
          <a:prstGeom prst="line">
            <a:avLst/>
          </a:prstGeom>
          <a:noFill/>
          <a:ln w="38100" cap="flat" cmpd="sng" algn="ctr">
            <a:solidFill>
              <a:srgbClr val="99CFFF"/>
            </a:solidFill>
            <a:prstDash val="solid"/>
            <a:miter lim="800000"/>
          </a:ln>
          <a:effectLst/>
        </p:spPr>
      </p:cxnSp>
      <p:sp>
        <p:nvSpPr>
          <p:cNvPr id="68" name="Forme libre 53">
            <a:extLst>
              <a:ext uri="{FF2B5EF4-FFF2-40B4-BE49-F238E27FC236}">
                <a16:creationId xmlns:a16="http://schemas.microsoft.com/office/drawing/2014/main" id="{ABF7909E-E9B0-52B8-D015-633D9736E762}"/>
              </a:ext>
            </a:extLst>
          </p:cNvPr>
          <p:cNvSpPr/>
          <p:nvPr/>
        </p:nvSpPr>
        <p:spPr>
          <a:xfrm>
            <a:off x="7766380" y="7000131"/>
            <a:ext cx="855813" cy="855656"/>
          </a:xfrm>
          <a:custGeom>
            <a:avLst/>
            <a:gdLst>
              <a:gd name="connsiteX0" fmla="*/ 342545 w 342546"/>
              <a:gd name="connsiteY0" fmla="*/ 171242 h 342483"/>
              <a:gd name="connsiteX1" fmla="*/ 171273 w 342546"/>
              <a:gd name="connsiteY1" fmla="*/ 342484 h 342483"/>
              <a:gd name="connsiteX2" fmla="*/ 0 w 342546"/>
              <a:gd name="connsiteY2" fmla="*/ 171242 h 342483"/>
              <a:gd name="connsiteX3" fmla="*/ 171273 w 342546"/>
              <a:gd name="connsiteY3" fmla="*/ -1 h 342483"/>
              <a:gd name="connsiteX4" fmla="*/ 342545 w 342546"/>
              <a:gd name="connsiteY4" fmla="*/ 171242 h 342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46" h="342483">
                <a:moveTo>
                  <a:pt x="342545" y="171242"/>
                </a:moveTo>
                <a:cubicBezTo>
                  <a:pt x="342545" y="265816"/>
                  <a:pt x="265863" y="342484"/>
                  <a:pt x="171273" y="342484"/>
                </a:cubicBezTo>
                <a:cubicBezTo>
                  <a:pt x="76682" y="342484"/>
                  <a:pt x="0" y="265816"/>
                  <a:pt x="0" y="171242"/>
                </a:cubicBezTo>
                <a:cubicBezTo>
                  <a:pt x="0" y="76667"/>
                  <a:pt x="76682" y="-1"/>
                  <a:pt x="171273" y="-1"/>
                </a:cubicBezTo>
                <a:cubicBezTo>
                  <a:pt x="265863" y="-1"/>
                  <a:pt x="342545" y="76667"/>
                  <a:pt x="342545" y="171242"/>
                </a:cubicBezTo>
                <a:close/>
              </a:path>
            </a:pathLst>
          </a:custGeom>
          <a:solidFill>
            <a:srgbClr val="CFFF21"/>
          </a:solidFill>
          <a:ln w="6804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69" name="TextBox 25">
            <a:extLst>
              <a:ext uri="{FF2B5EF4-FFF2-40B4-BE49-F238E27FC236}">
                <a16:creationId xmlns:a16="http://schemas.microsoft.com/office/drawing/2014/main" id="{18A381D2-26DD-ADFF-E63F-CFDFAB25A6EF}"/>
              </a:ext>
            </a:extLst>
          </p:cNvPr>
          <p:cNvSpPr txBox="1"/>
          <p:nvPr/>
        </p:nvSpPr>
        <p:spPr>
          <a:xfrm>
            <a:off x="8791960" y="7255623"/>
            <a:ext cx="979089" cy="415498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 defTabSz="1371600"/>
            <a:r>
              <a:rPr lang="en-US" sz="21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Action</a:t>
            </a:r>
            <a:endParaRPr kumimoji="0" lang="en-US" sz="21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Box 26">
            <a:extLst>
              <a:ext uri="{FF2B5EF4-FFF2-40B4-BE49-F238E27FC236}">
                <a16:creationId xmlns:a16="http://schemas.microsoft.com/office/drawing/2014/main" id="{FD71BD9B-2D68-DCF8-A965-C3D0E8316670}"/>
              </a:ext>
            </a:extLst>
          </p:cNvPr>
          <p:cNvSpPr txBox="1"/>
          <p:nvPr/>
        </p:nvSpPr>
        <p:spPr>
          <a:xfrm>
            <a:off x="9956677" y="7117853"/>
            <a:ext cx="6921995" cy="64633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 defTabSz="1371600">
              <a:spcAft>
                <a:spcPts val="1800"/>
              </a:spcAft>
            </a:pPr>
            <a:r>
              <a:rPr lang="en-US" sz="18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unclear, respond directly to the user to seek clarification before proceeding.</a:t>
            </a: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1" name="Connecteur droit 13">
            <a:extLst>
              <a:ext uri="{FF2B5EF4-FFF2-40B4-BE49-F238E27FC236}">
                <a16:creationId xmlns:a16="http://schemas.microsoft.com/office/drawing/2014/main" id="{18573546-5BBC-BEFB-9E71-15911AC35D67}"/>
              </a:ext>
            </a:extLst>
          </p:cNvPr>
          <p:cNvCxnSpPr/>
          <p:nvPr/>
        </p:nvCxnSpPr>
        <p:spPr>
          <a:xfrm>
            <a:off x="9805155" y="7071359"/>
            <a:ext cx="0" cy="727521"/>
          </a:xfrm>
          <a:prstGeom prst="line">
            <a:avLst/>
          </a:prstGeom>
          <a:noFill/>
          <a:ln w="38100" cap="flat" cmpd="sng" algn="ctr">
            <a:solidFill>
              <a:srgbClr val="CFFF21"/>
            </a:solidFill>
            <a:prstDash val="solid"/>
            <a:miter lim="800000"/>
          </a:ln>
          <a:effectLst/>
        </p:spPr>
      </p:cxnSp>
      <p:sp>
        <p:nvSpPr>
          <p:cNvPr id="72" name="Forme libre 54">
            <a:extLst>
              <a:ext uri="{FF2B5EF4-FFF2-40B4-BE49-F238E27FC236}">
                <a16:creationId xmlns:a16="http://schemas.microsoft.com/office/drawing/2014/main" id="{67C44022-7987-123A-9150-7F3FDE1880FC}"/>
              </a:ext>
            </a:extLst>
          </p:cNvPr>
          <p:cNvSpPr/>
          <p:nvPr/>
        </p:nvSpPr>
        <p:spPr>
          <a:xfrm>
            <a:off x="8229480" y="5111022"/>
            <a:ext cx="855813" cy="855656"/>
          </a:xfrm>
          <a:custGeom>
            <a:avLst/>
            <a:gdLst>
              <a:gd name="connsiteX0" fmla="*/ 342547 w 342546"/>
              <a:gd name="connsiteY0" fmla="*/ 171242 h 342483"/>
              <a:gd name="connsiteX1" fmla="*/ 171274 w 342546"/>
              <a:gd name="connsiteY1" fmla="*/ 342484 h 342483"/>
              <a:gd name="connsiteX2" fmla="*/ 1 w 342546"/>
              <a:gd name="connsiteY2" fmla="*/ 171242 h 342483"/>
              <a:gd name="connsiteX3" fmla="*/ 171274 w 342546"/>
              <a:gd name="connsiteY3" fmla="*/ 0 h 342483"/>
              <a:gd name="connsiteX4" fmla="*/ 342547 w 342546"/>
              <a:gd name="connsiteY4" fmla="*/ 171242 h 342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46" h="342483">
                <a:moveTo>
                  <a:pt x="342547" y="171242"/>
                </a:moveTo>
                <a:cubicBezTo>
                  <a:pt x="342547" y="265816"/>
                  <a:pt x="265865" y="342484"/>
                  <a:pt x="171274" y="342484"/>
                </a:cubicBezTo>
                <a:cubicBezTo>
                  <a:pt x="76683" y="342484"/>
                  <a:pt x="1" y="265816"/>
                  <a:pt x="1" y="171242"/>
                </a:cubicBezTo>
                <a:cubicBezTo>
                  <a:pt x="1" y="76668"/>
                  <a:pt x="76683" y="0"/>
                  <a:pt x="171274" y="0"/>
                </a:cubicBezTo>
                <a:cubicBezTo>
                  <a:pt x="265865" y="0"/>
                  <a:pt x="342547" y="76668"/>
                  <a:pt x="342547" y="171242"/>
                </a:cubicBezTo>
                <a:close/>
              </a:path>
            </a:pathLst>
          </a:custGeom>
          <a:solidFill>
            <a:srgbClr val="23EEBE"/>
          </a:solidFill>
          <a:ln w="6804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F0A33DF9-078B-E8F6-1FA0-663F8151E326}"/>
              </a:ext>
            </a:extLst>
          </p:cNvPr>
          <p:cNvSpPr txBox="1"/>
          <p:nvPr/>
        </p:nvSpPr>
        <p:spPr>
          <a:xfrm>
            <a:off x="9245286" y="5203644"/>
            <a:ext cx="1629542" cy="73866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 defTabSz="1371600"/>
            <a:r>
              <a:rPr lang="en-US" sz="2100" b="1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Determine Direction</a:t>
            </a:r>
            <a:endParaRPr kumimoji="0" lang="en-US" sz="2100" b="1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Box 26">
            <a:extLst>
              <a:ext uri="{FF2B5EF4-FFF2-40B4-BE49-F238E27FC236}">
                <a16:creationId xmlns:a16="http://schemas.microsoft.com/office/drawing/2014/main" id="{8147D5FB-B055-8974-48AE-AFA6CC49938C}"/>
              </a:ext>
            </a:extLst>
          </p:cNvPr>
          <p:cNvSpPr txBox="1"/>
          <p:nvPr/>
        </p:nvSpPr>
        <p:spPr>
          <a:xfrm>
            <a:off x="11034821" y="5282178"/>
            <a:ext cx="6921995" cy="64633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 defTabSz="1371600">
              <a:spcAft>
                <a:spcPts val="1800"/>
              </a:spcAft>
            </a:pPr>
            <a:r>
              <a:rPr lang="en-US" sz="18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owner accounts, do you know which account is merging into the other?</a:t>
            </a: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5" name="Connecteur droit 17">
            <a:extLst>
              <a:ext uri="{FF2B5EF4-FFF2-40B4-BE49-F238E27FC236}">
                <a16:creationId xmlns:a16="http://schemas.microsoft.com/office/drawing/2014/main" id="{F304A4D6-26A1-CC9A-2A38-C0E82E9EA62D}"/>
              </a:ext>
            </a:extLst>
          </p:cNvPr>
          <p:cNvCxnSpPr>
            <a:cxnSpLocks/>
          </p:cNvCxnSpPr>
          <p:nvPr/>
        </p:nvCxnSpPr>
        <p:spPr>
          <a:xfrm>
            <a:off x="10883300" y="5241584"/>
            <a:ext cx="0" cy="727521"/>
          </a:xfrm>
          <a:prstGeom prst="line">
            <a:avLst/>
          </a:prstGeom>
          <a:noFill/>
          <a:ln w="38100" cap="flat" cmpd="sng" algn="ctr">
            <a:solidFill>
              <a:srgbClr val="23EEBE"/>
            </a:solidFill>
            <a:prstDash val="solid"/>
            <a:miter lim="800000"/>
          </a:ln>
          <a:effectLst/>
        </p:spPr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036E048-B75F-BC4C-280F-668048A4ACBF}"/>
              </a:ext>
            </a:extLst>
          </p:cNvPr>
          <p:cNvGrpSpPr/>
          <p:nvPr/>
        </p:nvGrpSpPr>
        <p:grpSpPr>
          <a:xfrm>
            <a:off x="1068699" y="4190646"/>
            <a:ext cx="6486107" cy="2537568"/>
            <a:chOff x="838257" y="2531295"/>
            <a:chExt cx="4324071" cy="16917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9C2E268-7780-D3DC-4330-338B306FD474}"/>
                </a:ext>
              </a:extLst>
            </p:cNvPr>
            <p:cNvSpPr/>
            <p:nvPr/>
          </p:nvSpPr>
          <p:spPr>
            <a:xfrm>
              <a:off x="838257" y="3244075"/>
              <a:ext cx="4324071" cy="978932"/>
            </a:xfrm>
            <a:custGeom>
              <a:avLst/>
              <a:gdLst>
                <a:gd name="connsiteX0" fmla="*/ 0 w 4324071"/>
                <a:gd name="connsiteY0" fmla="*/ 0 h 952317"/>
                <a:gd name="connsiteX1" fmla="*/ 1940990 w 4324071"/>
                <a:gd name="connsiteY1" fmla="*/ 735576 h 952317"/>
                <a:gd name="connsiteX2" fmla="*/ 1968035 w 4324071"/>
                <a:gd name="connsiteY2" fmla="*/ 736044 h 952317"/>
                <a:gd name="connsiteX3" fmla="*/ 1968035 w 4324071"/>
                <a:gd name="connsiteY3" fmla="*/ 0 h 952317"/>
                <a:gd name="connsiteX4" fmla="*/ 2415311 w 4324071"/>
                <a:gd name="connsiteY4" fmla="*/ 0 h 952317"/>
                <a:gd name="connsiteX5" fmla="*/ 2415311 w 4324071"/>
                <a:gd name="connsiteY5" fmla="*/ 733896 h 952317"/>
                <a:gd name="connsiteX6" fmla="*/ 2597751 w 4324071"/>
                <a:gd name="connsiteY6" fmla="*/ 724374 h 952317"/>
                <a:gd name="connsiteX7" fmla="*/ 4324071 w 4324071"/>
                <a:gd name="connsiteY7" fmla="*/ 0 h 952317"/>
                <a:gd name="connsiteX8" fmla="*/ 4324071 w 4324071"/>
                <a:gd name="connsiteY8" fmla="*/ 212923 h 952317"/>
                <a:gd name="connsiteX9" fmla="*/ 2162039 w 4324071"/>
                <a:gd name="connsiteY9" fmla="*/ 952317 h 952317"/>
                <a:gd name="connsiteX10" fmla="*/ 0 w 4324071"/>
                <a:gd name="connsiteY10" fmla="*/ 212923 h 952317"/>
                <a:gd name="connsiteX0" fmla="*/ 0 w 4324071"/>
                <a:gd name="connsiteY0" fmla="*/ 0 h 952317"/>
                <a:gd name="connsiteX1" fmla="*/ 1940990 w 4324071"/>
                <a:gd name="connsiteY1" fmla="*/ 735576 h 952317"/>
                <a:gd name="connsiteX2" fmla="*/ 1968035 w 4324071"/>
                <a:gd name="connsiteY2" fmla="*/ 0 h 952317"/>
                <a:gd name="connsiteX3" fmla="*/ 2415311 w 4324071"/>
                <a:gd name="connsiteY3" fmla="*/ 0 h 952317"/>
                <a:gd name="connsiteX4" fmla="*/ 2415311 w 4324071"/>
                <a:gd name="connsiteY4" fmla="*/ 733896 h 952317"/>
                <a:gd name="connsiteX5" fmla="*/ 2597751 w 4324071"/>
                <a:gd name="connsiteY5" fmla="*/ 724374 h 952317"/>
                <a:gd name="connsiteX6" fmla="*/ 4324071 w 4324071"/>
                <a:gd name="connsiteY6" fmla="*/ 0 h 952317"/>
                <a:gd name="connsiteX7" fmla="*/ 4324071 w 4324071"/>
                <a:gd name="connsiteY7" fmla="*/ 212923 h 952317"/>
                <a:gd name="connsiteX8" fmla="*/ 2162039 w 4324071"/>
                <a:gd name="connsiteY8" fmla="*/ 952317 h 952317"/>
                <a:gd name="connsiteX9" fmla="*/ 0 w 4324071"/>
                <a:gd name="connsiteY9" fmla="*/ 212923 h 952317"/>
                <a:gd name="connsiteX10" fmla="*/ 0 w 4324071"/>
                <a:gd name="connsiteY10" fmla="*/ 0 h 952317"/>
                <a:gd name="connsiteX0" fmla="*/ 0 w 4324071"/>
                <a:gd name="connsiteY0" fmla="*/ 15772 h 968089"/>
                <a:gd name="connsiteX1" fmla="*/ 1968035 w 4324071"/>
                <a:gd name="connsiteY1" fmla="*/ 15772 h 968089"/>
                <a:gd name="connsiteX2" fmla="*/ 2415311 w 4324071"/>
                <a:gd name="connsiteY2" fmla="*/ 15772 h 968089"/>
                <a:gd name="connsiteX3" fmla="*/ 2415311 w 4324071"/>
                <a:gd name="connsiteY3" fmla="*/ 749668 h 968089"/>
                <a:gd name="connsiteX4" fmla="*/ 2597751 w 4324071"/>
                <a:gd name="connsiteY4" fmla="*/ 740146 h 968089"/>
                <a:gd name="connsiteX5" fmla="*/ 4324071 w 4324071"/>
                <a:gd name="connsiteY5" fmla="*/ 15772 h 968089"/>
                <a:gd name="connsiteX6" fmla="*/ 4324071 w 4324071"/>
                <a:gd name="connsiteY6" fmla="*/ 228695 h 968089"/>
                <a:gd name="connsiteX7" fmla="*/ 2162039 w 4324071"/>
                <a:gd name="connsiteY7" fmla="*/ 968089 h 968089"/>
                <a:gd name="connsiteX8" fmla="*/ 0 w 4324071"/>
                <a:gd name="connsiteY8" fmla="*/ 228695 h 968089"/>
                <a:gd name="connsiteX9" fmla="*/ 0 w 4324071"/>
                <a:gd name="connsiteY9" fmla="*/ 15772 h 968089"/>
                <a:gd name="connsiteX0" fmla="*/ 0 w 4324071"/>
                <a:gd name="connsiteY0" fmla="*/ 15772 h 968089"/>
                <a:gd name="connsiteX1" fmla="*/ 1968035 w 4324071"/>
                <a:gd name="connsiteY1" fmla="*/ 15772 h 968089"/>
                <a:gd name="connsiteX2" fmla="*/ 2415311 w 4324071"/>
                <a:gd name="connsiteY2" fmla="*/ 15772 h 968089"/>
                <a:gd name="connsiteX3" fmla="*/ 2597751 w 4324071"/>
                <a:gd name="connsiteY3" fmla="*/ 740146 h 968089"/>
                <a:gd name="connsiteX4" fmla="*/ 4324071 w 4324071"/>
                <a:gd name="connsiteY4" fmla="*/ 15772 h 968089"/>
                <a:gd name="connsiteX5" fmla="*/ 4324071 w 4324071"/>
                <a:gd name="connsiteY5" fmla="*/ 228695 h 968089"/>
                <a:gd name="connsiteX6" fmla="*/ 2162039 w 4324071"/>
                <a:gd name="connsiteY6" fmla="*/ 968089 h 968089"/>
                <a:gd name="connsiteX7" fmla="*/ 0 w 4324071"/>
                <a:gd name="connsiteY7" fmla="*/ 228695 h 968089"/>
                <a:gd name="connsiteX8" fmla="*/ 0 w 4324071"/>
                <a:gd name="connsiteY8" fmla="*/ 15772 h 968089"/>
                <a:gd name="connsiteX0" fmla="*/ 0 w 4324071"/>
                <a:gd name="connsiteY0" fmla="*/ 15772 h 968089"/>
                <a:gd name="connsiteX1" fmla="*/ 1968035 w 4324071"/>
                <a:gd name="connsiteY1" fmla="*/ 15772 h 968089"/>
                <a:gd name="connsiteX2" fmla="*/ 2415311 w 4324071"/>
                <a:gd name="connsiteY2" fmla="*/ 15772 h 968089"/>
                <a:gd name="connsiteX3" fmla="*/ 4324071 w 4324071"/>
                <a:gd name="connsiteY3" fmla="*/ 15772 h 968089"/>
                <a:gd name="connsiteX4" fmla="*/ 4324071 w 4324071"/>
                <a:gd name="connsiteY4" fmla="*/ 228695 h 968089"/>
                <a:gd name="connsiteX5" fmla="*/ 2162039 w 4324071"/>
                <a:gd name="connsiteY5" fmla="*/ 968089 h 968089"/>
                <a:gd name="connsiteX6" fmla="*/ 0 w 4324071"/>
                <a:gd name="connsiteY6" fmla="*/ 228695 h 968089"/>
                <a:gd name="connsiteX7" fmla="*/ 0 w 4324071"/>
                <a:gd name="connsiteY7" fmla="*/ 15772 h 968089"/>
                <a:gd name="connsiteX0" fmla="*/ 0 w 4324071"/>
                <a:gd name="connsiteY0" fmla="*/ 15772 h 968089"/>
                <a:gd name="connsiteX1" fmla="*/ 2415311 w 4324071"/>
                <a:gd name="connsiteY1" fmla="*/ 15772 h 968089"/>
                <a:gd name="connsiteX2" fmla="*/ 4324071 w 4324071"/>
                <a:gd name="connsiteY2" fmla="*/ 15772 h 968089"/>
                <a:gd name="connsiteX3" fmla="*/ 4324071 w 4324071"/>
                <a:gd name="connsiteY3" fmla="*/ 228695 h 968089"/>
                <a:gd name="connsiteX4" fmla="*/ 2162039 w 4324071"/>
                <a:gd name="connsiteY4" fmla="*/ 968089 h 968089"/>
                <a:gd name="connsiteX5" fmla="*/ 0 w 4324071"/>
                <a:gd name="connsiteY5" fmla="*/ 228695 h 968089"/>
                <a:gd name="connsiteX6" fmla="*/ 0 w 4324071"/>
                <a:gd name="connsiteY6" fmla="*/ 15772 h 968089"/>
                <a:gd name="connsiteX0" fmla="*/ 0 w 4324071"/>
                <a:gd name="connsiteY0" fmla="*/ 26615 h 978932"/>
                <a:gd name="connsiteX1" fmla="*/ 4324071 w 4324071"/>
                <a:gd name="connsiteY1" fmla="*/ 26615 h 978932"/>
                <a:gd name="connsiteX2" fmla="*/ 4324071 w 4324071"/>
                <a:gd name="connsiteY2" fmla="*/ 239538 h 978932"/>
                <a:gd name="connsiteX3" fmla="*/ 2162039 w 4324071"/>
                <a:gd name="connsiteY3" fmla="*/ 978932 h 978932"/>
                <a:gd name="connsiteX4" fmla="*/ 0 w 4324071"/>
                <a:gd name="connsiteY4" fmla="*/ 239538 h 978932"/>
                <a:gd name="connsiteX5" fmla="*/ 0 w 4324071"/>
                <a:gd name="connsiteY5" fmla="*/ 26615 h 97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071" h="978932">
                  <a:moveTo>
                    <a:pt x="0" y="26615"/>
                  </a:moveTo>
                  <a:cubicBezTo>
                    <a:pt x="720679" y="-8872"/>
                    <a:pt x="3603393" y="-8872"/>
                    <a:pt x="4324071" y="26615"/>
                  </a:cubicBezTo>
                  <a:lnTo>
                    <a:pt x="4324071" y="239538"/>
                  </a:lnTo>
                  <a:cubicBezTo>
                    <a:pt x="4324071" y="647819"/>
                    <a:pt x="3356050" y="978932"/>
                    <a:pt x="2162039" y="978932"/>
                  </a:cubicBezTo>
                  <a:cubicBezTo>
                    <a:pt x="968022" y="978932"/>
                    <a:pt x="0" y="647932"/>
                    <a:pt x="0" y="239538"/>
                  </a:cubicBezTo>
                  <a:lnTo>
                    <a:pt x="0" y="26615"/>
                  </a:lnTo>
                  <a:close/>
                </a:path>
              </a:pathLst>
            </a:custGeom>
            <a:solidFill>
              <a:srgbClr val="0DA37F"/>
            </a:solidFill>
            <a:ln w="680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Forme libre 49">
              <a:extLst>
                <a:ext uri="{FF2B5EF4-FFF2-40B4-BE49-F238E27FC236}">
                  <a16:creationId xmlns:a16="http://schemas.microsoft.com/office/drawing/2014/main" id="{2A65F7E5-4F47-3387-11AC-F769A8C048C4}"/>
                </a:ext>
              </a:extLst>
            </p:cNvPr>
            <p:cNvSpPr/>
            <p:nvPr/>
          </p:nvSpPr>
          <p:spPr>
            <a:xfrm>
              <a:off x="838257" y="2531295"/>
              <a:ext cx="4324071" cy="1478788"/>
            </a:xfrm>
            <a:custGeom>
              <a:avLst/>
              <a:gdLst>
                <a:gd name="connsiteX0" fmla="*/ 2596118 w 2596116"/>
                <a:gd name="connsiteY0" fmla="*/ 443923 h 887845"/>
                <a:gd name="connsiteX1" fmla="*/ 1298061 w 2596116"/>
                <a:gd name="connsiteY1" fmla="*/ 887846 h 887845"/>
                <a:gd name="connsiteX2" fmla="*/ 5 w 2596116"/>
                <a:gd name="connsiteY2" fmla="*/ 443923 h 887845"/>
                <a:gd name="connsiteX3" fmla="*/ 1298061 w 2596116"/>
                <a:gd name="connsiteY3" fmla="*/ 0 h 887845"/>
                <a:gd name="connsiteX4" fmla="*/ 2596118 w 2596116"/>
                <a:gd name="connsiteY4" fmla="*/ 443923 h 88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6116" h="887845">
                  <a:moveTo>
                    <a:pt x="2596118" y="443923"/>
                  </a:moveTo>
                  <a:cubicBezTo>
                    <a:pt x="2596118" y="689095"/>
                    <a:pt x="2014957" y="887846"/>
                    <a:pt x="1298061" y="887846"/>
                  </a:cubicBezTo>
                  <a:cubicBezTo>
                    <a:pt x="581163" y="887846"/>
                    <a:pt x="5" y="689095"/>
                    <a:pt x="5" y="443923"/>
                  </a:cubicBezTo>
                  <a:cubicBezTo>
                    <a:pt x="5" y="198751"/>
                    <a:pt x="581166" y="0"/>
                    <a:pt x="1298061" y="0"/>
                  </a:cubicBezTo>
                  <a:cubicBezTo>
                    <a:pt x="2014960" y="0"/>
                    <a:pt x="2596118" y="198751"/>
                    <a:pt x="2596118" y="443923"/>
                  </a:cubicBezTo>
                  <a:close/>
                </a:path>
              </a:pathLst>
            </a:custGeom>
            <a:solidFill>
              <a:srgbClr val="23EEBE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14EEC71-D8F9-2F75-D337-FC933D9EF9F4}"/>
              </a:ext>
            </a:extLst>
          </p:cNvPr>
          <p:cNvGrpSpPr/>
          <p:nvPr/>
        </p:nvGrpSpPr>
        <p:grpSpPr>
          <a:xfrm>
            <a:off x="1923324" y="2707440"/>
            <a:ext cx="4776857" cy="1952850"/>
            <a:chOff x="1408007" y="1542491"/>
            <a:chExt cx="3184571" cy="13019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FA20617-3267-2DC2-8C9A-0194763F2577}"/>
                </a:ext>
              </a:extLst>
            </p:cNvPr>
            <p:cNvSpPr/>
            <p:nvPr/>
          </p:nvSpPr>
          <p:spPr>
            <a:xfrm>
              <a:off x="1408007" y="2060364"/>
              <a:ext cx="3184571" cy="784027"/>
            </a:xfrm>
            <a:custGeom>
              <a:avLst/>
              <a:gdLst>
                <a:gd name="connsiteX0" fmla="*/ 0 w 3184571"/>
                <a:gd name="connsiteY0" fmla="*/ 0 h 757412"/>
                <a:gd name="connsiteX1" fmla="*/ 1271384 w 3184571"/>
                <a:gd name="connsiteY1" fmla="*/ 533428 h 757412"/>
                <a:gd name="connsiteX2" fmla="*/ 1434396 w 3184571"/>
                <a:gd name="connsiteY2" fmla="*/ 539047 h 757412"/>
                <a:gd name="connsiteX3" fmla="*/ 1434396 w 3184571"/>
                <a:gd name="connsiteY3" fmla="*/ 0 h 757412"/>
                <a:gd name="connsiteX4" fmla="*/ 1881672 w 3184571"/>
                <a:gd name="connsiteY4" fmla="*/ 0 h 757412"/>
                <a:gd name="connsiteX5" fmla="*/ 1881672 w 3184571"/>
                <a:gd name="connsiteY5" fmla="*/ 534514 h 757412"/>
                <a:gd name="connsiteX6" fmla="*/ 1913182 w 3184571"/>
                <a:gd name="connsiteY6" fmla="*/ 533428 h 757412"/>
                <a:gd name="connsiteX7" fmla="*/ 3184571 w 3184571"/>
                <a:gd name="connsiteY7" fmla="*/ 0 h 757412"/>
                <a:gd name="connsiteX8" fmla="*/ 3184571 w 3184571"/>
                <a:gd name="connsiteY8" fmla="*/ 212923 h 757412"/>
                <a:gd name="connsiteX9" fmla="*/ 1592283 w 3184571"/>
                <a:gd name="connsiteY9" fmla="*/ 757412 h 757412"/>
                <a:gd name="connsiteX10" fmla="*/ 0 w 3184571"/>
                <a:gd name="connsiteY10" fmla="*/ 212923 h 757412"/>
                <a:gd name="connsiteX0" fmla="*/ 0 w 3184571"/>
                <a:gd name="connsiteY0" fmla="*/ 0 h 757412"/>
                <a:gd name="connsiteX1" fmla="*/ 1271384 w 3184571"/>
                <a:gd name="connsiteY1" fmla="*/ 533428 h 757412"/>
                <a:gd name="connsiteX2" fmla="*/ 1434396 w 3184571"/>
                <a:gd name="connsiteY2" fmla="*/ 0 h 757412"/>
                <a:gd name="connsiteX3" fmla="*/ 1881672 w 3184571"/>
                <a:gd name="connsiteY3" fmla="*/ 0 h 757412"/>
                <a:gd name="connsiteX4" fmla="*/ 1881672 w 3184571"/>
                <a:gd name="connsiteY4" fmla="*/ 534514 h 757412"/>
                <a:gd name="connsiteX5" fmla="*/ 1913182 w 3184571"/>
                <a:gd name="connsiteY5" fmla="*/ 533428 h 757412"/>
                <a:gd name="connsiteX6" fmla="*/ 3184571 w 3184571"/>
                <a:gd name="connsiteY6" fmla="*/ 0 h 757412"/>
                <a:gd name="connsiteX7" fmla="*/ 3184571 w 3184571"/>
                <a:gd name="connsiteY7" fmla="*/ 212923 h 757412"/>
                <a:gd name="connsiteX8" fmla="*/ 1592283 w 3184571"/>
                <a:gd name="connsiteY8" fmla="*/ 757412 h 757412"/>
                <a:gd name="connsiteX9" fmla="*/ 0 w 3184571"/>
                <a:gd name="connsiteY9" fmla="*/ 212923 h 757412"/>
                <a:gd name="connsiteX10" fmla="*/ 0 w 3184571"/>
                <a:gd name="connsiteY10" fmla="*/ 0 h 757412"/>
                <a:gd name="connsiteX0" fmla="*/ 0 w 3184571"/>
                <a:gd name="connsiteY0" fmla="*/ 15772 h 773184"/>
                <a:gd name="connsiteX1" fmla="*/ 1434396 w 3184571"/>
                <a:gd name="connsiteY1" fmla="*/ 15772 h 773184"/>
                <a:gd name="connsiteX2" fmla="*/ 1881672 w 3184571"/>
                <a:gd name="connsiteY2" fmla="*/ 15772 h 773184"/>
                <a:gd name="connsiteX3" fmla="*/ 1881672 w 3184571"/>
                <a:gd name="connsiteY3" fmla="*/ 550286 h 773184"/>
                <a:gd name="connsiteX4" fmla="*/ 1913182 w 3184571"/>
                <a:gd name="connsiteY4" fmla="*/ 549200 h 773184"/>
                <a:gd name="connsiteX5" fmla="*/ 3184571 w 3184571"/>
                <a:gd name="connsiteY5" fmla="*/ 15772 h 773184"/>
                <a:gd name="connsiteX6" fmla="*/ 3184571 w 3184571"/>
                <a:gd name="connsiteY6" fmla="*/ 228695 h 773184"/>
                <a:gd name="connsiteX7" fmla="*/ 1592283 w 3184571"/>
                <a:gd name="connsiteY7" fmla="*/ 773184 h 773184"/>
                <a:gd name="connsiteX8" fmla="*/ 0 w 3184571"/>
                <a:gd name="connsiteY8" fmla="*/ 228695 h 773184"/>
                <a:gd name="connsiteX9" fmla="*/ 0 w 3184571"/>
                <a:gd name="connsiteY9" fmla="*/ 15772 h 773184"/>
                <a:gd name="connsiteX0" fmla="*/ 0 w 3184571"/>
                <a:gd name="connsiteY0" fmla="*/ 15772 h 773184"/>
                <a:gd name="connsiteX1" fmla="*/ 1434396 w 3184571"/>
                <a:gd name="connsiteY1" fmla="*/ 15772 h 773184"/>
                <a:gd name="connsiteX2" fmla="*/ 1881672 w 3184571"/>
                <a:gd name="connsiteY2" fmla="*/ 15772 h 773184"/>
                <a:gd name="connsiteX3" fmla="*/ 1881672 w 3184571"/>
                <a:gd name="connsiteY3" fmla="*/ 550286 h 773184"/>
                <a:gd name="connsiteX4" fmla="*/ 3184571 w 3184571"/>
                <a:gd name="connsiteY4" fmla="*/ 15772 h 773184"/>
                <a:gd name="connsiteX5" fmla="*/ 3184571 w 3184571"/>
                <a:gd name="connsiteY5" fmla="*/ 228695 h 773184"/>
                <a:gd name="connsiteX6" fmla="*/ 1592283 w 3184571"/>
                <a:gd name="connsiteY6" fmla="*/ 773184 h 773184"/>
                <a:gd name="connsiteX7" fmla="*/ 0 w 3184571"/>
                <a:gd name="connsiteY7" fmla="*/ 228695 h 773184"/>
                <a:gd name="connsiteX8" fmla="*/ 0 w 3184571"/>
                <a:gd name="connsiteY8" fmla="*/ 15772 h 773184"/>
                <a:gd name="connsiteX0" fmla="*/ 0 w 3184571"/>
                <a:gd name="connsiteY0" fmla="*/ 15772 h 773184"/>
                <a:gd name="connsiteX1" fmla="*/ 1434396 w 3184571"/>
                <a:gd name="connsiteY1" fmla="*/ 15772 h 773184"/>
                <a:gd name="connsiteX2" fmla="*/ 1881672 w 3184571"/>
                <a:gd name="connsiteY2" fmla="*/ 15772 h 773184"/>
                <a:gd name="connsiteX3" fmla="*/ 3184571 w 3184571"/>
                <a:gd name="connsiteY3" fmla="*/ 15772 h 773184"/>
                <a:gd name="connsiteX4" fmla="*/ 3184571 w 3184571"/>
                <a:gd name="connsiteY4" fmla="*/ 228695 h 773184"/>
                <a:gd name="connsiteX5" fmla="*/ 1592283 w 3184571"/>
                <a:gd name="connsiteY5" fmla="*/ 773184 h 773184"/>
                <a:gd name="connsiteX6" fmla="*/ 0 w 3184571"/>
                <a:gd name="connsiteY6" fmla="*/ 228695 h 773184"/>
                <a:gd name="connsiteX7" fmla="*/ 0 w 3184571"/>
                <a:gd name="connsiteY7" fmla="*/ 15772 h 773184"/>
                <a:gd name="connsiteX0" fmla="*/ 0 w 3184571"/>
                <a:gd name="connsiteY0" fmla="*/ 15772 h 773184"/>
                <a:gd name="connsiteX1" fmla="*/ 1434396 w 3184571"/>
                <a:gd name="connsiteY1" fmla="*/ 15772 h 773184"/>
                <a:gd name="connsiteX2" fmla="*/ 3184571 w 3184571"/>
                <a:gd name="connsiteY2" fmla="*/ 15772 h 773184"/>
                <a:gd name="connsiteX3" fmla="*/ 3184571 w 3184571"/>
                <a:gd name="connsiteY3" fmla="*/ 228695 h 773184"/>
                <a:gd name="connsiteX4" fmla="*/ 1592283 w 3184571"/>
                <a:gd name="connsiteY4" fmla="*/ 773184 h 773184"/>
                <a:gd name="connsiteX5" fmla="*/ 0 w 3184571"/>
                <a:gd name="connsiteY5" fmla="*/ 228695 h 773184"/>
                <a:gd name="connsiteX6" fmla="*/ 0 w 3184571"/>
                <a:gd name="connsiteY6" fmla="*/ 15772 h 773184"/>
                <a:gd name="connsiteX0" fmla="*/ 0 w 3184571"/>
                <a:gd name="connsiteY0" fmla="*/ 26615 h 784027"/>
                <a:gd name="connsiteX1" fmla="*/ 3184571 w 3184571"/>
                <a:gd name="connsiteY1" fmla="*/ 26615 h 784027"/>
                <a:gd name="connsiteX2" fmla="*/ 3184571 w 3184571"/>
                <a:gd name="connsiteY2" fmla="*/ 239538 h 784027"/>
                <a:gd name="connsiteX3" fmla="*/ 1592283 w 3184571"/>
                <a:gd name="connsiteY3" fmla="*/ 784027 h 784027"/>
                <a:gd name="connsiteX4" fmla="*/ 0 w 3184571"/>
                <a:gd name="connsiteY4" fmla="*/ 239538 h 784027"/>
                <a:gd name="connsiteX5" fmla="*/ 0 w 3184571"/>
                <a:gd name="connsiteY5" fmla="*/ 26615 h 78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4571" h="784027">
                  <a:moveTo>
                    <a:pt x="0" y="26615"/>
                  </a:moveTo>
                  <a:cubicBezTo>
                    <a:pt x="530762" y="-8872"/>
                    <a:pt x="2653809" y="-8872"/>
                    <a:pt x="3184571" y="26615"/>
                  </a:cubicBezTo>
                  <a:lnTo>
                    <a:pt x="3184571" y="239538"/>
                  </a:lnTo>
                  <a:cubicBezTo>
                    <a:pt x="3184571" y="540281"/>
                    <a:pt x="2471671" y="784027"/>
                    <a:pt x="1592283" y="784027"/>
                  </a:cubicBezTo>
                  <a:cubicBezTo>
                    <a:pt x="712895" y="784027"/>
                    <a:pt x="0" y="540281"/>
                    <a:pt x="0" y="239538"/>
                  </a:cubicBezTo>
                  <a:lnTo>
                    <a:pt x="0" y="26615"/>
                  </a:lnTo>
                  <a:close/>
                </a:path>
              </a:pathLst>
            </a:custGeom>
            <a:solidFill>
              <a:srgbClr val="005CB0"/>
            </a:solidFill>
            <a:ln w="680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Forme libre 51">
              <a:extLst>
                <a:ext uri="{FF2B5EF4-FFF2-40B4-BE49-F238E27FC236}">
                  <a16:creationId xmlns:a16="http://schemas.microsoft.com/office/drawing/2014/main" id="{26DDBC85-36D1-D708-5A8D-F0556F6C2E30}"/>
                </a:ext>
              </a:extLst>
            </p:cNvPr>
            <p:cNvSpPr/>
            <p:nvPr/>
          </p:nvSpPr>
          <p:spPr>
            <a:xfrm>
              <a:off x="1408007" y="1542491"/>
              <a:ext cx="3184571" cy="1088976"/>
            </a:xfrm>
            <a:custGeom>
              <a:avLst/>
              <a:gdLst>
                <a:gd name="connsiteX0" fmla="*/ 1911977 w 1911975"/>
                <a:gd name="connsiteY0" fmla="*/ 326904 h 653807"/>
                <a:gd name="connsiteX1" fmla="*/ 955987 w 1911975"/>
                <a:gd name="connsiteY1" fmla="*/ 653809 h 653807"/>
                <a:gd name="connsiteX2" fmla="*/ -2 w 1911975"/>
                <a:gd name="connsiteY2" fmla="*/ 326904 h 653807"/>
                <a:gd name="connsiteX3" fmla="*/ 955987 w 1911975"/>
                <a:gd name="connsiteY3" fmla="*/ 0 h 653807"/>
                <a:gd name="connsiteX4" fmla="*/ 1911977 w 1911975"/>
                <a:gd name="connsiteY4" fmla="*/ 326904 h 653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75" h="653807">
                  <a:moveTo>
                    <a:pt x="1911977" y="326904"/>
                  </a:moveTo>
                  <a:cubicBezTo>
                    <a:pt x="1911977" y="507448"/>
                    <a:pt x="1483967" y="653809"/>
                    <a:pt x="955987" y="653809"/>
                  </a:cubicBezTo>
                  <a:cubicBezTo>
                    <a:pt x="428011" y="653809"/>
                    <a:pt x="-2" y="507449"/>
                    <a:pt x="-2" y="326904"/>
                  </a:cubicBezTo>
                  <a:cubicBezTo>
                    <a:pt x="-2" y="146361"/>
                    <a:pt x="428008" y="0"/>
                    <a:pt x="955987" y="0"/>
                  </a:cubicBezTo>
                  <a:cubicBezTo>
                    <a:pt x="1483964" y="0"/>
                    <a:pt x="1911977" y="146360"/>
                    <a:pt x="1911977" y="326904"/>
                  </a:cubicBezTo>
                  <a:close/>
                </a:path>
              </a:pathLst>
            </a:custGeom>
            <a:solidFill>
              <a:srgbClr val="99CFFF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" name="Freeform 3">
            <a:extLst>
              <a:ext uri="{FF2B5EF4-FFF2-40B4-BE49-F238E27FC236}">
                <a16:creationId xmlns:a16="http://schemas.microsoft.com/office/drawing/2014/main" id="{C520CEA6-2546-8CCA-677F-033B8BC95816}"/>
              </a:ext>
            </a:extLst>
          </p:cNvPr>
          <p:cNvSpPr/>
          <p:nvPr/>
        </p:nvSpPr>
        <p:spPr>
          <a:xfrm>
            <a:off x="3856498" y="3006016"/>
            <a:ext cx="1114831" cy="98636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C7696BE3-B7AB-6A50-E291-9DC7AFC2961D}"/>
              </a:ext>
            </a:extLst>
          </p:cNvPr>
          <p:cNvSpPr/>
          <p:nvPr/>
        </p:nvSpPr>
        <p:spPr>
          <a:xfrm>
            <a:off x="3792781" y="4824914"/>
            <a:ext cx="1037942" cy="1278101"/>
          </a:xfrm>
          <a:custGeom>
            <a:avLst/>
            <a:gdLst/>
            <a:ahLst/>
            <a:cxnLst/>
            <a:rect l="l" t="t" r="r" b="b"/>
            <a:pathLst>
              <a:path w="2633472" h="4114800">
                <a:moveTo>
                  <a:pt x="0" y="0"/>
                </a:moveTo>
                <a:lnTo>
                  <a:pt x="2633472" y="0"/>
                </a:lnTo>
                <a:lnTo>
                  <a:pt x="26334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539CC380-3405-ADB2-C085-A9AFC0F42DD6}"/>
              </a:ext>
            </a:extLst>
          </p:cNvPr>
          <p:cNvSpPr/>
          <p:nvPr/>
        </p:nvSpPr>
        <p:spPr>
          <a:xfrm>
            <a:off x="3856498" y="7008353"/>
            <a:ext cx="935313" cy="831561"/>
          </a:xfrm>
          <a:custGeom>
            <a:avLst/>
            <a:gdLst/>
            <a:ahLst/>
            <a:cxnLst/>
            <a:rect l="l" t="t" r="r" b="b"/>
            <a:pathLst>
              <a:path w="1921352" h="2088426">
                <a:moveTo>
                  <a:pt x="0" y="0"/>
                </a:moveTo>
                <a:lnTo>
                  <a:pt x="1921352" y="0"/>
                </a:lnTo>
                <a:lnTo>
                  <a:pt x="1921352" y="2088425"/>
                </a:lnTo>
                <a:lnTo>
                  <a:pt x="0" y="2088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99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D1779-F069-E748-66C0-C720333C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DD2031D5-F811-889A-A39D-61B071371B77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6EA9D9-1E0F-8A15-AB2E-17C0364597C1}"/>
              </a:ext>
            </a:extLst>
          </p:cNvPr>
          <p:cNvSpPr/>
          <p:nvPr/>
        </p:nvSpPr>
        <p:spPr>
          <a:xfrm>
            <a:off x="704055" y="782284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2: Run the 4 Core Validations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432C837-3A2D-C53C-CD67-FA00290204BD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2: Run the 4 core validations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11D5074-2B1B-B5FD-7FF2-6A0903300AAC}"/>
              </a:ext>
            </a:extLst>
          </p:cNvPr>
          <p:cNvGrpSpPr/>
          <p:nvPr/>
        </p:nvGrpSpPr>
        <p:grpSpPr>
          <a:xfrm>
            <a:off x="7662929" y="6129144"/>
            <a:ext cx="2965493" cy="2997135"/>
            <a:chOff x="5483352" y="3728408"/>
            <a:chExt cx="1225297" cy="123837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9213E0A8-1228-D044-5519-94A2DB5D8EF5}"/>
                </a:ext>
              </a:extLst>
            </p:cNvPr>
            <p:cNvGrpSpPr/>
            <p:nvPr/>
          </p:nvGrpSpPr>
          <p:grpSpPr>
            <a:xfrm>
              <a:off x="5483352" y="3767480"/>
              <a:ext cx="1225297" cy="1199299"/>
              <a:chOff x="5507965" y="2188726"/>
              <a:chExt cx="1225297" cy="1199299"/>
            </a:xfrm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3116CEE-D51B-CC4E-1E05-36DCBF13181E}"/>
                  </a:ext>
                </a:extLst>
              </p:cNvPr>
              <p:cNvSpPr/>
              <p:nvPr/>
            </p:nvSpPr>
            <p:spPr>
              <a:xfrm>
                <a:off x="5507965" y="2188726"/>
                <a:ext cx="1225296" cy="827201"/>
              </a:xfrm>
              <a:custGeom>
                <a:avLst/>
                <a:gdLst>
                  <a:gd name="connsiteX0" fmla="*/ 615523 w 1225296"/>
                  <a:gd name="connsiteY0" fmla="*/ 0 h 710745"/>
                  <a:gd name="connsiteX1" fmla="*/ 1225296 w 1225296"/>
                  <a:gd name="connsiteY1" fmla="*/ 355372 h 710745"/>
                  <a:gd name="connsiteX2" fmla="*/ 609772 w 1225296"/>
                  <a:gd name="connsiteY2" fmla="*/ 710745 h 710745"/>
                  <a:gd name="connsiteX3" fmla="*/ 0 w 1225296"/>
                  <a:gd name="connsiteY3" fmla="*/ 355372 h 710745"/>
                  <a:gd name="connsiteX0" fmla="*/ 615523 w 1225296"/>
                  <a:gd name="connsiteY0" fmla="*/ 0 h 827201"/>
                  <a:gd name="connsiteX1" fmla="*/ 1225296 w 1225296"/>
                  <a:gd name="connsiteY1" fmla="*/ 355372 h 827201"/>
                  <a:gd name="connsiteX2" fmla="*/ 609772 w 1225296"/>
                  <a:gd name="connsiteY2" fmla="*/ 827201 h 827201"/>
                  <a:gd name="connsiteX3" fmla="*/ 0 w 1225296"/>
                  <a:gd name="connsiteY3" fmla="*/ 355372 h 827201"/>
                  <a:gd name="connsiteX4" fmla="*/ 615523 w 1225296"/>
                  <a:gd name="connsiteY4" fmla="*/ 0 h 82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5296" h="827201">
                    <a:moveTo>
                      <a:pt x="615523" y="0"/>
                    </a:moveTo>
                    <a:lnTo>
                      <a:pt x="1225296" y="355372"/>
                    </a:lnTo>
                    <a:lnTo>
                      <a:pt x="609772" y="827201"/>
                    </a:lnTo>
                    <a:lnTo>
                      <a:pt x="0" y="355372"/>
                    </a:lnTo>
                    <a:lnTo>
                      <a:pt x="615523" y="0"/>
                    </a:lnTo>
                    <a:close/>
                  </a:path>
                </a:pathLst>
              </a:custGeom>
              <a:solidFill>
                <a:srgbClr val="3AC6E1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02A4B18D-53E3-54C9-1821-722740A0678C}"/>
                  </a:ext>
                </a:extLst>
              </p:cNvPr>
              <p:cNvSpPr/>
              <p:nvPr/>
            </p:nvSpPr>
            <p:spPr>
              <a:xfrm>
                <a:off x="6120614" y="2544099"/>
                <a:ext cx="612648" cy="843926"/>
              </a:xfrm>
              <a:custGeom>
                <a:avLst/>
                <a:gdLst>
                  <a:gd name="connsiteX0" fmla="*/ 612648 w 612648"/>
                  <a:gd name="connsiteY0" fmla="*/ 0 h 843926"/>
                  <a:gd name="connsiteX1" fmla="*/ 612648 w 612648"/>
                  <a:gd name="connsiteY1" fmla="*/ 493534 h 843926"/>
                  <a:gd name="connsiteX2" fmla="*/ 0 w 612648"/>
                  <a:gd name="connsiteY2" fmla="*/ 843926 h 843926"/>
                  <a:gd name="connsiteX3" fmla="*/ 0 w 612648"/>
                  <a:gd name="connsiteY3" fmla="*/ 350392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612648" y="0"/>
                    </a:moveTo>
                    <a:lnTo>
                      <a:pt x="612648" y="493534"/>
                    </a:lnTo>
                    <a:lnTo>
                      <a:pt x="0" y="843926"/>
                    </a:lnTo>
                    <a:lnTo>
                      <a:pt x="0" y="350392"/>
                    </a:lnTo>
                    <a:close/>
                  </a:path>
                </a:pathLst>
              </a:custGeom>
              <a:solidFill>
                <a:srgbClr val="3AC6E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F9D73DCE-4FF2-79D9-DFB6-670E03A2C3BD}"/>
                  </a:ext>
                </a:extLst>
              </p:cNvPr>
              <p:cNvSpPr/>
              <p:nvPr/>
            </p:nvSpPr>
            <p:spPr>
              <a:xfrm>
                <a:off x="5507966" y="2544099"/>
                <a:ext cx="612648" cy="843926"/>
              </a:xfrm>
              <a:custGeom>
                <a:avLst/>
                <a:gdLst>
                  <a:gd name="connsiteX0" fmla="*/ 0 w 612648"/>
                  <a:gd name="connsiteY0" fmla="*/ 0 h 843926"/>
                  <a:gd name="connsiteX1" fmla="*/ 612648 w 612648"/>
                  <a:gd name="connsiteY1" fmla="*/ 350392 h 843926"/>
                  <a:gd name="connsiteX2" fmla="*/ 612648 w 612648"/>
                  <a:gd name="connsiteY2" fmla="*/ 843926 h 843926"/>
                  <a:gd name="connsiteX3" fmla="*/ 0 w 612648"/>
                  <a:gd name="connsiteY3" fmla="*/ 493534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0" y="0"/>
                    </a:moveTo>
                    <a:lnTo>
                      <a:pt x="612648" y="350392"/>
                    </a:lnTo>
                    <a:lnTo>
                      <a:pt x="612648" y="843926"/>
                    </a:lnTo>
                    <a:lnTo>
                      <a:pt x="0" y="493534"/>
                    </a:lnTo>
                    <a:close/>
                  </a:path>
                </a:pathLst>
              </a:custGeom>
              <a:solidFill>
                <a:srgbClr val="00C6E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6164B5E-8793-88C5-339B-5B53BFC7230E}"/>
                </a:ext>
              </a:extLst>
            </p:cNvPr>
            <p:cNvGrpSpPr/>
            <p:nvPr/>
          </p:nvGrpSpPr>
          <p:grpSpPr>
            <a:xfrm>
              <a:off x="6267575" y="3899374"/>
              <a:ext cx="265610" cy="293300"/>
              <a:chOff x="7334854" y="3940862"/>
              <a:chExt cx="265610" cy="293300"/>
            </a:xfrm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43C3FB2E-1BEE-A899-C110-F55CB81F3CEE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3AC6E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506996F-2710-81E4-E024-B10B8A71F648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3AC6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4949D534-4A22-8229-F9D1-1E43CE1D34F1}"/>
                </a:ext>
              </a:extLst>
            </p:cNvPr>
            <p:cNvGrpSpPr/>
            <p:nvPr/>
          </p:nvGrpSpPr>
          <p:grpSpPr>
            <a:xfrm>
              <a:off x="5963195" y="3728408"/>
              <a:ext cx="265610" cy="293300"/>
              <a:chOff x="7334854" y="3940862"/>
              <a:chExt cx="265610" cy="293300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96EE513-C9A0-988B-C70A-822DE382CDF4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3AC6E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F6018D5-C7D7-1B89-0ED3-4D61BCBCF620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3AC6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33E6F0B6-F356-4A72-5CE2-FC7120475607}"/>
                </a:ext>
              </a:extLst>
            </p:cNvPr>
            <p:cNvGrpSpPr/>
            <p:nvPr/>
          </p:nvGrpSpPr>
          <p:grpSpPr>
            <a:xfrm>
              <a:off x="5963195" y="4049852"/>
              <a:ext cx="265610" cy="293300"/>
              <a:chOff x="7334854" y="3940862"/>
              <a:chExt cx="265610" cy="293300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FE85141-24BF-5501-D86D-90A3D9E83248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3AC6E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3B6A7A00-83C5-510C-6A22-D9E30F8579EC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3AC6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7CDEB218-8A6A-CF66-047D-02804A8C2A03}"/>
                </a:ext>
              </a:extLst>
            </p:cNvPr>
            <p:cNvGrpSpPr/>
            <p:nvPr/>
          </p:nvGrpSpPr>
          <p:grpSpPr>
            <a:xfrm>
              <a:off x="5658816" y="3899374"/>
              <a:ext cx="265610" cy="293300"/>
              <a:chOff x="7334854" y="3940862"/>
              <a:chExt cx="265610" cy="293300"/>
            </a:xfrm>
          </p:grpSpPr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7510C71-6AF1-774F-66F9-29B870301E54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3AC6E1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EFFB7A86-A93E-2780-7727-C8CBE740B64D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3AC6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BD30FA5-4478-904C-2D96-D65D2F99F132}"/>
              </a:ext>
            </a:extLst>
          </p:cNvPr>
          <p:cNvGrpSpPr/>
          <p:nvPr/>
        </p:nvGrpSpPr>
        <p:grpSpPr>
          <a:xfrm>
            <a:off x="7659584" y="4793724"/>
            <a:ext cx="2965493" cy="2997135"/>
            <a:chOff x="5483352" y="3728408"/>
            <a:chExt cx="1225297" cy="1238371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5F556A82-0E5E-3647-CBDE-AEAB783EE028}"/>
                </a:ext>
              </a:extLst>
            </p:cNvPr>
            <p:cNvGrpSpPr/>
            <p:nvPr/>
          </p:nvGrpSpPr>
          <p:grpSpPr>
            <a:xfrm>
              <a:off x="5483352" y="3767480"/>
              <a:ext cx="1225297" cy="1199299"/>
              <a:chOff x="5507965" y="2188726"/>
              <a:chExt cx="1225297" cy="1199299"/>
            </a:xfrm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90FA89D2-0FB7-A25B-4041-D0F6B02DBEB2}"/>
                  </a:ext>
                </a:extLst>
              </p:cNvPr>
              <p:cNvSpPr/>
              <p:nvPr/>
            </p:nvSpPr>
            <p:spPr>
              <a:xfrm>
                <a:off x="5507965" y="2188726"/>
                <a:ext cx="1225296" cy="827201"/>
              </a:xfrm>
              <a:custGeom>
                <a:avLst/>
                <a:gdLst>
                  <a:gd name="connsiteX0" fmla="*/ 615523 w 1225296"/>
                  <a:gd name="connsiteY0" fmla="*/ 0 h 710745"/>
                  <a:gd name="connsiteX1" fmla="*/ 1225296 w 1225296"/>
                  <a:gd name="connsiteY1" fmla="*/ 355372 h 710745"/>
                  <a:gd name="connsiteX2" fmla="*/ 609772 w 1225296"/>
                  <a:gd name="connsiteY2" fmla="*/ 710745 h 710745"/>
                  <a:gd name="connsiteX3" fmla="*/ 0 w 1225296"/>
                  <a:gd name="connsiteY3" fmla="*/ 355372 h 710745"/>
                  <a:gd name="connsiteX0" fmla="*/ 615523 w 1225296"/>
                  <a:gd name="connsiteY0" fmla="*/ 0 h 827201"/>
                  <a:gd name="connsiteX1" fmla="*/ 1225296 w 1225296"/>
                  <a:gd name="connsiteY1" fmla="*/ 355372 h 827201"/>
                  <a:gd name="connsiteX2" fmla="*/ 609772 w 1225296"/>
                  <a:gd name="connsiteY2" fmla="*/ 827201 h 827201"/>
                  <a:gd name="connsiteX3" fmla="*/ 0 w 1225296"/>
                  <a:gd name="connsiteY3" fmla="*/ 355372 h 827201"/>
                  <a:gd name="connsiteX4" fmla="*/ 615523 w 1225296"/>
                  <a:gd name="connsiteY4" fmla="*/ 0 h 82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5296" h="827201">
                    <a:moveTo>
                      <a:pt x="615523" y="0"/>
                    </a:moveTo>
                    <a:lnTo>
                      <a:pt x="1225296" y="355372"/>
                    </a:lnTo>
                    <a:lnTo>
                      <a:pt x="609772" y="827201"/>
                    </a:lnTo>
                    <a:lnTo>
                      <a:pt x="0" y="355372"/>
                    </a:lnTo>
                    <a:lnTo>
                      <a:pt x="615523" y="0"/>
                    </a:lnTo>
                    <a:close/>
                  </a:path>
                </a:pathLst>
              </a:custGeom>
              <a:solidFill>
                <a:srgbClr val="FBA91E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7F98CA0D-48B1-DC5B-5B34-587E15DADD20}"/>
                  </a:ext>
                </a:extLst>
              </p:cNvPr>
              <p:cNvSpPr/>
              <p:nvPr/>
            </p:nvSpPr>
            <p:spPr>
              <a:xfrm>
                <a:off x="6120614" y="2544099"/>
                <a:ext cx="612648" cy="843926"/>
              </a:xfrm>
              <a:custGeom>
                <a:avLst/>
                <a:gdLst>
                  <a:gd name="connsiteX0" fmla="*/ 612648 w 612648"/>
                  <a:gd name="connsiteY0" fmla="*/ 0 h 843926"/>
                  <a:gd name="connsiteX1" fmla="*/ 612648 w 612648"/>
                  <a:gd name="connsiteY1" fmla="*/ 493534 h 843926"/>
                  <a:gd name="connsiteX2" fmla="*/ 0 w 612648"/>
                  <a:gd name="connsiteY2" fmla="*/ 843926 h 843926"/>
                  <a:gd name="connsiteX3" fmla="*/ 0 w 612648"/>
                  <a:gd name="connsiteY3" fmla="*/ 350392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612648" y="0"/>
                    </a:moveTo>
                    <a:lnTo>
                      <a:pt x="612648" y="493534"/>
                    </a:lnTo>
                    <a:lnTo>
                      <a:pt x="0" y="843926"/>
                    </a:lnTo>
                    <a:lnTo>
                      <a:pt x="0" y="350392"/>
                    </a:lnTo>
                    <a:close/>
                  </a:path>
                </a:pathLst>
              </a:custGeom>
              <a:solidFill>
                <a:srgbClr val="CC6B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C8479CFE-C4BD-B864-9341-92060D5C2400}"/>
                  </a:ext>
                </a:extLst>
              </p:cNvPr>
              <p:cNvSpPr/>
              <p:nvPr/>
            </p:nvSpPr>
            <p:spPr>
              <a:xfrm>
                <a:off x="5507966" y="2544099"/>
                <a:ext cx="612648" cy="843926"/>
              </a:xfrm>
              <a:custGeom>
                <a:avLst/>
                <a:gdLst>
                  <a:gd name="connsiteX0" fmla="*/ 0 w 612648"/>
                  <a:gd name="connsiteY0" fmla="*/ 0 h 843926"/>
                  <a:gd name="connsiteX1" fmla="*/ 612648 w 612648"/>
                  <a:gd name="connsiteY1" fmla="*/ 350392 h 843926"/>
                  <a:gd name="connsiteX2" fmla="*/ 612648 w 612648"/>
                  <a:gd name="connsiteY2" fmla="*/ 843926 h 843926"/>
                  <a:gd name="connsiteX3" fmla="*/ 0 w 612648"/>
                  <a:gd name="connsiteY3" fmla="*/ 493534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0" y="0"/>
                    </a:moveTo>
                    <a:lnTo>
                      <a:pt x="612648" y="350392"/>
                    </a:lnTo>
                    <a:lnTo>
                      <a:pt x="612648" y="843926"/>
                    </a:lnTo>
                    <a:lnTo>
                      <a:pt x="0" y="493534"/>
                    </a:lnTo>
                    <a:close/>
                  </a:path>
                </a:pathLst>
              </a:custGeom>
              <a:solidFill>
                <a:srgbClr val="FF962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FB2F1A3-4165-2DB8-E24A-E6F3DF309A05}"/>
                </a:ext>
              </a:extLst>
            </p:cNvPr>
            <p:cNvGrpSpPr/>
            <p:nvPr/>
          </p:nvGrpSpPr>
          <p:grpSpPr>
            <a:xfrm>
              <a:off x="6267575" y="3899374"/>
              <a:ext cx="265610" cy="293300"/>
              <a:chOff x="7334854" y="3940862"/>
              <a:chExt cx="265610" cy="293300"/>
            </a:xfrm>
          </p:grpSpPr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3B15E38-DE4D-7148-80EF-0C524B9E0DBE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FBA91E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C12F2CF-8F9C-1FD4-2F6F-D5FE6A0EE9B0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BA91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7297284-F012-1406-2C84-45E4537DBD49}"/>
                </a:ext>
              </a:extLst>
            </p:cNvPr>
            <p:cNvGrpSpPr/>
            <p:nvPr/>
          </p:nvGrpSpPr>
          <p:grpSpPr>
            <a:xfrm>
              <a:off x="5963195" y="3728408"/>
              <a:ext cx="265610" cy="293300"/>
              <a:chOff x="7334854" y="3940862"/>
              <a:chExt cx="265610" cy="293300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EA592DCB-B51C-4A96-904D-664D17B538A0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FBA91E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38CF9A75-25B7-87F9-B40F-67D01DAC1ABA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BA91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FA2EDC44-3025-9BD4-728C-C34AE215F9FE}"/>
                </a:ext>
              </a:extLst>
            </p:cNvPr>
            <p:cNvGrpSpPr/>
            <p:nvPr/>
          </p:nvGrpSpPr>
          <p:grpSpPr>
            <a:xfrm>
              <a:off x="5963195" y="4049852"/>
              <a:ext cx="265610" cy="293300"/>
              <a:chOff x="7334854" y="3940862"/>
              <a:chExt cx="265610" cy="293300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4B8BD6C-70CB-48F8-7957-0B30403C2AE1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FBA91E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721E088C-2FC0-94D7-4E75-7298463D6D87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BA91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0CFD96E3-D66C-E544-2CCA-DCC5EF89DA2E}"/>
                </a:ext>
              </a:extLst>
            </p:cNvPr>
            <p:cNvGrpSpPr/>
            <p:nvPr/>
          </p:nvGrpSpPr>
          <p:grpSpPr>
            <a:xfrm>
              <a:off x="5658816" y="3899374"/>
              <a:ext cx="265610" cy="293300"/>
              <a:chOff x="7334854" y="3940862"/>
              <a:chExt cx="265610" cy="293300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9D416FC8-9EA5-7034-63CF-324D2D0E34DD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FBA91E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D78177D8-8A26-DE15-4AFB-92BAA3894E7D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BA91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7D10187-4E82-B914-A5CB-6946F5B42D43}"/>
              </a:ext>
            </a:extLst>
          </p:cNvPr>
          <p:cNvGrpSpPr/>
          <p:nvPr/>
        </p:nvGrpSpPr>
        <p:grpSpPr>
          <a:xfrm>
            <a:off x="7659583" y="3458306"/>
            <a:ext cx="2965493" cy="2997135"/>
            <a:chOff x="5483352" y="3728408"/>
            <a:chExt cx="1225297" cy="1238371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079C273-4A5A-CA56-BB4D-2AF741242F5F}"/>
                </a:ext>
              </a:extLst>
            </p:cNvPr>
            <p:cNvGrpSpPr/>
            <p:nvPr/>
          </p:nvGrpSpPr>
          <p:grpSpPr>
            <a:xfrm>
              <a:off x="5483352" y="3767480"/>
              <a:ext cx="1225297" cy="1199299"/>
              <a:chOff x="5507965" y="2188726"/>
              <a:chExt cx="1225297" cy="1199299"/>
            </a:xfrm>
          </p:grpSpPr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EDD25399-CB4C-2411-AFF6-8F798627756E}"/>
                  </a:ext>
                </a:extLst>
              </p:cNvPr>
              <p:cNvSpPr/>
              <p:nvPr/>
            </p:nvSpPr>
            <p:spPr>
              <a:xfrm>
                <a:off x="5507965" y="2188726"/>
                <a:ext cx="1225296" cy="827201"/>
              </a:xfrm>
              <a:custGeom>
                <a:avLst/>
                <a:gdLst>
                  <a:gd name="connsiteX0" fmla="*/ 615523 w 1225296"/>
                  <a:gd name="connsiteY0" fmla="*/ 0 h 710745"/>
                  <a:gd name="connsiteX1" fmla="*/ 1225296 w 1225296"/>
                  <a:gd name="connsiteY1" fmla="*/ 355372 h 710745"/>
                  <a:gd name="connsiteX2" fmla="*/ 609772 w 1225296"/>
                  <a:gd name="connsiteY2" fmla="*/ 710745 h 710745"/>
                  <a:gd name="connsiteX3" fmla="*/ 0 w 1225296"/>
                  <a:gd name="connsiteY3" fmla="*/ 355372 h 710745"/>
                  <a:gd name="connsiteX0" fmla="*/ 615523 w 1225296"/>
                  <a:gd name="connsiteY0" fmla="*/ 0 h 827201"/>
                  <a:gd name="connsiteX1" fmla="*/ 1225296 w 1225296"/>
                  <a:gd name="connsiteY1" fmla="*/ 355372 h 827201"/>
                  <a:gd name="connsiteX2" fmla="*/ 609772 w 1225296"/>
                  <a:gd name="connsiteY2" fmla="*/ 827201 h 827201"/>
                  <a:gd name="connsiteX3" fmla="*/ 0 w 1225296"/>
                  <a:gd name="connsiteY3" fmla="*/ 355372 h 827201"/>
                  <a:gd name="connsiteX4" fmla="*/ 615523 w 1225296"/>
                  <a:gd name="connsiteY4" fmla="*/ 0 h 82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5296" h="827201">
                    <a:moveTo>
                      <a:pt x="615523" y="0"/>
                    </a:moveTo>
                    <a:lnTo>
                      <a:pt x="1225296" y="355372"/>
                    </a:lnTo>
                    <a:lnTo>
                      <a:pt x="609772" y="827201"/>
                    </a:lnTo>
                    <a:lnTo>
                      <a:pt x="0" y="355372"/>
                    </a:lnTo>
                    <a:lnTo>
                      <a:pt x="615523" y="0"/>
                    </a:lnTo>
                    <a:close/>
                  </a:path>
                </a:pathLst>
              </a:custGeom>
              <a:solidFill>
                <a:srgbClr val="609B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567EBCDF-5289-DCD5-E79C-25F9BCD335F5}"/>
                  </a:ext>
                </a:extLst>
              </p:cNvPr>
              <p:cNvSpPr/>
              <p:nvPr/>
            </p:nvSpPr>
            <p:spPr>
              <a:xfrm>
                <a:off x="6120614" y="2544099"/>
                <a:ext cx="612648" cy="843926"/>
              </a:xfrm>
              <a:custGeom>
                <a:avLst/>
                <a:gdLst>
                  <a:gd name="connsiteX0" fmla="*/ 612648 w 612648"/>
                  <a:gd name="connsiteY0" fmla="*/ 0 h 843926"/>
                  <a:gd name="connsiteX1" fmla="*/ 612648 w 612648"/>
                  <a:gd name="connsiteY1" fmla="*/ 493534 h 843926"/>
                  <a:gd name="connsiteX2" fmla="*/ 0 w 612648"/>
                  <a:gd name="connsiteY2" fmla="*/ 843926 h 843926"/>
                  <a:gd name="connsiteX3" fmla="*/ 0 w 612648"/>
                  <a:gd name="connsiteY3" fmla="*/ 350392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612648" y="0"/>
                    </a:moveTo>
                    <a:lnTo>
                      <a:pt x="612648" y="493534"/>
                    </a:lnTo>
                    <a:lnTo>
                      <a:pt x="0" y="843926"/>
                    </a:lnTo>
                    <a:lnTo>
                      <a:pt x="0" y="350392"/>
                    </a:lnTo>
                    <a:close/>
                  </a:path>
                </a:pathLst>
              </a:custGeom>
              <a:solidFill>
                <a:srgbClr val="6C8A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C1869E2C-C2F7-BD39-99C7-996629B180E8}"/>
                  </a:ext>
                </a:extLst>
              </p:cNvPr>
              <p:cNvSpPr/>
              <p:nvPr/>
            </p:nvSpPr>
            <p:spPr>
              <a:xfrm>
                <a:off x="5507966" y="2544099"/>
                <a:ext cx="612648" cy="843926"/>
              </a:xfrm>
              <a:custGeom>
                <a:avLst/>
                <a:gdLst>
                  <a:gd name="connsiteX0" fmla="*/ 0 w 612648"/>
                  <a:gd name="connsiteY0" fmla="*/ 0 h 843926"/>
                  <a:gd name="connsiteX1" fmla="*/ 612648 w 612648"/>
                  <a:gd name="connsiteY1" fmla="*/ 350392 h 843926"/>
                  <a:gd name="connsiteX2" fmla="*/ 612648 w 612648"/>
                  <a:gd name="connsiteY2" fmla="*/ 843926 h 843926"/>
                  <a:gd name="connsiteX3" fmla="*/ 0 w 612648"/>
                  <a:gd name="connsiteY3" fmla="*/ 493534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0" y="0"/>
                    </a:moveTo>
                    <a:lnTo>
                      <a:pt x="612648" y="350392"/>
                    </a:lnTo>
                    <a:lnTo>
                      <a:pt x="612648" y="843926"/>
                    </a:lnTo>
                    <a:lnTo>
                      <a:pt x="0" y="493534"/>
                    </a:lnTo>
                    <a:close/>
                  </a:path>
                </a:pathLst>
              </a:custGeom>
              <a:solidFill>
                <a:srgbClr val="A2C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1BD7BCCC-B8FB-42AC-B445-73019752F0B9}"/>
                </a:ext>
              </a:extLst>
            </p:cNvPr>
            <p:cNvGrpSpPr/>
            <p:nvPr/>
          </p:nvGrpSpPr>
          <p:grpSpPr>
            <a:xfrm>
              <a:off x="6267575" y="3899374"/>
              <a:ext cx="265610" cy="293300"/>
              <a:chOff x="7334854" y="3940862"/>
              <a:chExt cx="265610" cy="293300"/>
            </a:xfrm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1B04AB0A-A86A-D3B7-90CB-7CEFCCC9237D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6EA56C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F16DA6B9-8DE0-F63A-856A-0816646B9D7E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6EA56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AE71560-6F98-4EB2-EF2B-BAC6B71053A5}"/>
                </a:ext>
              </a:extLst>
            </p:cNvPr>
            <p:cNvGrpSpPr/>
            <p:nvPr/>
          </p:nvGrpSpPr>
          <p:grpSpPr>
            <a:xfrm>
              <a:off x="5963195" y="3728408"/>
              <a:ext cx="265610" cy="293300"/>
              <a:chOff x="7334854" y="3940862"/>
              <a:chExt cx="265610" cy="293300"/>
            </a:xfrm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A5286D50-E7B3-C064-9824-53B1F66FDE48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6EA56C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2C86AB1E-508D-8CC0-0138-1CF36ADD5B33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6EA56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B89ABBA1-129C-57EA-EF79-92ED44293CD3}"/>
                </a:ext>
              </a:extLst>
            </p:cNvPr>
            <p:cNvGrpSpPr/>
            <p:nvPr/>
          </p:nvGrpSpPr>
          <p:grpSpPr>
            <a:xfrm>
              <a:off x="5963195" y="4049852"/>
              <a:ext cx="265610" cy="293300"/>
              <a:chOff x="7334854" y="3940862"/>
              <a:chExt cx="265610" cy="293300"/>
            </a:xfrm>
          </p:grpSpPr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749AB5CA-4447-83D8-BF03-752A7351FFD0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6EA56C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66E4752E-0CD3-97E3-82EC-6A387A5DF081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6EA56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7B610558-1A9E-9854-2FA9-A0C35E3CB0BA}"/>
                </a:ext>
              </a:extLst>
            </p:cNvPr>
            <p:cNvGrpSpPr/>
            <p:nvPr/>
          </p:nvGrpSpPr>
          <p:grpSpPr>
            <a:xfrm>
              <a:off x="5658816" y="3899374"/>
              <a:ext cx="265610" cy="293300"/>
              <a:chOff x="7334854" y="3940862"/>
              <a:chExt cx="265610" cy="293300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121E4AB3-49C2-962B-C240-FA322B7E0201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6EA56C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D115D354-D690-CE68-C463-9DDB27E1739A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6EA56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7F3D288-8ADE-1BCB-498A-49E9B80BDAA2}"/>
              </a:ext>
            </a:extLst>
          </p:cNvPr>
          <p:cNvGrpSpPr/>
          <p:nvPr/>
        </p:nvGrpSpPr>
        <p:grpSpPr>
          <a:xfrm>
            <a:off x="7659581" y="2122887"/>
            <a:ext cx="2965493" cy="2997135"/>
            <a:chOff x="5483352" y="3728408"/>
            <a:chExt cx="1225297" cy="123837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08C492C-B81C-C6F8-470B-EACAE03CE11B}"/>
                </a:ext>
              </a:extLst>
            </p:cNvPr>
            <p:cNvGrpSpPr/>
            <p:nvPr/>
          </p:nvGrpSpPr>
          <p:grpSpPr>
            <a:xfrm>
              <a:off x="5483352" y="3767480"/>
              <a:ext cx="1225297" cy="1199299"/>
              <a:chOff x="5507965" y="2188726"/>
              <a:chExt cx="1225297" cy="1199299"/>
            </a:xfrm>
          </p:grpSpPr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CA444B5-AEF9-D0D7-8A5B-FF7973E3BF0D}"/>
                  </a:ext>
                </a:extLst>
              </p:cNvPr>
              <p:cNvSpPr/>
              <p:nvPr/>
            </p:nvSpPr>
            <p:spPr>
              <a:xfrm>
                <a:off x="5507965" y="2188726"/>
                <a:ext cx="1225296" cy="827201"/>
              </a:xfrm>
              <a:custGeom>
                <a:avLst/>
                <a:gdLst>
                  <a:gd name="connsiteX0" fmla="*/ 615523 w 1225296"/>
                  <a:gd name="connsiteY0" fmla="*/ 0 h 710745"/>
                  <a:gd name="connsiteX1" fmla="*/ 1225296 w 1225296"/>
                  <a:gd name="connsiteY1" fmla="*/ 355372 h 710745"/>
                  <a:gd name="connsiteX2" fmla="*/ 609772 w 1225296"/>
                  <a:gd name="connsiteY2" fmla="*/ 710745 h 710745"/>
                  <a:gd name="connsiteX3" fmla="*/ 0 w 1225296"/>
                  <a:gd name="connsiteY3" fmla="*/ 355372 h 710745"/>
                  <a:gd name="connsiteX0" fmla="*/ 615523 w 1225296"/>
                  <a:gd name="connsiteY0" fmla="*/ 0 h 827201"/>
                  <a:gd name="connsiteX1" fmla="*/ 1225296 w 1225296"/>
                  <a:gd name="connsiteY1" fmla="*/ 355372 h 827201"/>
                  <a:gd name="connsiteX2" fmla="*/ 609772 w 1225296"/>
                  <a:gd name="connsiteY2" fmla="*/ 827201 h 827201"/>
                  <a:gd name="connsiteX3" fmla="*/ 0 w 1225296"/>
                  <a:gd name="connsiteY3" fmla="*/ 355372 h 827201"/>
                  <a:gd name="connsiteX4" fmla="*/ 615523 w 1225296"/>
                  <a:gd name="connsiteY4" fmla="*/ 0 h 82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5296" h="827201">
                    <a:moveTo>
                      <a:pt x="615523" y="0"/>
                    </a:moveTo>
                    <a:lnTo>
                      <a:pt x="1225296" y="355372"/>
                    </a:lnTo>
                    <a:lnTo>
                      <a:pt x="609772" y="827201"/>
                    </a:lnTo>
                    <a:lnTo>
                      <a:pt x="0" y="355372"/>
                    </a:lnTo>
                    <a:lnTo>
                      <a:pt x="615523" y="0"/>
                    </a:lnTo>
                    <a:close/>
                  </a:path>
                </a:pathLst>
              </a:custGeom>
              <a:solidFill>
                <a:srgbClr val="D2000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E8400F5A-7DA2-4FFD-8262-0BC717982F0E}"/>
                  </a:ext>
                </a:extLst>
              </p:cNvPr>
              <p:cNvSpPr/>
              <p:nvPr/>
            </p:nvSpPr>
            <p:spPr>
              <a:xfrm>
                <a:off x="6120614" y="2544099"/>
                <a:ext cx="612648" cy="843926"/>
              </a:xfrm>
              <a:custGeom>
                <a:avLst/>
                <a:gdLst>
                  <a:gd name="connsiteX0" fmla="*/ 612648 w 612648"/>
                  <a:gd name="connsiteY0" fmla="*/ 0 h 843926"/>
                  <a:gd name="connsiteX1" fmla="*/ 612648 w 612648"/>
                  <a:gd name="connsiteY1" fmla="*/ 493534 h 843926"/>
                  <a:gd name="connsiteX2" fmla="*/ 0 w 612648"/>
                  <a:gd name="connsiteY2" fmla="*/ 843926 h 843926"/>
                  <a:gd name="connsiteX3" fmla="*/ 0 w 612648"/>
                  <a:gd name="connsiteY3" fmla="*/ 350392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612648" y="0"/>
                    </a:moveTo>
                    <a:lnTo>
                      <a:pt x="612648" y="493534"/>
                    </a:lnTo>
                    <a:lnTo>
                      <a:pt x="0" y="843926"/>
                    </a:lnTo>
                    <a:lnTo>
                      <a:pt x="0" y="350392"/>
                    </a:lnTo>
                    <a:close/>
                  </a:path>
                </a:pathLst>
              </a:custGeom>
              <a:solidFill>
                <a:srgbClr val="B4000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268EA6FF-B350-72BD-146D-7CB007147E31}"/>
                  </a:ext>
                </a:extLst>
              </p:cNvPr>
              <p:cNvSpPr/>
              <p:nvPr/>
            </p:nvSpPr>
            <p:spPr>
              <a:xfrm>
                <a:off x="5507966" y="2544099"/>
                <a:ext cx="612648" cy="843926"/>
              </a:xfrm>
              <a:custGeom>
                <a:avLst/>
                <a:gdLst>
                  <a:gd name="connsiteX0" fmla="*/ 0 w 612648"/>
                  <a:gd name="connsiteY0" fmla="*/ 0 h 843926"/>
                  <a:gd name="connsiteX1" fmla="*/ 612648 w 612648"/>
                  <a:gd name="connsiteY1" fmla="*/ 350392 h 843926"/>
                  <a:gd name="connsiteX2" fmla="*/ 612648 w 612648"/>
                  <a:gd name="connsiteY2" fmla="*/ 843926 h 843926"/>
                  <a:gd name="connsiteX3" fmla="*/ 0 w 612648"/>
                  <a:gd name="connsiteY3" fmla="*/ 493534 h 84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648" h="843926">
                    <a:moveTo>
                      <a:pt x="0" y="0"/>
                    </a:moveTo>
                    <a:lnTo>
                      <a:pt x="612648" y="350392"/>
                    </a:lnTo>
                    <a:lnTo>
                      <a:pt x="612648" y="843926"/>
                    </a:lnTo>
                    <a:lnTo>
                      <a:pt x="0" y="493534"/>
                    </a:lnTo>
                    <a:close/>
                  </a:path>
                </a:pathLst>
              </a:custGeom>
              <a:solidFill>
                <a:srgbClr val="FF4E5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3AA499B-5B53-621D-0563-791C1BC549EE}"/>
                </a:ext>
              </a:extLst>
            </p:cNvPr>
            <p:cNvGrpSpPr/>
            <p:nvPr/>
          </p:nvGrpSpPr>
          <p:grpSpPr>
            <a:xfrm>
              <a:off x="6267575" y="3899374"/>
              <a:ext cx="265610" cy="293300"/>
              <a:chOff x="7334854" y="3940862"/>
              <a:chExt cx="265610" cy="293300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E77D0316-9B29-AFA9-538E-A427E5D41BF3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AB240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557C8DD4-A471-0193-AD40-141D2D31953F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15F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244F6DC-E398-57DA-732A-95F0F0AF285B}"/>
                </a:ext>
              </a:extLst>
            </p:cNvPr>
            <p:cNvGrpSpPr/>
            <p:nvPr/>
          </p:nvGrpSpPr>
          <p:grpSpPr>
            <a:xfrm>
              <a:off x="5963195" y="3728408"/>
              <a:ext cx="265610" cy="293300"/>
              <a:chOff x="7334854" y="3940862"/>
              <a:chExt cx="265610" cy="293300"/>
            </a:xfrm>
          </p:grpSpPr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259A690-A8CB-9B65-12BF-AD7CE279D38E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AB240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AEAE90EC-0AF3-29F3-1732-E21D77C39BEE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15F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721E15D3-F556-412E-98CE-4C10361DA262}"/>
                </a:ext>
              </a:extLst>
            </p:cNvPr>
            <p:cNvGrpSpPr/>
            <p:nvPr/>
          </p:nvGrpSpPr>
          <p:grpSpPr>
            <a:xfrm>
              <a:off x="5963195" y="4049852"/>
              <a:ext cx="265610" cy="293300"/>
              <a:chOff x="7334854" y="3940862"/>
              <a:chExt cx="265610" cy="293300"/>
            </a:xfrm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3B63E0D9-BD50-4C3E-2286-2D74103196F0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AB240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F3EE4EF3-5B60-298E-5277-A44183E772C4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15F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0CCFDD3D-FA79-ADFA-044F-8A518D6FAC81}"/>
                </a:ext>
              </a:extLst>
            </p:cNvPr>
            <p:cNvGrpSpPr/>
            <p:nvPr/>
          </p:nvGrpSpPr>
          <p:grpSpPr>
            <a:xfrm>
              <a:off x="5658816" y="3899374"/>
              <a:ext cx="265610" cy="293300"/>
              <a:chOff x="7334854" y="3940862"/>
              <a:chExt cx="265610" cy="293300"/>
            </a:xfrm>
          </p:grpSpPr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05DFD43C-7999-9C23-D72E-35E354744908}"/>
                  </a:ext>
                </a:extLst>
              </p:cNvPr>
              <p:cNvSpPr/>
              <p:nvPr/>
            </p:nvSpPr>
            <p:spPr>
              <a:xfrm>
                <a:off x="7334854" y="3941597"/>
                <a:ext cx="265610" cy="292565"/>
              </a:xfrm>
              <a:custGeom>
                <a:avLst/>
                <a:gdLst>
                  <a:gd name="connsiteX0" fmla="*/ 132805 w 265610"/>
                  <a:gd name="connsiteY0" fmla="*/ 0 h 292565"/>
                  <a:gd name="connsiteX1" fmla="*/ 265610 w 265610"/>
                  <a:gd name="connsiteY1" fmla="*/ 73141 h 292565"/>
                  <a:gd name="connsiteX2" fmla="*/ 265610 w 265610"/>
                  <a:gd name="connsiteY2" fmla="*/ 219424 h 292565"/>
                  <a:gd name="connsiteX3" fmla="*/ 132805 w 265610"/>
                  <a:gd name="connsiteY3" fmla="*/ 292565 h 292565"/>
                  <a:gd name="connsiteX4" fmla="*/ 0 w 265610"/>
                  <a:gd name="connsiteY4" fmla="*/ 219424 h 292565"/>
                  <a:gd name="connsiteX5" fmla="*/ 0 w 265610"/>
                  <a:gd name="connsiteY5" fmla="*/ 73141 h 292565"/>
                  <a:gd name="connsiteX6" fmla="*/ 132805 w 265610"/>
                  <a:gd name="connsiteY6" fmla="*/ 0 h 292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610" h="292565">
                    <a:moveTo>
                      <a:pt x="132805" y="0"/>
                    </a:moveTo>
                    <a:cubicBezTo>
                      <a:pt x="206151" y="0"/>
                      <a:pt x="265610" y="32746"/>
                      <a:pt x="265610" y="73141"/>
                    </a:cubicBezTo>
                    <a:lnTo>
                      <a:pt x="265610" y="219424"/>
                    </a:lnTo>
                    <a:cubicBezTo>
                      <a:pt x="265610" y="259819"/>
                      <a:pt x="206151" y="292565"/>
                      <a:pt x="132805" y="292565"/>
                    </a:cubicBezTo>
                    <a:cubicBezTo>
                      <a:pt x="59459" y="292565"/>
                      <a:pt x="0" y="259819"/>
                      <a:pt x="0" y="219424"/>
                    </a:cubicBezTo>
                    <a:lnTo>
                      <a:pt x="0" y="73141"/>
                    </a:lnTo>
                    <a:cubicBezTo>
                      <a:pt x="0" y="32746"/>
                      <a:pt x="59459" y="0"/>
                      <a:pt x="132805" y="0"/>
                    </a:cubicBezTo>
                    <a:close/>
                  </a:path>
                </a:pathLst>
              </a:custGeom>
              <a:solidFill>
                <a:srgbClr val="AB240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699EF1B3-C23F-2482-F43D-D95ADD2C89C4}"/>
                  </a:ext>
                </a:extLst>
              </p:cNvPr>
              <p:cNvSpPr/>
              <p:nvPr/>
            </p:nvSpPr>
            <p:spPr>
              <a:xfrm>
                <a:off x="7334854" y="3940862"/>
                <a:ext cx="265610" cy="147017"/>
              </a:xfrm>
              <a:prstGeom prst="ellipse">
                <a:avLst/>
              </a:prstGeom>
              <a:solidFill>
                <a:srgbClr val="F15F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2D5C8446-0B31-15D5-2187-48C20C81AB60}"/>
              </a:ext>
            </a:extLst>
          </p:cNvPr>
          <p:cNvSpPr txBox="1"/>
          <p:nvPr/>
        </p:nvSpPr>
        <p:spPr>
          <a:xfrm flipH="1">
            <a:off x="13010385" y="6000173"/>
            <a:ext cx="4387983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just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Neither account can be banned or inactive.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5DFCB4A-8DBC-D270-70BA-D9C583D9AD6B}"/>
              </a:ext>
            </a:extLst>
          </p:cNvPr>
          <p:cNvSpPr txBox="1"/>
          <p:nvPr/>
        </p:nvSpPr>
        <p:spPr>
          <a:xfrm flipH="1">
            <a:off x="704055" y="4548719"/>
            <a:ext cx="4761536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r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user must be able to receive emails at both registered addresses.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A07BC81-22A9-0B4E-4798-214F9C907C3B}"/>
              </a:ext>
            </a:extLst>
          </p:cNvPr>
          <p:cNvSpPr txBox="1"/>
          <p:nvPr/>
        </p:nvSpPr>
        <p:spPr>
          <a:xfrm flipH="1">
            <a:off x="13010386" y="3004640"/>
            <a:ext cx="4387983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just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Both email addresses must belong to existing Tripadvisor accounts.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29B9C3A-85F3-C287-FF83-C91FE5EF96A3}"/>
              </a:ext>
            </a:extLst>
          </p:cNvPr>
          <p:cNvSpPr txBox="1"/>
          <p:nvPr/>
        </p:nvSpPr>
        <p:spPr>
          <a:xfrm flipH="1">
            <a:off x="733866" y="7083789"/>
            <a:ext cx="4761537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r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user is not attempting to merge an owner account into another account.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5170EC8-4497-7BDE-1C93-471E852BAC21}"/>
              </a:ext>
            </a:extLst>
          </p:cNvPr>
          <p:cNvGrpSpPr/>
          <p:nvPr/>
        </p:nvGrpSpPr>
        <p:grpSpPr>
          <a:xfrm>
            <a:off x="685800" y="1975995"/>
            <a:ext cx="6879949" cy="1002615"/>
            <a:chOff x="1013460" y="2235633"/>
            <a:chExt cx="12854940" cy="1194135"/>
          </a:xfrm>
        </p:grpSpPr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723A4493-136F-2D67-B33B-EB2EBBF7AE5F}"/>
                </a:ext>
              </a:extLst>
            </p:cNvPr>
            <p:cNvSpPr/>
            <p:nvPr/>
          </p:nvSpPr>
          <p:spPr>
            <a:xfrm>
              <a:off x="1013460" y="2235633"/>
              <a:ext cx="12778740" cy="1117935"/>
            </a:xfrm>
            <a:prstGeom prst="roundRect">
              <a:avLst/>
            </a:prstGeom>
            <a:solidFill>
              <a:srgbClr val="FFED0E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5"/>
              <a:endParaRPr lang="en-US" sz="18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4D18DDB3-9388-F453-918B-223383140FA3}"/>
                </a:ext>
              </a:extLst>
            </p:cNvPr>
            <p:cNvSpPr/>
            <p:nvPr/>
          </p:nvSpPr>
          <p:spPr>
            <a:xfrm>
              <a:off x="1089660" y="2311833"/>
              <a:ext cx="12778740" cy="1117935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45"/>
              <a:endParaRPr 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3" name="Text 3">
            <a:extLst>
              <a:ext uri="{FF2B5EF4-FFF2-40B4-BE49-F238E27FC236}">
                <a16:creationId xmlns:a16="http://schemas.microsoft.com/office/drawing/2014/main" id="{A30AEF3C-4C4B-ABED-A716-6293EF6408A3}"/>
              </a:ext>
            </a:extLst>
          </p:cNvPr>
          <p:cNvSpPr/>
          <p:nvPr/>
        </p:nvSpPr>
        <p:spPr>
          <a:xfrm>
            <a:off x="1002685" y="2209169"/>
            <a:ext cx="6591797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1371600"/>
            <a:r>
              <a:rPr lang="en-US" sz="2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Before approving or escalating, verify these 4 strict criteria: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BC20EA48-593A-529F-E6EB-AB1F3DE038D0}"/>
              </a:ext>
            </a:extLst>
          </p:cNvPr>
          <p:cNvSpPr/>
          <p:nvPr/>
        </p:nvSpPr>
        <p:spPr>
          <a:xfrm>
            <a:off x="5652938" y="7009020"/>
            <a:ext cx="1697326" cy="1107996"/>
          </a:xfrm>
          <a:custGeom>
            <a:avLst/>
            <a:gdLst/>
            <a:ahLst/>
            <a:cxnLst/>
            <a:rect l="l" t="t" r="r" b="b"/>
            <a:pathLst>
              <a:path w="5132712" h="3618562">
                <a:moveTo>
                  <a:pt x="0" y="0"/>
                </a:moveTo>
                <a:lnTo>
                  <a:pt x="5132712" y="0"/>
                </a:lnTo>
                <a:lnTo>
                  <a:pt x="5132712" y="3618562"/>
                </a:lnTo>
                <a:lnTo>
                  <a:pt x="0" y="361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55D192B-164E-2A53-0285-8A1FDBE8E573}"/>
              </a:ext>
            </a:extLst>
          </p:cNvPr>
          <p:cNvSpPr/>
          <p:nvPr/>
        </p:nvSpPr>
        <p:spPr>
          <a:xfrm>
            <a:off x="5890251" y="4508194"/>
            <a:ext cx="1261711" cy="1178207"/>
          </a:xfrm>
          <a:custGeom>
            <a:avLst/>
            <a:gdLst/>
            <a:ahLst/>
            <a:cxnLst/>
            <a:rect l="l" t="t" r="r" b="b"/>
            <a:pathLst>
              <a:path w="3818815" h="3916734">
                <a:moveTo>
                  <a:pt x="0" y="0"/>
                </a:moveTo>
                <a:lnTo>
                  <a:pt x="3818815" y="0"/>
                </a:lnTo>
                <a:lnTo>
                  <a:pt x="3818815" y="3916733"/>
                </a:lnTo>
                <a:lnTo>
                  <a:pt x="0" y="3916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508B6F75-BE3E-B5ED-A54B-D13EC5FDE4D7}"/>
              </a:ext>
            </a:extLst>
          </p:cNvPr>
          <p:cNvSpPr/>
          <p:nvPr/>
        </p:nvSpPr>
        <p:spPr>
          <a:xfrm>
            <a:off x="11221544" y="6004898"/>
            <a:ext cx="1261711" cy="960120"/>
          </a:xfrm>
          <a:custGeom>
            <a:avLst/>
            <a:gdLst/>
            <a:ahLst/>
            <a:cxnLst/>
            <a:rect l="l" t="t" r="r" b="b"/>
            <a:pathLst>
              <a:path w="7315200" h="3803904">
                <a:moveTo>
                  <a:pt x="0" y="0"/>
                </a:moveTo>
                <a:lnTo>
                  <a:pt x="7315200" y="0"/>
                </a:lnTo>
                <a:lnTo>
                  <a:pt x="7315200" y="3803904"/>
                </a:lnTo>
                <a:lnTo>
                  <a:pt x="0" y="3803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25B271F-3D3B-CA1A-7E32-17DB136095F8}"/>
              </a:ext>
            </a:extLst>
          </p:cNvPr>
          <p:cNvSpPr/>
          <p:nvPr/>
        </p:nvSpPr>
        <p:spPr>
          <a:xfrm>
            <a:off x="11258699" y="2978610"/>
            <a:ext cx="1261711" cy="1107996"/>
          </a:xfrm>
          <a:custGeom>
            <a:avLst/>
            <a:gdLst/>
            <a:ahLst/>
            <a:cxnLst/>
            <a:rect l="l" t="t" r="r" b="b"/>
            <a:pathLst>
              <a:path w="1521775" h="1521775">
                <a:moveTo>
                  <a:pt x="0" y="0"/>
                </a:moveTo>
                <a:lnTo>
                  <a:pt x="1521775" y="0"/>
                </a:lnTo>
                <a:lnTo>
                  <a:pt x="1521775" y="1521774"/>
                </a:lnTo>
                <a:lnTo>
                  <a:pt x="0" y="1521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49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24454-9AF2-D991-63FA-6D29F8A3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EB1D6F18-4B09-FD23-F9BD-77B76C4A40D2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DB625E-C127-A992-1E64-F58DBB1F01D0}"/>
              </a:ext>
            </a:extLst>
          </p:cNvPr>
          <p:cNvGrpSpPr/>
          <p:nvPr/>
        </p:nvGrpSpPr>
        <p:grpSpPr>
          <a:xfrm>
            <a:off x="1896256" y="2447838"/>
            <a:ext cx="14495486" cy="2743200"/>
            <a:chOff x="1264172" y="1240929"/>
            <a:chExt cx="9663657" cy="109931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6097653-6DBA-2A06-8626-230E641C4702}"/>
                </a:ext>
              </a:extLst>
            </p:cNvPr>
            <p:cNvSpPr/>
            <p:nvPr/>
          </p:nvSpPr>
          <p:spPr>
            <a:xfrm>
              <a:off x="2956947" y="1333386"/>
              <a:ext cx="6346556" cy="9144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4E51"/>
              </a:solidFill>
              <a:prstDash val="solid"/>
              <a:miter lim="800000"/>
            </a:ln>
            <a:effectLst>
              <a:outerShdw blurRad="1651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Rounded Corners 2">
              <a:extLst>
                <a:ext uri="{FF2B5EF4-FFF2-40B4-BE49-F238E27FC236}">
                  <a16:creationId xmlns:a16="http://schemas.microsoft.com/office/drawing/2014/main" id="{C7935418-CDEF-3F2E-82D9-1E4F92FC2E82}"/>
                </a:ext>
              </a:extLst>
            </p:cNvPr>
            <p:cNvSpPr/>
            <p:nvPr/>
          </p:nvSpPr>
          <p:spPr>
            <a:xfrm>
              <a:off x="1264172" y="1240929"/>
              <a:ext cx="2298975" cy="1099315"/>
            </a:xfrm>
            <a:custGeom>
              <a:avLst/>
              <a:gdLst>
                <a:gd name="connsiteX0" fmla="*/ 0 w 1720311"/>
                <a:gd name="connsiteY0" fmla="*/ 182826 h 1096935"/>
                <a:gd name="connsiteX1" fmla="*/ 182826 w 1720311"/>
                <a:gd name="connsiteY1" fmla="*/ 0 h 1096935"/>
                <a:gd name="connsiteX2" fmla="*/ 1537485 w 1720311"/>
                <a:gd name="connsiteY2" fmla="*/ 0 h 1096935"/>
                <a:gd name="connsiteX3" fmla="*/ 1720311 w 1720311"/>
                <a:gd name="connsiteY3" fmla="*/ 182826 h 1096935"/>
                <a:gd name="connsiteX4" fmla="*/ 1720311 w 1720311"/>
                <a:gd name="connsiteY4" fmla="*/ 914109 h 1096935"/>
                <a:gd name="connsiteX5" fmla="*/ 1537485 w 1720311"/>
                <a:gd name="connsiteY5" fmla="*/ 1096935 h 1096935"/>
                <a:gd name="connsiteX6" fmla="*/ 182826 w 1720311"/>
                <a:gd name="connsiteY6" fmla="*/ 1096935 h 1096935"/>
                <a:gd name="connsiteX7" fmla="*/ 0 w 1720311"/>
                <a:gd name="connsiteY7" fmla="*/ 914109 h 1096935"/>
                <a:gd name="connsiteX8" fmla="*/ 0 w 1720311"/>
                <a:gd name="connsiteY8" fmla="*/ 182826 h 109693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537485 w 1720311"/>
                <a:gd name="connsiteY5" fmla="*/ 1096935 h 1099315"/>
                <a:gd name="connsiteX6" fmla="*/ 1097796 w 1720311"/>
                <a:gd name="connsiteY6" fmla="*/ 1099315 h 1099315"/>
                <a:gd name="connsiteX7" fmla="*/ 182826 w 1720311"/>
                <a:gd name="connsiteY7" fmla="*/ 1096935 h 1099315"/>
                <a:gd name="connsiteX8" fmla="*/ 0 w 1720311"/>
                <a:gd name="connsiteY8" fmla="*/ 914109 h 1099315"/>
                <a:gd name="connsiteX9" fmla="*/ 0 w 1720311"/>
                <a:gd name="connsiteY9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097796 w 1720311"/>
                <a:gd name="connsiteY5" fmla="*/ 1099315 h 1099315"/>
                <a:gd name="connsiteX6" fmla="*/ 182826 w 1720311"/>
                <a:gd name="connsiteY6" fmla="*/ 1096935 h 1099315"/>
                <a:gd name="connsiteX7" fmla="*/ 0 w 1720311"/>
                <a:gd name="connsiteY7" fmla="*/ 914109 h 1099315"/>
                <a:gd name="connsiteX8" fmla="*/ 0 w 1720311"/>
                <a:gd name="connsiteY8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097796 w 1720311"/>
                <a:gd name="connsiteY4" fmla="*/ 1099315 h 1099315"/>
                <a:gd name="connsiteX5" fmla="*/ 182826 w 1720311"/>
                <a:gd name="connsiteY5" fmla="*/ 1096935 h 1099315"/>
                <a:gd name="connsiteX6" fmla="*/ 0 w 1720311"/>
                <a:gd name="connsiteY6" fmla="*/ 914109 h 1099315"/>
                <a:gd name="connsiteX7" fmla="*/ 0 w 1720311"/>
                <a:gd name="connsiteY7" fmla="*/ 182826 h 1099315"/>
                <a:gd name="connsiteX0" fmla="*/ 0 w 1573552"/>
                <a:gd name="connsiteY0" fmla="*/ 182826 h 1099315"/>
                <a:gd name="connsiteX1" fmla="*/ 182826 w 1573552"/>
                <a:gd name="connsiteY1" fmla="*/ 0 h 1099315"/>
                <a:gd name="connsiteX2" fmla="*/ 1537485 w 1573552"/>
                <a:gd name="connsiteY2" fmla="*/ 0 h 1099315"/>
                <a:gd name="connsiteX3" fmla="*/ 1097796 w 1573552"/>
                <a:gd name="connsiteY3" fmla="*/ 1099315 h 1099315"/>
                <a:gd name="connsiteX4" fmla="*/ 182826 w 1573552"/>
                <a:gd name="connsiteY4" fmla="*/ 1096935 h 1099315"/>
                <a:gd name="connsiteX5" fmla="*/ 0 w 1573552"/>
                <a:gd name="connsiteY5" fmla="*/ 914109 h 1099315"/>
                <a:gd name="connsiteX6" fmla="*/ 0 w 1573552"/>
                <a:gd name="connsiteY6" fmla="*/ 182826 h 1099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3552" h="1099315">
                  <a:moveTo>
                    <a:pt x="0" y="182826"/>
                  </a:moveTo>
                  <a:cubicBezTo>
                    <a:pt x="0" y="81854"/>
                    <a:pt x="81854" y="0"/>
                    <a:pt x="182826" y="0"/>
                  </a:cubicBezTo>
                  <a:lnTo>
                    <a:pt x="1537485" y="0"/>
                  </a:lnTo>
                  <a:cubicBezTo>
                    <a:pt x="1689980" y="183219"/>
                    <a:pt x="1323572" y="916493"/>
                    <a:pt x="1097796" y="1099315"/>
                  </a:cubicBezTo>
                  <a:lnTo>
                    <a:pt x="182826" y="1096935"/>
                  </a:lnTo>
                  <a:cubicBezTo>
                    <a:pt x="81854" y="1096935"/>
                    <a:pt x="0" y="1015081"/>
                    <a:pt x="0" y="914109"/>
                  </a:cubicBezTo>
                  <a:lnTo>
                    <a:pt x="0" y="182826"/>
                  </a:lnTo>
                  <a:close/>
                </a:path>
              </a:pathLst>
            </a:custGeom>
            <a:solidFill>
              <a:srgbClr val="FF4E51"/>
            </a:solidFill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685800"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9AEDCAD-A34E-8BB4-DB74-80A313CC1AE8}"/>
                </a:ext>
              </a:extLst>
            </p:cNvPr>
            <p:cNvSpPr/>
            <p:nvPr/>
          </p:nvSpPr>
          <p:spPr>
            <a:xfrm>
              <a:off x="9105125" y="1240929"/>
              <a:ext cx="1822704" cy="1096935"/>
            </a:xfrm>
            <a:prstGeom prst="roundRect">
              <a:avLst/>
            </a:prstGeom>
            <a:solidFill>
              <a:srgbClr val="FF4E51"/>
            </a:solidFill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E80980-4F64-499F-51C7-B80F1B4346EB}"/>
                </a:ext>
              </a:extLst>
            </p:cNvPr>
            <p:cNvSpPr txBox="1"/>
            <p:nvPr/>
          </p:nvSpPr>
          <p:spPr>
            <a:xfrm>
              <a:off x="1419180" y="1599475"/>
              <a:ext cx="1865571" cy="382351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ctr" defTabSz="1371600"/>
              <a:r>
                <a:rPr lang="en-US" sz="2800" b="1" kern="0" noProof="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any criteria fail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8A6BBC80-A136-A721-FDC1-1BC2D8D21112}"/>
              </a:ext>
            </a:extLst>
          </p:cNvPr>
          <p:cNvSpPr/>
          <p:nvPr/>
        </p:nvSpPr>
        <p:spPr>
          <a:xfrm>
            <a:off x="5481022" y="2848699"/>
            <a:ext cx="7881969" cy="838100"/>
          </a:xfrm>
          <a:prstGeom prst="roundRect">
            <a:avLst/>
          </a:prstGeom>
          <a:solidFill>
            <a:srgbClr val="FF9FA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7BBC04-278A-4421-327E-193403381102}"/>
              </a:ext>
            </a:extLst>
          </p:cNvPr>
          <p:cNvSpPr/>
          <p:nvPr/>
        </p:nvSpPr>
        <p:spPr>
          <a:xfrm>
            <a:off x="704055" y="1009739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3: Resolve or Transfer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E0F9C44-D1C9-72FB-6EC3-3AED29AA1F65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3: Resolve or transfer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85DBFD-AB32-4A29-3B59-66DC191DE7EF}"/>
              </a:ext>
            </a:extLst>
          </p:cNvPr>
          <p:cNvGrpSpPr/>
          <p:nvPr/>
        </p:nvGrpSpPr>
        <p:grpSpPr>
          <a:xfrm>
            <a:off x="1896254" y="5828568"/>
            <a:ext cx="14495489" cy="2743200"/>
            <a:chOff x="1264170" y="1240929"/>
            <a:chExt cx="9663659" cy="109931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26B091-E824-C76E-435C-1578718F4294}"/>
                </a:ext>
              </a:extLst>
            </p:cNvPr>
            <p:cNvSpPr/>
            <p:nvPr/>
          </p:nvSpPr>
          <p:spPr>
            <a:xfrm>
              <a:off x="2956947" y="1333386"/>
              <a:ext cx="6346556" cy="9144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C4FA00"/>
              </a:solidFill>
              <a:prstDash val="solid"/>
              <a:miter lim="800000"/>
            </a:ln>
            <a:effectLst>
              <a:outerShdw blurRad="1651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">
              <a:extLst>
                <a:ext uri="{FF2B5EF4-FFF2-40B4-BE49-F238E27FC236}">
                  <a16:creationId xmlns:a16="http://schemas.microsoft.com/office/drawing/2014/main" id="{F3E869AC-7F47-E47B-4ADF-AAE38BB4FA4D}"/>
                </a:ext>
              </a:extLst>
            </p:cNvPr>
            <p:cNvSpPr/>
            <p:nvPr/>
          </p:nvSpPr>
          <p:spPr>
            <a:xfrm>
              <a:off x="1264170" y="1240929"/>
              <a:ext cx="2298977" cy="1099315"/>
            </a:xfrm>
            <a:custGeom>
              <a:avLst/>
              <a:gdLst>
                <a:gd name="connsiteX0" fmla="*/ 0 w 1720311"/>
                <a:gd name="connsiteY0" fmla="*/ 182826 h 1096935"/>
                <a:gd name="connsiteX1" fmla="*/ 182826 w 1720311"/>
                <a:gd name="connsiteY1" fmla="*/ 0 h 1096935"/>
                <a:gd name="connsiteX2" fmla="*/ 1537485 w 1720311"/>
                <a:gd name="connsiteY2" fmla="*/ 0 h 1096935"/>
                <a:gd name="connsiteX3" fmla="*/ 1720311 w 1720311"/>
                <a:gd name="connsiteY3" fmla="*/ 182826 h 1096935"/>
                <a:gd name="connsiteX4" fmla="*/ 1720311 w 1720311"/>
                <a:gd name="connsiteY4" fmla="*/ 914109 h 1096935"/>
                <a:gd name="connsiteX5" fmla="*/ 1537485 w 1720311"/>
                <a:gd name="connsiteY5" fmla="*/ 1096935 h 1096935"/>
                <a:gd name="connsiteX6" fmla="*/ 182826 w 1720311"/>
                <a:gd name="connsiteY6" fmla="*/ 1096935 h 1096935"/>
                <a:gd name="connsiteX7" fmla="*/ 0 w 1720311"/>
                <a:gd name="connsiteY7" fmla="*/ 914109 h 1096935"/>
                <a:gd name="connsiteX8" fmla="*/ 0 w 1720311"/>
                <a:gd name="connsiteY8" fmla="*/ 182826 h 109693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537485 w 1720311"/>
                <a:gd name="connsiteY5" fmla="*/ 1096935 h 1099315"/>
                <a:gd name="connsiteX6" fmla="*/ 1097796 w 1720311"/>
                <a:gd name="connsiteY6" fmla="*/ 1099315 h 1099315"/>
                <a:gd name="connsiteX7" fmla="*/ 182826 w 1720311"/>
                <a:gd name="connsiteY7" fmla="*/ 1096935 h 1099315"/>
                <a:gd name="connsiteX8" fmla="*/ 0 w 1720311"/>
                <a:gd name="connsiteY8" fmla="*/ 914109 h 1099315"/>
                <a:gd name="connsiteX9" fmla="*/ 0 w 1720311"/>
                <a:gd name="connsiteY9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720311 w 1720311"/>
                <a:gd name="connsiteY4" fmla="*/ 914109 h 1099315"/>
                <a:gd name="connsiteX5" fmla="*/ 1097796 w 1720311"/>
                <a:gd name="connsiteY5" fmla="*/ 1099315 h 1099315"/>
                <a:gd name="connsiteX6" fmla="*/ 182826 w 1720311"/>
                <a:gd name="connsiteY6" fmla="*/ 1096935 h 1099315"/>
                <a:gd name="connsiteX7" fmla="*/ 0 w 1720311"/>
                <a:gd name="connsiteY7" fmla="*/ 914109 h 1099315"/>
                <a:gd name="connsiteX8" fmla="*/ 0 w 1720311"/>
                <a:gd name="connsiteY8" fmla="*/ 182826 h 1099315"/>
                <a:gd name="connsiteX0" fmla="*/ 0 w 1720311"/>
                <a:gd name="connsiteY0" fmla="*/ 182826 h 1099315"/>
                <a:gd name="connsiteX1" fmla="*/ 182826 w 1720311"/>
                <a:gd name="connsiteY1" fmla="*/ 0 h 1099315"/>
                <a:gd name="connsiteX2" fmla="*/ 1537485 w 1720311"/>
                <a:gd name="connsiteY2" fmla="*/ 0 h 1099315"/>
                <a:gd name="connsiteX3" fmla="*/ 1720311 w 1720311"/>
                <a:gd name="connsiteY3" fmla="*/ 182826 h 1099315"/>
                <a:gd name="connsiteX4" fmla="*/ 1097796 w 1720311"/>
                <a:gd name="connsiteY4" fmla="*/ 1099315 h 1099315"/>
                <a:gd name="connsiteX5" fmla="*/ 182826 w 1720311"/>
                <a:gd name="connsiteY5" fmla="*/ 1096935 h 1099315"/>
                <a:gd name="connsiteX6" fmla="*/ 0 w 1720311"/>
                <a:gd name="connsiteY6" fmla="*/ 914109 h 1099315"/>
                <a:gd name="connsiteX7" fmla="*/ 0 w 1720311"/>
                <a:gd name="connsiteY7" fmla="*/ 182826 h 1099315"/>
                <a:gd name="connsiteX0" fmla="*/ 0 w 1573552"/>
                <a:gd name="connsiteY0" fmla="*/ 182826 h 1099315"/>
                <a:gd name="connsiteX1" fmla="*/ 182826 w 1573552"/>
                <a:gd name="connsiteY1" fmla="*/ 0 h 1099315"/>
                <a:gd name="connsiteX2" fmla="*/ 1537485 w 1573552"/>
                <a:gd name="connsiteY2" fmla="*/ 0 h 1099315"/>
                <a:gd name="connsiteX3" fmla="*/ 1097796 w 1573552"/>
                <a:gd name="connsiteY3" fmla="*/ 1099315 h 1099315"/>
                <a:gd name="connsiteX4" fmla="*/ 182826 w 1573552"/>
                <a:gd name="connsiteY4" fmla="*/ 1096935 h 1099315"/>
                <a:gd name="connsiteX5" fmla="*/ 0 w 1573552"/>
                <a:gd name="connsiteY5" fmla="*/ 914109 h 1099315"/>
                <a:gd name="connsiteX6" fmla="*/ 0 w 1573552"/>
                <a:gd name="connsiteY6" fmla="*/ 182826 h 1099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3552" h="1099315">
                  <a:moveTo>
                    <a:pt x="0" y="182826"/>
                  </a:moveTo>
                  <a:cubicBezTo>
                    <a:pt x="0" y="81854"/>
                    <a:pt x="81854" y="0"/>
                    <a:pt x="182826" y="0"/>
                  </a:cubicBezTo>
                  <a:lnTo>
                    <a:pt x="1537485" y="0"/>
                  </a:lnTo>
                  <a:cubicBezTo>
                    <a:pt x="1689980" y="183219"/>
                    <a:pt x="1323572" y="916493"/>
                    <a:pt x="1097796" y="1099315"/>
                  </a:cubicBezTo>
                  <a:lnTo>
                    <a:pt x="182826" y="1096935"/>
                  </a:lnTo>
                  <a:cubicBezTo>
                    <a:pt x="81854" y="1096935"/>
                    <a:pt x="0" y="1015081"/>
                    <a:pt x="0" y="914109"/>
                  </a:cubicBezTo>
                  <a:lnTo>
                    <a:pt x="0" y="182826"/>
                  </a:lnTo>
                  <a:close/>
                </a:path>
              </a:pathLst>
            </a:custGeom>
            <a:solidFill>
              <a:srgbClr val="A2CF00"/>
            </a:solidFill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685800"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D5AE11F-EE90-CEC4-2DA3-7EAA562F572C}"/>
                </a:ext>
              </a:extLst>
            </p:cNvPr>
            <p:cNvSpPr/>
            <p:nvPr/>
          </p:nvSpPr>
          <p:spPr>
            <a:xfrm>
              <a:off x="9105125" y="1240929"/>
              <a:ext cx="1822704" cy="1096935"/>
            </a:xfrm>
            <a:prstGeom prst="roundRect">
              <a:avLst/>
            </a:prstGeom>
            <a:solidFill>
              <a:srgbClr val="A2CF00"/>
            </a:solidFill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D06FF9D-2916-B6C6-7AB8-5E8F22BF6508}"/>
              </a:ext>
            </a:extLst>
          </p:cNvPr>
          <p:cNvSpPr txBox="1"/>
          <p:nvPr/>
        </p:nvSpPr>
        <p:spPr>
          <a:xfrm>
            <a:off x="2128767" y="6705043"/>
            <a:ext cx="2798357" cy="95410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 algn="ctr" defTabSz="1371600"/>
            <a:r>
              <a:rPr lang="en-US" sz="2800" b="1" kern="0" noProof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 all criteria pass</a:t>
            </a:r>
            <a:endParaRPr kumimoji="0" lang="en-US" sz="28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5FD5FB-3A9A-F6D7-445A-F8156CAB6691}"/>
              </a:ext>
            </a:extLst>
          </p:cNvPr>
          <p:cNvSpPr txBox="1"/>
          <p:nvPr/>
        </p:nvSpPr>
        <p:spPr>
          <a:xfrm>
            <a:off x="5492066" y="3056882"/>
            <a:ext cx="7881969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 the user of the specific reason(s) for the failure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D279338B-B27A-B0B9-9B3B-1901E1BE3086}"/>
              </a:ext>
            </a:extLst>
          </p:cNvPr>
          <p:cNvSpPr/>
          <p:nvPr/>
        </p:nvSpPr>
        <p:spPr>
          <a:xfrm>
            <a:off x="5159637" y="3917141"/>
            <a:ext cx="8361745" cy="838100"/>
          </a:xfrm>
          <a:prstGeom prst="roundRect">
            <a:avLst/>
          </a:prstGeom>
          <a:solidFill>
            <a:srgbClr val="FF9FA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41545-3839-A769-5566-984AE7BFFB81}"/>
              </a:ext>
            </a:extLst>
          </p:cNvPr>
          <p:cNvSpPr txBox="1"/>
          <p:nvPr/>
        </p:nvSpPr>
        <p:spPr>
          <a:xfrm>
            <a:off x="5358123" y="3977005"/>
            <a:ext cx="7881969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just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Send the Account Merge Failure macro (customized with details)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Rounded Rectangle 5">
            <a:extLst>
              <a:ext uri="{FF2B5EF4-FFF2-40B4-BE49-F238E27FC236}">
                <a16:creationId xmlns:a16="http://schemas.microsoft.com/office/drawing/2014/main" id="{6C29D8F5-B363-BF9B-E385-9550A734B29C}"/>
              </a:ext>
            </a:extLst>
          </p:cNvPr>
          <p:cNvSpPr/>
          <p:nvPr/>
        </p:nvSpPr>
        <p:spPr>
          <a:xfrm>
            <a:off x="5481022" y="6217859"/>
            <a:ext cx="7881969" cy="838100"/>
          </a:xfrm>
          <a:prstGeom prst="roundRect">
            <a:avLst/>
          </a:prstGeom>
          <a:solidFill>
            <a:srgbClr val="C4FA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9EA9F8-54FF-3F88-9034-FD5D0744952E}"/>
              </a:ext>
            </a:extLst>
          </p:cNvPr>
          <p:cNvSpPr txBox="1"/>
          <p:nvPr/>
        </p:nvSpPr>
        <p:spPr>
          <a:xfrm>
            <a:off x="5492066" y="6471148"/>
            <a:ext cx="7881969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Transfer the ticket to the Customer Support (CS) team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E0EAB72D-74D2-C13E-4F69-44DC05E2BCCF}"/>
              </a:ext>
            </a:extLst>
          </p:cNvPr>
          <p:cNvSpPr/>
          <p:nvPr/>
        </p:nvSpPr>
        <p:spPr>
          <a:xfrm>
            <a:off x="5159637" y="7286301"/>
            <a:ext cx="8361745" cy="838100"/>
          </a:xfrm>
          <a:prstGeom prst="roundRect">
            <a:avLst/>
          </a:prstGeom>
          <a:solidFill>
            <a:srgbClr val="C4FA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968DE2-BB43-1672-C5EE-6504485BDA3D}"/>
              </a:ext>
            </a:extLst>
          </p:cNvPr>
          <p:cNvSpPr txBox="1"/>
          <p:nvPr/>
        </p:nvSpPr>
        <p:spPr>
          <a:xfrm>
            <a:off x="5399524" y="7485331"/>
            <a:ext cx="7881969" cy="43088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lvl="0" algn="ctr" defTabSz="1371600"/>
            <a:r>
              <a:rPr lang="en-US" sz="2200" kern="0" noProof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Send the Account Merge Failure &gt; CS Transfer macro</a:t>
            </a:r>
            <a:endParaRPr kumimoji="0" lang="en-US" sz="2200" b="0" i="0" u="none" strike="noStrike" kern="0" cap="none" spc="0" normalizeH="0" baseline="0" noProof="1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F661E3F-D193-5C56-9A1F-DBB22AFD77CC}"/>
              </a:ext>
            </a:extLst>
          </p:cNvPr>
          <p:cNvSpPr/>
          <p:nvPr/>
        </p:nvSpPr>
        <p:spPr>
          <a:xfrm>
            <a:off x="14091557" y="3011335"/>
            <a:ext cx="1984540" cy="1653726"/>
          </a:xfrm>
          <a:custGeom>
            <a:avLst/>
            <a:gdLst/>
            <a:ahLst/>
            <a:cxnLst/>
            <a:rect l="l" t="t" r="r" b="b"/>
            <a:pathLst>
              <a:path w="5324635" h="5138273">
                <a:moveTo>
                  <a:pt x="0" y="0"/>
                </a:moveTo>
                <a:lnTo>
                  <a:pt x="5324634" y="0"/>
                </a:lnTo>
                <a:lnTo>
                  <a:pt x="5324634" y="5138273"/>
                </a:lnTo>
                <a:lnTo>
                  <a:pt x="0" y="513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B44B841-C41D-2A60-210B-B511E1CA50A7}"/>
              </a:ext>
            </a:extLst>
          </p:cNvPr>
          <p:cNvSpPr/>
          <p:nvPr/>
        </p:nvSpPr>
        <p:spPr>
          <a:xfrm>
            <a:off x="14091557" y="6403682"/>
            <a:ext cx="1912044" cy="1556827"/>
          </a:xfrm>
          <a:custGeom>
            <a:avLst/>
            <a:gdLst/>
            <a:ahLst/>
            <a:cxnLst/>
            <a:rect l="l" t="t" r="r" b="b"/>
            <a:pathLst>
              <a:path w="5343896" h="4114800">
                <a:moveTo>
                  <a:pt x="0" y="0"/>
                </a:moveTo>
                <a:lnTo>
                  <a:pt x="5343896" y="0"/>
                </a:lnTo>
                <a:lnTo>
                  <a:pt x="5343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05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E2AE0-C2D0-56B6-1464-D02AD7CB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E9A2B882-3DDC-1B16-2B05-0DFBBC338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C854AD77-318F-C102-30CB-07836AA9203E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65A4914-F8A4-40AD-F0B5-97DA5D510300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5DEF5D1-0A9D-7532-CB26-127C9FDE499E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E6F6989-4562-2C59-5445-4A308E91DD04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05698E3-B71A-75B7-EBE7-655D91A1DC03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EC7928F-D924-85C4-DE33-252994547F89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37E70C1-5A12-04F1-55D3-DA87CD223019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8032860-04FA-DDD4-9736-20EB28E7C550}"/>
              </a:ext>
            </a:extLst>
          </p:cNvPr>
          <p:cNvSpPr txBox="1"/>
          <p:nvPr/>
        </p:nvSpPr>
        <p:spPr>
          <a:xfrm>
            <a:off x="478385" y="8719968"/>
            <a:ext cx="18560729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05. 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User Self-Removals</a:t>
            </a:r>
            <a:endParaRPr kumimoji="0" lang="en-US" sz="7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52B081-1F41-4DAE-62F6-103C200696E6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4C397DE-E5AB-6F69-BCA5-5C984D3BC476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0D875B6-3228-D22A-C7FD-408769C683ED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B417FF48-F612-09F4-94BA-B9EAFB579F8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F59C7F59-6416-3396-9A80-BC0EB88D80BB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4C288D2-D20B-5EA4-6402-0ECFF17F8D70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436168A9-6298-AE6C-7CDA-836EE4221B5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2178BED5-99AF-6215-385B-1C4AF58D625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BD169E3-74DD-B351-BC53-86547DFAD48C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2628A7F6-5038-ADB3-D7C9-4CCCA20AADB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2FE99693-653F-0599-73F0-B2665C9E616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474EBBC1-8374-DF72-53D2-D7640F13C9D2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78513733-D717-CFDD-ED05-90F41E288ED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69D64C30-D55F-6AB4-10B2-3E42CA100A66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78D52DF0-F44A-0A82-4011-49939AAF28C6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8B2E9F5-6585-308B-BC40-D3D60E40572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D86BCA48-4389-2088-9881-1AE6FC95405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8578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1D999-8692-69EA-A03A-324A86DB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4EF335-8DF6-3173-C6C0-84A711616EE9}"/>
              </a:ext>
            </a:extLst>
          </p:cNvPr>
          <p:cNvSpPr/>
          <p:nvPr/>
        </p:nvSpPr>
        <p:spPr>
          <a:xfrm>
            <a:off x="9288724" y="6623686"/>
            <a:ext cx="7772402" cy="2393290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FF57E6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411480" rIns="274320" rtlCol="0" anchor="ctr"/>
          <a:lstStyle/>
          <a:p>
            <a:pPr marL="0" marR="0" lvl="0" indent="0" defTabSz="1371600" eaLnBrk="1" fontAlgn="auto" latinLnBrk="0" hangingPunct="1">
              <a:lnSpc>
                <a:spcPts val="255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0" cap="none" spc="0" normalizeH="0" baseline="0" noProof="1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 7">
            <a:extLst>
              <a:ext uri="{FF2B5EF4-FFF2-40B4-BE49-F238E27FC236}">
                <a16:creationId xmlns:a16="http://schemas.microsoft.com/office/drawing/2014/main" id="{374604D1-8BAE-40CC-48C9-097ABD3F7901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6A83B9-54CE-6D9B-6F66-6E95F006A4D9}"/>
              </a:ext>
            </a:extLst>
          </p:cNvPr>
          <p:cNvSpPr/>
          <p:nvPr/>
        </p:nvSpPr>
        <p:spPr>
          <a:xfrm>
            <a:off x="685800" y="392080"/>
            <a:ext cx="164605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User Self-Removals &amp; Fraud Alerts - Overview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6AB1FEC-8A96-E685-9F0B-C0BA0EC38456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User self-removals &amp; fraud alerts -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07FBA4-5595-CDAB-29F7-BD639F34EFA6}"/>
              </a:ext>
            </a:extLst>
          </p:cNvPr>
          <p:cNvSpPr/>
          <p:nvPr/>
        </p:nvSpPr>
        <p:spPr>
          <a:xfrm>
            <a:off x="9288724" y="2953442"/>
            <a:ext cx="7772401" cy="3428999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5FEAFF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74320" rIns="411480" rtlCol="0" anchor="ctr"/>
          <a:lstStyle/>
          <a:p>
            <a:pPr marL="0" marR="0" lvl="0" indent="0" algn="r" defTabSz="1371600" eaLnBrk="1" fontAlgn="auto" latinLnBrk="0" hangingPunct="1">
              <a:lnSpc>
                <a:spcPts val="255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003A6DA-B116-65EE-B11C-6BF8B7DACE00}"/>
              </a:ext>
            </a:extLst>
          </p:cNvPr>
          <p:cNvGrpSpPr/>
          <p:nvPr/>
        </p:nvGrpSpPr>
        <p:grpSpPr>
          <a:xfrm>
            <a:off x="966247" y="2889574"/>
            <a:ext cx="7315200" cy="4930757"/>
            <a:chOff x="2923557" y="2243340"/>
            <a:chExt cx="3099816" cy="493075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8E48206-3C5F-6125-A11C-B44C09CBF856}"/>
                </a:ext>
              </a:extLst>
            </p:cNvPr>
            <p:cNvSpPr/>
            <p:nvPr/>
          </p:nvSpPr>
          <p:spPr>
            <a:xfrm>
              <a:off x="2923557" y="2243340"/>
              <a:ext cx="3099816" cy="4930757"/>
            </a:xfrm>
            <a:prstGeom prst="roundRect">
              <a:avLst/>
            </a:prstGeom>
            <a:solidFill>
              <a:srgbClr val="23EEBE"/>
            </a:solidFill>
            <a:ln>
              <a:solidFill>
                <a:srgbClr val="23EEBE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9223DEC-003C-9A15-A84A-EA2769145CE1}"/>
                </a:ext>
              </a:extLst>
            </p:cNvPr>
            <p:cNvSpPr/>
            <p:nvPr/>
          </p:nvSpPr>
          <p:spPr>
            <a:xfrm>
              <a:off x="2923557" y="2271265"/>
              <a:ext cx="3099816" cy="48948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3EEB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274320" rtlCol="0" anchor="ctr"/>
            <a:lstStyle/>
            <a:p>
              <a:pPr algn="r" defTabSz="1371600">
                <a:lnSpc>
                  <a:spcPts val="2550"/>
                </a:lnSpc>
                <a:spcAft>
                  <a:spcPts val="1800"/>
                </a:spcAft>
              </a:pPr>
              <a:endParaRPr lang="en-US" sz="2100" noProof="1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96139E9-9A93-B8D5-41EC-3B76906BA34F}"/>
              </a:ext>
            </a:extLst>
          </p:cNvPr>
          <p:cNvSpPr txBox="1"/>
          <p:nvPr/>
        </p:nvSpPr>
        <p:spPr>
          <a:xfrm>
            <a:off x="1263715" y="3195175"/>
            <a:ext cx="6849978" cy="89255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2600" noProof="1"/>
              <a:t>When is a Fraud Support Ticket Created?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7BFC44-4C07-B7AF-4471-ADF92309F308}"/>
              </a:ext>
            </a:extLst>
          </p:cNvPr>
          <p:cNvSpPr txBox="1"/>
          <p:nvPr/>
        </p:nvSpPr>
        <p:spPr>
          <a:xfrm>
            <a:off x="1218009" y="4229133"/>
            <a:ext cx="6849978" cy="110799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noProof="1"/>
              <a:t>A specialized Fraud Support ticket generates automatically if a user self-removes their review and selects one of these specific reasons: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16F5E4-6837-1C7A-11C5-A06E760759C2}"/>
              </a:ext>
            </a:extLst>
          </p:cNvPr>
          <p:cNvSpPr txBox="1"/>
          <p:nvPr/>
        </p:nvSpPr>
        <p:spPr>
          <a:xfrm>
            <a:off x="2093960" y="5673754"/>
            <a:ext cx="6849978" cy="178510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noProof="1"/>
              <a:t>Owner harassed user </a:t>
            </a:r>
          </a:p>
          <a:p>
            <a:endParaRPr lang="en-US" b="0" noProof="1"/>
          </a:p>
          <a:p>
            <a:r>
              <a:rPr lang="en-US" b="0" noProof="1"/>
              <a:t>Owner offered incentive to remove review </a:t>
            </a:r>
          </a:p>
          <a:p>
            <a:endParaRPr lang="en-US" b="0" noProof="1"/>
          </a:p>
          <a:p>
            <a:r>
              <a:rPr lang="en-US" b="0" noProof="1"/>
              <a:t>Owner threatened legal action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C48675-73BC-A0F9-768F-72D56E46ACBF}"/>
              </a:ext>
            </a:extLst>
          </p:cNvPr>
          <p:cNvSpPr txBox="1"/>
          <p:nvPr/>
        </p:nvSpPr>
        <p:spPr>
          <a:xfrm>
            <a:off x="9491583" y="3125000"/>
            <a:ext cx="4141473" cy="49244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2600" noProof="1"/>
              <a:t>With No User Comment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C8E969-0E09-DFB1-1061-12E4DB5896C9}"/>
              </a:ext>
            </a:extLst>
          </p:cNvPr>
          <p:cNvSpPr txBox="1"/>
          <p:nvPr/>
        </p:nvSpPr>
        <p:spPr>
          <a:xfrm>
            <a:off x="10435777" y="3895890"/>
            <a:ext cx="6512160" cy="212365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noProof="1"/>
              <a:t>The system automatically closes the ticket and emails the user for more info. </a:t>
            </a:r>
          </a:p>
          <a:p>
            <a:endParaRPr lang="en-US" b="0" noProof="1"/>
          </a:p>
          <a:p>
            <a:endParaRPr lang="en-US" b="0" noProof="1"/>
          </a:p>
          <a:p>
            <a:r>
              <a:rPr lang="en-US" b="0" noProof="1"/>
              <a:t>If the user replies, the ticket reopens and routes to Fraud Support (FS) queues.</a:t>
            </a:r>
          </a:p>
        </p:txBody>
      </p:sp>
      <p:grpSp>
        <p:nvGrpSpPr>
          <p:cNvPr id="55" name="Group 3">
            <a:extLst>
              <a:ext uri="{FF2B5EF4-FFF2-40B4-BE49-F238E27FC236}">
                <a16:creationId xmlns:a16="http://schemas.microsoft.com/office/drawing/2014/main" id="{BCAFECAC-81E2-8FC4-9F0F-127EDC53A1FB}"/>
              </a:ext>
            </a:extLst>
          </p:cNvPr>
          <p:cNvGrpSpPr/>
          <p:nvPr/>
        </p:nvGrpSpPr>
        <p:grpSpPr>
          <a:xfrm>
            <a:off x="9296748" y="2041959"/>
            <a:ext cx="7764378" cy="749929"/>
            <a:chOff x="0" y="0"/>
            <a:chExt cx="1528996" cy="1299371"/>
          </a:xfrm>
          <a:solidFill>
            <a:srgbClr val="9BF2FF"/>
          </a:solidFill>
        </p:grpSpPr>
        <p:sp>
          <p:nvSpPr>
            <p:cNvPr id="57" name="Freeform 4">
              <a:extLst>
                <a:ext uri="{FF2B5EF4-FFF2-40B4-BE49-F238E27FC236}">
                  <a16:creationId xmlns:a16="http://schemas.microsoft.com/office/drawing/2014/main" id="{29735EB5-3B28-6364-69F1-4B82998FE6B4}"/>
                </a:ext>
              </a:extLst>
            </p:cNvPr>
            <p:cNvSpPr/>
            <p:nvPr/>
          </p:nvSpPr>
          <p:spPr>
            <a:xfrm>
              <a:off x="0" y="0"/>
              <a:ext cx="1528996" cy="1299371"/>
            </a:xfrm>
            <a:custGeom>
              <a:avLst/>
              <a:gdLst/>
              <a:ahLst/>
              <a:cxnLst/>
              <a:rect l="l" t="t" r="r" b="b"/>
              <a:pathLst>
                <a:path w="1528996" h="1299371">
                  <a:moveTo>
                    <a:pt x="77080" y="0"/>
                  </a:moveTo>
                  <a:lnTo>
                    <a:pt x="1451916" y="0"/>
                  </a:lnTo>
                  <a:cubicBezTo>
                    <a:pt x="1472359" y="0"/>
                    <a:pt x="1491965" y="8121"/>
                    <a:pt x="1506420" y="22576"/>
                  </a:cubicBezTo>
                  <a:cubicBezTo>
                    <a:pt x="1520875" y="37032"/>
                    <a:pt x="1528996" y="56637"/>
                    <a:pt x="1528996" y="77080"/>
                  </a:cubicBezTo>
                  <a:lnTo>
                    <a:pt x="1528996" y="1222291"/>
                  </a:lnTo>
                  <a:cubicBezTo>
                    <a:pt x="1528996" y="1242734"/>
                    <a:pt x="1520875" y="1262340"/>
                    <a:pt x="1506420" y="1276795"/>
                  </a:cubicBezTo>
                  <a:cubicBezTo>
                    <a:pt x="1491965" y="1291250"/>
                    <a:pt x="1472359" y="1299371"/>
                    <a:pt x="1451916" y="1299371"/>
                  </a:cubicBezTo>
                  <a:lnTo>
                    <a:pt x="77080" y="1299371"/>
                  </a:lnTo>
                  <a:cubicBezTo>
                    <a:pt x="56637" y="1299371"/>
                    <a:pt x="37032" y="1291250"/>
                    <a:pt x="22576" y="1276795"/>
                  </a:cubicBezTo>
                  <a:cubicBezTo>
                    <a:pt x="8121" y="1262340"/>
                    <a:pt x="0" y="1242734"/>
                    <a:pt x="0" y="1222291"/>
                  </a:cubicBezTo>
                  <a:lnTo>
                    <a:pt x="0" y="77080"/>
                  </a:lnTo>
                  <a:cubicBezTo>
                    <a:pt x="0" y="56637"/>
                    <a:pt x="8121" y="37032"/>
                    <a:pt x="22576" y="22576"/>
                  </a:cubicBezTo>
                  <a:cubicBezTo>
                    <a:pt x="37032" y="8121"/>
                    <a:pt x="56637" y="0"/>
                    <a:pt x="7708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TextBox 5">
              <a:extLst>
                <a:ext uri="{FF2B5EF4-FFF2-40B4-BE49-F238E27FC236}">
                  <a16:creationId xmlns:a16="http://schemas.microsoft.com/office/drawing/2014/main" id="{89B2534F-73D6-75FF-4296-084F85245198}"/>
                </a:ext>
              </a:extLst>
            </p:cNvPr>
            <p:cNvSpPr txBox="1"/>
            <p:nvPr/>
          </p:nvSpPr>
          <p:spPr>
            <a:xfrm>
              <a:off x="0" y="-47625"/>
              <a:ext cx="1528996" cy="134699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FFF2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9" name="Text 3">
            <a:extLst>
              <a:ext uri="{FF2B5EF4-FFF2-40B4-BE49-F238E27FC236}">
                <a16:creationId xmlns:a16="http://schemas.microsoft.com/office/drawing/2014/main" id="{2F11D64D-F7B6-868D-4719-487BD78BAFCE}"/>
              </a:ext>
            </a:extLst>
          </p:cNvPr>
          <p:cNvSpPr/>
          <p:nvPr/>
        </p:nvSpPr>
        <p:spPr>
          <a:xfrm>
            <a:off x="11213989" y="2114624"/>
            <a:ext cx="39218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Ticket Automation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4C9460-F63D-BFF5-BBF5-42B870D540D0}"/>
              </a:ext>
            </a:extLst>
          </p:cNvPr>
          <p:cNvSpPr txBox="1"/>
          <p:nvPr/>
        </p:nvSpPr>
        <p:spPr>
          <a:xfrm>
            <a:off x="9690015" y="6961996"/>
            <a:ext cx="4141473" cy="49244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2600" noProof="1"/>
              <a:t>With User Comment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2BB55F-56B5-1E0D-0827-F865132E45B7}"/>
              </a:ext>
            </a:extLst>
          </p:cNvPr>
          <p:cNvSpPr txBox="1"/>
          <p:nvPr/>
        </p:nvSpPr>
        <p:spPr>
          <a:xfrm>
            <a:off x="10371912" y="7789940"/>
            <a:ext cx="5974876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lvl="0" algn="just" defTabSz="1371600">
              <a:defRPr sz="2200" b="1" kern="0">
                <a:solidFill>
                  <a:srgbClr val="000000">
                    <a:lumMod val="85000"/>
                    <a:lumOff val="1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0" noProof="1"/>
              <a:t>The ticket immediately flows directly into the FS queues in Zendesk.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E1EA4307-E8A3-09EC-9B3A-54A66306663B}"/>
              </a:ext>
            </a:extLst>
          </p:cNvPr>
          <p:cNvSpPr/>
          <p:nvPr/>
        </p:nvSpPr>
        <p:spPr>
          <a:xfrm>
            <a:off x="9657574" y="7820331"/>
            <a:ext cx="475457" cy="358491"/>
          </a:xfrm>
          <a:custGeom>
            <a:avLst/>
            <a:gdLst/>
            <a:ahLst/>
            <a:cxnLst/>
            <a:rect l="l" t="t" r="r" b="b"/>
            <a:pathLst>
              <a:path w="5309419" h="4114800">
                <a:moveTo>
                  <a:pt x="0" y="0"/>
                </a:moveTo>
                <a:lnTo>
                  <a:pt x="5309420" y="0"/>
                </a:lnTo>
                <a:lnTo>
                  <a:pt x="53094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30AF6A3-562F-8A98-F30D-A8F0A286CAA7}"/>
              </a:ext>
            </a:extLst>
          </p:cNvPr>
          <p:cNvSpPr/>
          <p:nvPr/>
        </p:nvSpPr>
        <p:spPr>
          <a:xfrm>
            <a:off x="9632145" y="3953358"/>
            <a:ext cx="554407" cy="454791"/>
          </a:xfrm>
          <a:custGeom>
            <a:avLst/>
            <a:gdLst/>
            <a:ahLst/>
            <a:cxnLst/>
            <a:rect l="l" t="t" r="r" b="b"/>
            <a:pathLst>
              <a:path w="5309419" h="4114800">
                <a:moveTo>
                  <a:pt x="0" y="0"/>
                </a:moveTo>
                <a:lnTo>
                  <a:pt x="5309419" y="0"/>
                </a:lnTo>
                <a:lnTo>
                  <a:pt x="53094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1426668-2992-8E5F-2B47-C55F36682AF5}"/>
              </a:ext>
            </a:extLst>
          </p:cNvPr>
          <p:cNvSpPr/>
          <p:nvPr/>
        </p:nvSpPr>
        <p:spPr>
          <a:xfrm>
            <a:off x="9632145" y="5224624"/>
            <a:ext cx="554407" cy="454791"/>
          </a:xfrm>
          <a:custGeom>
            <a:avLst/>
            <a:gdLst/>
            <a:ahLst/>
            <a:cxnLst/>
            <a:rect l="l" t="t" r="r" b="b"/>
            <a:pathLst>
              <a:path w="5309419" h="4114800">
                <a:moveTo>
                  <a:pt x="0" y="0"/>
                </a:moveTo>
                <a:lnTo>
                  <a:pt x="5309419" y="0"/>
                </a:lnTo>
                <a:lnTo>
                  <a:pt x="53094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0EFF2193-90AF-EB92-1D12-FFD20899F87F}"/>
              </a:ext>
            </a:extLst>
          </p:cNvPr>
          <p:cNvSpPr/>
          <p:nvPr/>
        </p:nvSpPr>
        <p:spPr>
          <a:xfrm>
            <a:off x="1429757" y="5706933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DF30901-320F-6611-7575-8E36A5C150FA}"/>
              </a:ext>
            </a:extLst>
          </p:cNvPr>
          <p:cNvSpPr/>
          <p:nvPr/>
        </p:nvSpPr>
        <p:spPr>
          <a:xfrm>
            <a:off x="1429757" y="6346321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CC172B7F-8308-B26B-46B0-5CAA7E8BE93C}"/>
              </a:ext>
            </a:extLst>
          </p:cNvPr>
          <p:cNvSpPr/>
          <p:nvPr/>
        </p:nvSpPr>
        <p:spPr>
          <a:xfrm>
            <a:off x="1429757" y="7011813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679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A37CB-2B88-6837-A004-630A9C1F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6B147D18-58F8-F803-89AC-C1DCB4D91778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9FD5F5-877A-1832-C372-53AB91234735}"/>
              </a:ext>
            </a:extLst>
          </p:cNvPr>
          <p:cNvSpPr/>
          <p:nvPr/>
        </p:nvSpPr>
        <p:spPr>
          <a:xfrm>
            <a:off x="914399" y="559941"/>
            <a:ext cx="129438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Best Practices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960B3A-6D8C-4858-9C57-434DE3994A1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Best practices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A7D8B3-B2B7-6393-4482-DC9CBE4516B1}"/>
              </a:ext>
            </a:extLst>
          </p:cNvPr>
          <p:cNvGrpSpPr/>
          <p:nvPr/>
        </p:nvGrpSpPr>
        <p:grpSpPr>
          <a:xfrm>
            <a:off x="847845" y="1722128"/>
            <a:ext cx="7662441" cy="3203297"/>
            <a:chOff x="565230" y="1467766"/>
            <a:chExt cx="5108294" cy="21355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C269D1-281F-E539-77BE-1B847FA0AECC}"/>
                </a:ext>
              </a:extLst>
            </p:cNvPr>
            <p:cNvGrpSpPr/>
            <p:nvPr/>
          </p:nvGrpSpPr>
          <p:grpSpPr>
            <a:xfrm>
              <a:off x="565230" y="1870014"/>
              <a:ext cx="3509059" cy="825511"/>
              <a:chOff x="565230" y="1870014"/>
              <a:chExt cx="3509059" cy="82551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8EC0A45-3301-59EA-5CE8-EA0E29E79B6F}"/>
                  </a:ext>
                </a:extLst>
              </p:cNvPr>
              <p:cNvSpPr/>
              <p:nvPr/>
            </p:nvSpPr>
            <p:spPr>
              <a:xfrm>
                <a:off x="565230" y="1870014"/>
                <a:ext cx="1379317" cy="624185"/>
              </a:xfrm>
              <a:prstGeom prst="rect">
                <a:avLst/>
              </a:prstGeom>
              <a:solidFill>
                <a:srgbClr val="F15F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0841E39-83EC-0F8D-35A7-9C6DBF9E8DA2}"/>
                  </a:ext>
                </a:extLst>
              </p:cNvPr>
              <p:cNvSpPr/>
              <p:nvPr/>
            </p:nvSpPr>
            <p:spPr>
              <a:xfrm>
                <a:off x="565230" y="2284894"/>
                <a:ext cx="3509059" cy="410631"/>
              </a:xfrm>
              <a:prstGeom prst="roundRect">
                <a:avLst>
                  <a:gd name="adj" fmla="val 50000"/>
                </a:avLst>
              </a:prstGeom>
              <a:solidFill>
                <a:srgbClr val="7B032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0ACC26-21A3-5775-419E-30D608E11273}"/>
                </a:ext>
              </a:extLst>
            </p:cNvPr>
            <p:cNvSpPr/>
            <p:nvPr/>
          </p:nvSpPr>
          <p:spPr>
            <a:xfrm>
              <a:off x="871960" y="1774497"/>
              <a:ext cx="4801564" cy="1828800"/>
            </a:xfrm>
            <a:prstGeom prst="rect">
              <a:avLst/>
            </a:prstGeom>
            <a:solidFill>
              <a:srgbClr val="FEE8EF"/>
            </a:solidFill>
            <a:ln w="28575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tIns="137160" rIns="205740" rtlCol="0" anchor="t"/>
            <a:lstStyle/>
            <a:p>
              <a:pPr marL="0" marR="0" lvl="0" indent="0" algn="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90C91C-00A0-04C5-AF6B-00A49B607BDC}"/>
                </a:ext>
              </a:extLst>
            </p:cNvPr>
            <p:cNvGrpSpPr/>
            <p:nvPr/>
          </p:nvGrpSpPr>
          <p:grpSpPr>
            <a:xfrm>
              <a:off x="565230" y="1467766"/>
              <a:ext cx="3509059" cy="817129"/>
              <a:chOff x="565230" y="1467766"/>
              <a:chExt cx="3509059" cy="817129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BE4A3DC-1FC8-8A7B-F173-C4B49A24152B}"/>
                  </a:ext>
                </a:extLst>
              </p:cNvPr>
              <p:cNvSpPr/>
              <p:nvPr/>
            </p:nvSpPr>
            <p:spPr>
              <a:xfrm>
                <a:off x="565230" y="1467766"/>
                <a:ext cx="3509059" cy="817129"/>
              </a:xfrm>
              <a:prstGeom prst="roundRect">
                <a:avLst>
                  <a:gd name="adj" fmla="val 50000"/>
                </a:avLst>
              </a:prstGeom>
              <a:solidFill>
                <a:srgbClr val="FB518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0000" endA="300" endPos="55000" dir="5400000" sy="-100000" algn="bl" rotWithShape="0"/>
              </a:effectLst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6ADCB88-D7ED-7EC4-1368-0F59FA4725B0}"/>
                  </a:ext>
                </a:extLst>
              </p:cNvPr>
              <p:cNvSpPr/>
              <p:nvPr/>
            </p:nvSpPr>
            <p:spPr>
              <a:xfrm>
                <a:off x="565230" y="1870014"/>
                <a:ext cx="418181" cy="414881"/>
              </a:xfrm>
              <a:prstGeom prst="rect">
                <a:avLst/>
              </a:prstGeom>
              <a:solidFill>
                <a:srgbClr val="FB518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8BE86F-DE3D-A767-3B29-72DC13914726}"/>
              </a:ext>
            </a:extLst>
          </p:cNvPr>
          <p:cNvGrpSpPr/>
          <p:nvPr/>
        </p:nvGrpSpPr>
        <p:grpSpPr>
          <a:xfrm>
            <a:off x="9626253" y="1717554"/>
            <a:ext cx="7662441" cy="3203297"/>
            <a:chOff x="6515100" y="1467766"/>
            <a:chExt cx="5108294" cy="213553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D287985-300A-55E5-D4D1-34DB16685AA0}"/>
                </a:ext>
              </a:extLst>
            </p:cNvPr>
            <p:cNvGrpSpPr/>
            <p:nvPr/>
          </p:nvGrpSpPr>
          <p:grpSpPr>
            <a:xfrm>
              <a:off x="6515100" y="1870014"/>
              <a:ext cx="3509059" cy="825511"/>
              <a:chOff x="6515100" y="1870014"/>
              <a:chExt cx="3509059" cy="82551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8A58A8A-17CE-D5A3-43F4-BDF2E49A1795}"/>
                  </a:ext>
                </a:extLst>
              </p:cNvPr>
              <p:cNvSpPr/>
              <p:nvPr/>
            </p:nvSpPr>
            <p:spPr>
              <a:xfrm>
                <a:off x="6515100" y="1870014"/>
                <a:ext cx="1379317" cy="624185"/>
              </a:xfrm>
              <a:prstGeom prst="rect">
                <a:avLst/>
              </a:prstGeom>
              <a:solidFill>
                <a:srgbClr val="5FEA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4582089-E6ED-1617-7968-D828878BA415}"/>
                  </a:ext>
                </a:extLst>
              </p:cNvPr>
              <p:cNvSpPr/>
              <p:nvPr/>
            </p:nvSpPr>
            <p:spPr>
              <a:xfrm>
                <a:off x="6515100" y="2284894"/>
                <a:ext cx="3509059" cy="410631"/>
              </a:xfrm>
              <a:prstGeom prst="roundRect">
                <a:avLst>
                  <a:gd name="adj" fmla="val 50000"/>
                </a:avLst>
              </a:prstGeom>
              <a:solidFill>
                <a:srgbClr val="003E4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0FFF28-FD27-8F19-B521-C58CDBB72872}"/>
                </a:ext>
              </a:extLst>
            </p:cNvPr>
            <p:cNvSpPr/>
            <p:nvPr/>
          </p:nvSpPr>
          <p:spPr>
            <a:xfrm>
              <a:off x="6821830" y="1774497"/>
              <a:ext cx="4801564" cy="1828800"/>
            </a:xfrm>
            <a:prstGeom prst="rect">
              <a:avLst/>
            </a:prstGeom>
            <a:solidFill>
              <a:srgbClr val="C9F7FF"/>
            </a:solidFill>
            <a:ln w="28575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tIns="137160" rIns="205740" rtlCol="0" anchor="t"/>
            <a:lstStyle/>
            <a:p>
              <a:pPr marL="0" marR="0" lvl="0" indent="0" algn="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83DB661-B75F-264D-BF17-631B0CA04B05}"/>
                </a:ext>
              </a:extLst>
            </p:cNvPr>
            <p:cNvGrpSpPr/>
            <p:nvPr/>
          </p:nvGrpSpPr>
          <p:grpSpPr>
            <a:xfrm>
              <a:off x="6515100" y="1467766"/>
              <a:ext cx="3509059" cy="817129"/>
              <a:chOff x="6515100" y="1467766"/>
              <a:chExt cx="3509059" cy="817129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633BE269-AB4D-9D30-A2C4-500E3594BDEA}"/>
                  </a:ext>
                </a:extLst>
              </p:cNvPr>
              <p:cNvSpPr/>
              <p:nvPr/>
            </p:nvSpPr>
            <p:spPr>
              <a:xfrm>
                <a:off x="6515100" y="1467766"/>
                <a:ext cx="3509059" cy="817129"/>
              </a:xfrm>
              <a:prstGeom prst="roundRect">
                <a:avLst>
                  <a:gd name="adj" fmla="val 50000"/>
                </a:avLst>
              </a:prstGeom>
              <a:solidFill>
                <a:srgbClr val="5FEA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0000" endA="300" endPos="55000" dir="5400000" sy="-100000" algn="bl" rotWithShape="0"/>
              </a:effectLst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38A4107-B721-F2C7-9E11-848F7322C165}"/>
                  </a:ext>
                </a:extLst>
              </p:cNvPr>
              <p:cNvSpPr/>
              <p:nvPr/>
            </p:nvSpPr>
            <p:spPr>
              <a:xfrm>
                <a:off x="6515100" y="1870014"/>
                <a:ext cx="418181" cy="414881"/>
              </a:xfrm>
              <a:prstGeom prst="rect">
                <a:avLst/>
              </a:prstGeom>
              <a:solidFill>
                <a:srgbClr val="5FEA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" name="Text 3">
            <a:extLst>
              <a:ext uri="{FF2B5EF4-FFF2-40B4-BE49-F238E27FC236}">
                <a16:creationId xmlns:a16="http://schemas.microsoft.com/office/drawing/2014/main" id="{FC2DCE65-5185-3646-48E6-DB90AA4F43CF}"/>
              </a:ext>
            </a:extLst>
          </p:cNvPr>
          <p:cNvSpPr/>
          <p:nvPr/>
        </p:nvSpPr>
        <p:spPr>
          <a:xfrm>
            <a:off x="999306" y="2101301"/>
            <a:ext cx="39218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Email Verification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EDAF9E-FEFD-6D0C-C6C7-18EED9B04CD3}"/>
              </a:ext>
            </a:extLst>
          </p:cNvPr>
          <p:cNvSpPr txBox="1"/>
          <p:nvPr/>
        </p:nvSpPr>
        <p:spPr>
          <a:xfrm>
            <a:off x="3025556" y="3153857"/>
            <a:ext cx="5697986" cy="192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20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sz="2000" dirty="0"/>
              <a:t>Verify that Zendesk updates the default tripadvisor.com sender address to the reviewer's actual email address.</a:t>
            </a:r>
            <a:endParaRPr lang="en-US" sz="2000" noProof="1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9E50C320-0B9B-1071-D432-E69BC6BAC4DF}"/>
              </a:ext>
            </a:extLst>
          </p:cNvPr>
          <p:cNvSpPr/>
          <p:nvPr/>
        </p:nvSpPr>
        <p:spPr>
          <a:xfrm>
            <a:off x="9149418" y="2073971"/>
            <a:ext cx="39218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Data Fields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D3AAA5-9D63-F0ED-C9B0-0B75BCAE9FCA}"/>
              </a:ext>
            </a:extLst>
          </p:cNvPr>
          <p:cNvSpPr txBox="1"/>
          <p:nvPr/>
        </p:nvSpPr>
        <p:spPr>
          <a:xfrm>
            <a:off x="11784714" y="3159979"/>
            <a:ext cx="5437867" cy="192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40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sz="2000" noProof="1"/>
              <a:t>Ensure the left panel is fully populated. No critical information (Location ID, Review ID, or Ticket Reason) can be missing.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7C55F85-A877-1C42-2B7E-40C25F84C4DD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243166" y="3320537"/>
            <a:ext cx="1238803" cy="123499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8AFAD36-953B-F6E3-04DE-59D968373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299" y="3392276"/>
            <a:ext cx="1315272" cy="1091280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689D076A-2F6D-30BA-81B5-037DE1320181}"/>
              </a:ext>
            </a:extLst>
          </p:cNvPr>
          <p:cNvGrpSpPr/>
          <p:nvPr/>
        </p:nvGrpSpPr>
        <p:grpSpPr>
          <a:xfrm>
            <a:off x="1475117" y="5136892"/>
            <a:ext cx="15301218" cy="4345702"/>
            <a:chOff x="565230" y="3882191"/>
            <a:chExt cx="6996452" cy="28971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6BEAF43-CC9F-4073-882C-2886EA0546A7}"/>
                </a:ext>
              </a:extLst>
            </p:cNvPr>
            <p:cNvGrpSpPr/>
            <p:nvPr/>
          </p:nvGrpSpPr>
          <p:grpSpPr>
            <a:xfrm>
              <a:off x="565230" y="4284439"/>
              <a:ext cx="3509059" cy="825511"/>
              <a:chOff x="565230" y="4284439"/>
              <a:chExt cx="3509059" cy="82551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8F53D2A-8667-B911-BDC9-71A31BDE0383}"/>
                  </a:ext>
                </a:extLst>
              </p:cNvPr>
              <p:cNvSpPr/>
              <p:nvPr/>
            </p:nvSpPr>
            <p:spPr>
              <a:xfrm>
                <a:off x="565230" y="4284439"/>
                <a:ext cx="1379317" cy="624185"/>
              </a:xfrm>
              <a:prstGeom prst="rect">
                <a:avLst/>
              </a:prstGeom>
              <a:solidFill>
                <a:srgbClr val="00B7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8FFAA9BB-523C-8CA4-0E13-B46C9206CBC1}"/>
                  </a:ext>
                </a:extLst>
              </p:cNvPr>
              <p:cNvSpPr/>
              <p:nvPr/>
            </p:nvSpPr>
            <p:spPr>
              <a:xfrm>
                <a:off x="565230" y="4699319"/>
                <a:ext cx="3509059" cy="410631"/>
              </a:xfrm>
              <a:prstGeom prst="roundRect">
                <a:avLst>
                  <a:gd name="adj" fmla="val 50000"/>
                </a:avLst>
              </a:prstGeom>
              <a:solidFill>
                <a:srgbClr val="003E1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B65B3F9-5D07-A7BD-C482-75D355BC7A0E}"/>
                </a:ext>
              </a:extLst>
            </p:cNvPr>
            <p:cNvSpPr/>
            <p:nvPr/>
          </p:nvSpPr>
          <p:spPr>
            <a:xfrm>
              <a:off x="871960" y="4188922"/>
              <a:ext cx="6689722" cy="2590403"/>
            </a:xfrm>
            <a:prstGeom prst="rect">
              <a:avLst/>
            </a:prstGeom>
            <a:solidFill>
              <a:srgbClr val="D1FFE3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tIns="137160" rIns="205740" rtlCol="0" anchor="t"/>
            <a:lstStyle/>
            <a:p>
              <a:pPr marL="0" marR="0" lvl="0" indent="0" algn="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3D45C75-DEE8-BFBF-0D79-BD52278AA994}"/>
                </a:ext>
              </a:extLst>
            </p:cNvPr>
            <p:cNvGrpSpPr/>
            <p:nvPr/>
          </p:nvGrpSpPr>
          <p:grpSpPr>
            <a:xfrm>
              <a:off x="565230" y="3882191"/>
              <a:ext cx="3509059" cy="817129"/>
              <a:chOff x="565230" y="3882191"/>
              <a:chExt cx="3509059" cy="817129"/>
            </a:xfrm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D992F9AC-A0EF-21FA-251A-39C4AFC612F4}"/>
                  </a:ext>
                </a:extLst>
              </p:cNvPr>
              <p:cNvSpPr/>
              <p:nvPr/>
            </p:nvSpPr>
            <p:spPr>
              <a:xfrm>
                <a:off x="565230" y="3882191"/>
                <a:ext cx="3509059" cy="817129"/>
              </a:xfrm>
              <a:prstGeom prst="roundRect">
                <a:avLst>
                  <a:gd name="adj" fmla="val 50000"/>
                </a:avLst>
              </a:prstGeom>
              <a:solidFill>
                <a:srgbClr val="00B74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0000" endA="300" endPos="55000" dir="5400000" sy="-100000" algn="bl" rotWithShape="0"/>
              </a:effectLst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DF76B1A-9C30-89D3-B4E2-7E91A246B9BB}"/>
                  </a:ext>
                </a:extLst>
              </p:cNvPr>
              <p:cNvSpPr/>
              <p:nvPr/>
            </p:nvSpPr>
            <p:spPr>
              <a:xfrm>
                <a:off x="565230" y="4284439"/>
                <a:ext cx="418181" cy="414881"/>
              </a:xfrm>
              <a:prstGeom prst="rect">
                <a:avLst/>
              </a:prstGeom>
              <a:solidFill>
                <a:srgbClr val="00B7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3031843-1C58-1B9A-6CDF-E4F35E08B708}"/>
              </a:ext>
            </a:extLst>
          </p:cNvPr>
          <p:cNvSpPr txBox="1"/>
          <p:nvPr/>
        </p:nvSpPr>
        <p:spPr>
          <a:xfrm>
            <a:off x="4786607" y="6362586"/>
            <a:ext cx="12105026" cy="3104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20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sz="2000" b="1" noProof="1"/>
              <a:t>Supported Languages: </a:t>
            </a:r>
            <a:r>
              <a:rPr lang="en-US" sz="2000" noProof="1"/>
              <a:t>Zendesk automatically recognizes tickets in EN, ES, IT, FR, PT, DE, and RU. </a:t>
            </a:r>
          </a:p>
          <a:p>
            <a:endParaRPr lang="en-US" sz="2000" noProof="1"/>
          </a:p>
          <a:p>
            <a:r>
              <a:rPr lang="en-US" sz="2000" b="1" noProof="1"/>
              <a:t>Agent Rule: </a:t>
            </a:r>
            <a:r>
              <a:rPr lang="en-US" sz="2000" noProof="1"/>
              <a:t>Always manually check the review text or email footer to confirm the correct language. </a:t>
            </a:r>
          </a:p>
          <a:p>
            <a:endParaRPr lang="en-US" sz="2000" noProof="1"/>
          </a:p>
          <a:p>
            <a:r>
              <a:rPr lang="en-US" sz="2000" b="1" noProof="1"/>
              <a:t>Action: </a:t>
            </a:r>
            <a:r>
              <a:rPr lang="en-US" sz="2000" noProof="1"/>
              <a:t>Change the ticket language settings accordingly and reply to the reviewer in their matching language. </a:t>
            </a:r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EAF3C325-DFF6-751B-2229-69897A854D33}"/>
              </a:ext>
            </a:extLst>
          </p:cNvPr>
          <p:cNvSpPr/>
          <p:nvPr/>
        </p:nvSpPr>
        <p:spPr>
          <a:xfrm>
            <a:off x="2095415" y="5494639"/>
            <a:ext cx="39218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Language Detection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C8B1BE25-FDFC-A7E4-C3C0-E3A0897BD4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4113" y="6894931"/>
            <a:ext cx="2471052" cy="20672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77269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8BE71-BDA5-1405-EDF6-245CC40B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D7447AD2-0D83-2F5F-740E-F29E829E0B41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BAC988-2198-539D-92E9-12DC83A68871}"/>
              </a:ext>
            </a:extLst>
          </p:cNvPr>
          <p:cNvSpPr/>
          <p:nvPr/>
        </p:nvSpPr>
        <p:spPr>
          <a:xfrm>
            <a:off x="503439" y="885927"/>
            <a:ext cx="129438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Best Practices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EAF1055-F007-9A0D-AA90-718BEA3FECEB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Best practices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E93DD-72B7-50D1-ACA5-52900E09AD4D}"/>
              </a:ext>
            </a:extLst>
          </p:cNvPr>
          <p:cNvSpPr txBox="1"/>
          <p:nvPr/>
        </p:nvSpPr>
        <p:spPr>
          <a:xfrm>
            <a:off x="11197841" y="2273855"/>
            <a:ext cx="4437443" cy="55399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 defTabSz="1371600">
              <a:defRPr/>
            </a:pPr>
            <a:r>
              <a:rPr lang="en-US" sz="3000" b="1" dirty="0">
                <a:solidFill>
                  <a:srgbClr val="FBA91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Email Verification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A05602-88BF-0528-9449-F8D153231548}"/>
              </a:ext>
            </a:extLst>
          </p:cNvPr>
          <p:cNvSpPr txBox="1"/>
          <p:nvPr/>
        </p:nvSpPr>
        <p:spPr>
          <a:xfrm>
            <a:off x="11197841" y="2943207"/>
            <a:ext cx="5897066" cy="2422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200" b="1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b="0" dirty="0"/>
              <a:t>Verify that Zendesk updates the default tripadvisor.com sender address to the reviewer's actual email address.</a:t>
            </a:r>
            <a:endParaRPr lang="en-US" b="0" noProof="1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5EAE016-4714-DC9A-9746-BD484EC4C833}"/>
              </a:ext>
            </a:extLst>
          </p:cNvPr>
          <p:cNvGrpSpPr/>
          <p:nvPr/>
        </p:nvGrpSpPr>
        <p:grpSpPr>
          <a:xfrm flipH="1">
            <a:off x="4371454" y="5425984"/>
            <a:ext cx="5106764" cy="3404510"/>
            <a:chOff x="5869033" y="3373484"/>
            <a:chExt cx="3404509" cy="226967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97DAB9-876E-2F9F-FA60-60E284339AAC}"/>
                </a:ext>
              </a:extLst>
            </p:cNvPr>
            <p:cNvSpPr/>
            <p:nvPr/>
          </p:nvSpPr>
          <p:spPr>
            <a:xfrm>
              <a:off x="5869033" y="3373484"/>
              <a:ext cx="3404509" cy="2269673"/>
            </a:xfrm>
            <a:custGeom>
              <a:avLst/>
              <a:gdLst>
                <a:gd name="connsiteX0" fmla="*/ 1371600 w 4114800"/>
                <a:gd name="connsiteY0" fmla="*/ 548640 h 2743200"/>
                <a:gd name="connsiteX1" fmla="*/ 548640 w 4114800"/>
                <a:gd name="connsiteY1" fmla="*/ 1371600 h 2743200"/>
                <a:gd name="connsiteX2" fmla="*/ 1371600 w 4114800"/>
                <a:gd name="connsiteY2" fmla="*/ 2194560 h 2743200"/>
                <a:gd name="connsiteX3" fmla="*/ 2194560 w 4114800"/>
                <a:gd name="connsiteY3" fmla="*/ 1371600 h 2743200"/>
                <a:gd name="connsiteX4" fmla="*/ 1371600 w 4114800"/>
                <a:gd name="connsiteY4" fmla="*/ 548640 h 2743200"/>
                <a:gd name="connsiteX5" fmla="*/ 1371600 w 4114800"/>
                <a:gd name="connsiteY5" fmla="*/ 0 h 2743200"/>
                <a:gd name="connsiteX6" fmla="*/ 2743200 w 4114800"/>
                <a:gd name="connsiteY6" fmla="*/ 1371600 h 2743200"/>
                <a:gd name="connsiteX7" fmla="*/ 2508953 w 4114800"/>
                <a:gd name="connsiteY7" fmla="*/ 2138475 h 2743200"/>
                <a:gd name="connsiteX8" fmla="*/ 2467013 w 4114800"/>
                <a:gd name="connsiteY8" fmla="*/ 2194560 h 2743200"/>
                <a:gd name="connsiteX9" fmla="*/ 3889468 w 4114800"/>
                <a:gd name="connsiteY9" fmla="*/ 2194560 h 2743200"/>
                <a:gd name="connsiteX10" fmla="*/ 4114800 w 4114800"/>
                <a:gd name="connsiteY10" fmla="*/ 2468880 h 2743200"/>
                <a:gd name="connsiteX11" fmla="*/ 3889468 w 4114800"/>
                <a:gd name="connsiteY11" fmla="*/ 2743200 h 2743200"/>
                <a:gd name="connsiteX12" fmla="*/ 1371600 w 4114800"/>
                <a:gd name="connsiteY12" fmla="*/ 2743200 h 2743200"/>
                <a:gd name="connsiteX13" fmla="*/ 0 w 4114800"/>
                <a:gd name="connsiteY13" fmla="*/ 1371600 h 2743200"/>
                <a:gd name="connsiteX14" fmla="*/ 1371600 w 4114800"/>
                <a:gd name="connsiteY1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800" h="2743200">
                  <a:moveTo>
                    <a:pt x="1371600" y="548640"/>
                  </a:moveTo>
                  <a:cubicBezTo>
                    <a:pt x="917092" y="548640"/>
                    <a:pt x="548640" y="917092"/>
                    <a:pt x="548640" y="1371600"/>
                  </a:cubicBezTo>
                  <a:cubicBezTo>
                    <a:pt x="548640" y="1826108"/>
                    <a:pt x="917092" y="2194560"/>
                    <a:pt x="1371600" y="2194560"/>
                  </a:cubicBezTo>
                  <a:cubicBezTo>
                    <a:pt x="1826108" y="2194560"/>
                    <a:pt x="2194560" y="1826108"/>
                    <a:pt x="2194560" y="1371600"/>
                  </a:cubicBezTo>
                  <a:cubicBezTo>
                    <a:pt x="2194560" y="917092"/>
                    <a:pt x="1826108" y="548640"/>
                    <a:pt x="1371600" y="548640"/>
                  </a:cubicBezTo>
                  <a:close/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1655668"/>
                    <a:pt x="2656844" y="1919566"/>
                    <a:pt x="2508953" y="2138475"/>
                  </a:cubicBezTo>
                  <a:lnTo>
                    <a:pt x="2467013" y="2194560"/>
                  </a:lnTo>
                  <a:lnTo>
                    <a:pt x="3889468" y="2194560"/>
                  </a:lnTo>
                  <a:lnTo>
                    <a:pt x="4114800" y="2468880"/>
                  </a:lnTo>
                  <a:lnTo>
                    <a:pt x="3889468" y="2743200"/>
                  </a:lnTo>
                  <a:lnTo>
                    <a:pt x="1371600" y="2743200"/>
                  </a:ln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rgbClr val="3AC6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9DB25A0-8393-EBCF-DBE3-4BCF3975A127}"/>
                </a:ext>
              </a:extLst>
            </p:cNvPr>
            <p:cNvSpPr/>
            <p:nvPr/>
          </p:nvSpPr>
          <p:spPr>
            <a:xfrm>
              <a:off x="7004957" y="4612821"/>
              <a:ext cx="1125843" cy="576402"/>
            </a:xfrm>
            <a:custGeom>
              <a:avLst/>
              <a:gdLst>
                <a:gd name="connsiteX0" fmla="*/ 669281 w 1125843"/>
                <a:gd name="connsiteY0" fmla="*/ 0 h 576402"/>
                <a:gd name="connsiteX1" fmla="*/ 1125843 w 1125843"/>
                <a:gd name="connsiteY1" fmla="*/ 0 h 576402"/>
                <a:gd name="connsiteX2" fmla="*/ 1120673 w 1125843"/>
                <a:gd name="connsiteY2" fmla="*/ 68324 h 576402"/>
                <a:gd name="connsiteX3" fmla="*/ 939937 w 1125843"/>
                <a:gd name="connsiteY3" fmla="*/ 529998 h 576402"/>
                <a:gd name="connsiteX4" fmla="*/ 905237 w 1125843"/>
                <a:gd name="connsiteY4" fmla="*/ 576402 h 576402"/>
                <a:gd name="connsiteX5" fmla="*/ 0 w 1125843"/>
                <a:gd name="connsiteY5" fmla="*/ 576402 h 576402"/>
                <a:gd name="connsiteX6" fmla="*/ 0 w 1125843"/>
                <a:gd name="connsiteY6" fmla="*/ 576293 h 576402"/>
                <a:gd name="connsiteX7" fmla="*/ 136139 w 1125843"/>
                <a:gd name="connsiteY7" fmla="*/ 562569 h 576402"/>
                <a:gd name="connsiteX8" fmla="*/ 136164 w 1125843"/>
                <a:gd name="connsiteY8" fmla="*/ 562561 h 576402"/>
                <a:gd name="connsiteX9" fmla="*/ 233030 w 1125843"/>
                <a:gd name="connsiteY9" fmla="*/ 535085 h 576402"/>
                <a:gd name="connsiteX10" fmla="*/ 251364 w 1125843"/>
                <a:gd name="connsiteY10" fmla="*/ 526801 h 576402"/>
                <a:gd name="connsiteX11" fmla="*/ 263951 w 1125843"/>
                <a:gd name="connsiteY11" fmla="*/ 522894 h 576402"/>
                <a:gd name="connsiteX12" fmla="*/ 283523 w 1125843"/>
                <a:gd name="connsiteY12" fmla="*/ 512271 h 576402"/>
                <a:gd name="connsiteX13" fmla="*/ 323471 w 1125843"/>
                <a:gd name="connsiteY13" fmla="*/ 494221 h 576402"/>
                <a:gd name="connsiteX14" fmla="*/ 360500 w 1125843"/>
                <a:gd name="connsiteY14" fmla="*/ 470489 h 576402"/>
                <a:gd name="connsiteX15" fmla="*/ 379612 w 1125843"/>
                <a:gd name="connsiteY15" fmla="*/ 460115 h 576402"/>
                <a:gd name="connsiteX16" fmla="*/ 389794 w 1125843"/>
                <a:gd name="connsiteY16" fmla="*/ 451714 h 576402"/>
                <a:gd name="connsiteX17" fmla="*/ 406307 w 1125843"/>
                <a:gd name="connsiteY17" fmla="*/ 441131 h 576402"/>
                <a:gd name="connsiteX18" fmla="*/ 480357 w 1125843"/>
                <a:gd name="connsiteY18" fmla="*/ 376993 h 576402"/>
                <a:gd name="connsiteX19" fmla="*/ 480384 w 1125843"/>
                <a:gd name="connsiteY19" fmla="*/ 376971 h 576402"/>
                <a:gd name="connsiteX20" fmla="*/ 480408 w 1125843"/>
                <a:gd name="connsiteY20" fmla="*/ 376942 h 576402"/>
                <a:gd name="connsiteX21" fmla="*/ 544543 w 1125843"/>
                <a:gd name="connsiteY21" fmla="*/ 302895 h 576402"/>
                <a:gd name="connsiteX22" fmla="*/ 555126 w 1125843"/>
                <a:gd name="connsiteY22" fmla="*/ 286382 h 576402"/>
                <a:gd name="connsiteX23" fmla="*/ 563528 w 1125843"/>
                <a:gd name="connsiteY23" fmla="*/ 276199 h 576402"/>
                <a:gd name="connsiteX24" fmla="*/ 573903 w 1125843"/>
                <a:gd name="connsiteY24" fmla="*/ 257085 h 576402"/>
                <a:gd name="connsiteX25" fmla="*/ 597633 w 1125843"/>
                <a:gd name="connsiteY25" fmla="*/ 220058 h 576402"/>
                <a:gd name="connsiteX26" fmla="*/ 615682 w 1125843"/>
                <a:gd name="connsiteY26" fmla="*/ 180112 h 576402"/>
                <a:gd name="connsiteX27" fmla="*/ 626307 w 1125843"/>
                <a:gd name="connsiteY27" fmla="*/ 160538 h 576402"/>
                <a:gd name="connsiteX28" fmla="*/ 630214 w 1125843"/>
                <a:gd name="connsiteY28" fmla="*/ 147949 h 576402"/>
                <a:gd name="connsiteX29" fmla="*/ 638498 w 1125843"/>
                <a:gd name="connsiteY29" fmla="*/ 129617 h 576402"/>
                <a:gd name="connsiteX30" fmla="*/ 665974 w 1125843"/>
                <a:gd name="connsiteY30" fmla="*/ 32750 h 576402"/>
                <a:gd name="connsiteX31" fmla="*/ 665982 w 1125843"/>
                <a:gd name="connsiteY31" fmla="*/ 32726 h 5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5843" h="576402">
                  <a:moveTo>
                    <a:pt x="669281" y="0"/>
                  </a:moveTo>
                  <a:lnTo>
                    <a:pt x="1125843" y="0"/>
                  </a:lnTo>
                  <a:lnTo>
                    <a:pt x="1120673" y="68324"/>
                  </a:lnTo>
                  <a:cubicBezTo>
                    <a:pt x="1094842" y="237378"/>
                    <a:pt x="1031709" y="394157"/>
                    <a:pt x="939937" y="529998"/>
                  </a:cubicBezTo>
                  <a:lnTo>
                    <a:pt x="905237" y="576402"/>
                  </a:lnTo>
                  <a:lnTo>
                    <a:pt x="0" y="576402"/>
                  </a:lnTo>
                  <a:lnTo>
                    <a:pt x="0" y="576293"/>
                  </a:lnTo>
                  <a:lnTo>
                    <a:pt x="136139" y="562569"/>
                  </a:lnTo>
                  <a:lnTo>
                    <a:pt x="136164" y="562561"/>
                  </a:lnTo>
                  <a:lnTo>
                    <a:pt x="233030" y="535085"/>
                  </a:lnTo>
                  <a:lnTo>
                    <a:pt x="251364" y="526801"/>
                  </a:lnTo>
                  <a:lnTo>
                    <a:pt x="263951" y="522894"/>
                  </a:lnTo>
                  <a:lnTo>
                    <a:pt x="283523" y="512271"/>
                  </a:lnTo>
                  <a:lnTo>
                    <a:pt x="323471" y="494221"/>
                  </a:lnTo>
                  <a:lnTo>
                    <a:pt x="360500" y="470489"/>
                  </a:lnTo>
                  <a:lnTo>
                    <a:pt x="379612" y="460115"/>
                  </a:lnTo>
                  <a:lnTo>
                    <a:pt x="389794" y="451714"/>
                  </a:lnTo>
                  <a:lnTo>
                    <a:pt x="406307" y="441131"/>
                  </a:lnTo>
                  <a:lnTo>
                    <a:pt x="480357" y="376993"/>
                  </a:lnTo>
                  <a:lnTo>
                    <a:pt x="480384" y="376971"/>
                  </a:lnTo>
                  <a:lnTo>
                    <a:pt x="480408" y="376942"/>
                  </a:lnTo>
                  <a:lnTo>
                    <a:pt x="544543" y="302895"/>
                  </a:lnTo>
                  <a:lnTo>
                    <a:pt x="555126" y="286382"/>
                  </a:lnTo>
                  <a:lnTo>
                    <a:pt x="563528" y="276199"/>
                  </a:lnTo>
                  <a:lnTo>
                    <a:pt x="573903" y="257085"/>
                  </a:lnTo>
                  <a:lnTo>
                    <a:pt x="597633" y="220058"/>
                  </a:lnTo>
                  <a:lnTo>
                    <a:pt x="615682" y="180112"/>
                  </a:lnTo>
                  <a:lnTo>
                    <a:pt x="626307" y="160538"/>
                  </a:lnTo>
                  <a:lnTo>
                    <a:pt x="630214" y="147949"/>
                  </a:lnTo>
                  <a:lnTo>
                    <a:pt x="638498" y="129617"/>
                  </a:lnTo>
                  <a:lnTo>
                    <a:pt x="665974" y="32750"/>
                  </a:lnTo>
                  <a:lnTo>
                    <a:pt x="665982" y="327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64000">
                  <a:srgbClr val="000000">
                    <a:alpha val="20000"/>
                  </a:srgbClr>
                </a:gs>
                <a:gs pos="73000">
                  <a:srgbClr val="000000">
                    <a:alpha val="30000"/>
                  </a:srgbClr>
                </a:gs>
                <a:gs pos="100000">
                  <a:srgbClr val="000000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82B6287-0EB0-D0D4-1E71-E4864D98A052}"/>
              </a:ext>
            </a:extLst>
          </p:cNvPr>
          <p:cNvGrpSpPr/>
          <p:nvPr/>
        </p:nvGrpSpPr>
        <p:grpSpPr>
          <a:xfrm>
            <a:off x="8809786" y="5425982"/>
            <a:ext cx="5106764" cy="3404510"/>
            <a:chOff x="5869033" y="3373484"/>
            <a:chExt cx="3404509" cy="226967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80B033C-BE2F-3A6A-14D2-AE31EDD2441C}"/>
                </a:ext>
              </a:extLst>
            </p:cNvPr>
            <p:cNvSpPr/>
            <p:nvPr/>
          </p:nvSpPr>
          <p:spPr>
            <a:xfrm>
              <a:off x="5869033" y="3373484"/>
              <a:ext cx="3404509" cy="2269673"/>
            </a:xfrm>
            <a:custGeom>
              <a:avLst/>
              <a:gdLst>
                <a:gd name="connsiteX0" fmla="*/ 1371600 w 4114800"/>
                <a:gd name="connsiteY0" fmla="*/ 548640 h 2743200"/>
                <a:gd name="connsiteX1" fmla="*/ 548640 w 4114800"/>
                <a:gd name="connsiteY1" fmla="*/ 1371600 h 2743200"/>
                <a:gd name="connsiteX2" fmla="*/ 1371600 w 4114800"/>
                <a:gd name="connsiteY2" fmla="*/ 2194560 h 2743200"/>
                <a:gd name="connsiteX3" fmla="*/ 2194560 w 4114800"/>
                <a:gd name="connsiteY3" fmla="*/ 1371600 h 2743200"/>
                <a:gd name="connsiteX4" fmla="*/ 1371600 w 4114800"/>
                <a:gd name="connsiteY4" fmla="*/ 548640 h 2743200"/>
                <a:gd name="connsiteX5" fmla="*/ 1371600 w 4114800"/>
                <a:gd name="connsiteY5" fmla="*/ 0 h 2743200"/>
                <a:gd name="connsiteX6" fmla="*/ 2743200 w 4114800"/>
                <a:gd name="connsiteY6" fmla="*/ 1371600 h 2743200"/>
                <a:gd name="connsiteX7" fmla="*/ 2508953 w 4114800"/>
                <a:gd name="connsiteY7" fmla="*/ 2138475 h 2743200"/>
                <a:gd name="connsiteX8" fmla="*/ 2467013 w 4114800"/>
                <a:gd name="connsiteY8" fmla="*/ 2194560 h 2743200"/>
                <a:gd name="connsiteX9" fmla="*/ 3889468 w 4114800"/>
                <a:gd name="connsiteY9" fmla="*/ 2194560 h 2743200"/>
                <a:gd name="connsiteX10" fmla="*/ 4114800 w 4114800"/>
                <a:gd name="connsiteY10" fmla="*/ 2468880 h 2743200"/>
                <a:gd name="connsiteX11" fmla="*/ 3889468 w 4114800"/>
                <a:gd name="connsiteY11" fmla="*/ 2743200 h 2743200"/>
                <a:gd name="connsiteX12" fmla="*/ 1371600 w 4114800"/>
                <a:gd name="connsiteY12" fmla="*/ 2743200 h 2743200"/>
                <a:gd name="connsiteX13" fmla="*/ 0 w 4114800"/>
                <a:gd name="connsiteY13" fmla="*/ 1371600 h 2743200"/>
                <a:gd name="connsiteX14" fmla="*/ 1371600 w 4114800"/>
                <a:gd name="connsiteY1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800" h="2743200">
                  <a:moveTo>
                    <a:pt x="1371600" y="548640"/>
                  </a:moveTo>
                  <a:cubicBezTo>
                    <a:pt x="917092" y="548640"/>
                    <a:pt x="548640" y="917092"/>
                    <a:pt x="548640" y="1371600"/>
                  </a:cubicBezTo>
                  <a:cubicBezTo>
                    <a:pt x="548640" y="1826108"/>
                    <a:pt x="917092" y="2194560"/>
                    <a:pt x="1371600" y="2194560"/>
                  </a:cubicBezTo>
                  <a:cubicBezTo>
                    <a:pt x="1826108" y="2194560"/>
                    <a:pt x="2194560" y="1826108"/>
                    <a:pt x="2194560" y="1371600"/>
                  </a:cubicBezTo>
                  <a:cubicBezTo>
                    <a:pt x="2194560" y="917092"/>
                    <a:pt x="1826108" y="548640"/>
                    <a:pt x="1371600" y="548640"/>
                  </a:cubicBezTo>
                  <a:close/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1655668"/>
                    <a:pt x="2656844" y="1919566"/>
                    <a:pt x="2508953" y="2138475"/>
                  </a:cubicBezTo>
                  <a:lnTo>
                    <a:pt x="2467013" y="2194560"/>
                  </a:lnTo>
                  <a:lnTo>
                    <a:pt x="3889468" y="2194560"/>
                  </a:lnTo>
                  <a:lnTo>
                    <a:pt x="4114800" y="2468880"/>
                  </a:lnTo>
                  <a:lnTo>
                    <a:pt x="3889468" y="2743200"/>
                  </a:lnTo>
                  <a:lnTo>
                    <a:pt x="1371600" y="2743200"/>
                  </a:ln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rgbClr val="F15F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9A624F4-CD37-F974-A161-0234C5252039}"/>
                </a:ext>
              </a:extLst>
            </p:cNvPr>
            <p:cNvSpPr/>
            <p:nvPr/>
          </p:nvSpPr>
          <p:spPr>
            <a:xfrm>
              <a:off x="7004957" y="4612821"/>
              <a:ext cx="1125843" cy="576402"/>
            </a:xfrm>
            <a:custGeom>
              <a:avLst/>
              <a:gdLst>
                <a:gd name="connsiteX0" fmla="*/ 669281 w 1125843"/>
                <a:gd name="connsiteY0" fmla="*/ 0 h 576402"/>
                <a:gd name="connsiteX1" fmla="*/ 1125843 w 1125843"/>
                <a:gd name="connsiteY1" fmla="*/ 0 h 576402"/>
                <a:gd name="connsiteX2" fmla="*/ 1120673 w 1125843"/>
                <a:gd name="connsiteY2" fmla="*/ 68324 h 576402"/>
                <a:gd name="connsiteX3" fmla="*/ 939937 w 1125843"/>
                <a:gd name="connsiteY3" fmla="*/ 529998 h 576402"/>
                <a:gd name="connsiteX4" fmla="*/ 905237 w 1125843"/>
                <a:gd name="connsiteY4" fmla="*/ 576402 h 576402"/>
                <a:gd name="connsiteX5" fmla="*/ 0 w 1125843"/>
                <a:gd name="connsiteY5" fmla="*/ 576402 h 576402"/>
                <a:gd name="connsiteX6" fmla="*/ 0 w 1125843"/>
                <a:gd name="connsiteY6" fmla="*/ 576293 h 576402"/>
                <a:gd name="connsiteX7" fmla="*/ 136139 w 1125843"/>
                <a:gd name="connsiteY7" fmla="*/ 562569 h 576402"/>
                <a:gd name="connsiteX8" fmla="*/ 136164 w 1125843"/>
                <a:gd name="connsiteY8" fmla="*/ 562561 h 576402"/>
                <a:gd name="connsiteX9" fmla="*/ 233030 w 1125843"/>
                <a:gd name="connsiteY9" fmla="*/ 535085 h 576402"/>
                <a:gd name="connsiteX10" fmla="*/ 251364 w 1125843"/>
                <a:gd name="connsiteY10" fmla="*/ 526801 h 576402"/>
                <a:gd name="connsiteX11" fmla="*/ 263951 w 1125843"/>
                <a:gd name="connsiteY11" fmla="*/ 522894 h 576402"/>
                <a:gd name="connsiteX12" fmla="*/ 283523 w 1125843"/>
                <a:gd name="connsiteY12" fmla="*/ 512271 h 576402"/>
                <a:gd name="connsiteX13" fmla="*/ 323471 w 1125843"/>
                <a:gd name="connsiteY13" fmla="*/ 494221 h 576402"/>
                <a:gd name="connsiteX14" fmla="*/ 360500 w 1125843"/>
                <a:gd name="connsiteY14" fmla="*/ 470489 h 576402"/>
                <a:gd name="connsiteX15" fmla="*/ 379612 w 1125843"/>
                <a:gd name="connsiteY15" fmla="*/ 460115 h 576402"/>
                <a:gd name="connsiteX16" fmla="*/ 389794 w 1125843"/>
                <a:gd name="connsiteY16" fmla="*/ 451714 h 576402"/>
                <a:gd name="connsiteX17" fmla="*/ 406307 w 1125843"/>
                <a:gd name="connsiteY17" fmla="*/ 441131 h 576402"/>
                <a:gd name="connsiteX18" fmla="*/ 480357 w 1125843"/>
                <a:gd name="connsiteY18" fmla="*/ 376993 h 576402"/>
                <a:gd name="connsiteX19" fmla="*/ 480384 w 1125843"/>
                <a:gd name="connsiteY19" fmla="*/ 376971 h 576402"/>
                <a:gd name="connsiteX20" fmla="*/ 480408 w 1125843"/>
                <a:gd name="connsiteY20" fmla="*/ 376942 h 576402"/>
                <a:gd name="connsiteX21" fmla="*/ 544543 w 1125843"/>
                <a:gd name="connsiteY21" fmla="*/ 302895 h 576402"/>
                <a:gd name="connsiteX22" fmla="*/ 555126 w 1125843"/>
                <a:gd name="connsiteY22" fmla="*/ 286382 h 576402"/>
                <a:gd name="connsiteX23" fmla="*/ 563528 w 1125843"/>
                <a:gd name="connsiteY23" fmla="*/ 276199 h 576402"/>
                <a:gd name="connsiteX24" fmla="*/ 573903 w 1125843"/>
                <a:gd name="connsiteY24" fmla="*/ 257085 h 576402"/>
                <a:gd name="connsiteX25" fmla="*/ 597633 w 1125843"/>
                <a:gd name="connsiteY25" fmla="*/ 220058 h 576402"/>
                <a:gd name="connsiteX26" fmla="*/ 615682 w 1125843"/>
                <a:gd name="connsiteY26" fmla="*/ 180112 h 576402"/>
                <a:gd name="connsiteX27" fmla="*/ 626307 w 1125843"/>
                <a:gd name="connsiteY27" fmla="*/ 160538 h 576402"/>
                <a:gd name="connsiteX28" fmla="*/ 630214 w 1125843"/>
                <a:gd name="connsiteY28" fmla="*/ 147949 h 576402"/>
                <a:gd name="connsiteX29" fmla="*/ 638498 w 1125843"/>
                <a:gd name="connsiteY29" fmla="*/ 129617 h 576402"/>
                <a:gd name="connsiteX30" fmla="*/ 665974 w 1125843"/>
                <a:gd name="connsiteY30" fmla="*/ 32750 h 576402"/>
                <a:gd name="connsiteX31" fmla="*/ 665982 w 1125843"/>
                <a:gd name="connsiteY31" fmla="*/ 32726 h 5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5843" h="576402">
                  <a:moveTo>
                    <a:pt x="669281" y="0"/>
                  </a:moveTo>
                  <a:lnTo>
                    <a:pt x="1125843" y="0"/>
                  </a:lnTo>
                  <a:lnTo>
                    <a:pt x="1120673" y="68324"/>
                  </a:lnTo>
                  <a:cubicBezTo>
                    <a:pt x="1094842" y="237378"/>
                    <a:pt x="1031709" y="394157"/>
                    <a:pt x="939937" y="529998"/>
                  </a:cubicBezTo>
                  <a:lnTo>
                    <a:pt x="905237" y="576402"/>
                  </a:lnTo>
                  <a:lnTo>
                    <a:pt x="0" y="576402"/>
                  </a:lnTo>
                  <a:lnTo>
                    <a:pt x="0" y="576293"/>
                  </a:lnTo>
                  <a:lnTo>
                    <a:pt x="136139" y="562569"/>
                  </a:lnTo>
                  <a:lnTo>
                    <a:pt x="136164" y="562561"/>
                  </a:lnTo>
                  <a:lnTo>
                    <a:pt x="233030" y="535085"/>
                  </a:lnTo>
                  <a:lnTo>
                    <a:pt x="251364" y="526801"/>
                  </a:lnTo>
                  <a:lnTo>
                    <a:pt x="263951" y="522894"/>
                  </a:lnTo>
                  <a:lnTo>
                    <a:pt x="283523" y="512271"/>
                  </a:lnTo>
                  <a:lnTo>
                    <a:pt x="323471" y="494221"/>
                  </a:lnTo>
                  <a:lnTo>
                    <a:pt x="360500" y="470489"/>
                  </a:lnTo>
                  <a:lnTo>
                    <a:pt x="379612" y="460115"/>
                  </a:lnTo>
                  <a:lnTo>
                    <a:pt x="389794" y="451714"/>
                  </a:lnTo>
                  <a:lnTo>
                    <a:pt x="406307" y="441131"/>
                  </a:lnTo>
                  <a:lnTo>
                    <a:pt x="480357" y="376993"/>
                  </a:lnTo>
                  <a:lnTo>
                    <a:pt x="480384" y="376971"/>
                  </a:lnTo>
                  <a:lnTo>
                    <a:pt x="480408" y="376942"/>
                  </a:lnTo>
                  <a:lnTo>
                    <a:pt x="544543" y="302895"/>
                  </a:lnTo>
                  <a:lnTo>
                    <a:pt x="555126" y="286382"/>
                  </a:lnTo>
                  <a:lnTo>
                    <a:pt x="563528" y="276199"/>
                  </a:lnTo>
                  <a:lnTo>
                    <a:pt x="573903" y="257085"/>
                  </a:lnTo>
                  <a:lnTo>
                    <a:pt x="597633" y="220058"/>
                  </a:lnTo>
                  <a:lnTo>
                    <a:pt x="615682" y="180112"/>
                  </a:lnTo>
                  <a:lnTo>
                    <a:pt x="626307" y="160538"/>
                  </a:lnTo>
                  <a:lnTo>
                    <a:pt x="630214" y="147949"/>
                  </a:lnTo>
                  <a:lnTo>
                    <a:pt x="638498" y="129617"/>
                  </a:lnTo>
                  <a:lnTo>
                    <a:pt x="665974" y="32750"/>
                  </a:lnTo>
                  <a:lnTo>
                    <a:pt x="665982" y="327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64000">
                  <a:srgbClr val="000000">
                    <a:alpha val="20000"/>
                  </a:srgbClr>
                </a:gs>
                <a:gs pos="73000">
                  <a:srgbClr val="000000">
                    <a:alpha val="30000"/>
                  </a:srgbClr>
                </a:gs>
                <a:gs pos="100000">
                  <a:srgbClr val="000000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9BCC8E6-4485-E3CA-EA01-9AAB1CD8DFB9}"/>
              </a:ext>
            </a:extLst>
          </p:cNvPr>
          <p:cNvGrpSpPr/>
          <p:nvPr/>
        </p:nvGrpSpPr>
        <p:grpSpPr>
          <a:xfrm rot="16200000">
            <a:off x="6590620" y="2204933"/>
            <a:ext cx="5106764" cy="3404510"/>
            <a:chOff x="5869033" y="3373484"/>
            <a:chExt cx="3404509" cy="226967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FCF4AC0-C314-36D6-EED5-FD4ABFC0D94F}"/>
                </a:ext>
              </a:extLst>
            </p:cNvPr>
            <p:cNvSpPr/>
            <p:nvPr/>
          </p:nvSpPr>
          <p:spPr>
            <a:xfrm>
              <a:off x="5869033" y="3373484"/>
              <a:ext cx="3404509" cy="2269673"/>
            </a:xfrm>
            <a:custGeom>
              <a:avLst/>
              <a:gdLst>
                <a:gd name="connsiteX0" fmla="*/ 1371600 w 4114800"/>
                <a:gd name="connsiteY0" fmla="*/ 548640 h 2743200"/>
                <a:gd name="connsiteX1" fmla="*/ 548640 w 4114800"/>
                <a:gd name="connsiteY1" fmla="*/ 1371600 h 2743200"/>
                <a:gd name="connsiteX2" fmla="*/ 1371600 w 4114800"/>
                <a:gd name="connsiteY2" fmla="*/ 2194560 h 2743200"/>
                <a:gd name="connsiteX3" fmla="*/ 2194560 w 4114800"/>
                <a:gd name="connsiteY3" fmla="*/ 1371600 h 2743200"/>
                <a:gd name="connsiteX4" fmla="*/ 1371600 w 4114800"/>
                <a:gd name="connsiteY4" fmla="*/ 548640 h 2743200"/>
                <a:gd name="connsiteX5" fmla="*/ 1371600 w 4114800"/>
                <a:gd name="connsiteY5" fmla="*/ 0 h 2743200"/>
                <a:gd name="connsiteX6" fmla="*/ 2743200 w 4114800"/>
                <a:gd name="connsiteY6" fmla="*/ 1371600 h 2743200"/>
                <a:gd name="connsiteX7" fmla="*/ 2508953 w 4114800"/>
                <a:gd name="connsiteY7" fmla="*/ 2138475 h 2743200"/>
                <a:gd name="connsiteX8" fmla="*/ 2467013 w 4114800"/>
                <a:gd name="connsiteY8" fmla="*/ 2194560 h 2743200"/>
                <a:gd name="connsiteX9" fmla="*/ 3889468 w 4114800"/>
                <a:gd name="connsiteY9" fmla="*/ 2194560 h 2743200"/>
                <a:gd name="connsiteX10" fmla="*/ 4114800 w 4114800"/>
                <a:gd name="connsiteY10" fmla="*/ 2468880 h 2743200"/>
                <a:gd name="connsiteX11" fmla="*/ 3889468 w 4114800"/>
                <a:gd name="connsiteY11" fmla="*/ 2743200 h 2743200"/>
                <a:gd name="connsiteX12" fmla="*/ 1371600 w 4114800"/>
                <a:gd name="connsiteY12" fmla="*/ 2743200 h 2743200"/>
                <a:gd name="connsiteX13" fmla="*/ 0 w 4114800"/>
                <a:gd name="connsiteY13" fmla="*/ 1371600 h 2743200"/>
                <a:gd name="connsiteX14" fmla="*/ 1371600 w 4114800"/>
                <a:gd name="connsiteY1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800" h="2743200">
                  <a:moveTo>
                    <a:pt x="1371600" y="548640"/>
                  </a:moveTo>
                  <a:cubicBezTo>
                    <a:pt x="917092" y="548640"/>
                    <a:pt x="548640" y="917092"/>
                    <a:pt x="548640" y="1371600"/>
                  </a:cubicBezTo>
                  <a:cubicBezTo>
                    <a:pt x="548640" y="1826108"/>
                    <a:pt x="917092" y="2194560"/>
                    <a:pt x="1371600" y="2194560"/>
                  </a:cubicBezTo>
                  <a:cubicBezTo>
                    <a:pt x="1826108" y="2194560"/>
                    <a:pt x="2194560" y="1826108"/>
                    <a:pt x="2194560" y="1371600"/>
                  </a:cubicBezTo>
                  <a:cubicBezTo>
                    <a:pt x="2194560" y="917092"/>
                    <a:pt x="1826108" y="548640"/>
                    <a:pt x="1371600" y="548640"/>
                  </a:cubicBezTo>
                  <a:close/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1655668"/>
                    <a:pt x="2656844" y="1919566"/>
                    <a:pt x="2508953" y="2138475"/>
                  </a:cubicBezTo>
                  <a:lnTo>
                    <a:pt x="2467013" y="2194560"/>
                  </a:lnTo>
                  <a:lnTo>
                    <a:pt x="3889468" y="2194560"/>
                  </a:lnTo>
                  <a:lnTo>
                    <a:pt x="4114800" y="2468880"/>
                  </a:lnTo>
                  <a:lnTo>
                    <a:pt x="3889468" y="2743200"/>
                  </a:lnTo>
                  <a:lnTo>
                    <a:pt x="1371600" y="2743200"/>
                  </a:ln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rgbClr val="FBA91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375CAD0-75AF-5442-78B7-D269FAD00D96}"/>
                </a:ext>
              </a:extLst>
            </p:cNvPr>
            <p:cNvSpPr/>
            <p:nvPr/>
          </p:nvSpPr>
          <p:spPr>
            <a:xfrm>
              <a:off x="7004957" y="4612821"/>
              <a:ext cx="1125843" cy="576402"/>
            </a:xfrm>
            <a:custGeom>
              <a:avLst/>
              <a:gdLst>
                <a:gd name="connsiteX0" fmla="*/ 669281 w 1125843"/>
                <a:gd name="connsiteY0" fmla="*/ 0 h 576402"/>
                <a:gd name="connsiteX1" fmla="*/ 1125843 w 1125843"/>
                <a:gd name="connsiteY1" fmla="*/ 0 h 576402"/>
                <a:gd name="connsiteX2" fmla="*/ 1120673 w 1125843"/>
                <a:gd name="connsiteY2" fmla="*/ 68324 h 576402"/>
                <a:gd name="connsiteX3" fmla="*/ 939937 w 1125843"/>
                <a:gd name="connsiteY3" fmla="*/ 529998 h 576402"/>
                <a:gd name="connsiteX4" fmla="*/ 905237 w 1125843"/>
                <a:gd name="connsiteY4" fmla="*/ 576402 h 576402"/>
                <a:gd name="connsiteX5" fmla="*/ 0 w 1125843"/>
                <a:gd name="connsiteY5" fmla="*/ 576402 h 576402"/>
                <a:gd name="connsiteX6" fmla="*/ 0 w 1125843"/>
                <a:gd name="connsiteY6" fmla="*/ 576293 h 576402"/>
                <a:gd name="connsiteX7" fmla="*/ 136139 w 1125843"/>
                <a:gd name="connsiteY7" fmla="*/ 562569 h 576402"/>
                <a:gd name="connsiteX8" fmla="*/ 136164 w 1125843"/>
                <a:gd name="connsiteY8" fmla="*/ 562561 h 576402"/>
                <a:gd name="connsiteX9" fmla="*/ 233030 w 1125843"/>
                <a:gd name="connsiteY9" fmla="*/ 535085 h 576402"/>
                <a:gd name="connsiteX10" fmla="*/ 251364 w 1125843"/>
                <a:gd name="connsiteY10" fmla="*/ 526801 h 576402"/>
                <a:gd name="connsiteX11" fmla="*/ 263951 w 1125843"/>
                <a:gd name="connsiteY11" fmla="*/ 522894 h 576402"/>
                <a:gd name="connsiteX12" fmla="*/ 283523 w 1125843"/>
                <a:gd name="connsiteY12" fmla="*/ 512271 h 576402"/>
                <a:gd name="connsiteX13" fmla="*/ 323471 w 1125843"/>
                <a:gd name="connsiteY13" fmla="*/ 494221 h 576402"/>
                <a:gd name="connsiteX14" fmla="*/ 360500 w 1125843"/>
                <a:gd name="connsiteY14" fmla="*/ 470489 h 576402"/>
                <a:gd name="connsiteX15" fmla="*/ 379612 w 1125843"/>
                <a:gd name="connsiteY15" fmla="*/ 460115 h 576402"/>
                <a:gd name="connsiteX16" fmla="*/ 389794 w 1125843"/>
                <a:gd name="connsiteY16" fmla="*/ 451714 h 576402"/>
                <a:gd name="connsiteX17" fmla="*/ 406307 w 1125843"/>
                <a:gd name="connsiteY17" fmla="*/ 441131 h 576402"/>
                <a:gd name="connsiteX18" fmla="*/ 480357 w 1125843"/>
                <a:gd name="connsiteY18" fmla="*/ 376993 h 576402"/>
                <a:gd name="connsiteX19" fmla="*/ 480384 w 1125843"/>
                <a:gd name="connsiteY19" fmla="*/ 376971 h 576402"/>
                <a:gd name="connsiteX20" fmla="*/ 480408 w 1125843"/>
                <a:gd name="connsiteY20" fmla="*/ 376942 h 576402"/>
                <a:gd name="connsiteX21" fmla="*/ 544543 w 1125843"/>
                <a:gd name="connsiteY21" fmla="*/ 302895 h 576402"/>
                <a:gd name="connsiteX22" fmla="*/ 555126 w 1125843"/>
                <a:gd name="connsiteY22" fmla="*/ 286382 h 576402"/>
                <a:gd name="connsiteX23" fmla="*/ 563528 w 1125843"/>
                <a:gd name="connsiteY23" fmla="*/ 276199 h 576402"/>
                <a:gd name="connsiteX24" fmla="*/ 573903 w 1125843"/>
                <a:gd name="connsiteY24" fmla="*/ 257085 h 576402"/>
                <a:gd name="connsiteX25" fmla="*/ 597633 w 1125843"/>
                <a:gd name="connsiteY25" fmla="*/ 220058 h 576402"/>
                <a:gd name="connsiteX26" fmla="*/ 615682 w 1125843"/>
                <a:gd name="connsiteY26" fmla="*/ 180112 h 576402"/>
                <a:gd name="connsiteX27" fmla="*/ 626307 w 1125843"/>
                <a:gd name="connsiteY27" fmla="*/ 160538 h 576402"/>
                <a:gd name="connsiteX28" fmla="*/ 630214 w 1125843"/>
                <a:gd name="connsiteY28" fmla="*/ 147949 h 576402"/>
                <a:gd name="connsiteX29" fmla="*/ 638498 w 1125843"/>
                <a:gd name="connsiteY29" fmla="*/ 129617 h 576402"/>
                <a:gd name="connsiteX30" fmla="*/ 665974 w 1125843"/>
                <a:gd name="connsiteY30" fmla="*/ 32750 h 576402"/>
                <a:gd name="connsiteX31" fmla="*/ 665982 w 1125843"/>
                <a:gd name="connsiteY31" fmla="*/ 32726 h 5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5843" h="576402">
                  <a:moveTo>
                    <a:pt x="669281" y="0"/>
                  </a:moveTo>
                  <a:lnTo>
                    <a:pt x="1125843" y="0"/>
                  </a:lnTo>
                  <a:lnTo>
                    <a:pt x="1120673" y="68324"/>
                  </a:lnTo>
                  <a:cubicBezTo>
                    <a:pt x="1094842" y="237378"/>
                    <a:pt x="1031709" y="394157"/>
                    <a:pt x="939937" y="529998"/>
                  </a:cubicBezTo>
                  <a:lnTo>
                    <a:pt x="905237" y="576402"/>
                  </a:lnTo>
                  <a:lnTo>
                    <a:pt x="0" y="576402"/>
                  </a:lnTo>
                  <a:lnTo>
                    <a:pt x="0" y="576293"/>
                  </a:lnTo>
                  <a:lnTo>
                    <a:pt x="136139" y="562569"/>
                  </a:lnTo>
                  <a:lnTo>
                    <a:pt x="136164" y="562561"/>
                  </a:lnTo>
                  <a:lnTo>
                    <a:pt x="233030" y="535085"/>
                  </a:lnTo>
                  <a:lnTo>
                    <a:pt x="251364" y="526801"/>
                  </a:lnTo>
                  <a:lnTo>
                    <a:pt x="263951" y="522894"/>
                  </a:lnTo>
                  <a:lnTo>
                    <a:pt x="283523" y="512271"/>
                  </a:lnTo>
                  <a:lnTo>
                    <a:pt x="323471" y="494221"/>
                  </a:lnTo>
                  <a:lnTo>
                    <a:pt x="360500" y="470489"/>
                  </a:lnTo>
                  <a:lnTo>
                    <a:pt x="379612" y="460115"/>
                  </a:lnTo>
                  <a:lnTo>
                    <a:pt x="389794" y="451714"/>
                  </a:lnTo>
                  <a:lnTo>
                    <a:pt x="406307" y="441131"/>
                  </a:lnTo>
                  <a:lnTo>
                    <a:pt x="480357" y="376993"/>
                  </a:lnTo>
                  <a:lnTo>
                    <a:pt x="480384" y="376971"/>
                  </a:lnTo>
                  <a:lnTo>
                    <a:pt x="480408" y="376942"/>
                  </a:lnTo>
                  <a:lnTo>
                    <a:pt x="544543" y="302895"/>
                  </a:lnTo>
                  <a:lnTo>
                    <a:pt x="555126" y="286382"/>
                  </a:lnTo>
                  <a:lnTo>
                    <a:pt x="563528" y="276199"/>
                  </a:lnTo>
                  <a:lnTo>
                    <a:pt x="573903" y="257085"/>
                  </a:lnTo>
                  <a:lnTo>
                    <a:pt x="597633" y="220058"/>
                  </a:lnTo>
                  <a:lnTo>
                    <a:pt x="615682" y="180112"/>
                  </a:lnTo>
                  <a:lnTo>
                    <a:pt x="626307" y="160538"/>
                  </a:lnTo>
                  <a:lnTo>
                    <a:pt x="630214" y="147949"/>
                  </a:lnTo>
                  <a:lnTo>
                    <a:pt x="638498" y="129617"/>
                  </a:lnTo>
                  <a:lnTo>
                    <a:pt x="665974" y="32750"/>
                  </a:lnTo>
                  <a:lnTo>
                    <a:pt x="665982" y="327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64000">
                  <a:srgbClr val="000000">
                    <a:alpha val="20000"/>
                  </a:srgbClr>
                </a:gs>
                <a:gs pos="73000">
                  <a:srgbClr val="000000">
                    <a:alpha val="30000"/>
                  </a:srgbClr>
                </a:gs>
                <a:gs pos="100000">
                  <a:srgbClr val="000000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0" name="Graphic 49" descr="Badge 3 with solid fill">
            <a:extLst>
              <a:ext uri="{FF2B5EF4-FFF2-40B4-BE49-F238E27FC236}">
                <a16:creationId xmlns:a16="http://schemas.microsoft.com/office/drawing/2014/main" id="{8A55A017-A94D-EDDD-12BE-4D8A50D9E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83592" y="8209933"/>
            <a:ext cx="560219" cy="560219"/>
          </a:xfrm>
          <a:prstGeom prst="rect">
            <a:avLst/>
          </a:prstGeom>
        </p:spPr>
      </p:pic>
      <p:pic>
        <p:nvPicPr>
          <p:cNvPr id="51" name="Graphic 50" descr="Badge with solid fill">
            <a:extLst>
              <a:ext uri="{FF2B5EF4-FFF2-40B4-BE49-F238E27FC236}">
                <a16:creationId xmlns:a16="http://schemas.microsoft.com/office/drawing/2014/main" id="{8CEB9DE9-714E-2A10-A951-912E29B52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944192" y="8209933"/>
            <a:ext cx="560219" cy="560219"/>
          </a:xfrm>
          <a:prstGeom prst="rect">
            <a:avLst/>
          </a:prstGeom>
        </p:spPr>
      </p:pic>
      <p:pic>
        <p:nvPicPr>
          <p:cNvPr id="52" name="Graphic 51" descr="Badge 1 with solid fill">
            <a:extLst>
              <a:ext uri="{FF2B5EF4-FFF2-40B4-BE49-F238E27FC236}">
                <a16:creationId xmlns:a16="http://schemas.microsoft.com/office/drawing/2014/main" id="{E0A9CD97-10C1-ADB4-B755-C1E5B0837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31931" y="1780070"/>
            <a:ext cx="560219" cy="560219"/>
          </a:xfrm>
          <a:prstGeom prst="rect">
            <a:avLst/>
          </a:prstGeom>
        </p:spPr>
      </p:pic>
      <p:sp>
        <p:nvSpPr>
          <p:cNvPr id="65" name="Text 3">
            <a:extLst>
              <a:ext uri="{FF2B5EF4-FFF2-40B4-BE49-F238E27FC236}">
                <a16:creationId xmlns:a16="http://schemas.microsoft.com/office/drawing/2014/main" id="{4FAA5E46-F45D-11C1-3BE2-71E29C8D21F7}"/>
              </a:ext>
            </a:extLst>
          </p:cNvPr>
          <p:cNvSpPr/>
          <p:nvPr/>
        </p:nvSpPr>
        <p:spPr>
          <a:xfrm>
            <a:off x="-84919" y="8228432"/>
            <a:ext cx="47844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1371600">
              <a:defRPr/>
            </a:pPr>
            <a:r>
              <a:rPr lang="en-US" sz="3000" b="1" dirty="0">
                <a:solidFill>
                  <a:srgbClr val="3AC6E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Language Detection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3AC6E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13D6A3-ADC0-9376-0628-08BADAACD3E0}"/>
              </a:ext>
            </a:extLst>
          </p:cNvPr>
          <p:cNvSpPr txBox="1"/>
          <p:nvPr/>
        </p:nvSpPr>
        <p:spPr>
          <a:xfrm>
            <a:off x="503439" y="2427927"/>
            <a:ext cx="5600700" cy="3104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20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b="1" noProof="1"/>
              <a:t>Supported Languages: </a:t>
            </a:r>
            <a:r>
              <a:rPr lang="en-US" noProof="1"/>
              <a:t>Zendesk automatically recognizes tickets in EN, ES, IT, FR, PT, DE, and RU. </a:t>
            </a:r>
          </a:p>
          <a:p>
            <a:endParaRPr lang="en-US" noProof="1"/>
          </a:p>
          <a:p>
            <a:r>
              <a:rPr lang="en-US" b="1" noProof="1"/>
              <a:t>Agent Rule: </a:t>
            </a:r>
            <a:r>
              <a:rPr lang="en-US" noProof="1"/>
              <a:t>Always manually check the review text or email footer to confirm the correct language. </a:t>
            </a:r>
          </a:p>
          <a:p>
            <a:endParaRPr lang="en-US" noProof="1"/>
          </a:p>
          <a:p>
            <a:r>
              <a:rPr lang="en-US" b="1" noProof="1"/>
              <a:t>Action: </a:t>
            </a:r>
            <a:r>
              <a:rPr lang="en-US" noProof="1"/>
              <a:t>Change the ticket language settings accordingly and reply to the reviewer in their matching language.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80EEF-8DFB-CA72-819E-690C319FA5C3}"/>
              </a:ext>
            </a:extLst>
          </p:cNvPr>
          <p:cNvSpPr txBox="1"/>
          <p:nvPr/>
        </p:nvSpPr>
        <p:spPr>
          <a:xfrm>
            <a:off x="14084761" y="8228432"/>
            <a:ext cx="4437443" cy="55399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lvl="0" defTabSz="1371600">
              <a:defRPr sz="30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F15F47"/>
                </a:solidFill>
              </a:rPr>
              <a:t>Data Fields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5DBBFF-699D-5809-180D-70A3E9C42195}"/>
              </a:ext>
            </a:extLst>
          </p:cNvPr>
          <p:cNvSpPr txBox="1"/>
          <p:nvPr/>
        </p:nvSpPr>
        <p:spPr>
          <a:xfrm>
            <a:off x="12327372" y="6448884"/>
            <a:ext cx="5897066" cy="1585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2200" b="1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r>
              <a:rPr lang="en-US" b="0" noProof="1"/>
              <a:t>Ensure the left panel is fully populated. No critical information (Location ID, Review ID, or Ticket Reason) can be missing.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1CCFD83-1CB7-E1C3-EB38-9795CC1DA4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7089" y="6349271"/>
            <a:ext cx="1734486" cy="145107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DE4E4E8-7F20-51F1-6ADF-9FC6913DFE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4692" y="4147260"/>
            <a:ext cx="1518616" cy="1259994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B2DFE00-8A70-8AFA-1F02-43C5B58D7F77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9805814" y="6431018"/>
            <a:ext cx="1415715" cy="1411359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928713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8B609-815C-906F-386C-8ED72549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D1EC4649-D4FD-9A3B-6DB8-29D3A12A66BE}"/>
              </a:ext>
            </a:extLst>
          </p:cNvPr>
          <p:cNvSpPr/>
          <p:nvPr/>
        </p:nvSpPr>
        <p:spPr>
          <a:xfrm rot="15278600">
            <a:off x="13720262" y="-361574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A4EC70-0BAD-3EAE-41E2-6DAABAD54380}"/>
              </a:ext>
            </a:extLst>
          </p:cNvPr>
          <p:cNvSpPr/>
          <p:nvPr/>
        </p:nvSpPr>
        <p:spPr>
          <a:xfrm>
            <a:off x="685800" y="1040001"/>
            <a:ext cx="129438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Fraud Support Team Action Guide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6A6A85F-2D1E-A0CD-5AC1-FB1A62E5B923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 dirty="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Fraud support team action guide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612C451-B360-9079-97BA-35D96352F460}"/>
              </a:ext>
            </a:extLst>
          </p:cNvPr>
          <p:cNvGrpSpPr/>
          <p:nvPr/>
        </p:nvGrpSpPr>
        <p:grpSpPr>
          <a:xfrm>
            <a:off x="2106387" y="2337432"/>
            <a:ext cx="6777582" cy="3264239"/>
            <a:chOff x="1996439" y="1494788"/>
            <a:chExt cx="3920490" cy="176910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1" name="Shape">
              <a:extLst>
                <a:ext uri="{FF2B5EF4-FFF2-40B4-BE49-F238E27FC236}">
                  <a16:creationId xmlns:a16="http://schemas.microsoft.com/office/drawing/2014/main" id="{7A15AAC1-1D45-EE6D-4B95-CC52C12668CF}"/>
                </a:ext>
              </a:extLst>
            </p:cNvPr>
            <p:cNvSpPr/>
            <p:nvPr/>
          </p:nvSpPr>
          <p:spPr>
            <a:xfrm>
              <a:off x="1996439" y="1494788"/>
              <a:ext cx="3920490" cy="1769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27" y="0"/>
                  </a:moveTo>
                  <a:lnTo>
                    <a:pt x="973" y="0"/>
                  </a:lnTo>
                  <a:cubicBezTo>
                    <a:pt x="434" y="0"/>
                    <a:pt x="0" y="961"/>
                    <a:pt x="0" y="2155"/>
                  </a:cubicBezTo>
                  <a:lnTo>
                    <a:pt x="0" y="19445"/>
                  </a:lnTo>
                  <a:cubicBezTo>
                    <a:pt x="0" y="20639"/>
                    <a:pt x="434" y="21600"/>
                    <a:pt x="973" y="21600"/>
                  </a:cubicBezTo>
                  <a:lnTo>
                    <a:pt x="16730" y="21600"/>
                  </a:lnTo>
                  <a:lnTo>
                    <a:pt x="21600" y="10808"/>
                  </a:lnTo>
                  <a:lnTo>
                    <a:pt x="21600" y="2171"/>
                  </a:lnTo>
                  <a:cubicBezTo>
                    <a:pt x="21600" y="961"/>
                    <a:pt x="21166" y="0"/>
                    <a:pt x="20627" y="0"/>
                  </a:cubicBezTo>
                  <a:close/>
                </a:path>
              </a:pathLst>
            </a:custGeom>
            <a:solidFill>
              <a:srgbClr val="A0FFE9"/>
            </a:solidFill>
            <a:ln w="12700">
              <a:solidFill>
                <a:srgbClr val="A0FFE9"/>
              </a:solidFill>
              <a:miter lim="400000"/>
            </a:ln>
          </p:spPr>
          <p:txBody>
            <a:bodyPr lIns="57150" tIns="57150" rIns="57150" bIns="5715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72" name="Shape">
              <a:extLst>
                <a:ext uri="{FF2B5EF4-FFF2-40B4-BE49-F238E27FC236}">
                  <a16:creationId xmlns:a16="http://schemas.microsoft.com/office/drawing/2014/main" id="{4D5FB414-3079-370A-2ED2-7F1B76A261E7}"/>
                </a:ext>
              </a:extLst>
            </p:cNvPr>
            <p:cNvSpPr/>
            <p:nvPr/>
          </p:nvSpPr>
          <p:spPr>
            <a:xfrm>
              <a:off x="5033009" y="2379974"/>
              <a:ext cx="883920" cy="88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314"/>
                  </a:moveTo>
                  <a:lnTo>
                    <a:pt x="0" y="21600"/>
                  </a:lnTo>
                  <a:lnTo>
                    <a:pt x="21600" y="0"/>
                  </a:lnTo>
                  <a:lnTo>
                    <a:pt x="4314" y="0"/>
                  </a:lnTo>
                  <a:cubicBezTo>
                    <a:pt x="1924" y="0"/>
                    <a:pt x="0" y="1924"/>
                    <a:pt x="0" y="4314"/>
                  </a:cubicBezTo>
                  <a:close/>
                </a:path>
              </a:pathLst>
            </a:custGeom>
            <a:solidFill>
              <a:srgbClr val="005C46"/>
            </a:solidFill>
            <a:ln w="12700">
              <a:miter lim="4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57150" tIns="57150" rIns="57150" bIns="5715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D7DEAC7-146D-A0E7-D15C-1E5252F6D201}"/>
              </a:ext>
            </a:extLst>
          </p:cNvPr>
          <p:cNvGrpSpPr/>
          <p:nvPr/>
        </p:nvGrpSpPr>
        <p:grpSpPr>
          <a:xfrm>
            <a:off x="9404034" y="2337433"/>
            <a:ext cx="6775704" cy="3264238"/>
            <a:chOff x="6263639" y="1494788"/>
            <a:chExt cx="3920490" cy="176910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4AA6EADD-420F-F239-754B-2591BB0535EA}"/>
                </a:ext>
              </a:extLst>
            </p:cNvPr>
            <p:cNvSpPr/>
            <p:nvPr/>
          </p:nvSpPr>
          <p:spPr>
            <a:xfrm>
              <a:off x="6263639" y="1494788"/>
              <a:ext cx="3920490" cy="1769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27" y="0"/>
                  </a:moveTo>
                  <a:lnTo>
                    <a:pt x="973" y="0"/>
                  </a:lnTo>
                  <a:cubicBezTo>
                    <a:pt x="434" y="0"/>
                    <a:pt x="0" y="961"/>
                    <a:pt x="0" y="2155"/>
                  </a:cubicBezTo>
                  <a:lnTo>
                    <a:pt x="0" y="19445"/>
                  </a:lnTo>
                  <a:cubicBezTo>
                    <a:pt x="0" y="20639"/>
                    <a:pt x="434" y="21600"/>
                    <a:pt x="973" y="21600"/>
                  </a:cubicBezTo>
                  <a:lnTo>
                    <a:pt x="16730" y="21600"/>
                  </a:lnTo>
                  <a:lnTo>
                    <a:pt x="21600" y="10808"/>
                  </a:lnTo>
                  <a:lnTo>
                    <a:pt x="21600" y="2171"/>
                  </a:lnTo>
                  <a:cubicBezTo>
                    <a:pt x="21600" y="961"/>
                    <a:pt x="21166" y="0"/>
                    <a:pt x="20627" y="0"/>
                  </a:cubicBezTo>
                  <a:close/>
                </a:path>
              </a:pathLst>
            </a:custGeom>
            <a:solidFill>
              <a:srgbClr val="FF86A1"/>
            </a:solidFill>
            <a:ln w="12700">
              <a:solidFill>
                <a:srgbClr val="FF86A1"/>
              </a:solidFill>
              <a:miter lim="400000"/>
            </a:ln>
          </p:spPr>
          <p:txBody>
            <a:bodyPr lIns="57150" tIns="57150" rIns="57150" bIns="5715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502ACE47-F988-D65D-EEB4-1DCC0A2D73E6}"/>
                </a:ext>
              </a:extLst>
            </p:cNvPr>
            <p:cNvSpPr/>
            <p:nvPr/>
          </p:nvSpPr>
          <p:spPr>
            <a:xfrm>
              <a:off x="9300209" y="2379974"/>
              <a:ext cx="883920" cy="88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314"/>
                  </a:moveTo>
                  <a:lnTo>
                    <a:pt x="0" y="21600"/>
                  </a:lnTo>
                  <a:lnTo>
                    <a:pt x="21600" y="0"/>
                  </a:lnTo>
                  <a:lnTo>
                    <a:pt x="4314" y="0"/>
                  </a:lnTo>
                  <a:cubicBezTo>
                    <a:pt x="1924" y="0"/>
                    <a:pt x="0" y="1924"/>
                    <a:pt x="0" y="4314"/>
                  </a:cubicBezTo>
                  <a:close/>
                </a:path>
              </a:pathLst>
            </a:custGeom>
            <a:solidFill>
              <a:srgbClr val="740019"/>
            </a:solidFill>
            <a:ln w="12700">
              <a:miter lim="4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57150" tIns="57150" rIns="57150" bIns="5715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BAFF7C9-6EBD-5EB5-ADC1-0F8CEAEC0523}"/>
              </a:ext>
            </a:extLst>
          </p:cNvPr>
          <p:cNvGrpSpPr/>
          <p:nvPr/>
        </p:nvGrpSpPr>
        <p:grpSpPr>
          <a:xfrm>
            <a:off x="5756148" y="6043851"/>
            <a:ext cx="6775704" cy="3264408"/>
            <a:chOff x="1996439" y="3590288"/>
            <a:chExt cx="3920490" cy="176910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7" name="Shape">
              <a:extLst>
                <a:ext uri="{FF2B5EF4-FFF2-40B4-BE49-F238E27FC236}">
                  <a16:creationId xmlns:a16="http://schemas.microsoft.com/office/drawing/2014/main" id="{77C1A062-01C9-BC53-CB6E-548855A345DE}"/>
                </a:ext>
              </a:extLst>
            </p:cNvPr>
            <p:cNvSpPr/>
            <p:nvPr/>
          </p:nvSpPr>
          <p:spPr>
            <a:xfrm>
              <a:off x="1996439" y="3590288"/>
              <a:ext cx="3920490" cy="1769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27" y="0"/>
                  </a:moveTo>
                  <a:lnTo>
                    <a:pt x="973" y="0"/>
                  </a:lnTo>
                  <a:cubicBezTo>
                    <a:pt x="434" y="0"/>
                    <a:pt x="0" y="961"/>
                    <a:pt x="0" y="2155"/>
                  </a:cubicBezTo>
                  <a:lnTo>
                    <a:pt x="0" y="19445"/>
                  </a:lnTo>
                  <a:cubicBezTo>
                    <a:pt x="0" y="20639"/>
                    <a:pt x="434" y="21600"/>
                    <a:pt x="973" y="21600"/>
                  </a:cubicBezTo>
                  <a:lnTo>
                    <a:pt x="16730" y="21600"/>
                  </a:lnTo>
                  <a:lnTo>
                    <a:pt x="21600" y="10808"/>
                  </a:lnTo>
                  <a:lnTo>
                    <a:pt x="21600" y="2140"/>
                  </a:lnTo>
                  <a:cubicBezTo>
                    <a:pt x="21600" y="961"/>
                    <a:pt x="21166" y="0"/>
                    <a:pt x="20627" y="0"/>
                  </a:cubicBezTo>
                  <a:close/>
                </a:path>
              </a:pathLst>
            </a:custGeom>
            <a:solidFill>
              <a:srgbClr val="D1FF73"/>
            </a:solidFill>
            <a:ln w="12700">
              <a:solidFill>
                <a:srgbClr val="D1FF73"/>
              </a:solidFill>
              <a:miter lim="400000"/>
            </a:ln>
          </p:spPr>
          <p:txBody>
            <a:bodyPr lIns="57150" tIns="57150" rIns="57150" bIns="5715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78" name="Shape">
              <a:extLst>
                <a:ext uri="{FF2B5EF4-FFF2-40B4-BE49-F238E27FC236}">
                  <a16:creationId xmlns:a16="http://schemas.microsoft.com/office/drawing/2014/main" id="{F68665DF-7A94-0235-CC67-FA504573C1B7}"/>
                </a:ext>
              </a:extLst>
            </p:cNvPr>
            <p:cNvSpPr/>
            <p:nvPr/>
          </p:nvSpPr>
          <p:spPr>
            <a:xfrm>
              <a:off x="5033009" y="4475474"/>
              <a:ext cx="883920" cy="883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314"/>
                  </a:moveTo>
                  <a:lnTo>
                    <a:pt x="0" y="21600"/>
                  </a:lnTo>
                  <a:lnTo>
                    <a:pt x="21600" y="0"/>
                  </a:lnTo>
                  <a:lnTo>
                    <a:pt x="4314" y="0"/>
                  </a:lnTo>
                  <a:cubicBezTo>
                    <a:pt x="1924" y="0"/>
                    <a:pt x="0" y="1924"/>
                    <a:pt x="0" y="4314"/>
                  </a:cubicBezTo>
                  <a:close/>
                </a:path>
              </a:pathLst>
            </a:custGeom>
            <a:solidFill>
              <a:srgbClr val="385400"/>
            </a:solidFill>
            <a:ln w="12700">
              <a:miter lim="4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57150" tIns="57150" rIns="57150" bIns="5715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95F9025-7C24-6B3C-3F66-A7FA85472B60}"/>
              </a:ext>
            </a:extLst>
          </p:cNvPr>
          <p:cNvGrpSpPr/>
          <p:nvPr/>
        </p:nvGrpSpPr>
        <p:grpSpPr>
          <a:xfrm>
            <a:off x="2438534" y="2623798"/>
            <a:ext cx="3861708" cy="2399415"/>
            <a:chOff x="267339" y="2824663"/>
            <a:chExt cx="3059819" cy="1599607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17E8E82-5269-9188-30FD-C39693DFEA5B}"/>
                </a:ext>
              </a:extLst>
            </p:cNvPr>
            <p:cNvSpPr txBox="1"/>
            <p:nvPr/>
          </p:nvSpPr>
          <p:spPr>
            <a:xfrm>
              <a:off x="267339" y="2824663"/>
              <a:ext cx="2628707" cy="63607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2800" b="1" kern="0" noProof="1">
                  <a:solidFill>
                    <a:srgbClr val="003E1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Owner Offered Incentive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9949512-A739-2791-7A18-3454CAF9FB6B}"/>
                </a:ext>
              </a:extLst>
            </p:cNvPr>
            <p:cNvSpPr txBox="1"/>
            <p:nvPr/>
          </p:nvSpPr>
          <p:spPr>
            <a:xfrm>
              <a:off x="267339" y="3685607"/>
              <a:ext cx="3059819" cy="738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defTabSz="1371600"/>
              <a:r>
                <a:rPr lang="en-US" sz="2200" kern="0" noProof="1">
                  <a:solidFill>
                    <a:srgbClr val="003E1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Follow the specialized on how to process reports of Incentives guidelines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2F8DA1E-41A6-F7C7-6F45-6543BFD63527}"/>
              </a:ext>
            </a:extLst>
          </p:cNvPr>
          <p:cNvGrpSpPr/>
          <p:nvPr/>
        </p:nvGrpSpPr>
        <p:grpSpPr>
          <a:xfrm>
            <a:off x="9685658" y="2463806"/>
            <a:ext cx="4428988" cy="2812888"/>
            <a:chOff x="252427" y="2645603"/>
            <a:chExt cx="3509302" cy="187525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B89577E-3387-4326-6C15-625FE35CCED0}"/>
                </a:ext>
              </a:extLst>
            </p:cNvPr>
            <p:cNvSpPr txBox="1"/>
            <p:nvPr/>
          </p:nvSpPr>
          <p:spPr>
            <a:xfrm>
              <a:off x="267339" y="2645603"/>
              <a:ext cx="3294966" cy="63607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2800" b="1" kern="0" noProof="1">
                  <a:solidFill>
                    <a:srgbClr val="003E1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Owner Threat of Legal Action / Harassment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CC7682E-1110-1B45-CF20-BD3A6D87B10B}"/>
                </a:ext>
              </a:extLst>
            </p:cNvPr>
            <p:cNvSpPr txBox="1"/>
            <p:nvPr/>
          </p:nvSpPr>
          <p:spPr>
            <a:xfrm>
              <a:off x="252427" y="3556494"/>
              <a:ext cx="3509302" cy="96436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defTabSz="1371600"/>
              <a:r>
                <a:rPr lang="en-US" sz="2200" kern="0" noProof="1">
                  <a:solidFill>
                    <a:srgbClr val="003E1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Assess if the behavior constitutes bullying. If so, follow the process of Bullying guidelines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A0E66C9-79FC-32CC-CA56-DCA16345A3BD}"/>
              </a:ext>
            </a:extLst>
          </p:cNvPr>
          <p:cNvGrpSpPr/>
          <p:nvPr/>
        </p:nvGrpSpPr>
        <p:grpSpPr>
          <a:xfrm>
            <a:off x="6055097" y="6528440"/>
            <a:ext cx="4917350" cy="2312554"/>
            <a:chOff x="267339" y="2824707"/>
            <a:chExt cx="3896255" cy="1541701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9E7142D-69E9-6821-B56F-0B61D431D904}"/>
                </a:ext>
              </a:extLst>
            </p:cNvPr>
            <p:cNvSpPr txBox="1"/>
            <p:nvPr/>
          </p:nvSpPr>
          <p:spPr>
            <a:xfrm>
              <a:off x="267339" y="2824707"/>
              <a:ext cx="3896255" cy="3488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2800" b="1" kern="0" noProof="1">
                  <a:solidFill>
                    <a:srgbClr val="003E1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Tricky Cases</a:t>
              </a:r>
              <a:endParaRPr kumimoji="0" lang="en-US" sz="2800" b="1" i="0" u="none" strike="noStrike" kern="0" cap="none" spc="0" normalizeH="0" baseline="0" noProof="1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6C05084-30DD-A1CE-1E37-253595FBA512}"/>
                </a:ext>
              </a:extLst>
            </p:cNvPr>
            <p:cNvSpPr txBox="1"/>
            <p:nvPr/>
          </p:nvSpPr>
          <p:spPr>
            <a:xfrm>
              <a:off x="267339" y="3402042"/>
              <a:ext cx="3372162" cy="96436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defTabSz="1371600"/>
              <a:r>
                <a:rPr lang="en-US" sz="2200" kern="0" noProof="1">
                  <a:solidFill>
                    <a:srgbClr val="003E1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Unsure how to handle a case? Stop and ask a coworker, consult your Team Lead, or escalate directly to Tier 2.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3E18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109" name="Picture 108">
            <a:extLst>
              <a:ext uri="{FF2B5EF4-FFF2-40B4-BE49-F238E27FC236}">
                <a16:creationId xmlns:a16="http://schemas.microsoft.com/office/drawing/2014/main" id="{CCFF9628-641D-528B-2F35-E028FD336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5337" y="6259367"/>
            <a:ext cx="1872118" cy="9877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F65A92-1BD8-4119-6615-40D1A4FCE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827" y="2529331"/>
            <a:ext cx="1693138" cy="122029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6BE9B48E-FBD7-53A1-A382-DE7E3D52F87A}"/>
              </a:ext>
            </a:extLst>
          </p:cNvPr>
          <p:cNvSpPr/>
          <p:nvPr/>
        </p:nvSpPr>
        <p:spPr>
          <a:xfrm>
            <a:off x="14634711" y="2393107"/>
            <a:ext cx="1262252" cy="1492744"/>
          </a:xfrm>
          <a:custGeom>
            <a:avLst/>
            <a:gdLst/>
            <a:ahLst/>
            <a:cxnLst/>
            <a:rect l="l" t="t" r="r" b="b"/>
            <a:pathLst>
              <a:path w="4117149" h="5146436">
                <a:moveTo>
                  <a:pt x="0" y="0"/>
                </a:moveTo>
                <a:lnTo>
                  <a:pt x="4117149" y="0"/>
                </a:lnTo>
                <a:lnTo>
                  <a:pt x="4117149" y="5146436"/>
                </a:lnTo>
                <a:lnTo>
                  <a:pt x="0" y="514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23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333904" y="3595505"/>
            <a:ext cx="14680000" cy="1261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8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For Viator bookings, agents should always search the review by the user's personal email address.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69899" y="6389022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1963400" y="6350850"/>
            <a:ext cx="5715000" cy="242423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2207599" y="6655024"/>
            <a:ext cx="5226602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cs typeface="Arial"/>
              </a:defRPr>
            </a:lvl1pPr>
          </a:lstStyle>
          <a:p>
            <a:pPr lvl="0" defTabSz="914400"/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</a:rPr>
              <a:t>Agents should not </a:t>
            </a:r>
            <a:r>
              <a:rPr lang="en-US" dirty="0"/>
              <a:t>search by user email; They must search directly for the tour/listing name.</a:t>
            </a:r>
            <a:endParaRPr kumimoji="0" sz="2800" b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265158" y="1473541"/>
            <a:ext cx="14680000" cy="1846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8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of the following is NOT one of the 4 core validations required before approving or escalating an account merge request?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Neither account can be banned or inactive.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Both email addresses must belong to existing Tripadvisor accounts.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57826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User is not attempting to merge an owner account into another account.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The accounts must have been created in the same calendar year.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380F8-0657-4F50-76F8-8A70CAA1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702FA-948E-706C-8535-DA5F689349EC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E3E75A-DD1C-F7C4-6608-030502CABA0A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890BB-64F0-B444-3E76-D356AC0D54D7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What action should be taken if a photo explicitly depicts illegal activities, drugs, or escort services?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C324BA8-22FE-D94A-2676-5EDFB3AB17A6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20DD8-8A4B-32EA-713E-669E39E4899D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Downgrade the review to Regular Remove (Other)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1D29E783-87F6-28AE-7DBB-46DAB0B19FA4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56BD5-7472-602D-07F5-8CF8DC9D0F49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Delete the image immediately without any documentation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6FA4F8C-DF31-C1DF-6FA4-4D29ECF2BC47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68F59-93C5-0E8F-DF82-C9A3BE06CB1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Escalate the photos to Tier 2 for a member ban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5760EF74-F2DB-2176-851B-F349EC99DA64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4AE5EF-9E0A-1FDA-50E8-B5AAEFF339A1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Send the user a customized "Dispute – Not Specific Enough" macro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80279-F0EF-2B2C-274F-9BA45C2D2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BE7B68-495E-368E-96F5-F5E804A3AE1A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06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333904" y="349566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No agent (Tier 1 or Tier 2) may force-publish a review that was previously live and already has user votes.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695323" y="6368984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2788824" y="6330811"/>
            <a:ext cx="5286905" cy="1915117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3231687" y="6772778"/>
            <a:ext cx="440117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You’re right! This is a strict restriction rule!!!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20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336B1-C3F0-D48C-CE0A-D5945BF8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291530-F9C5-DD95-F7FA-79D8BC495606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917DB2-0B2B-B1E1-512F-DA737950ED61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C8E38-7CAC-3B97-DA60-7471863892DE}"/>
              </a:ext>
            </a:extLst>
          </p:cNvPr>
          <p:cNvSpPr txBox="1"/>
          <p:nvPr/>
        </p:nvSpPr>
        <p:spPr>
          <a:xfrm>
            <a:off x="1281486" y="1464570"/>
            <a:ext cx="14680000" cy="1846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8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email address should non-affiliated individuals use to report inappropriate content or potential guideline violations?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0EEB3DB-E3F4-3466-BACE-9EAB3A5B05D2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7F2B8-A337-1ED8-2910-C78520853C33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contentintegrity@tripadvisor.com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80645A7F-5160-71BA-45F0-144CA90FF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F412D-753B-1B75-EDA0-C686ADDFB2A5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fraudsupport@tripadvisor.com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3CB293E-A77D-D9ED-B40C-792E9EA3942C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AA9FC4-AFA6-7391-E57A-047BB90E0462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support@tripadvisor.com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07AD139D-370D-A032-F3ED-A12BF494BEE8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380175-B0AF-1497-7EC1-4E0D4B7CE366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supportfraud@tripadvisor.com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CACDD-B82D-C24B-2417-0DF35F56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AC838E-FB7A-501F-006A-A510A298053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226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D4F73-56E7-0BD2-EEC7-FECC429E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7A047-A398-BAB2-9804-910055211BB1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AFF3C6-192B-E3F4-A6FE-2196BBE5679E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0350B-5B43-5878-9F83-4BC0B0450D61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40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When a photo contains selfies, logos, or spam, what standard action should be taken?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56F3BA5-BF89-7D51-647A-31AF1876A31E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0C43BA-E24C-1157-023A-7F444BC3C08E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Escalate it directly to Tier 2 for an immediate member ban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B98AE00C-1409-9FB8-BE7D-59B8F3CB94DB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5D0EE8-41CD-131B-069F-09F4F3740181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Remove the photo as a Standard Photo Violation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4171F38-C9E5-27D6-ED72-F00B3D80852B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F245DE-AB1A-6DA0-D16F-58B700963CD9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Leave the photo active but flag it with a system comment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EA07E531-CEC8-C7BB-B6BC-D7BF0A9674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65D9AB-F7E4-F3E7-B179-B701C200DE8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Send it to the property owner for validation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B684A-B957-C248-C850-9F5D704E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B92259-C258-580E-507B-3D2D164ED08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080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09940-44EC-60DA-61C7-5352C741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C31AD9-72F6-5AC0-B2AD-11395FE2977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15C9CA-A2AF-5FCC-711A-96659137C1ED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839D6A-D268-DB06-D0E9-279148D7E645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FDD38-A2CD-DE2B-B7F5-96ABCC444A36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F66B93-3D5E-FF41-06F4-BC455050E664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9D9DB-0050-16E7-52C0-02B529C6C5D1}"/>
              </a:ext>
            </a:extLst>
          </p:cNvPr>
          <p:cNvSpPr txBox="1"/>
          <p:nvPr/>
        </p:nvSpPr>
        <p:spPr>
          <a:xfrm>
            <a:off x="1333904" y="3266378"/>
            <a:ext cx="14145582" cy="1846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8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Agents are permitted to disclose internal investigation methods to users in their final response if it helps clarify the case.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28DBDB-DBEA-7309-C104-1A16033AD3CD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B9A951-38D5-D595-DB30-97FC77B1497B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F374A-3E86-814D-510A-BA2136D5BCC7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94DCD-ED12-819F-CCE7-235B78BD3AF3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5A924E-DE11-5564-1422-D92D15B1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0FC2A6-6008-6889-A3A6-01BE866B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495265" y="6387558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5660C0-AECD-6AA6-29C8-775EF08FC50B}"/>
              </a:ext>
            </a:extLst>
          </p:cNvPr>
          <p:cNvSpPr/>
          <p:nvPr/>
        </p:nvSpPr>
        <p:spPr>
          <a:xfrm>
            <a:off x="11561304" y="6613071"/>
            <a:ext cx="5638696" cy="1747476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2EB16-C4A6-32F7-6D90-20301DBE4306}"/>
              </a:ext>
            </a:extLst>
          </p:cNvPr>
          <p:cNvSpPr txBox="1"/>
          <p:nvPr/>
        </p:nvSpPr>
        <p:spPr>
          <a:xfrm>
            <a:off x="11887651" y="7009755"/>
            <a:ext cx="6117543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NEVER disclose investigation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 methods to the users!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10008-706B-4A6D-5441-A9ACE8F29782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09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21327-63F3-2E32-D837-FC742CF5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4841D-6E23-DA11-5D94-B37B9601C5A6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C18690-1A11-96DC-283A-AF2E016EC655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151D8-F583-5F11-C7B1-7A7B6D420051}"/>
              </a:ext>
            </a:extLst>
          </p:cNvPr>
          <p:cNvSpPr txBox="1"/>
          <p:nvPr/>
        </p:nvSpPr>
        <p:spPr>
          <a:xfrm>
            <a:off x="1281486" y="1496928"/>
            <a:ext cx="14908600" cy="1846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800" b="1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of the following is NOT a reason that automatically generates a Fraud Support ticket when a user self-removes a review?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73B50C7-8CDE-A913-7C6D-C358F084BE52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88CC3-C653-2F6F-57FD-D9AE5CF0113F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>
              <a:defRPr/>
            </a:pPr>
            <a:r>
              <a:rPr lang="en-US" sz="3200" dirty="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Owner harassed user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3C6FA782-3318-42BD-2FA2-20DF964B2AF9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E8E15C-53BD-5B32-A2F7-531B482860D8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User found a better offer elsewhere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1EBF33B-6254-AEC0-889A-439E3445412B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832277-E370-B56C-A172-196D1623D567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Owner offered incentive to remove review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ADFBF34A-C490-9791-C1BA-E44E21DE25E7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6CCB36-C820-CF88-6B7C-76DF761DBA1C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 defTabSz="914400">
              <a:defRPr/>
            </a:pPr>
            <a:r>
              <a:rPr lang="en-US" dirty="0">
                <a:cs typeface="Arial"/>
                <a:sym typeface="Arial"/>
              </a:rPr>
              <a:t>Owner threatened legal action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2DCA98-6595-ABCF-2C7B-67A049A5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960037" y="1929893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8635E3-10EC-2951-6596-62EA6B45BDBE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41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Props1.xml><?xml version="1.0" encoding="utf-8"?>
<ds:datastoreItem xmlns:ds="http://schemas.openxmlformats.org/officeDocument/2006/customXml" ds:itemID="{FAAFEFD3-489A-4311-BC02-E2D45CC79F8A}"/>
</file>

<file path=customXml/itemProps2.xml><?xml version="1.0" encoding="utf-8"?>
<ds:datastoreItem xmlns:ds="http://schemas.openxmlformats.org/officeDocument/2006/customXml" ds:itemID="{C2A00A93-60B2-4615-B054-3129FC6D0AA4}"/>
</file>

<file path=customXml/itemProps3.xml><?xml version="1.0" encoding="utf-8"?>
<ds:datastoreItem xmlns:ds="http://schemas.openxmlformats.org/officeDocument/2006/customXml" ds:itemID="{EA4602EE-DD42-434D-8343-6C1952416FCB}"/>
</file>

<file path=docProps/app.xml><?xml version="1.0" encoding="utf-8"?>
<Properties xmlns="http://schemas.openxmlformats.org/officeDocument/2006/extended-properties" xmlns:vt="http://schemas.openxmlformats.org/officeDocument/2006/docPropsVTypes">
  <TotalTime>18325</TotalTime>
  <Words>3578</Words>
  <Application>Microsoft Office PowerPoint</Application>
  <PresentationFormat>Custom</PresentationFormat>
  <Paragraphs>496</Paragraphs>
  <Slides>48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Aptos</vt:lpstr>
      <vt:lpstr>Arial</vt:lpstr>
      <vt:lpstr>Calibri</vt:lpstr>
      <vt:lpstr>Calibri Light</vt:lpstr>
      <vt:lpstr>Poppins</vt:lpstr>
      <vt:lpstr>Poppins Black</vt:lpstr>
      <vt:lpstr>Poppins Bold</vt:lpstr>
      <vt:lpstr>Poppins Medium</vt:lpstr>
      <vt:lpstr>Office Theme</vt:lpstr>
      <vt:lpstr>1_Office Theme</vt:lpstr>
      <vt:lpstr>Office 2013 - 2022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Blessy S</cp:lastModifiedBy>
  <cp:revision>32</cp:revision>
  <dcterms:created xsi:type="dcterms:W3CDTF">2013-01-27T09:14:16Z</dcterms:created>
  <dcterms:modified xsi:type="dcterms:W3CDTF">2026-09-21T08:58:17Z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</Properties>
</file>