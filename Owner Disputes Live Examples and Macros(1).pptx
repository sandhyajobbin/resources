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omments/modernComment_13D_77B96247.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708" r:id="rId2"/>
    <p:sldMasterId id="2147483720" r:id="rId3"/>
  </p:sldMasterIdLst>
  <p:notesMasterIdLst>
    <p:notesMasterId r:id="rId12"/>
  </p:notesMasterIdLst>
  <p:sldIdLst>
    <p:sldId id="317" r:id="rId4"/>
    <p:sldId id="372" r:id="rId5"/>
    <p:sldId id="377" r:id="rId6"/>
    <p:sldId id="378" r:id="rId7"/>
    <p:sldId id="376" r:id="rId8"/>
    <p:sldId id="379" r:id="rId9"/>
    <p:sldId id="380" r:id="rId10"/>
    <p:sldId id="381" r:id="rId11"/>
  </p:sldIdLst>
  <p:sldSz cx="18288000" cy="10287000"/>
  <p:notesSz cx="6858000" cy="9144000"/>
  <p:embeddedFontLst>
    <p:embeddedFont>
      <p:font typeface="Poppins" panose="00000500000000000000" pitchFamily="2" charset="0"/>
      <p:regular r:id="rId13"/>
      <p:bold r:id="rId14"/>
      <p:italic r:id="rId15"/>
      <p:boldItalic r:id="rId16"/>
    </p:embeddedFont>
    <p:embeddedFont>
      <p:font typeface="Poppins Black" panose="00000A00000000000000" pitchFamily="2" charset="0"/>
      <p:bold r:id="rId17"/>
      <p:boldItalic r:id="rId18"/>
    </p:embeddedFont>
    <p:embeddedFont>
      <p:font typeface="Poppins Bold" panose="00000800000000000000" pitchFamily="2" charset="0"/>
      <p:regular r:id="rId19"/>
      <p:bold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01739CD-6BD1-BAA4-2804-D2A8DA1BC46A}" name="Anupama Chatti" initials="AC" userId="S::chaanupa@sutherlandglobal.com::8d317b31-7766-4d69-bc0a-0192281c33af" providerId="AD"/>
  <p188:author id="{A62EB9F7-5DA3-8116-45FB-F3A788FDA335}" name="Blessy S" initials="BS" userId="S::sbless2@sutherlandglobal.com::15b3e473-e26c-4018-a39b-85200c5350c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626"/>
    <a:srgbClr val="92E9A7"/>
    <a:srgbClr val="002B11"/>
    <a:srgbClr val="00D7BB"/>
    <a:srgbClr val="40A635"/>
    <a:srgbClr val="FF86A1"/>
    <a:srgbClr val="FF4E51"/>
    <a:srgbClr val="E56700"/>
    <a:srgbClr val="6780FF"/>
    <a:srgbClr val="D95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3447"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font" Target="fonts/font7.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font" Target="fonts/font2.fntdata"/><Relationship Id="rId22" Type="http://schemas.openxmlformats.org/officeDocument/2006/relationships/viewProps" Target="viewProps.xml"/></Relationships>
</file>

<file path=ppt/comments/modernComment_13D_77B96247.xml><?xml version="1.0" encoding="utf-8"?>
<p188:cmLst xmlns:a="http://schemas.openxmlformats.org/drawingml/2006/main" xmlns:r="http://schemas.openxmlformats.org/officeDocument/2006/relationships" xmlns:p188="http://schemas.microsoft.com/office/powerpoint/2018/8/main">
  <p188:cm id="{BAC09A65-14AF-4079-93A7-98B325185C45}" authorId="{A62EB9F7-5DA3-8116-45FB-F3A788FDA335}" created="2026-08-19T13:42:45.151">
    <pc:sldMkLst xmlns:pc="http://schemas.microsoft.com/office/powerpoint/2013/main/command">
      <pc:docMk/>
      <pc:sldMk cId="2008638023" sldId="317"/>
    </pc:sldMkLst>
    <p188:txBody>
      <a:bodyPr/>
      <a:lstStyle/>
      <a:p>
        <a:r>
          <a:rPr lang="en-US"/>
          <a:t>Kindly include the image for the intro slide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E6722-D74A-4763-B4C1-06F02889871A}"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41BC73-72EA-413E-AFCB-4E6CDC640BFF}" type="slidenum">
              <a:rPr lang="en-US" smtClean="0"/>
              <a:t>‹#›</a:t>
            </a:fld>
            <a:endParaRPr lang="en-US"/>
          </a:p>
        </p:txBody>
      </p:sp>
    </p:spTree>
    <p:extLst>
      <p:ext uri="{BB962C8B-B14F-4D97-AF65-F5344CB8AC3E}">
        <p14:creationId xmlns:p14="http://schemas.microsoft.com/office/powerpoint/2010/main" val="3930688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47BF8-E698-E80A-0499-BCB8B2AC3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276C0A-BF19-E227-8E52-6716390C140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C023B13-8842-E634-C692-1E4CF9C808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F233A3-DFBE-E4DE-99E9-E6A34AD5A01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FC8D9EE-DC96-4F1C-BCAC-A65D5AD1D43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569278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59719-5B10-1C67-CBE2-A5DF47801A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55DE53-4C61-EA71-8F14-62F8EE0593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12CB1-5F6D-5D10-CA97-7E3D7C9BCA90}"/>
              </a:ext>
            </a:extLst>
          </p:cNvPr>
          <p:cNvSpPr>
            <a:spLocks noGrp="1"/>
          </p:cNvSpPr>
          <p:nvPr>
            <p:ph type="body" idx="1"/>
          </p:nvPr>
        </p:nvSpPr>
        <p:spPr/>
        <p:txBody>
          <a:bodyPr/>
          <a:lstStyle/>
          <a:p>
            <a:r>
              <a:rPr lang="en-US" dirty="0"/>
              <a:t>Set expectations:</a:t>
            </a:r>
          </a:p>
          <a:p>
            <a:r>
              <a:rPr lang="en-US" dirty="0"/>
              <a:t>“Today we're not just learning what to check. We're going to follow an actual dispute from the moment it arrives until the owner receives the final response.” </a:t>
            </a:r>
          </a:p>
          <a:p>
            <a:endParaRPr lang="en-US" dirty="0"/>
          </a:p>
          <a:p>
            <a:r>
              <a:rPr lang="en-US" dirty="0"/>
              <a:t>Emphasize: </a:t>
            </a:r>
          </a:p>
          <a:p>
            <a:r>
              <a:rPr lang="en-US" b="1" dirty="0"/>
              <a:t>Think → Verify → Investigate → Document → Respond </a:t>
            </a:r>
          </a:p>
        </p:txBody>
      </p:sp>
      <p:sp>
        <p:nvSpPr>
          <p:cNvPr id="4" name="Slide Number Placeholder 3">
            <a:extLst>
              <a:ext uri="{FF2B5EF4-FFF2-40B4-BE49-F238E27FC236}">
                <a16:creationId xmlns:a16="http://schemas.microsoft.com/office/drawing/2014/main" id="{F16936B4-1A3D-8777-2911-91599C9201DA}"/>
              </a:ext>
            </a:extLst>
          </p:cNvPr>
          <p:cNvSpPr>
            <a:spLocks noGrp="1"/>
          </p:cNvSpPr>
          <p:nvPr>
            <p:ph type="sldNum" sz="quarter" idx="5"/>
          </p:nvPr>
        </p:nvSpPr>
        <p:spPr/>
        <p:txBody>
          <a:bodyPr/>
          <a:lstStyle/>
          <a:p>
            <a:fld id="{F841BC73-72EA-413E-AFCB-4E6CDC640BFF}" type="slidenum">
              <a:rPr lang="en-US" smtClean="0"/>
              <a:t>3</a:t>
            </a:fld>
            <a:endParaRPr lang="en-US"/>
          </a:p>
        </p:txBody>
      </p:sp>
    </p:spTree>
    <p:extLst>
      <p:ext uri="{BB962C8B-B14F-4D97-AF65-F5344CB8AC3E}">
        <p14:creationId xmlns:p14="http://schemas.microsoft.com/office/powerpoint/2010/main" val="1666235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6A853-F091-D943-1F93-E9A4A8613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E8B45-4D85-C34E-C9AD-AD7F00A77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4659A-5D8B-FA93-F0D2-B691E982862F}"/>
              </a:ext>
            </a:extLst>
          </p:cNvPr>
          <p:cNvSpPr>
            <a:spLocks noGrp="1"/>
          </p:cNvSpPr>
          <p:nvPr>
            <p:ph type="body" idx="1"/>
          </p:nvPr>
        </p:nvSpPr>
        <p:spPr/>
        <p:txBody>
          <a:bodyPr/>
          <a:lstStyle/>
          <a:p>
            <a:r>
              <a:rPr lang="en-US" b="1" dirty="0"/>
              <a:t>Trainer notes:</a:t>
            </a:r>
          </a:p>
          <a:p>
            <a:r>
              <a:rPr lang="en-US" dirty="0"/>
              <a:t>Ask the agents what is the first/next step, which tools, and how to use them. Also, ask them the possible scenarios for each step. Once the agent answers, provide the possible scenario for each step that was provided in this slide.</a:t>
            </a:r>
          </a:p>
        </p:txBody>
      </p:sp>
      <p:sp>
        <p:nvSpPr>
          <p:cNvPr id="4" name="Slide Number Placeholder 3">
            <a:extLst>
              <a:ext uri="{FF2B5EF4-FFF2-40B4-BE49-F238E27FC236}">
                <a16:creationId xmlns:a16="http://schemas.microsoft.com/office/drawing/2014/main" id="{F53DC678-F9D1-4A20-8380-8DF8B2F82501}"/>
              </a:ext>
            </a:extLst>
          </p:cNvPr>
          <p:cNvSpPr>
            <a:spLocks noGrp="1"/>
          </p:cNvSpPr>
          <p:nvPr>
            <p:ph type="sldNum" sz="quarter" idx="5"/>
          </p:nvPr>
        </p:nvSpPr>
        <p:spPr/>
        <p:txBody>
          <a:bodyPr/>
          <a:lstStyle/>
          <a:p>
            <a:fld id="{F841BC73-72EA-413E-AFCB-4E6CDC640BFF}" type="slidenum">
              <a:rPr lang="en-US" smtClean="0"/>
              <a:t>4</a:t>
            </a:fld>
            <a:endParaRPr lang="en-US"/>
          </a:p>
        </p:txBody>
      </p:sp>
    </p:spTree>
    <p:extLst>
      <p:ext uri="{BB962C8B-B14F-4D97-AF65-F5344CB8AC3E}">
        <p14:creationId xmlns:p14="http://schemas.microsoft.com/office/powerpoint/2010/main" val="139747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Trainer notes:</a:t>
            </a:r>
          </a:p>
          <a:p>
            <a:r>
              <a:rPr lang="en-US" dirty="0"/>
              <a:t>Ask the agents what is the first/next step, which tools, and how to use them. Also, ask them the possible scenarios for each step. Once the agent answers, provide the possible scenario for each step that was provided in this slide.</a:t>
            </a:r>
          </a:p>
        </p:txBody>
      </p:sp>
      <p:sp>
        <p:nvSpPr>
          <p:cNvPr id="4" name="Slide Number Placeholder 3"/>
          <p:cNvSpPr>
            <a:spLocks noGrp="1"/>
          </p:cNvSpPr>
          <p:nvPr>
            <p:ph type="sldNum" sz="quarter" idx="5"/>
          </p:nvPr>
        </p:nvSpPr>
        <p:spPr/>
        <p:txBody>
          <a:bodyPr/>
          <a:lstStyle/>
          <a:p>
            <a:fld id="{F841BC73-72EA-413E-AFCB-4E6CDC640BFF}" type="slidenum">
              <a:rPr lang="en-US" smtClean="0"/>
              <a:t>5</a:t>
            </a:fld>
            <a:endParaRPr lang="en-US"/>
          </a:p>
        </p:txBody>
      </p:sp>
    </p:spTree>
    <p:extLst>
      <p:ext uri="{BB962C8B-B14F-4D97-AF65-F5344CB8AC3E}">
        <p14:creationId xmlns:p14="http://schemas.microsoft.com/office/powerpoint/2010/main" val="3631366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15E97-8DE3-A5B6-B988-DADBB8835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37685-4763-CC93-6B0D-E7AD565FCE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12ECB9-C0C1-1EB9-F09B-F484434339CF}"/>
              </a:ext>
            </a:extLst>
          </p:cNvPr>
          <p:cNvSpPr>
            <a:spLocks noGrp="1"/>
          </p:cNvSpPr>
          <p:nvPr>
            <p:ph type="body" idx="1"/>
          </p:nvPr>
        </p:nvSpPr>
        <p:spPr/>
        <p:txBody>
          <a:bodyPr/>
          <a:lstStyle/>
          <a:p>
            <a:r>
              <a:rPr lang="en-US" b="1" dirty="0"/>
              <a:t>Trainer notes:</a:t>
            </a:r>
          </a:p>
          <a:p>
            <a:r>
              <a:rPr lang="en-US" dirty="0"/>
              <a:t>Ask the agents what is the first/next step, which tools, and how to use them. Also, ask them the possible scenarios for each step. Once the agent answers, provide the possible scenario for each step that was provided in this slide.</a:t>
            </a:r>
          </a:p>
        </p:txBody>
      </p:sp>
      <p:sp>
        <p:nvSpPr>
          <p:cNvPr id="4" name="Slide Number Placeholder 3">
            <a:extLst>
              <a:ext uri="{FF2B5EF4-FFF2-40B4-BE49-F238E27FC236}">
                <a16:creationId xmlns:a16="http://schemas.microsoft.com/office/drawing/2014/main" id="{9F467996-DD05-BC20-635E-56A393840707}"/>
              </a:ext>
            </a:extLst>
          </p:cNvPr>
          <p:cNvSpPr>
            <a:spLocks noGrp="1"/>
          </p:cNvSpPr>
          <p:nvPr>
            <p:ph type="sldNum" sz="quarter" idx="5"/>
          </p:nvPr>
        </p:nvSpPr>
        <p:spPr/>
        <p:txBody>
          <a:bodyPr/>
          <a:lstStyle/>
          <a:p>
            <a:fld id="{F841BC73-72EA-413E-AFCB-4E6CDC640BFF}" type="slidenum">
              <a:rPr lang="en-US" smtClean="0"/>
              <a:t>6</a:t>
            </a:fld>
            <a:endParaRPr lang="en-US"/>
          </a:p>
        </p:txBody>
      </p:sp>
    </p:spTree>
    <p:extLst>
      <p:ext uri="{BB962C8B-B14F-4D97-AF65-F5344CB8AC3E}">
        <p14:creationId xmlns:p14="http://schemas.microsoft.com/office/powerpoint/2010/main" val="2788470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8F455-6384-7B94-6A22-FF5ADBBBF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C48FA-44CB-3F54-7611-FE5508ECA1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32CBC-B771-7578-2E8A-6678B312FF1E}"/>
              </a:ext>
            </a:extLst>
          </p:cNvPr>
          <p:cNvSpPr>
            <a:spLocks noGrp="1"/>
          </p:cNvSpPr>
          <p:nvPr>
            <p:ph type="body" idx="1"/>
          </p:nvPr>
        </p:nvSpPr>
        <p:spPr/>
        <p:txBody>
          <a:bodyPr/>
          <a:lstStyle/>
          <a:p>
            <a:r>
              <a:rPr lang="en-US" b="1" dirty="0"/>
              <a:t>Trainer notes:</a:t>
            </a:r>
          </a:p>
          <a:p>
            <a:r>
              <a:rPr lang="en-US" dirty="0"/>
              <a:t>Ask the agents what is the first/next step, which tools, and how to use them. Also, ask them the possible scenarios for each step. Once the agent answers, provide the possible scenario for each step that was provided in this slide.</a:t>
            </a:r>
          </a:p>
        </p:txBody>
      </p:sp>
      <p:sp>
        <p:nvSpPr>
          <p:cNvPr id="4" name="Slide Number Placeholder 3">
            <a:extLst>
              <a:ext uri="{FF2B5EF4-FFF2-40B4-BE49-F238E27FC236}">
                <a16:creationId xmlns:a16="http://schemas.microsoft.com/office/drawing/2014/main" id="{CC824070-094F-1FB8-BBF4-05E9BF268E6D}"/>
              </a:ext>
            </a:extLst>
          </p:cNvPr>
          <p:cNvSpPr>
            <a:spLocks noGrp="1"/>
          </p:cNvSpPr>
          <p:nvPr>
            <p:ph type="sldNum" sz="quarter" idx="5"/>
          </p:nvPr>
        </p:nvSpPr>
        <p:spPr/>
        <p:txBody>
          <a:bodyPr/>
          <a:lstStyle/>
          <a:p>
            <a:fld id="{F841BC73-72EA-413E-AFCB-4E6CDC640BFF}" type="slidenum">
              <a:rPr lang="en-US" smtClean="0"/>
              <a:t>7</a:t>
            </a:fld>
            <a:endParaRPr lang="en-US"/>
          </a:p>
        </p:txBody>
      </p:sp>
    </p:spTree>
    <p:extLst>
      <p:ext uri="{BB962C8B-B14F-4D97-AF65-F5344CB8AC3E}">
        <p14:creationId xmlns:p14="http://schemas.microsoft.com/office/powerpoint/2010/main" val="1809766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E05B0-0B8B-EAB8-AE62-D1B2D9A50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890A1-E1F5-397D-FCD8-B6BAF48B2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C75C6A-D69A-47B1-2EE3-88BD6D3149A5}"/>
              </a:ext>
            </a:extLst>
          </p:cNvPr>
          <p:cNvSpPr>
            <a:spLocks noGrp="1"/>
          </p:cNvSpPr>
          <p:nvPr>
            <p:ph type="body" idx="1"/>
          </p:nvPr>
        </p:nvSpPr>
        <p:spPr/>
        <p:txBody>
          <a:bodyPr/>
          <a:lstStyle/>
          <a:p>
            <a:r>
              <a:rPr lang="en-US" b="1" dirty="0"/>
              <a:t>Trainer notes:</a:t>
            </a:r>
          </a:p>
          <a:p>
            <a:r>
              <a:rPr lang="en-US" dirty="0"/>
              <a:t>Ask the agents what is the first/next step, which tools, and how to use them. Also, ask them the possible scenarios for each step. Once the agent answers, provide the possible scenario for each step that was provided in this slide.</a:t>
            </a:r>
          </a:p>
        </p:txBody>
      </p:sp>
      <p:sp>
        <p:nvSpPr>
          <p:cNvPr id="4" name="Slide Number Placeholder 3">
            <a:extLst>
              <a:ext uri="{FF2B5EF4-FFF2-40B4-BE49-F238E27FC236}">
                <a16:creationId xmlns:a16="http://schemas.microsoft.com/office/drawing/2014/main" id="{1C4A9F8E-7889-183F-B8BE-10845B23B289}"/>
              </a:ext>
            </a:extLst>
          </p:cNvPr>
          <p:cNvSpPr>
            <a:spLocks noGrp="1"/>
          </p:cNvSpPr>
          <p:nvPr>
            <p:ph type="sldNum" sz="quarter" idx="5"/>
          </p:nvPr>
        </p:nvSpPr>
        <p:spPr/>
        <p:txBody>
          <a:bodyPr/>
          <a:lstStyle/>
          <a:p>
            <a:fld id="{F841BC73-72EA-413E-AFCB-4E6CDC640BFF}" type="slidenum">
              <a:rPr lang="en-US" smtClean="0"/>
              <a:t>8</a:t>
            </a:fld>
            <a:endParaRPr lang="en-US"/>
          </a:p>
        </p:txBody>
      </p:sp>
    </p:spTree>
    <p:extLst>
      <p:ext uri="{BB962C8B-B14F-4D97-AF65-F5344CB8AC3E}">
        <p14:creationId xmlns:p14="http://schemas.microsoft.com/office/powerpoint/2010/main" val="210331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4260851"/>
            <a:ext cx="15544800" cy="2940050"/>
          </a:xfrm>
        </p:spPr>
        <p:txBody>
          <a:bodyPr/>
          <a:lstStyle/>
          <a:p>
            <a:r>
              <a:rPr lang="en-US"/>
              <a:t>Click to edit Master title style</a:t>
            </a:r>
          </a:p>
        </p:txBody>
      </p:sp>
      <p:sp>
        <p:nvSpPr>
          <p:cNvPr id="3" name="Subtitle 2"/>
          <p:cNvSpPr>
            <a:spLocks noGrp="1"/>
          </p:cNvSpPr>
          <p:nvPr>
            <p:ph type="subTitle" idx="1"/>
          </p:nvPr>
        </p:nvSpPr>
        <p:spPr>
          <a:xfrm>
            <a:off x="2743200" y="7772400"/>
            <a:ext cx="12801600" cy="3505200"/>
          </a:xfrm>
        </p:spPr>
        <p:txBody>
          <a:bodyPr/>
          <a:lstStyle>
            <a:lvl1pPr marL="0" indent="0" algn="ctr">
              <a:buNone/>
              <a:defRPr>
                <a:solidFill>
                  <a:schemeClr val="tx1">
                    <a:tint val="75000"/>
                  </a:schemeClr>
                </a:solidFill>
              </a:defRPr>
            </a:lvl1pPr>
            <a:lvl2pPr marL="914445" indent="0" algn="ctr">
              <a:buNone/>
              <a:defRPr>
                <a:solidFill>
                  <a:schemeClr val="tx1">
                    <a:tint val="75000"/>
                  </a:schemeClr>
                </a:solidFill>
              </a:defRPr>
            </a:lvl2pPr>
            <a:lvl3pPr marL="1828892" indent="0" algn="ctr">
              <a:buNone/>
              <a:defRPr>
                <a:solidFill>
                  <a:schemeClr val="tx1">
                    <a:tint val="75000"/>
                  </a:schemeClr>
                </a:solidFill>
              </a:defRPr>
            </a:lvl3pPr>
            <a:lvl4pPr marL="2743337" indent="0" algn="ctr">
              <a:buNone/>
              <a:defRPr>
                <a:solidFill>
                  <a:schemeClr val="tx1">
                    <a:tint val="75000"/>
                  </a:schemeClr>
                </a:solidFill>
              </a:defRPr>
            </a:lvl4pPr>
            <a:lvl5pPr marL="3657783" indent="0" algn="ctr">
              <a:buNone/>
              <a:defRPr>
                <a:solidFill>
                  <a:schemeClr val="tx1">
                    <a:tint val="75000"/>
                  </a:schemeClr>
                </a:solidFill>
              </a:defRPr>
            </a:lvl5pPr>
            <a:lvl6pPr marL="4572228" indent="0" algn="ctr">
              <a:buNone/>
              <a:defRPr>
                <a:solidFill>
                  <a:schemeClr val="tx1">
                    <a:tint val="75000"/>
                  </a:schemeClr>
                </a:solidFill>
              </a:defRPr>
            </a:lvl6pPr>
            <a:lvl7pPr marL="5486675" indent="0" algn="ctr">
              <a:buNone/>
              <a:defRPr>
                <a:solidFill>
                  <a:schemeClr val="tx1">
                    <a:tint val="75000"/>
                  </a:schemeClr>
                </a:solidFill>
              </a:defRPr>
            </a:lvl7pPr>
            <a:lvl8pPr marL="6401120" indent="0" algn="ctr">
              <a:buNone/>
              <a:defRPr>
                <a:solidFill>
                  <a:schemeClr val="tx1">
                    <a:tint val="75000"/>
                  </a:schemeClr>
                </a:solidFill>
              </a:defRPr>
            </a:lvl8pPr>
            <a:lvl9pPr marL="7315566"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7220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4345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8813801"/>
            <a:ext cx="15544800" cy="2724150"/>
          </a:xfrm>
        </p:spPr>
        <p:txBody>
          <a:bodyPr anchor="t"/>
          <a:lstStyle>
            <a:lvl1pPr algn="l">
              <a:defRPr sz="8001" b="1" cap="all"/>
            </a:lvl1pPr>
          </a:lstStyle>
          <a:p>
            <a:r>
              <a:rPr lang="en-US"/>
              <a:t>Click to edit Master title style</a:t>
            </a:r>
          </a:p>
        </p:txBody>
      </p:sp>
      <p:sp>
        <p:nvSpPr>
          <p:cNvPr id="3" name="Text Placeholder 2"/>
          <p:cNvSpPr>
            <a:spLocks noGrp="1"/>
          </p:cNvSpPr>
          <p:nvPr>
            <p:ph type="body" idx="1"/>
          </p:nvPr>
        </p:nvSpPr>
        <p:spPr>
          <a:xfrm>
            <a:off x="1444626" y="5813428"/>
            <a:ext cx="15544800" cy="3000374"/>
          </a:xfrm>
        </p:spPr>
        <p:txBody>
          <a:bodyPr anchor="b"/>
          <a:lstStyle>
            <a:lvl1pPr marL="0" indent="0">
              <a:buNone/>
              <a:defRPr sz="4001">
                <a:solidFill>
                  <a:schemeClr val="tx1">
                    <a:tint val="75000"/>
                  </a:schemeClr>
                </a:solidFill>
              </a:defRPr>
            </a:lvl1pPr>
            <a:lvl2pPr marL="914445" indent="0">
              <a:buNone/>
              <a:defRPr sz="3600">
                <a:solidFill>
                  <a:schemeClr val="tx1">
                    <a:tint val="75000"/>
                  </a:schemeClr>
                </a:solidFill>
              </a:defRPr>
            </a:lvl2pPr>
            <a:lvl3pPr marL="1828892" indent="0">
              <a:buNone/>
              <a:defRPr sz="3200">
                <a:solidFill>
                  <a:schemeClr val="tx1">
                    <a:tint val="75000"/>
                  </a:schemeClr>
                </a:solidFill>
              </a:defRPr>
            </a:lvl3pPr>
            <a:lvl4pPr marL="2743337" indent="0">
              <a:buNone/>
              <a:defRPr sz="2801">
                <a:solidFill>
                  <a:schemeClr val="tx1">
                    <a:tint val="75000"/>
                  </a:schemeClr>
                </a:solidFill>
              </a:defRPr>
            </a:lvl4pPr>
            <a:lvl5pPr marL="3657783" indent="0">
              <a:buNone/>
              <a:defRPr sz="2801">
                <a:solidFill>
                  <a:schemeClr val="tx1">
                    <a:tint val="75000"/>
                  </a:schemeClr>
                </a:solidFill>
              </a:defRPr>
            </a:lvl5pPr>
            <a:lvl6pPr marL="4572228" indent="0">
              <a:buNone/>
              <a:defRPr sz="2801">
                <a:solidFill>
                  <a:schemeClr val="tx1">
                    <a:tint val="75000"/>
                  </a:schemeClr>
                </a:solidFill>
              </a:defRPr>
            </a:lvl6pPr>
            <a:lvl7pPr marL="5486675" indent="0">
              <a:buNone/>
              <a:defRPr sz="2801">
                <a:solidFill>
                  <a:schemeClr val="tx1">
                    <a:tint val="75000"/>
                  </a:schemeClr>
                </a:solidFill>
              </a:defRPr>
            </a:lvl7pPr>
            <a:lvl8pPr marL="6401120" indent="0">
              <a:buNone/>
              <a:defRPr sz="2801">
                <a:solidFill>
                  <a:schemeClr val="tx1">
                    <a:tint val="75000"/>
                  </a:schemeClr>
                </a:solidFill>
              </a:defRPr>
            </a:lvl8pPr>
            <a:lvl9pPr marL="7315566" indent="0">
              <a:buNone/>
              <a:defRPr sz="28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867154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3200402"/>
            <a:ext cx="8077200" cy="9051926"/>
          </a:xfrm>
        </p:spPr>
        <p:txBody>
          <a:bodyPr/>
          <a:lstStyle>
            <a:lvl1pPr>
              <a:defRPr sz="5601"/>
            </a:lvl1pPr>
            <a:lvl2pPr>
              <a:defRPr sz="4800"/>
            </a:lvl2pPr>
            <a:lvl3pPr>
              <a:defRPr sz="4001"/>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96400" y="3200402"/>
            <a:ext cx="8077200" cy="9051926"/>
          </a:xfrm>
        </p:spPr>
        <p:txBody>
          <a:bodyPr/>
          <a:lstStyle>
            <a:lvl1pPr>
              <a:defRPr sz="5601"/>
            </a:lvl1pPr>
            <a:lvl2pPr>
              <a:defRPr sz="4800"/>
            </a:lvl2pPr>
            <a:lvl3pPr>
              <a:defRPr sz="4001"/>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5196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1" y="3070226"/>
            <a:ext cx="8080376" cy="1279524"/>
          </a:xfrm>
        </p:spPr>
        <p:txBody>
          <a:bodyPr anchor="b"/>
          <a:lstStyle>
            <a:lvl1pPr marL="0" indent="0">
              <a:buNone/>
              <a:defRPr sz="4800" b="1"/>
            </a:lvl1pPr>
            <a:lvl2pPr marL="914445" indent="0">
              <a:buNone/>
              <a:defRPr sz="4001" b="1"/>
            </a:lvl2pPr>
            <a:lvl3pPr marL="1828892" indent="0">
              <a:buNone/>
              <a:defRPr sz="3600" b="1"/>
            </a:lvl3pPr>
            <a:lvl4pPr marL="2743337" indent="0">
              <a:buNone/>
              <a:defRPr sz="3200" b="1"/>
            </a:lvl4pPr>
            <a:lvl5pPr marL="3657783" indent="0">
              <a:buNone/>
              <a:defRPr sz="3200" b="1"/>
            </a:lvl5pPr>
            <a:lvl6pPr marL="4572228" indent="0">
              <a:buNone/>
              <a:defRPr sz="3200" b="1"/>
            </a:lvl6pPr>
            <a:lvl7pPr marL="5486675" indent="0">
              <a:buNone/>
              <a:defRPr sz="3200" b="1"/>
            </a:lvl7pPr>
            <a:lvl8pPr marL="6401120" indent="0">
              <a:buNone/>
              <a:defRPr sz="3200" b="1"/>
            </a:lvl8pPr>
            <a:lvl9pPr marL="7315566" indent="0">
              <a:buNone/>
              <a:defRPr sz="3200" b="1"/>
            </a:lvl9pPr>
          </a:lstStyle>
          <a:p>
            <a:pPr lvl="0"/>
            <a:r>
              <a:rPr lang="en-US"/>
              <a:t>Click to edit Master text styles</a:t>
            </a:r>
          </a:p>
        </p:txBody>
      </p:sp>
      <p:sp>
        <p:nvSpPr>
          <p:cNvPr id="4" name="Content Placeholder 3"/>
          <p:cNvSpPr>
            <a:spLocks noGrp="1"/>
          </p:cNvSpPr>
          <p:nvPr>
            <p:ph sz="half" idx="2"/>
          </p:nvPr>
        </p:nvSpPr>
        <p:spPr>
          <a:xfrm>
            <a:off x="914401" y="4349750"/>
            <a:ext cx="8080376" cy="7902576"/>
          </a:xfrm>
        </p:spPr>
        <p:txBody>
          <a:bodyPr/>
          <a:lstStyle>
            <a:lvl1pPr>
              <a:defRPr sz="4800"/>
            </a:lvl1pPr>
            <a:lvl2pPr>
              <a:defRPr sz="4001"/>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90053" y="3070226"/>
            <a:ext cx="8083550" cy="1279524"/>
          </a:xfrm>
        </p:spPr>
        <p:txBody>
          <a:bodyPr anchor="b"/>
          <a:lstStyle>
            <a:lvl1pPr marL="0" indent="0">
              <a:buNone/>
              <a:defRPr sz="4800" b="1"/>
            </a:lvl1pPr>
            <a:lvl2pPr marL="914445" indent="0">
              <a:buNone/>
              <a:defRPr sz="4001" b="1"/>
            </a:lvl2pPr>
            <a:lvl3pPr marL="1828892" indent="0">
              <a:buNone/>
              <a:defRPr sz="3600" b="1"/>
            </a:lvl3pPr>
            <a:lvl4pPr marL="2743337" indent="0">
              <a:buNone/>
              <a:defRPr sz="3200" b="1"/>
            </a:lvl4pPr>
            <a:lvl5pPr marL="3657783" indent="0">
              <a:buNone/>
              <a:defRPr sz="3200" b="1"/>
            </a:lvl5pPr>
            <a:lvl6pPr marL="4572228" indent="0">
              <a:buNone/>
              <a:defRPr sz="3200" b="1"/>
            </a:lvl6pPr>
            <a:lvl7pPr marL="5486675" indent="0">
              <a:buNone/>
              <a:defRPr sz="3200" b="1"/>
            </a:lvl7pPr>
            <a:lvl8pPr marL="6401120" indent="0">
              <a:buNone/>
              <a:defRPr sz="3200" b="1"/>
            </a:lvl8pPr>
            <a:lvl9pPr marL="7315566" indent="0">
              <a:buNone/>
              <a:defRPr sz="3200" b="1"/>
            </a:lvl9pPr>
          </a:lstStyle>
          <a:p>
            <a:pPr lvl="0"/>
            <a:r>
              <a:rPr lang="en-US"/>
              <a:t>Click to edit Master text styles</a:t>
            </a:r>
          </a:p>
        </p:txBody>
      </p:sp>
      <p:sp>
        <p:nvSpPr>
          <p:cNvPr id="6" name="Content Placeholder 5"/>
          <p:cNvSpPr>
            <a:spLocks noGrp="1"/>
          </p:cNvSpPr>
          <p:nvPr>
            <p:ph sz="quarter" idx="4"/>
          </p:nvPr>
        </p:nvSpPr>
        <p:spPr>
          <a:xfrm>
            <a:off x="9290053" y="4349750"/>
            <a:ext cx="8083550" cy="7902576"/>
          </a:xfrm>
        </p:spPr>
        <p:txBody>
          <a:bodyPr/>
          <a:lstStyle>
            <a:lvl1pPr>
              <a:defRPr sz="4800"/>
            </a:lvl1pPr>
            <a:lvl2pPr>
              <a:defRPr sz="4001"/>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842263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5134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4852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2" y="546101"/>
            <a:ext cx="6016626" cy="2324100"/>
          </a:xfrm>
        </p:spPr>
        <p:txBody>
          <a:bodyPr anchor="b"/>
          <a:lstStyle>
            <a:lvl1pPr algn="l">
              <a:defRPr sz="4001" b="1"/>
            </a:lvl1pPr>
          </a:lstStyle>
          <a:p>
            <a:r>
              <a:rPr lang="en-US"/>
              <a:t>Click to edit Master title style</a:t>
            </a:r>
          </a:p>
        </p:txBody>
      </p:sp>
      <p:sp>
        <p:nvSpPr>
          <p:cNvPr id="3" name="Content Placeholder 2"/>
          <p:cNvSpPr>
            <a:spLocks noGrp="1"/>
          </p:cNvSpPr>
          <p:nvPr>
            <p:ph idx="1"/>
          </p:nvPr>
        </p:nvSpPr>
        <p:spPr>
          <a:xfrm>
            <a:off x="7150100" y="546101"/>
            <a:ext cx="10223501" cy="11706227"/>
          </a:xfrm>
        </p:spPr>
        <p:txBody>
          <a:bodyPr/>
          <a:lstStyle>
            <a:lvl1pPr>
              <a:defRPr sz="6401"/>
            </a:lvl1pPr>
            <a:lvl2pPr>
              <a:defRPr sz="5601"/>
            </a:lvl2pPr>
            <a:lvl3pPr>
              <a:defRPr sz="4800"/>
            </a:lvl3pPr>
            <a:lvl4pPr>
              <a:defRPr sz="4001"/>
            </a:lvl4pPr>
            <a:lvl5pPr>
              <a:defRPr sz="4001"/>
            </a:lvl5pPr>
            <a:lvl6pPr>
              <a:defRPr sz="4001"/>
            </a:lvl6pPr>
            <a:lvl7pPr>
              <a:defRPr sz="4001"/>
            </a:lvl7pPr>
            <a:lvl8pPr>
              <a:defRPr sz="4001"/>
            </a:lvl8pPr>
            <a:lvl9pPr>
              <a:defRPr sz="40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4402" y="2870201"/>
            <a:ext cx="6016626" cy="9382127"/>
          </a:xfrm>
        </p:spPr>
        <p:txBody>
          <a:bodyPr/>
          <a:lstStyle>
            <a:lvl1pPr marL="0" indent="0">
              <a:buNone/>
              <a:defRPr sz="2801"/>
            </a:lvl1pPr>
            <a:lvl2pPr marL="914445" indent="0">
              <a:buNone/>
              <a:defRPr sz="2400"/>
            </a:lvl2pPr>
            <a:lvl3pPr marL="1828892" indent="0">
              <a:buNone/>
              <a:defRPr sz="2000"/>
            </a:lvl3pPr>
            <a:lvl4pPr marL="2743337" indent="0">
              <a:buNone/>
              <a:defRPr sz="1800"/>
            </a:lvl4pPr>
            <a:lvl5pPr marL="3657783" indent="0">
              <a:buNone/>
              <a:defRPr sz="1800"/>
            </a:lvl5pPr>
            <a:lvl6pPr marL="4572228" indent="0">
              <a:buNone/>
              <a:defRPr sz="1800"/>
            </a:lvl6pPr>
            <a:lvl7pPr marL="5486675" indent="0">
              <a:buNone/>
              <a:defRPr sz="1800"/>
            </a:lvl7pPr>
            <a:lvl8pPr marL="6401120" indent="0">
              <a:buNone/>
              <a:defRPr sz="1800"/>
            </a:lvl8pPr>
            <a:lvl9pPr marL="7315566"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753196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9601201"/>
            <a:ext cx="10972800" cy="1133477"/>
          </a:xfrm>
        </p:spPr>
        <p:txBody>
          <a:bodyPr anchor="b"/>
          <a:lstStyle>
            <a:lvl1pPr algn="l">
              <a:defRPr sz="4001" b="1"/>
            </a:lvl1pPr>
          </a:lstStyle>
          <a:p>
            <a:r>
              <a:rPr lang="en-US"/>
              <a:t>Click to edit Master title style</a:t>
            </a:r>
          </a:p>
        </p:txBody>
      </p:sp>
      <p:sp>
        <p:nvSpPr>
          <p:cNvPr id="3" name="Picture Placeholder 2"/>
          <p:cNvSpPr>
            <a:spLocks noGrp="1"/>
          </p:cNvSpPr>
          <p:nvPr>
            <p:ph type="pic" idx="1"/>
          </p:nvPr>
        </p:nvSpPr>
        <p:spPr>
          <a:xfrm>
            <a:off x="3584576" y="1225549"/>
            <a:ext cx="10972800" cy="8229600"/>
          </a:xfrm>
        </p:spPr>
        <p:txBody>
          <a:bodyPr/>
          <a:lstStyle>
            <a:lvl1pPr marL="0" indent="0">
              <a:buNone/>
              <a:defRPr sz="6401"/>
            </a:lvl1pPr>
            <a:lvl2pPr marL="914445" indent="0">
              <a:buNone/>
              <a:defRPr sz="5601"/>
            </a:lvl2pPr>
            <a:lvl3pPr marL="1828892" indent="0">
              <a:buNone/>
              <a:defRPr sz="4800"/>
            </a:lvl3pPr>
            <a:lvl4pPr marL="2743337" indent="0">
              <a:buNone/>
              <a:defRPr sz="4001"/>
            </a:lvl4pPr>
            <a:lvl5pPr marL="3657783" indent="0">
              <a:buNone/>
              <a:defRPr sz="4001"/>
            </a:lvl5pPr>
            <a:lvl6pPr marL="4572228" indent="0">
              <a:buNone/>
              <a:defRPr sz="4001"/>
            </a:lvl6pPr>
            <a:lvl7pPr marL="5486675" indent="0">
              <a:buNone/>
              <a:defRPr sz="4001"/>
            </a:lvl7pPr>
            <a:lvl8pPr marL="6401120" indent="0">
              <a:buNone/>
              <a:defRPr sz="4001"/>
            </a:lvl8pPr>
            <a:lvl9pPr marL="7315566" indent="0">
              <a:buNone/>
              <a:defRPr sz="4001"/>
            </a:lvl9pPr>
          </a:lstStyle>
          <a:p>
            <a:endParaRPr lang="en-US"/>
          </a:p>
        </p:txBody>
      </p:sp>
      <p:sp>
        <p:nvSpPr>
          <p:cNvPr id="4" name="Text Placeholder 3"/>
          <p:cNvSpPr>
            <a:spLocks noGrp="1"/>
          </p:cNvSpPr>
          <p:nvPr>
            <p:ph type="body" sz="half" idx="2"/>
          </p:nvPr>
        </p:nvSpPr>
        <p:spPr>
          <a:xfrm>
            <a:off x="3584576" y="10734677"/>
            <a:ext cx="10972800" cy="1609724"/>
          </a:xfrm>
        </p:spPr>
        <p:txBody>
          <a:bodyPr/>
          <a:lstStyle>
            <a:lvl1pPr marL="0" indent="0">
              <a:buNone/>
              <a:defRPr sz="2801"/>
            </a:lvl1pPr>
            <a:lvl2pPr marL="914445" indent="0">
              <a:buNone/>
              <a:defRPr sz="2400"/>
            </a:lvl2pPr>
            <a:lvl3pPr marL="1828892" indent="0">
              <a:buNone/>
              <a:defRPr sz="2000"/>
            </a:lvl3pPr>
            <a:lvl4pPr marL="2743337" indent="0">
              <a:buNone/>
              <a:defRPr sz="1800"/>
            </a:lvl4pPr>
            <a:lvl5pPr marL="3657783" indent="0">
              <a:buNone/>
              <a:defRPr sz="1800"/>
            </a:lvl5pPr>
            <a:lvl6pPr marL="4572228" indent="0">
              <a:buNone/>
              <a:defRPr sz="1800"/>
            </a:lvl6pPr>
            <a:lvl7pPr marL="5486675" indent="0">
              <a:buNone/>
              <a:defRPr sz="1800"/>
            </a:lvl7pPr>
            <a:lvl8pPr marL="6401120" indent="0">
              <a:buNone/>
              <a:defRPr sz="1800"/>
            </a:lvl8pPr>
            <a:lvl9pPr marL="7315566"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4190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2794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549278"/>
            <a:ext cx="4114800" cy="11703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549278"/>
            <a:ext cx="12039600" cy="11703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20947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990689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570781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264470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44384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030407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285651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019284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669801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653650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12514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084728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549276"/>
            <a:ext cx="16459200" cy="2286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914400" y="3200402"/>
            <a:ext cx="16459200" cy="905192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14400" y="12712702"/>
            <a:ext cx="4267200" cy="730250"/>
          </a:xfrm>
          <a:prstGeom prst="rect">
            <a:avLst/>
          </a:prstGeom>
        </p:spPr>
        <p:txBody>
          <a:bodyPr vert="horz" lIns="91440" tIns="45720" rIns="91440" bIns="45720" rtlCol="0" anchor="ctr"/>
          <a:lstStyle>
            <a:lvl1pPr algn="l">
              <a:defRPr sz="24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6248400" y="12712702"/>
            <a:ext cx="5791200"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3106400" y="12712702"/>
            <a:ext cx="4267200"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455599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45" rtl="0" eaLnBrk="1" latinLnBrk="0" hangingPunct="1">
        <a:spcBef>
          <a:spcPct val="0"/>
        </a:spcBef>
        <a:buNone/>
        <a:defRPr sz="8801" kern="1200">
          <a:solidFill>
            <a:schemeClr val="tx1"/>
          </a:solidFill>
          <a:latin typeface="+mj-lt"/>
          <a:ea typeface="+mj-ea"/>
          <a:cs typeface="+mj-cs"/>
        </a:defRPr>
      </a:lvl1pPr>
    </p:titleStyle>
    <p:bodyStyle>
      <a:lvl1pPr marL="685835" indent="-685835" algn="l" defTabSz="914445" rtl="0" eaLnBrk="1" latinLnBrk="0" hangingPunct="1">
        <a:spcBef>
          <a:spcPct val="20000"/>
        </a:spcBef>
        <a:buFont typeface="Arial"/>
        <a:buChar char="•"/>
        <a:defRPr sz="6401" kern="1200">
          <a:solidFill>
            <a:schemeClr val="tx1"/>
          </a:solidFill>
          <a:latin typeface="+mn-lt"/>
          <a:ea typeface="+mn-ea"/>
          <a:cs typeface="+mn-cs"/>
        </a:defRPr>
      </a:lvl1pPr>
      <a:lvl2pPr marL="1485975" indent="-571529" algn="l" defTabSz="914445" rtl="0" eaLnBrk="1" latinLnBrk="0" hangingPunct="1">
        <a:spcBef>
          <a:spcPct val="20000"/>
        </a:spcBef>
        <a:buFont typeface="Arial"/>
        <a:buChar char="–"/>
        <a:defRPr sz="5601" kern="1200">
          <a:solidFill>
            <a:schemeClr val="tx1"/>
          </a:solidFill>
          <a:latin typeface="+mn-lt"/>
          <a:ea typeface="+mn-ea"/>
          <a:cs typeface="+mn-cs"/>
        </a:defRPr>
      </a:lvl2pPr>
      <a:lvl3pPr marL="2286114" indent="-457223" algn="l" defTabSz="914445" rtl="0" eaLnBrk="1" latinLnBrk="0" hangingPunct="1">
        <a:spcBef>
          <a:spcPct val="20000"/>
        </a:spcBef>
        <a:buFont typeface="Arial"/>
        <a:buChar char="•"/>
        <a:defRPr sz="4800" kern="1200">
          <a:solidFill>
            <a:schemeClr val="tx1"/>
          </a:solidFill>
          <a:latin typeface="+mn-lt"/>
          <a:ea typeface="+mn-ea"/>
          <a:cs typeface="+mn-cs"/>
        </a:defRPr>
      </a:lvl3pPr>
      <a:lvl4pPr marL="3200561" indent="-457223" algn="l" defTabSz="914445" rtl="0" eaLnBrk="1" latinLnBrk="0" hangingPunct="1">
        <a:spcBef>
          <a:spcPct val="20000"/>
        </a:spcBef>
        <a:buFont typeface="Arial"/>
        <a:buChar char="–"/>
        <a:defRPr sz="4001" kern="1200">
          <a:solidFill>
            <a:schemeClr val="tx1"/>
          </a:solidFill>
          <a:latin typeface="+mn-lt"/>
          <a:ea typeface="+mn-ea"/>
          <a:cs typeface="+mn-cs"/>
        </a:defRPr>
      </a:lvl4pPr>
      <a:lvl5pPr marL="4115006" indent="-457223" algn="l" defTabSz="914445" rtl="0" eaLnBrk="1" latinLnBrk="0" hangingPunct="1">
        <a:spcBef>
          <a:spcPct val="20000"/>
        </a:spcBef>
        <a:buFont typeface="Arial"/>
        <a:buChar char="»"/>
        <a:defRPr sz="4001" kern="1200">
          <a:solidFill>
            <a:schemeClr val="tx1"/>
          </a:solidFill>
          <a:latin typeface="+mn-lt"/>
          <a:ea typeface="+mn-ea"/>
          <a:cs typeface="+mn-cs"/>
        </a:defRPr>
      </a:lvl5pPr>
      <a:lvl6pPr marL="5029452" indent="-457223" algn="l" defTabSz="914445" rtl="0" eaLnBrk="1" latinLnBrk="0" hangingPunct="1">
        <a:spcBef>
          <a:spcPct val="20000"/>
        </a:spcBef>
        <a:buFont typeface="Arial"/>
        <a:buChar char="•"/>
        <a:defRPr sz="4001" kern="1200">
          <a:solidFill>
            <a:schemeClr val="tx1"/>
          </a:solidFill>
          <a:latin typeface="+mn-lt"/>
          <a:ea typeface="+mn-ea"/>
          <a:cs typeface="+mn-cs"/>
        </a:defRPr>
      </a:lvl6pPr>
      <a:lvl7pPr marL="5943897" indent="-457223" algn="l" defTabSz="914445" rtl="0" eaLnBrk="1" latinLnBrk="0" hangingPunct="1">
        <a:spcBef>
          <a:spcPct val="20000"/>
        </a:spcBef>
        <a:buFont typeface="Arial"/>
        <a:buChar char="•"/>
        <a:defRPr sz="4001" kern="1200">
          <a:solidFill>
            <a:schemeClr val="tx1"/>
          </a:solidFill>
          <a:latin typeface="+mn-lt"/>
          <a:ea typeface="+mn-ea"/>
          <a:cs typeface="+mn-cs"/>
        </a:defRPr>
      </a:lvl7pPr>
      <a:lvl8pPr marL="6858344" indent="-457223" algn="l" defTabSz="914445" rtl="0" eaLnBrk="1" latinLnBrk="0" hangingPunct="1">
        <a:spcBef>
          <a:spcPct val="20000"/>
        </a:spcBef>
        <a:buFont typeface="Arial"/>
        <a:buChar char="•"/>
        <a:defRPr sz="4001" kern="1200">
          <a:solidFill>
            <a:schemeClr val="tx1"/>
          </a:solidFill>
          <a:latin typeface="+mn-lt"/>
          <a:ea typeface="+mn-ea"/>
          <a:cs typeface="+mn-cs"/>
        </a:defRPr>
      </a:lvl8pPr>
      <a:lvl9pPr marL="7772789" indent="-457223" algn="l" defTabSz="914445" rtl="0" eaLnBrk="1" latinLnBrk="0" hangingPunct="1">
        <a:spcBef>
          <a:spcPct val="20000"/>
        </a:spcBef>
        <a:buFont typeface="Arial"/>
        <a:buChar char="•"/>
        <a:defRPr sz="4001" kern="1200">
          <a:solidFill>
            <a:schemeClr val="tx1"/>
          </a:solidFill>
          <a:latin typeface="+mn-lt"/>
          <a:ea typeface="+mn-ea"/>
          <a:cs typeface="+mn-cs"/>
        </a:defRPr>
      </a:lvl9pPr>
    </p:bodyStyle>
    <p:otherStyle>
      <a:defPPr>
        <a:defRPr lang="en-US"/>
      </a:defPPr>
      <a:lvl1pPr marL="0" algn="l" defTabSz="914445" rtl="0" eaLnBrk="1" latinLnBrk="0" hangingPunct="1">
        <a:defRPr sz="3600" kern="1200">
          <a:solidFill>
            <a:schemeClr val="tx1"/>
          </a:solidFill>
          <a:latin typeface="+mn-lt"/>
          <a:ea typeface="+mn-ea"/>
          <a:cs typeface="+mn-cs"/>
        </a:defRPr>
      </a:lvl1pPr>
      <a:lvl2pPr marL="914445" algn="l" defTabSz="914445" rtl="0" eaLnBrk="1" latinLnBrk="0" hangingPunct="1">
        <a:defRPr sz="3600" kern="1200">
          <a:solidFill>
            <a:schemeClr val="tx1"/>
          </a:solidFill>
          <a:latin typeface="+mn-lt"/>
          <a:ea typeface="+mn-ea"/>
          <a:cs typeface="+mn-cs"/>
        </a:defRPr>
      </a:lvl2pPr>
      <a:lvl3pPr marL="1828892" algn="l" defTabSz="914445" rtl="0" eaLnBrk="1" latinLnBrk="0" hangingPunct="1">
        <a:defRPr sz="3600" kern="1200">
          <a:solidFill>
            <a:schemeClr val="tx1"/>
          </a:solidFill>
          <a:latin typeface="+mn-lt"/>
          <a:ea typeface="+mn-ea"/>
          <a:cs typeface="+mn-cs"/>
        </a:defRPr>
      </a:lvl3pPr>
      <a:lvl4pPr marL="2743337" algn="l" defTabSz="914445" rtl="0" eaLnBrk="1" latinLnBrk="0" hangingPunct="1">
        <a:defRPr sz="3600" kern="1200">
          <a:solidFill>
            <a:schemeClr val="tx1"/>
          </a:solidFill>
          <a:latin typeface="+mn-lt"/>
          <a:ea typeface="+mn-ea"/>
          <a:cs typeface="+mn-cs"/>
        </a:defRPr>
      </a:lvl4pPr>
      <a:lvl5pPr marL="3657783" algn="l" defTabSz="914445" rtl="0" eaLnBrk="1" latinLnBrk="0" hangingPunct="1">
        <a:defRPr sz="3600" kern="1200">
          <a:solidFill>
            <a:schemeClr val="tx1"/>
          </a:solidFill>
          <a:latin typeface="+mn-lt"/>
          <a:ea typeface="+mn-ea"/>
          <a:cs typeface="+mn-cs"/>
        </a:defRPr>
      </a:lvl5pPr>
      <a:lvl6pPr marL="4572228" algn="l" defTabSz="914445" rtl="0" eaLnBrk="1" latinLnBrk="0" hangingPunct="1">
        <a:defRPr sz="3600" kern="1200">
          <a:solidFill>
            <a:schemeClr val="tx1"/>
          </a:solidFill>
          <a:latin typeface="+mn-lt"/>
          <a:ea typeface="+mn-ea"/>
          <a:cs typeface="+mn-cs"/>
        </a:defRPr>
      </a:lvl6pPr>
      <a:lvl7pPr marL="5486675" algn="l" defTabSz="914445" rtl="0" eaLnBrk="1" latinLnBrk="0" hangingPunct="1">
        <a:defRPr sz="3600" kern="1200">
          <a:solidFill>
            <a:schemeClr val="tx1"/>
          </a:solidFill>
          <a:latin typeface="+mn-lt"/>
          <a:ea typeface="+mn-ea"/>
          <a:cs typeface="+mn-cs"/>
        </a:defRPr>
      </a:lvl7pPr>
      <a:lvl8pPr marL="6401120" algn="l" defTabSz="914445" rtl="0" eaLnBrk="1" latinLnBrk="0" hangingPunct="1">
        <a:defRPr sz="3600" kern="1200">
          <a:solidFill>
            <a:schemeClr val="tx1"/>
          </a:solidFill>
          <a:latin typeface="+mn-lt"/>
          <a:ea typeface="+mn-ea"/>
          <a:cs typeface="+mn-cs"/>
        </a:defRPr>
      </a:lvl8pPr>
      <a:lvl9pPr marL="7315566" algn="l" defTabSz="914445" rtl="0" eaLnBrk="1" latinLnBrk="0" hangingPunct="1">
        <a:defRPr sz="3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89006665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3D_77B96247.xml"/><Relationship Id="rId2" Type="http://schemas.openxmlformats.org/officeDocument/2006/relationships/notesSlide" Target="../notesSlides/notesSlide1.xml"/><Relationship Id="rId1" Type="http://schemas.openxmlformats.org/officeDocument/2006/relationships/slideLayout" Target="../slideLayouts/slideLayout29.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13" Type="http://schemas.microsoft.com/office/2007/relationships/hdphoto" Target="../media/hdphoto1.wdp"/><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notesSlide" Target="../notesSlides/notesSlide2.xml"/><Relationship Id="rId16"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svg"/><Relationship Id="rId15" Type="http://schemas.openxmlformats.org/officeDocument/2006/relationships/image" Target="../media/image13.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 Id="rId1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microsoft.com/office/2007/relationships/hdphoto" Target="../media/hdphoto2.wdp"/><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a:extLst>
            <a:ext uri="{FF2B5EF4-FFF2-40B4-BE49-F238E27FC236}">
              <a16:creationId xmlns:a16="http://schemas.microsoft.com/office/drawing/2014/main" id="{203C1591-E9F8-AD2B-80A0-96AE30EA90D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D42019C-DF6A-B28B-7B35-219403E50192}"/>
              </a:ext>
            </a:extLst>
          </p:cNvPr>
          <p:cNvSpPr/>
          <p:nvPr/>
        </p:nvSpPr>
        <p:spPr>
          <a:xfrm flipV="1">
            <a:off x="11553949" y="231443"/>
            <a:ext cx="0" cy="9824114"/>
          </a:xfrm>
          <a:prstGeom prst="line">
            <a:avLst/>
          </a:prstGeom>
          <a:ln w="38100" cap="flat">
            <a:solidFill>
              <a:schemeClr val="bg1"/>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AutoShape 3">
            <a:extLst>
              <a:ext uri="{FF2B5EF4-FFF2-40B4-BE49-F238E27FC236}">
                <a16:creationId xmlns:a16="http://schemas.microsoft.com/office/drawing/2014/main" id="{C420028D-DB96-D3B4-BAB5-D0559D4C95C2}"/>
              </a:ext>
            </a:extLst>
          </p:cNvPr>
          <p:cNvSpPr/>
          <p:nvPr/>
        </p:nvSpPr>
        <p:spPr>
          <a:xfrm flipV="1">
            <a:off x="485862" y="9105900"/>
            <a:ext cx="10742228" cy="19050"/>
          </a:xfrm>
          <a:prstGeom prst="line">
            <a:avLst/>
          </a:prstGeom>
          <a:ln w="38100" cap="flat">
            <a:solidFill>
              <a:schemeClr val="bg1"/>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2" name="Group 21">
            <a:extLst>
              <a:ext uri="{FF2B5EF4-FFF2-40B4-BE49-F238E27FC236}">
                <a16:creationId xmlns:a16="http://schemas.microsoft.com/office/drawing/2014/main" id="{C75E3EBE-D543-A7A1-ACEF-87739EB0156F}"/>
              </a:ext>
            </a:extLst>
          </p:cNvPr>
          <p:cNvGrpSpPr/>
          <p:nvPr/>
        </p:nvGrpSpPr>
        <p:grpSpPr>
          <a:xfrm>
            <a:off x="8915406" y="5918749"/>
            <a:ext cx="1295394" cy="231522"/>
            <a:chOff x="1447800" y="6531228"/>
            <a:chExt cx="1295394" cy="231522"/>
          </a:xfrm>
        </p:grpSpPr>
        <p:sp>
          <p:nvSpPr>
            <p:cNvPr id="17" name="Oval 16">
              <a:extLst>
                <a:ext uri="{FF2B5EF4-FFF2-40B4-BE49-F238E27FC236}">
                  <a16:creationId xmlns:a16="http://schemas.microsoft.com/office/drawing/2014/main" id="{7AEE2A08-980F-9BC5-99A4-EA676ACC2D4A}"/>
                </a:ext>
              </a:extLst>
            </p:cNvPr>
            <p:cNvSpPr/>
            <p:nvPr/>
          </p:nvSpPr>
          <p:spPr>
            <a:xfrm>
              <a:off x="1447800" y="6531228"/>
              <a:ext cx="228598" cy="231522"/>
            </a:xfrm>
            <a:prstGeom prst="ellipse">
              <a:avLst/>
            </a:prstGeom>
            <a:solidFill>
              <a:srgbClr val="002B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Oval 17">
              <a:extLst>
                <a:ext uri="{FF2B5EF4-FFF2-40B4-BE49-F238E27FC236}">
                  <a16:creationId xmlns:a16="http://schemas.microsoft.com/office/drawing/2014/main" id="{5F7844A5-A88F-4C81-2653-485016AD8668}"/>
                </a:ext>
              </a:extLst>
            </p:cNvPr>
            <p:cNvSpPr/>
            <p:nvPr/>
          </p:nvSpPr>
          <p:spPr>
            <a:xfrm>
              <a:off x="1714499" y="6531228"/>
              <a:ext cx="228598" cy="231522"/>
            </a:xfrm>
            <a:prstGeom prst="ellipse">
              <a:avLst/>
            </a:prstGeom>
            <a:solidFill>
              <a:srgbClr val="002B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Oval 18">
              <a:extLst>
                <a:ext uri="{FF2B5EF4-FFF2-40B4-BE49-F238E27FC236}">
                  <a16:creationId xmlns:a16="http://schemas.microsoft.com/office/drawing/2014/main" id="{66330DDF-0565-252C-05FD-2AD2ACD8E2BB}"/>
                </a:ext>
              </a:extLst>
            </p:cNvPr>
            <p:cNvSpPr/>
            <p:nvPr/>
          </p:nvSpPr>
          <p:spPr>
            <a:xfrm>
              <a:off x="1981198" y="6531228"/>
              <a:ext cx="228598" cy="231522"/>
            </a:xfrm>
            <a:prstGeom prst="ellipse">
              <a:avLst/>
            </a:prstGeom>
            <a:solidFill>
              <a:srgbClr val="002B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Oval 19">
              <a:extLst>
                <a:ext uri="{FF2B5EF4-FFF2-40B4-BE49-F238E27FC236}">
                  <a16:creationId xmlns:a16="http://schemas.microsoft.com/office/drawing/2014/main" id="{B4638375-5507-FCDD-DA16-870BD61BBC90}"/>
                </a:ext>
              </a:extLst>
            </p:cNvPr>
            <p:cNvSpPr/>
            <p:nvPr/>
          </p:nvSpPr>
          <p:spPr>
            <a:xfrm>
              <a:off x="2247897" y="6531228"/>
              <a:ext cx="228598" cy="231522"/>
            </a:xfrm>
            <a:prstGeom prst="ellipse">
              <a:avLst/>
            </a:prstGeom>
            <a:solidFill>
              <a:srgbClr val="002B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Oval 20">
              <a:extLst>
                <a:ext uri="{FF2B5EF4-FFF2-40B4-BE49-F238E27FC236}">
                  <a16:creationId xmlns:a16="http://schemas.microsoft.com/office/drawing/2014/main" id="{0F130F05-ED69-8556-A5C7-7DBE28F5ADCF}"/>
                </a:ext>
              </a:extLst>
            </p:cNvPr>
            <p:cNvSpPr/>
            <p:nvPr/>
          </p:nvSpPr>
          <p:spPr>
            <a:xfrm>
              <a:off x="2514596" y="6531228"/>
              <a:ext cx="228598" cy="231522"/>
            </a:xfrm>
            <a:prstGeom prst="ellipse">
              <a:avLst/>
            </a:prstGeom>
            <a:solidFill>
              <a:srgbClr val="002B1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25" name="Picture 24" descr="ollie_green.png">
            <a:extLst>
              <a:ext uri="{FF2B5EF4-FFF2-40B4-BE49-F238E27FC236}">
                <a16:creationId xmlns:a16="http://schemas.microsoft.com/office/drawing/2014/main" id="{D88517DE-472D-3B3A-346F-6AB33072CAFC}"/>
              </a:ext>
            </a:extLst>
          </p:cNvPr>
          <p:cNvPicPr>
            <a:picLocks noChangeAspect="1"/>
          </p:cNvPicPr>
          <p:nvPr/>
        </p:nvPicPr>
        <p:blipFill>
          <a:blip r:embed="rId4">
            <a:biLevel thresh="25000"/>
          </a:blip>
          <a:stretch>
            <a:fillRect/>
          </a:stretch>
        </p:blipFill>
        <p:spPr>
          <a:xfrm>
            <a:off x="9861413" y="9414663"/>
            <a:ext cx="949727" cy="605350"/>
          </a:xfrm>
          <a:prstGeom prst="rect">
            <a:avLst/>
          </a:prstGeom>
        </p:spPr>
      </p:pic>
      <p:sp>
        <p:nvSpPr>
          <p:cNvPr id="9" name="TextBox 4">
            <a:extLst>
              <a:ext uri="{FF2B5EF4-FFF2-40B4-BE49-F238E27FC236}">
                <a16:creationId xmlns:a16="http://schemas.microsoft.com/office/drawing/2014/main" id="{7D8F050D-17AC-0C0A-4D23-CFEF1D38BBFB}"/>
              </a:ext>
            </a:extLst>
          </p:cNvPr>
          <p:cNvSpPr txBox="1"/>
          <p:nvPr/>
        </p:nvSpPr>
        <p:spPr>
          <a:xfrm>
            <a:off x="595482" y="495300"/>
            <a:ext cx="10153543" cy="6737101"/>
          </a:xfrm>
          <a:prstGeom prst="rect">
            <a:avLst/>
          </a:prstGeom>
        </p:spPr>
        <p:txBody>
          <a:bodyPr wrap="square" lIns="0" tIns="0" rIns="0" bIns="0" rtlCol="0" anchor="t">
            <a:spAutoFit/>
          </a:bodyPr>
          <a:lstStyle/>
          <a:p>
            <a:pPr marL="0" marR="0" lvl="0" indent="0" algn="l" defTabSz="914400" rtl="0" eaLnBrk="1" fontAlgn="auto" latinLnBrk="0" hangingPunct="1">
              <a:lnSpc>
                <a:spcPts val="13300"/>
              </a:lnSpc>
              <a:spcBef>
                <a:spcPts val="0"/>
              </a:spcBef>
              <a:spcAft>
                <a:spcPts val="0"/>
              </a:spcAft>
              <a:buClrTx/>
              <a:buSzTx/>
              <a:buFontTx/>
              <a:buNone/>
              <a:tabLst/>
              <a:defRPr/>
            </a:pPr>
            <a:r>
              <a:rPr kumimoji="0" lang="en-US" sz="9500" b="1" i="0" u="none" strike="noStrike" kern="1200" cap="none" spc="0" normalizeH="0" baseline="0" noProof="0" dirty="0">
                <a:ln>
                  <a:noFill/>
                </a:ln>
                <a:solidFill>
                  <a:prstClr val="white"/>
                </a:solidFill>
                <a:effectLst/>
                <a:uLnTx/>
                <a:uFillTx/>
                <a:latin typeface="Poppins Bold"/>
                <a:ea typeface="Poppins Bold"/>
                <a:cs typeface="Poppins Bold"/>
                <a:sym typeface="Poppins Bold"/>
              </a:rPr>
              <a:t>“Module:</a:t>
            </a:r>
          </a:p>
          <a:p>
            <a:pPr marL="0" marR="0" lvl="0" indent="0" algn="l" defTabSz="914400" rtl="0" eaLnBrk="1" fontAlgn="auto" latinLnBrk="0" hangingPunct="1">
              <a:lnSpc>
                <a:spcPts val="13300"/>
              </a:lnSpc>
              <a:spcBef>
                <a:spcPts val="0"/>
              </a:spcBef>
              <a:spcAft>
                <a:spcPts val="0"/>
              </a:spcAft>
              <a:buClrTx/>
              <a:buSzTx/>
              <a:buFontTx/>
              <a:buNone/>
              <a:tabLst/>
              <a:defRPr/>
            </a:pPr>
            <a:r>
              <a:rPr kumimoji="0" lang="en-US" sz="9500" b="1" i="0" u="none" strike="noStrike" kern="1200" cap="none" spc="0" normalizeH="0" baseline="0" noProof="0" dirty="0">
                <a:ln>
                  <a:noFill/>
                </a:ln>
                <a:solidFill>
                  <a:prstClr val="white"/>
                </a:solidFill>
                <a:effectLst/>
                <a:uLnTx/>
                <a:uFillTx/>
                <a:latin typeface="Poppins Bold"/>
                <a:ea typeface="Poppins Bold"/>
                <a:cs typeface="Poppins Bold"/>
                <a:sym typeface="Poppins Bold"/>
              </a:rPr>
              <a:t>Owner Disputes: Live Examples and Macros”</a:t>
            </a:r>
          </a:p>
        </p:txBody>
      </p:sp>
    </p:spTree>
    <p:extLst>
      <p:ext uri="{BB962C8B-B14F-4D97-AF65-F5344CB8AC3E}">
        <p14:creationId xmlns:p14="http://schemas.microsoft.com/office/powerpoint/2010/main" val="2008638023"/>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2B11"/>
        </a:solidFill>
        <a:effectLst/>
      </p:bgPr>
    </p:bg>
    <p:spTree>
      <p:nvGrpSpPr>
        <p:cNvPr id="1" name="">
          <a:extLst>
            <a:ext uri="{FF2B5EF4-FFF2-40B4-BE49-F238E27FC236}">
              <a16:creationId xmlns:a16="http://schemas.microsoft.com/office/drawing/2014/main" id="{698FB831-B1DE-0417-9D86-60384F3B4D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3EF7ED-C245-7985-9CD6-33F5E95AE233}"/>
              </a:ext>
            </a:extLst>
          </p:cNvPr>
          <p:cNvSpPr txBox="1"/>
          <p:nvPr/>
        </p:nvSpPr>
        <p:spPr>
          <a:xfrm>
            <a:off x="1000000" y="919524"/>
            <a:ext cx="16200000" cy="1015663"/>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6000" b="1" i="0" u="none" strike="noStrike" kern="1200" cap="none" spc="0" normalizeH="0" baseline="0" noProof="0" dirty="0">
                <a:ln>
                  <a:noFill/>
                </a:ln>
                <a:solidFill>
                  <a:srgbClr val="FFFFFF"/>
                </a:solidFill>
                <a:effectLst/>
                <a:uLnTx/>
                <a:uFillTx/>
                <a:latin typeface="Poppins Black"/>
                <a:ea typeface="+mn-ea"/>
                <a:cs typeface="+mn-cs"/>
              </a:rPr>
              <a:t>Agenda</a:t>
            </a:r>
          </a:p>
        </p:txBody>
      </p:sp>
      <p:sp>
        <p:nvSpPr>
          <p:cNvPr id="28" name="Rounded Rectangle 7">
            <a:extLst>
              <a:ext uri="{FF2B5EF4-FFF2-40B4-BE49-F238E27FC236}">
                <a16:creationId xmlns:a16="http://schemas.microsoft.com/office/drawing/2014/main" id="{C155AA8B-AE66-1F0D-4B84-4E93EC3EFC5E}"/>
              </a:ext>
            </a:extLst>
          </p:cNvPr>
          <p:cNvSpPr/>
          <p:nvPr/>
        </p:nvSpPr>
        <p:spPr>
          <a:xfrm>
            <a:off x="950749" y="4462349"/>
            <a:ext cx="16200000" cy="1015663"/>
          </a:xfrm>
          <a:prstGeom prst="roundRect">
            <a:avLst/>
          </a:prstGeom>
          <a:solidFill>
            <a:srgbClr val="9B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36" name="TextBox 35">
            <a:extLst>
              <a:ext uri="{FF2B5EF4-FFF2-40B4-BE49-F238E27FC236}">
                <a16:creationId xmlns:a16="http://schemas.microsoft.com/office/drawing/2014/main" id="{1331AF46-B590-BB7A-29BD-A1BD3D2E5F66}"/>
              </a:ext>
            </a:extLst>
          </p:cNvPr>
          <p:cNvSpPr txBox="1"/>
          <p:nvPr/>
        </p:nvSpPr>
        <p:spPr>
          <a:xfrm>
            <a:off x="1500768" y="4533900"/>
            <a:ext cx="14000000" cy="523220"/>
          </a:xfrm>
          <a:prstGeom prst="rect">
            <a:avLst/>
          </a:prstGeom>
          <a:noFill/>
        </p:spPr>
        <p:txBody>
          <a:bodyPr wrap="square" anchor="t">
            <a:spAutoFit/>
          </a:bodyPr>
          <a:lstStyle/>
          <a:p>
            <a:pPr lvl="0">
              <a:defRPr/>
            </a:pPr>
            <a:r>
              <a:rPr lang="en-US" sz="2800" dirty="0">
                <a:solidFill>
                  <a:srgbClr val="002B11"/>
                </a:solidFill>
                <a:latin typeface="Poppins Black" panose="00000A00000000000000" pitchFamily="2" charset="0"/>
                <a:cs typeface="Poppins Black" panose="00000A00000000000000" pitchFamily="2" charset="0"/>
              </a:rPr>
              <a:t>Scenarios</a:t>
            </a:r>
            <a:endParaRPr kumimoji="0" lang="en-US" sz="2800" b="1" i="0" u="none" strike="noStrike" kern="1200" cap="none" spc="0" normalizeH="0" baseline="0" noProof="0" dirty="0">
              <a:ln>
                <a:noFill/>
              </a:ln>
              <a:solidFill>
                <a:srgbClr val="002B11"/>
              </a:solidFill>
              <a:effectLst/>
              <a:uLnTx/>
              <a:uFillTx/>
              <a:latin typeface="Poppins Black" panose="00000A00000000000000" pitchFamily="2" charset="0"/>
              <a:cs typeface="Poppins Black" panose="00000A00000000000000" pitchFamily="2" charset="0"/>
            </a:endParaRPr>
          </a:p>
        </p:txBody>
      </p:sp>
      <p:sp>
        <p:nvSpPr>
          <p:cNvPr id="38" name="TextBox 37">
            <a:extLst>
              <a:ext uri="{FF2B5EF4-FFF2-40B4-BE49-F238E27FC236}">
                <a16:creationId xmlns:a16="http://schemas.microsoft.com/office/drawing/2014/main" id="{CB6C1976-BE36-60C5-3725-3196B91E67A5}"/>
              </a:ext>
            </a:extLst>
          </p:cNvPr>
          <p:cNvSpPr txBox="1"/>
          <p:nvPr/>
        </p:nvSpPr>
        <p:spPr>
          <a:xfrm>
            <a:off x="1500768" y="4992736"/>
            <a:ext cx="14000000" cy="461665"/>
          </a:xfrm>
          <a:prstGeom prst="rect">
            <a:avLst/>
          </a:prstGeom>
          <a:noFill/>
        </p:spPr>
        <p:txBody>
          <a:bodyPr wrap="square" anchor="t">
            <a:spAutoFit/>
          </a:bodyPr>
          <a:lstStyle/>
          <a:p>
            <a:pPr lvl="0">
              <a:defRPr/>
            </a:pPr>
            <a:r>
              <a:rPr lang="en-US" sz="2400" dirty="0">
                <a:solidFill>
                  <a:srgbClr val="002B11"/>
                </a:solidFill>
              </a:rPr>
              <a:t>Let’s work on various scenarios on how to handle each scenario</a:t>
            </a:r>
            <a:endParaRPr kumimoji="0" lang="en-US" sz="2200" b="0"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endParaRPr>
          </a:p>
        </p:txBody>
      </p:sp>
      <p:sp>
        <p:nvSpPr>
          <p:cNvPr id="40" name="Rounded Rectangle 5">
            <a:extLst>
              <a:ext uri="{FF2B5EF4-FFF2-40B4-BE49-F238E27FC236}">
                <a16:creationId xmlns:a16="http://schemas.microsoft.com/office/drawing/2014/main" id="{04079997-B11F-769F-F53B-71FCE7A796C1}"/>
              </a:ext>
            </a:extLst>
          </p:cNvPr>
          <p:cNvSpPr/>
          <p:nvPr/>
        </p:nvSpPr>
        <p:spPr>
          <a:xfrm>
            <a:off x="972786" y="3051638"/>
            <a:ext cx="16200000" cy="1015663"/>
          </a:xfrm>
          <a:prstGeom prst="roundRect">
            <a:avLst/>
          </a:prstGeom>
          <a:solidFill>
            <a:srgbClr val="23EE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42" name="TextBox 41">
            <a:extLst>
              <a:ext uri="{FF2B5EF4-FFF2-40B4-BE49-F238E27FC236}">
                <a16:creationId xmlns:a16="http://schemas.microsoft.com/office/drawing/2014/main" id="{D23C021F-F4EC-1D8C-3A8E-1424BFF447FA}"/>
              </a:ext>
            </a:extLst>
          </p:cNvPr>
          <p:cNvSpPr txBox="1"/>
          <p:nvPr/>
        </p:nvSpPr>
        <p:spPr>
          <a:xfrm>
            <a:off x="1507937" y="3086100"/>
            <a:ext cx="14000000" cy="523220"/>
          </a:xfrm>
          <a:prstGeom prst="rect">
            <a:avLst/>
          </a:prstGeom>
          <a:noFill/>
        </p:spPr>
        <p:txBody>
          <a:bodyPr wrap="square" anchor="t">
            <a:spAutoFit/>
          </a:bodyPr>
          <a:lstStyle/>
          <a:p>
            <a:pPr lvl="0">
              <a:defRPr/>
            </a:pPr>
            <a:r>
              <a:rPr lang="en-US" sz="2800" dirty="0">
                <a:solidFill>
                  <a:srgbClr val="002B11"/>
                </a:solidFill>
                <a:latin typeface="Poppins Black" panose="00000A00000000000000" pitchFamily="2" charset="0"/>
                <a:cs typeface="Poppins Black" panose="00000A00000000000000" pitchFamily="2" charset="0"/>
              </a:rPr>
              <a:t>Walkthrough</a:t>
            </a:r>
            <a:endParaRPr kumimoji="0" lang="en-US" sz="2800" b="1" i="0" u="none" strike="noStrike" kern="1200" cap="none" spc="0" normalizeH="0" baseline="0" noProof="0" dirty="0">
              <a:ln>
                <a:noFill/>
              </a:ln>
              <a:solidFill>
                <a:srgbClr val="002B11"/>
              </a:solidFill>
              <a:effectLst/>
              <a:uLnTx/>
              <a:uFillTx/>
              <a:latin typeface="Poppins Black" panose="00000A00000000000000" pitchFamily="2" charset="0"/>
              <a:cs typeface="Poppins Black" panose="00000A00000000000000" pitchFamily="2" charset="0"/>
            </a:endParaRPr>
          </a:p>
        </p:txBody>
      </p:sp>
      <p:sp>
        <p:nvSpPr>
          <p:cNvPr id="44" name="TextBox 43">
            <a:extLst>
              <a:ext uri="{FF2B5EF4-FFF2-40B4-BE49-F238E27FC236}">
                <a16:creationId xmlns:a16="http://schemas.microsoft.com/office/drawing/2014/main" id="{4F5C0C8B-DD88-C56F-F9E6-D0B767934196}"/>
              </a:ext>
            </a:extLst>
          </p:cNvPr>
          <p:cNvSpPr txBox="1"/>
          <p:nvPr/>
        </p:nvSpPr>
        <p:spPr>
          <a:xfrm>
            <a:off x="1507937" y="3579375"/>
            <a:ext cx="14000000" cy="461665"/>
          </a:xfrm>
          <a:prstGeom prst="rect">
            <a:avLst/>
          </a:prstGeom>
          <a:noFill/>
        </p:spPr>
        <p:txBody>
          <a:bodyPr wrap="square" anchor="t">
            <a:spAutoFit/>
          </a:bodyPr>
          <a:lstStyle/>
          <a:p>
            <a:pPr lvl="0">
              <a:defRPr/>
            </a:pPr>
            <a:r>
              <a:rPr lang="en-US" sz="2400" dirty="0">
                <a:solidFill>
                  <a:srgbClr val="002B11"/>
                </a:solidFill>
              </a:rPr>
              <a:t>Let’s learn how to handle review disputes from owners</a:t>
            </a:r>
            <a:endParaRPr kumimoji="0" lang="en-US" sz="2200" b="0" i="0" u="none" strike="noStrike" kern="1200" cap="none" spc="0" normalizeH="0" baseline="0" noProof="0" dirty="0">
              <a:ln>
                <a:noFill/>
              </a:ln>
              <a:solidFill>
                <a:srgbClr val="002B11"/>
              </a:solidFill>
              <a:effectLst/>
              <a:uLnTx/>
              <a:uFillTx/>
              <a:latin typeface="Poppins" panose="00000500000000000000" pitchFamily="2" charset="0"/>
              <a:ea typeface="+mn-ea"/>
              <a:cs typeface="Poppins" panose="00000500000000000000" pitchFamily="2" charset="0"/>
            </a:endParaRPr>
          </a:p>
        </p:txBody>
      </p:sp>
      <p:sp>
        <p:nvSpPr>
          <p:cNvPr id="52" name="TextBox 51">
            <a:extLst>
              <a:ext uri="{FF2B5EF4-FFF2-40B4-BE49-F238E27FC236}">
                <a16:creationId xmlns:a16="http://schemas.microsoft.com/office/drawing/2014/main" id="{F73FA69A-9D92-CA24-BEB4-A8F12B6BCAEF}"/>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mn-cs"/>
              </a:rPr>
              <a:t>Tripadvisor / Fraud support / Agenda</a:t>
            </a:r>
          </a:p>
        </p:txBody>
      </p:sp>
    </p:spTree>
    <p:extLst>
      <p:ext uri="{BB962C8B-B14F-4D97-AF65-F5344CB8AC3E}">
        <p14:creationId xmlns:p14="http://schemas.microsoft.com/office/powerpoint/2010/main" val="2030437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D74C0-E842-7FC2-8B83-55E257F31E79}"/>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373A427B-8B71-7684-02AB-6A66107B78BD}"/>
              </a:ext>
            </a:extLst>
          </p:cNvPr>
          <p:cNvSpPr txBox="1"/>
          <p:nvPr/>
        </p:nvSpPr>
        <p:spPr>
          <a:xfrm>
            <a:off x="449033" y="375762"/>
            <a:ext cx="17306609" cy="888769"/>
          </a:xfrm>
          <a:prstGeom prst="rect">
            <a:avLst/>
          </a:prstGeom>
        </p:spPr>
        <p:txBody>
          <a:bodyPr wrap="square" lIns="0" tIns="0" rIns="0" bIns="0" rtlCol="0" anchor="t">
            <a:spAutoFit/>
          </a:bodyPr>
          <a:lstStyle/>
          <a:p>
            <a:pPr>
              <a:lnSpc>
                <a:spcPts val="7279"/>
              </a:lnSpc>
              <a:spcBef>
                <a:spcPct val="0"/>
              </a:spcBef>
            </a:pPr>
            <a:r>
              <a:rPr lang="en-US" sz="5199" b="1" dirty="0">
                <a:solidFill>
                  <a:srgbClr val="002B11"/>
                </a:solidFill>
                <a:latin typeface="Poppins Bold"/>
                <a:ea typeface="Poppins Bold"/>
                <a:cs typeface="Poppins Bold"/>
                <a:sym typeface="Poppins Bold"/>
              </a:rPr>
              <a:t>Walkthrough: Real-World Owner Review Disputes</a:t>
            </a:r>
          </a:p>
        </p:txBody>
      </p:sp>
      <p:sp>
        <p:nvSpPr>
          <p:cNvPr id="24" name="TextBox 23">
            <a:extLst>
              <a:ext uri="{FF2B5EF4-FFF2-40B4-BE49-F238E27FC236}">
                <a16:creationId xmlns:a16="http://schemas.microsoft.com/office/drawing/2014/main" id="{373A0022-BE49-128F-312B-331AD5CDA646}"/>
              </a:ext>
            </a:extLst>
          </p:cNvPr>
          <p:cNvSpPr txBox="1"/>
          <p:nvPr/>
        </p:nvSpPr>
        <p:spPr>
          <a:xfrm>
            <a:off x="600000" y="9727001"/>
            <a:ext cx="10000000" cy="307777"/>
          </a:xfrm>
          <a:prstGeom prst="rect">
            <a:avLst/>
          </a:prstGeom>
          <a:noFill/>
        </p:spPr>
        <p:txBody>
          <a:bodyPr wrap="square" anchor="t">
            <a:spAutoFit/>
          </a:bodyPr>
          <a:lstStyle/>
          <a:p>
            <a:pPr lvl="0">
              <a:defRPr/>
            </a:pPr>
            <a:r>
              <a:rPr kumimoji="0" lang="en-US" sz="1400" b="0" i="0" u="none" strike="noStrike" kern="1200" cap="none" spc="0" normalizeH="0" baseline="0" noProof="0" dirty="0">
                <a:ln>
                  <a:noFill/>
                </a:ln>
                <a:solidFill>
                  <a:srgbClr val="8A8272"/>
                </a:solidFill>
                <a:effectLst/>
                <a:uLnTx/>
                <a:uFillTx/>
                <a:latin typeface="Poppins"/>
                <a:ea typeface="+mn-ea"/>
                <a:cs typeface="+mn-cs"/>
              </a:rPr>
              <a:t>Tripadvisor / Fraud support / </a:t>
            </a:r>
            <a:r>
              <a:rPr lang="en-US" sz="1400" dirty="0">
                <a:solidFill>
                  <a:srgbClr val="8A8272"/>
                </a:solidFill>
                <a:latin typeface="Poppins"/>
              </a:rPr>
              <a:t>Walkthrough: Real-world owner review disputes</a:t>
            </a:r>
          </a:p>
        </p:txBody>
      </p:sp>
      <p:sp>
        <p:nvSpPr>
          <p:cNvPr id="117" name="Google Shape;116;p1">
            <a:extLst>
              <a:ext uri="{FF2B5EF4-FFF2-40B4-BE49-F238E27FC236}">
                <a16:creationId xmlns:a16="http://schemas.microsoft.com/office/drawing/2014/main" id="{24168D7C-283F-8110-0DA0-FBCC6706AE1E}"/>
              </a:ext>
            </a:extLst>
          </p:cNvPr>
          <p:cNvSpPr txBox="1"/>
          <p:nvPr/>
        </p:nvSpPr>
        <p:spPr>
          <a:xfrm>
            <a:off x="449034" y="1562100"/>
            <a:ext cx="10063577" cy="569326"/>
          </a:xfrm>
          <a:prstGeom prst="rect">
            <a:avLst/>
          </a:prstGeom>
          <a:noFill/>
          <a:ln>
            <a:noFill/>
          </a:ln>
        </p:spPr>
        <p:txBody>
          <a:bodyPr spcFirstLastPara="1" wrap="square" lIns="137138" tIns="68550" rIns="137138" bIns="68550" anchor="t" anchorCtr="0">
            <a:spAutoFit/>
          </a:bodyPr>
          <a:lstStyle/>
          <a:p>
            <a:pPr defTabSz="1371600">
              <a:buClr>
                <a:srgbClr val="000000"/>
              </a:buClr>
            </a:pPr>
            <a:r>
              <a:rPr lang="en-US" sz="2800" dirty="0">
                <a:solidFill>
                  <a:srgbClr val="002B11"/>
                </a:solidFill>
                <a:latin typeface="Poppins" panose="00000500000000000000" pitchFamily="2" charset="0"/>
                <a:cs typeface="Poppins" panose="00000500000000000000" pitchFamily="2" charset="0"/>
              </a:rPr>
              <a:t>By the end of this walkthrough, you will be able to:</a:t>
            </a:r>
            <a:endParaRPr lang="en-US" sz="2800" kern="0" dirty="0">
              <a:solidFill>
                <a:srgbClr val="002B11"/>
              </a:solidFill>
              <a:latin typeface="Poppins" panose="00000500000000000000" pitchFamily="2" charset="0"/>
              <a:ea typeface="Open Sans SemiBold"/>
              <a:cs typeface="Poppins" panose="00000500000000000000" pitchFamily="2" charset="0"/>
              <a:sym typeface="Arial"/>
            </a:endParaRPr>
          </a:p>
        </p:txBody>
      </p:sp>
      <p:sp>
        <p:nvSpPr>
          <p:cNvPr id="2" name="AutoShape 3">
            <a:extLst>
              <a:ext uri="{FF2B5EF4-FFF2-40B4-BE49-F238E27FC236}">
                <a16:creationId xmlns:a16="http://schemas.microsoft.com/office/drawing/2014/main" id="{0C2B7555-6F88-D17C-0745-CD5D797204B0}"/>
              </a:ext>
            </a:extLst>
          </p:cNvPr>
          <p:cNvSpPr/>
          <p:nvPr/>
        </p:nvSpPr>
        <p:spPr>
          <a:xfrm flipV="1">
            <a:off x="1353096" y="5565823"/>
            <a:ext cx="14222345" cy="0"/>
          </a:xfrm>
          <a:prstGeom prst="line">
            <a:avLst/>
          </a:prstGeom>
          <a:ln w="38100" cap="flat">
            <a:solidFill>
              <a:srgbClr val="8E93A9"/>
            </a:solidFill>
            <a:prstDash val="sysDash"/>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4">
            <a:extLst>
              <a:ext uri="{FF2B5EF4-FFF2-40B4-BE49-F238E27FC236}">
                <a16:creationId xmlns:a16="http://schemas.microsoft.com/office/drawing/2014/main" id="{9953DB81-BE42-5E88-148A-A5B1A5AA75DC}"/>
              </a:ext>
            </a:extLst>
          </p:cNvPr>
          <p:cNvSpPr/>
          <p:nvPr/>
        </p:nvSpPr>
        <p:spPr>
          <a:xfrm>
            <a:off x="1829346" y="4207630"/>
            <a:ext cx="1074249" cy="3228944"/>
          </a:xfrm>
          <a:custGeom>
            <a:avLst/>
            <a:gdLst/>
            <a:ahLst/>
            <a:cxnLst/>
            <a:rect l="l" t="t" r="r" b="b"/>
            <a:pathLst>
              <a:path w="1074249" h="3228944">
                <a:moveTo>
                  <a:pt x="0" y="0"/>
                </a:moveTo>
                <a:lnTo>
                  <a:pt x="0" y="3000344"/>
                </a:lnTo>
                <a:cubicBezTo>
                  <a:pt x="0" y="3126596"/>
                  <a:pt x="102348" y="3228944"/>
                  <a:pt x="228600" y="3228944"/>
                </a:cubicBezTo>
                <a:lnTo>
                  <a:pt x="1074250" y="3228944"/>
                </a:lnTo>
              </a:path>
            </a:pathLst>
          </a:custGeom>
          <a:ln w="38100" cap="flat">
            <a:solidFill>
              <a:srgbClr val="8E93A9"/>
            </a:solidFill>
            <a:prstDash val="sysDash"/>
            <a:headEnd type="oval" w="lg" len="lg"/>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5">
            <a:extLst>
              <a:ext uri="{FF2B5EF4-FFF2-40B4-BE49-F238E27FC236}">
                <a16:creationId xmlns:a16="http://schemas.microsoft.com/office/drawing/2014/main" id="{F82D5D84-09B2-3776-FDD9-341245ABFB05}"/>
              </a:ext>
            </a:extLst>
          </p:cNvPr>
          <p:cNvSpPr/>
          <p:nvPr/>
        </p:nvSpPr>
        <p:spPr>
          <a:xfrm>
            <a:off x="4453425" y="3779040"/>
            <a:ext cx="1042476" cy="3311769"/>
          </a:xfrm>
          <a:custGeom>
            <a:avLst/>
            <a:gdLst/>
            <a:ahLst/>
            <a:cxnLst/>
            <a:rect l="l" t="t" r="r" b="b"/>
            <a:pathLst>
              <a:path w="1042476" h="3311769">
                <a:moveTo>
                  <a:pt x="1042475" y="0"/>
                </a:moveTo>
                <a:lnTo>
                  <a:pt x="228600" y="0"/>
                </a:lnTo>
                <a:cubicBezTo>
                  <a:pt x="167971" y="0"/>
                  <a:pt x="109826" y="24085"/>
                  <a:pt x="66955" y="66956"/>
                </a:cubicBezTo>
                <a:cubicBezTo>
                  <a:pt x="24084" y="109827"/>
                  <a:pt x="0" y="167972"/>
                  <a:pt x="0" y="228600"/>
                </a:cubicBezTo>
                <a:lnTo>
                  <a:pt x="0" y="3311770"/>
                </a:lnTo>
              </a:path>
            </a:pathLst>
          </a:custGeom>
          <a:ln w="38100" cap="flat">
            <a:solidFill>
              <a:srgbClr val="8E93A9"/>
            </a:solidFill>
            <a:prstDash val="sysDash"/>
            <a:headEnd type="none" w="sm" len="sm"/>
            <a:tailEnd type="oval" w="lg" len="lg"/>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6">
            <a:extLst>
              <a:ext uri="{FF2B5EF4-FFF2-40B4-BE49-F238E27FC236}">
                <a16:creationId xmlns:a16="http://schemas.microsoft.com/office/drawing/2014/main" id="{5B395B43-3D56-062F-18E4-6FB85EABA5BD}"/>
              </a:ext>
            </a:extLst>
          </p:cNvPr>
          <p:cNvSpPr/>
          <p:nvPr/>
        </p:nvSpPr>
        <p:spPr>
          <a:xfrm>
            <a:off x="9809242" y="3779040"/>
            <a:ext cx="1042476" cy="3311769"/>
          </a:xfrm>
          <a:custGeom>
            <a:avLst/>
            <a:gdLst/>
            <a:ahLst/>
            <a:cxnLst/>
            <a:rect l="l" t="t" r="r" b="b"/>
            <a:pathLst>
              <a:path w="1042476" h="3311769">
                <a:moveTo>
                  <a:pt x="1042476" y="0"/>
                </a:moveTo>
                <a:lnTo>
                  <a:pt x="228600" y="0"/>
                </a:lnTo>
                <a:cubicBezTo>
                  <a:pt x="167971" y="0"/>
                  <a:pt x="109826" y="24085"/>
                  <a:pt x="66956" y="66956"/>
                </a:cubicBezTo>
                <a:cubicBezTo>
                  <a:pt x="24085" y="109827"/>
                  <a:pt x="0" y="167972"/>
                  <a:pt x="0" y="228600"/>
                </a:cubicBezTo>
                <a:lnTo>
                  <a:pt x="0" y="3311770"/>
                </a:lnTo>
              </a:path>
            </a:pathLst>
          </a:custGeom>
          <a:ln w="38100" cap="flat">
            <a:solidFill>
              <a:srgbClr val="8E93A9"/>
            </a:solidFill>
            <a:prstDash val="sysDash"/>
            <a:headEnd type="none" w="sm" len="sm"/>
            <a:tailEnd type="oval" w="lg" len="lg"/>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a:extLst>
              <a:ext uri="{FF2B5EF4-FFF2-40B4-BE49-F238E27FC236}">
                <a16:creationId xmlns:a16="http://schemas.microsoft.com/office/drawing/2014/main" id="{A1C23A81-D135-1A76-0BEB-723F4BB898BB}"/>
              </a:ext>
            </a:extLst>
          </p:cNvPr>
          <p:cNvSpPr/>
          <p:nvPr/>
        </p:nvSpPr>
        <p:spPr>
          <a:xfrm>
            <a:off x="15069301" y="3779040"/>
            <a:ext cx="1042476" cy="3311769"/>
          </a:xfrm>
          <a:custGeom>
            <a:avLst/>
            <a:gdLst/>
            <a:ahLst/>
            <a:cxnLst/>
            <a:rect l="l" t="t" r="r" b="b"/>
            <a:pathLst>
              <a:path w="1042476" h="3311769">
                <a:moveTo>
                  <a:pt x="1042476" y="0"/>
                </a:moveTo>
                <a:lnTo>
                  <a:pt x="228600" y="0"/>
                </a:lnTo>
                <a:cubicBezTo>
                  <a:pt x="102347" y="0"/>
                  <a:pt x="0" y="102348"/>
                  <a:pt x="0" y="228600"/>
                </a:cubicBezTo>
                <a:lnTo>
                  <a:pt x="0" y="3311770"/>
                </a:lnTo>
              </a:path>
            </a:pathLst>
          </a:custGeom>
          <a:ln w="38100" cap="flat">
            <a:solidFill>
              <a:srgbClr val="8E93A9"/>
            </a:solidFill>
            <a:prstDash val="sysDash"/>
            <a:headEnd type="none" w="sm" len="sm"/>
            <a:tailEnd type="oval" w="lg" len="lg"/>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Freeform 8">
            <a:extLst>
              <a:ext uri="{FF2B5EF4-FFF2-40B4-BE49-F238E27FC236}">
                <a16:creationId xmlns:a16="http://schemas.microsoft.com/office/drawing/2014/main" id="{00B696A6-EAB8-6ADD-2A71-B8D0B56519E2}"/>
              </a:ext>
            </a:extLst>
          </p:cNvPr>
          <p:cNvSpPr/>
          <p:nvPr/>
        </p:nvSpPr>
        <p:spPr>
          <a:xfrm>
            <a:off x="7156334" y="4207630"/>
            <a:ext cx="1074250" cy="3228944"/>
          </a:xfrm>
          <a:custGeom>
            <a:avLst/>
            <a:gdLst/>
            <a:ahLst/>
            <a:cxnLst/>
            <a:rect l="l" t="t" r="r" b="b"/>
            <a:pathLst>
              <a:path w="1074250" h="3228944">
                <a:moveTo>
                  <a:pt x="0" y="0"/>
                </a:moveTo>
                <a:lnTo>
                  <a:pt x="0" y="3000344"/>
                </a:lnTo>
                <a:cubicBezTo>
                  <a:pt x="0" y="3060973"/>
                  <a:pt x="24085" y="3119119"/>
                  <a:pt x="66956" y="3161989"/>
                </a:cubicBezTo>
                <a:cubicBezTo>
                  <a:pt x="109826" y="3204860"/>
                  <a:pt x="167971" y="3228944"/>
                  <a:pt x="228600" y="3228944"/>
                </a:cubicBezTo>
                <a:lnTo>
                  <a:pt x="1074250" y="3228944"/>
                </a:lnTo>
              </a:path>
            </a:pathLst>
          </a:custGeom>
          <a:ln w="38100" cap="flat">
            <a:solidFill>
              <a:srgbClr val="8E93A9"/>
            </a:solidFill>
            <a:prstDash val="sysDash"/>
            <a:headEnd type="oval" w="lg" len="lg"/>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a:extLst>
              <a:ext uri="{FF2B5EF4-FFF2-40B4-BE49-F238E27FC236}">
                <a16:creationId xmlns:a16="http://schemas.microsoft.com/office/drawing/2014/main" id="{04F8F8FA-4FDF-9103-B475-88E9B048CC5B}"/>
              </a:ext>
            </a:extLst>
          </p:cNvPr>
          <p:cNvSpPr/>
          <p:nvPr/>
        </p:nvSpPr>
        <p:spPr>
          <a:xfrm>
            <a:off x="12463826" y="4207630"/>
            <a:ext cx="1074249" cy="3228944"/>
          </a:xfrm>
          <a:custGeom>
            <a:avLst/>
            <a:gdLst/>
            <a:ahLst/>
            <a:cxnLst/>
            <a:rect l="l" t="t" r="r" b="b"/>
            <a:pathLst>
              <a:path w="1074249" h="3228944">
                <a:moveTo>
                  <a:pt x="0" y="0"/>
                </a:moveTo>
                <a:lnTo>
                  <a:pt x="0" y="3000344"/>
                </a:lnTo>
                <a:cubicBezTo>
                  <a:pt x="0" y="3060973"/>
                  <a:pt x="24084" y="3119119"/>
                  <a:pt x="66955" y="3161989"/>
                </a:cubicBezTo>
                <a:cubicBezTo>
                  <a:pt x="109826" y="3204860"/>
                  <a:pt x="167971" y="3228944"/>
                  <a:pt x="228600" y="3228944"/>
                </a:cubicBezTo>
                <a:lnTo>
                  <a:pt x="1074249" y="3228944"/>
                </a:lnTo>
              </a:path>
            </a:pathLst>
          </a:custGeom>
          <a:ln w="38100" cap="flat">
            <a:solidFill>
              <a:srgbClr val="8E93A9"/>
            </a:solidFill>
            <a:prstDash val="sysDash"/>
            <a:headEnd type="oval" w="lg" len="lg"/>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10" name="Group 10">
            <a:extLst>
              <a:ext uri="{FF2B5EF4-FFF2-40B4-BE49-F238E27FC236}">
                <a16:creationId xmlns:a16="http://schemas.microsoft.com/office/drawing/2014/main" id="{604836F4-4A7C-0BD7-50C3-9163BE75CF74}"/>
              </a:ext>
            </a:extLst>
          </p:cNvPr>
          <p:cNvGrpSpPr/>
          <p:nvPr/>
        </p:nvGrpSpPr>
        <p:grpSpPr>
          <a:xfrm>
            <a:off x="1347524" y="5087558"/>
            <a:ext cx="963644" cy="963644"/>
            <a:chOff x="0" y="0"/>
            <a:chExt cx="812800" cy="812800"/>
          </a:xfrm>
        </p:grpSpPr>
        <p:sp>
          <p:nvSpPr>
            <p:cNvPr id="11" name="Freeform 11">
              <a:extLst>
                <a:ext uri="{FF2B5EF4-FFF2-40B4-BE49-F238E27FC236}">
                  <a16:creationId xmlns:a16="http://schemas.microsoft.com/office/drawing/2014/main" id="{DD81C8A4-3E2E-0589-B65D-194BF5A0B4E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FFC3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Box 12">
              <a:extLst>
                <a:ext uri="{FF2B5EF4-FFF2-40B4-BE49-F238E27FC236}">
                  <a16:creationId xmlns:a16="http://schemas.microsoft.com/office/drawing/2014/main" id="{B5E6FC36-66EA-A9CF-3C90-26B148EEF9EF}"/>
                </a:ext>
              </a:extLst>
            </p:cNvPr>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399"/>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000000"/>
                  </a:solidFill>
                  <a:effectLst/>
                  <a:uLnTx/>
                  <a:uFillTx/>
                  <a:latin typeface="Poppins" panose="00000500000000000000" pitchFamily="2" charset="0"/>
                  <a:ea typeface="Proxima Nova Bold"/>
                  <a:cs typeface="Poppins" panose="00000500000000000000" pitchFamily="2" charset="0"/>
                  <a:sym typeface="Proxima Nova Bold"/>
                </a:rPr>
                <a:t>01</a:t>
              </a:r>
            </a:p>
          </p:txBody>
        </p:sp>
      </p:grpSp>
      <p:grpSp>
        <p:nvGrpSpPr>
          <p:cNvPr id="13" name="Group 13">
            <a:extLst>
              <a:ext uri="{FF2B5EF4-FFF2-40B4-BE49-F238E27FC236}">
                <a16:creationId xmlns:a16="http://schemas.microsoft.com/office/drawing/2014/main" id="{13C59D91-201F-B45B-4653-977B4252A51D}"/>
              </a:ext>
            </a:extLst>
          </p:cNvPr>
          <p:cNvGrpSpPr/>
          <p:nvPr/>
        </p:nvGrpSpPr>
        <p:grpSpPr>
          <a:xfrm>
            <a:off x="4001493" y="5087558"/>
            <a:ext cx="963644" cy="963644"/>
            <a:chOff x="0" y="0"/>
            <a:chExt cx="812800" cy="812800"/>
          </a:xfrm>
        </p:grpSpPr>
        <p:sp>
          <p:nvSpPr>
            <p:cNvPr id="14" name="Freeform 14">
              <a:extLst>
                <a:ext uri="{FF2B5EF4-FFF2-40B4-BE49-F238E27FC236}">
                  <a16:creationId xmlns:a16="http://schemas.microsoft.com/office/drawing/2014/main" id="{6E4F6550-8F4C-A3FF-2D6D-2B9F03A1C29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8BC90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Box 15">
              <a:extLst>
                <a:ext uri="{FF2B5EF4-FFF2-40B4-BE49-F238E27FC236}">
                  <a16:creationId xmlns:a16="http://schemas.microsoft.com/office/drawing/2014/main" id="{983E4B89-6021-3DD5-8560-3E6CE16A5590}"/>
                </a:ext>
              </a:extLst>
            </p:cNvPr>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399"/>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000000"/>
                  </a:solidFill>
                  <a:effectLst/>
                  <a:uLnTx/>
                  <a:uFillTx/>
                  <a:latin typeface="Poppins" panose="00000500000000000000" pitchFamily="2" charset="0"/>
                  <a:ea typeface="Proxima Nova Bold"/>
                  <a:cs typeface="Poppins" panose="00000500000000000000" pitchFamily="2" charset="0"/>
                  <a:sym typeface="Proxima Nova Bold"/>
                </a:rPr>
                <a:t>02</a:t>
              </a:r>
            </a:p>
          </p:txBody>
        </p:sp>
      </p:grpSp>
      <p:grpSp>
        <p:nvGrpSpPr>
          <p:cNvPr id="16" name="Group 16">
            <a:extLst>
              <a:ext uri="{FF2B5EF4-FFF2-40B4-BE49-F238E27FC236}">
                <a16:creationId xmlns:a16="http://schemas.microsoft.com/office/drawing/2014/main" id="{31A23720-F3DF-1FEC-4E73-DC310FA2607D}"/>
              </a:ext>
            </a:extLst>
          </p:cNvPr>
          <p:cNvGrpSpPr/>
          <p:nvPr/>
        </p:nvGrpSpPr>
        <p:grpSpPr>
          <a:xfrm>
            <a:off x="6655462" y="5087558"/>
            <a:ext cx="963644" cy="963644"/>
            <a:chOff x="0" y="0"/>
            <a:chExt cx="812800" cy="812800"/>
          </a:xfrm>
        </p:grpSpPr>
        <p:sp>
          <p:nvSpPr>
            <p:cNvPr id="17" name="Freeform 17">
              <a:extLst>
                <a:ext uri="{FF2B5EF4-FFF2-40B4-BE49-F238E27FC236}">
                  <a16:creationId xmlns:a16="http://schemas.microsoft.com/office/drawing/2014/main" id="{3CFCC47D-DA36-470A-535A-03AF69F420D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09B19E"/>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8">
              <a:extLst>
                <a:ext uri="{FF2B5EF4-FFF2-40B4-BE49-F238E27FC236}">
                  <a16:creationId xmlns:a16="http://schemas.microsoft.com/office/drawing/2014/main" id="{8AED3D25-3DCF-293C-DDAE-B2BE3E38B5F8}"/>
                </a:ext>
              </a:extLst>
            </p:cNvPr>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399"/>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000000"/>
                  </a:solidFill>
                  <a:effectLst/>
                  <a:uLnTx/>
                  <a:uFillTx/>
                  <a:latin typeface="Poppins" panose="00000500000000000000" pitchFamily="2" charset="0"/>
                  <a:ea typeface="Proxima Nova Bold"/>
                  <a:cs typeface="Poppins" panose="00000500000000000000" pitchFamily="2" charset="0"/>
                  <a:sym typeface="Proxima Nova Bold"/>
                </a:rPr>
                <a:t>03</a:t>
              </a:r>
            </a:p>
          </p:txBody>
        </p:sp>
      </p:grpSp>
      <p:grpSp>
        <p:nvGrpSpPr>
          <p:cNvPr id="19" name="Group 19">
            <a:extLst>
              <a:ext uri="{FF2B5EF4-FFF2-40B4-BE49-F238E27FC236}">
                <a16:creationId xmlns:a16="http://schemas.microsoft.com/office/drawing/2014/main" id="{DFA3366E-0BAD-37BC-6DF0-12C2546057EA}"/>
              </a:ext>
            </a:extLst>
          </p:cNvPr>
          <p:cNvGrpSpPr/>
          <p:nvPr/>
        </p:nvGrpSpPr>
        <p:grpSpPr>
          <a:xfrm>
            <a:off x="9309431" y="5087558"/>
            <a:ext cx="963644" cy="963644"/>
            <a:chOff x="0" y="0"/>
            <a:chExt cx="812800" cy="812800"/>
          </a:xfrm>
        </p:grpSpPr>
        <p:sp>
          <p:nvSpPr>
            <p:cNvPr id="20" name="Freeform 20">
              <a:extLst>
                <a:ext uri="{FF2B5EF4-FFF2-40B4-BE49-F238E27FC236}">
                  <a16:creationId xmlns:a16="http://schemas.microsoft.com/office/drawing/2014/main" id="{7BC38BD5-789E-6955-E53D-5AB1F75DFD5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0081A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Box 21">
              <a:extLst>
                <a:ext uri="{FF2B5EF4-FFF2-40B4-BE49-F238E27FC236}">
                  <a16:creationId xmlns:a16="http://schemas.microsoft.com/office/drawing/2014/main" id="{93BED818-05A0-38D1-5053-126FA8F84C1B}"/>
                </a:ext>
              </a:extLst>
            </p:cNvPr>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399"/>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000000"/>
                  </a:solidFill>
                  <a:effectLst/>
                  <a:uLnTx/>
                  <a:uFillTx/>
                  <a:latin typeface="Poppins" panose="00000500000000000000" pitchFamily="2" charset="0"/>
                  <a:ea typeface="Proxima Nova Bold"/>
                  <a:cs typeface="Poppins" panose="00000500000000000000" pitchFamily="2" charset="0"/>
                  <a:sym typeface="Proxima Nova Bold"/>
                </a:rPr>
                <a:t>04</a:t>
              </a:r>
            </a:p>
          </p:txBody>
        </p:sp>
      </p:grpSp>
      <p:grpSp>
        <p:nvGrpSpPr>
          <p:cNvPr id="22" name="Group 22">
            <a:extLst>
              <a:ext uri="{FF2B5EF4-FFF2-40B4-BE49-F238E27FC236}">
                <a16:creationId xmlns:a16="http://schemas.microsoft.com/office/drawing/2014/main" id="{948FA1D8-155D-DF22-9D43-BF6DC27E2BAA}"/>
              </a:ext>
            </a:extLst>
          </p:cNvPr>
          <p:cNvGrpSpPr/>
          <p:nvPr/>
        </p:nvGrpSpPr>
        <p:grpSpPr>
          <a:xfrm>
            <a:off x="11963400" y="5087558"/>
            <a:ext cx="963644" cy="963644"/>
            <a:chOff x="0" y="0"/>
            <a:chExt cx="812800" cy="812800"/>
          </a:xfrm>
        </p:grpSpPr>
        <p:sp>
          <p:nvSpPr>
            <p:cNvPr id="23" name="Freeform 23">
              <a:extLst>
                <a:ext uri="{FF2B5EF4-FFF2-40B4-BE49-F238E27FC236}">
                  <a16:creationId xmlns:a16="http://schemas.microsoft.com/office/drawing/2014/main" id="{0D3735C1-23EE-C813-614A-A8E1288776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4C54A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Box 24">
              <a:extLst>
                <a:ext uri="{FF2B5EF4-FFF2-40B4-BE49-F238E27FC236}">
                  <a16:creationId xmlns:a16="http://schemas.microsoft.com/office/drawing/2014/main" id="{CBF56189-6F4C-C06D-1DD4-8129D0A8F836}"/>
                </a:ext>
              </a:extLst>
            </p:cNvPr>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399"/>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000000"/>
                  </a:solidFill>
                  <a:effectLst/>
                  <a:uLnTx/>
                  <a:uFillTx/>
                  <a:latin typeface="Poppins" panose="00000500000000000000" pitchFamily="2" charset="0"/>
                  <a:ea typeface="Proxima Nova Bold"/>
                  <a:cs typeface="Poppins" panose="00000500000000000000" pitchFamily="2" charset="0"/>
                  <a:sym typeface="Proxima Nova Bold"/>
                </a:rPr>
                <a:t>05</a:t>
              </a:r>
            </a:p>
          </p:txBody>
        </p:sp>
      </p:grpSp>
      <p:grpSp>
        <p:nvGrpSpPr>
          <p:cNvPr id="26" name="Group 25">
            <a:extLst>
              <a:ext uri="{FF2B5EF4-FFF2-40B4-BE49-F238E27FC236}">
                <a16:creationId xmlns:a16="http://schemas.microsoft.com/office/drawing/2014/main" id="{A81D34EA-F938-A8D6-D2B6-D62D2FA3B23D}"/>
              </a:ext>
            </a:extLst>
          </p:cNvPr>
          <p:cNvGrpSpPr/>
          <p:nvPr/>
        </p:nvGrpSpPr>
        <p:grpSpPr>
          <a:xfrm>
            <a:off x="14617369" y="5087558"/>
            <a:ext cx="963644" cy="963644"/>
            <a:chOff x="0" y="0"/>
            <a:chExt cx="812800" cy="812800"/>
          </a:xfrm>
        </p:grpSpPr>
        <p:sp>
          <p:nvSpPr>
            <p:cNvPr id="27" name="Freeform 26">
              <a:extLst>
                <a:ext uri="{FF2B5EF4-FFF2-40B4-BE49-F238E27FC236}">
                  <a16:creationId xmlns:a16="http://schemas.microsoft.com/office/drawing/2014/main" id="{C8ACF741-B7AD-08A8-739A-74770BCD671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3C5679"/>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Box 27">
              <a:extLst>
                <a:ext uri="{FF2B5EF4-FFF2-40B4-BE49-F238E27FC236}">
                  <a16:creationId xmlns:a16="http://schemas.microsoft.com/office/drawing/2014/main" id="{D66223A0-5A36-5DD9-1EFF-092327F2BE8A}"/>
                </a:ext>
              </a:extLst>
            </p:cNvPr>
            <p:cNvSpPr txBox="1"/>
            <p:nvPr/>
          </p:nvSpPr>
          <p:spPr>
            <a:xfrm>
              <a:off x="76200" y="76200"/>
              <a:ext cx="660400" cy="660400"/>
            </a:xfrm>
            <a:prstGeom prst="rect">
              <a:avLst/>
            </a:prstGeom>
          </p:spPr>
          <p:txBody>
            <a:bodyPr lIns="50800" tIns="50800" rIns="50800" bIns="50800" rtlCol="0" anchor="ctr"/>
            <a:lstStyle/>
            <a:p>
              <a:pPr marL="0" marR="0" lvl="0" indent="0" algn="ctr" defTabSz="914400" rtl="0" eaLnBrk="1" fontAlgn="auto" latinLnBrk="0" hangingPunct="1">
                <a:lnSpc>
                  <a:spcPts val="2399"/>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000000"/>
                  </a:solidFill>
                  <a:effectLst/>
                  <a:uLnTx/>
                  <a:uFillTx/>
                  <a:latin typeface="Poppins" panose="00000500000000000000" pitchFamily="2" charset="0"/>
                  <a:ea typeface="Proxima Nova Bold"/>
                  <a:cs typeface="Poppins" panose="00000500000000000000" pitchFamily="2" charset="0"/>
                  <a:sym typeface="Proxima Nova Bold"/>
                </a:rPr>
                <a:t>06</a:t>
              </a:r>
            </a:p>
          </p:txBody>
        </p:sp>
      </p:grpSp>
      <p:sp>
        <p:nvSpPr>
          <p:cNvPr id="29" name="Freeform 28">
            <a:extLst>
              <a:ext uri="{FF2B5EF4-FFF2-40B4-BE49-F238E27FC236}">
                <a16:creationId xmlns:a16="http://schemas.microsoft.com/office/drawing/2014/main" id="{E71B56E6-C941-5EC7-48E2-2EA3E3ADC6BD}"/>
              </a:ext>
            </a:extLst>
          </p:cNvPr>
          <p:cNvSpPr/>
          <p:nvPr/>
        </p:nvSpPr>
        <p:spPr>
          <a:xfrm>
            <a:off x="4854666" y="3011925"/>
            <a:ext cx="1809750" cy="1809750"/>
          </a:xfrm>
          <a:custGeom>
            <a:avLst/>
            <a:gdLst/>
            <a:ahLst/>
            <a:cxnLst/>
            <a:rect l="l" t="t" r="r" b="b"/>
            <a:pathLst>
              <a:path w="1809750" h="1809750">
                <a:moveTo>
                  <a:pt x="0" y="0"/>
                </a:moveTo>
                <a:lnTo>
                  <a:pt x="1809750" y="0"/>
                </a:lnTo>
                <a:lnTo>
                  <a:pt x="1809750" y="1809750"/>
                </a:lnTo>
                <a:lnTo>
                  <a:pt x="0" y="1809750"/>
                </a:lnTo>
                <a:lnTo>
                  <a:pt x="0" y="0"/>
                </a:lnTo>
                <a:close/>
              </a:path>
            </a:pathLst>
          </a:custGeom>
          <a:blipFill>
            <a:blip>
              <a:alphaModFix amt="44999"/>
              <a:extLst>
                <a:ext uri="{96DAC541-7B7A-43D3-8B79-37D633B846F1}">
                  <asvg:svgBlip xmlns:asvg="http://schemas.microsoft.com/office/drawing/2016/SVG/main" r:embed="rId3"/>
                </a:ext>
              </a:extLst>
            </a:blip>
            <a:stretch>
              <a:fillRect/>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0" name="Group 29">
            <a:extLst>
              <a:ext uri="{FF2B5EF4-FFF2-40B4-BE49-F238E27FC236}">
                <a16:creationId xmlns:a16="http://schemas.microsoft.com/office/drawing/2014/main" id="{B1EC97CA-DD0A-6412-7B9F-6C4894610F15}"/>
              </a:ext>
            </a:extLst>
          </p:cNvPr>
          <p:cNvGrpSpPr/>
          <p:nvPr/>
        </p:nvGrpSpPr>
        <p:grpSpPr>
          <a:xfrm>
            <a:off x="4854666" y="3011925"/>
            <a:ext cx="1527271" cy="1527271"/>
            <a:chOff x="0" y="0"/>
            <a:chExt cx="812800" cy="812800"/>
          </a:xfrm>
        </p:grpSpPr>
        <p:sp>
          <p:nvSpPr>
            <p:cNvPr id="31" name="Freeform 30">
              <a:extLst>
                <a:ext uri="{FF2B5EF4-FFF2-40B4-BE49-F238E27FC236}">
                  <a16:creationId xmlns:a16="http://schemas.microsoft.com/office/drawing/2014/main" id="{3B2D4EB6-7FC1-21F0-698D-0D2DF0D5527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42875" cap="sq">
              <a:solidFill>
                <a:srgbClr val="8BC904"/>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Box 31">
              <a:extLst>
                <a:ext uri="{FF2B5EF4-FFF2-40B4-BE49-F238E27FC236}">
                  <a16:creationId xmlns:a16="http://schemas.microsoft.com/office/drawing/2014/main" id="{BF05F1E7-5626-F20C-D441-028E80F54E27}"/>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3" name="Freeform 32">
            <a:extLst>
              <a:ext uri="{FF2B5EF4-FFF2-40B4-BE49-F238E27FC236}">
                <a16:creationId xmlns:a16="http://schemas.microsoft.com/office/drawing/2014/main" id="{CDB64AD7-9A2F-58A9-25D3-155AFE91EE41}"/>
              </a:ext>
            </a:extLst>
          </p:cNvPr>
          <p:cNvSpPr/>
          <p:nvPr/>
        </p:nvSpPr>
        <p:spPr>
          <a:xfrm>
            <a:off x="10177120" y="3011925"/>
            <a:ext cx="1809750" cy="1809750"/>
          </a:xfrm>
          <a:custGeom>
            <a:avLst/>
            <a:gdLst/>
            <a:ahLst/>
            <a:cxnLst/>
            <a:rect l="l" t="t" r="r" b="b"/>
            <a:pathLst>
              <a:path w="1809750" h="1809750">
                <a:moveTo>
                  <a:pt x="0" y="0"/>
                </a:moveTo>
                <a:lnTo>
                  <a:pt x="1809750" y="0"/>
                </a:lnTo>
                <a:lnTo>
                  <a:pt x="1809750" y="1809750"/>
                </a:lnTo>
                <a:lnTo>
                  <a:pt x="0" y="1809750"/>
                </a:lnTo>
                <a:lnTo>
                  <a:pt x="0" y="0"/>
                </a:lnTo>
                <a:close/>
              </a:path>
            </a:pathLst>
          </a:custGeom>
          <a:blipFill>
            <a:blip>
              <a:alphaModFix amt="44999"/>
              <a:extLst>
                <a:ext uri="{96DAC541-7B7A-43D3-8B79-37D633B846F1}">
                  <asvg:svgBlip xmlns:asvg="http://schemas.microsoft.com/office/drawing/2016/SVG/main" r:embed="rId4"/>
                </a:ext>
              </a:extLst>
            </a:blip>
            <a:stretch>
              <a:fillRect/>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4" name="Group 33">
            <a:extLst>
              <a:ext uri="{FF2B5EF4-FFF2-40B4-BE49-F238E27FC236}">
                <a16:creationId xmlns:a16="http://schemas.microsoft.com/office/drawing/2014/main" id="{7065C569-3DA1-DB2A-BA33-916FCAD35647}"/>
              </a:ext>
            </a:extLst>
          </p:cNvPr>
          <p:cNvGrpSpPr/>
          <p:nvPr/>
        </p:nvGrpSpPr>
        <p:grpSpPr>
          <a:xfrm>
            <a:off x="10177120" y="3011925"/>
            <a:ext cx="1527271" cy="1527271"/>
            <a:chOff x="0" y="0"/>
            <a:chExt cx="812800" cy="812800"/>
          </a:xfrm>
        </p:grpSpPr>
        <p:sp>
          <p:nvSpPr>
            <p:cNvPr id="35" name="Freeform 34">
              <a:extLst>
                <a:ext uri="{FF2B5EF4-FFF2-40B4-BE49-F238E27FC236}">
                  <a16:creationId xmlns:a16="http://schemas.microsoft.com/office/drawing/2014/main" id="{082A8083-6F34-A119-83D0-7165FF581A6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42875" cap="sq">
              <a:solidFill>
                <a:srgbClr val="0081A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Box 35">
              <a:extLst>
                <a:ext uri="{FF2B5EF4-FFF2-40B4-BE49-F238E27FC236}">
                  <a16:creationId xmlns:a16="http://schemas.microsoft.com/office/drawing/2014/main" id="{6EF6AFFF-45E7-3289-EDC3-A06A2168EDF6}"/>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7" name="Freeform 36">
            <a:extLst>
              <a:ext uri="{FF2B5EF4-FFF2-40B4-BE49-F238E27FC236}">
                <a16:creationId xmlns:a16="http://schemas.microsoft.com/office/drawing/2014/main" id="{D29E6840-7891-3C36-742A-12CE8A26377D}"/>
              </a:ext>
            </a:extLst>
          </p:cNvPr>
          <p:cNvSpPr/>
          <p:nvPr/>
        </p:nvSpPr>
        <p:spPr>
          <a:xfrm>
            <a:off x="15437179" y="3011925"/>
            <a:ext cx="1809750" cy="1809750"/>
          </a:xfrm>
          <a:custGeom>
            <a:avLst/>
            <a:gdLst/>
            <a:ahLst/>
            <a:cxnLst/>
            <a:rect l="l" t="t" r="r" b="b"/>
            <a:pathLst>
              <a:path w="1809750" h="1809750">
                <a:moveTo>
                  <a:pt x="0" y="0"/>
                </a:moveTo>
                <a:lnTo>
                  <a:pt x="1809750" y="0"/>
                </a:lnTo>
                <a:lnTo>
                  <a:pt x="1809750" y="1809750"/>
                </a:lnTo>
                <a:lnTo>
                  <a:pt x="0" y="1809750"/>
                </a:lnTo>
                <a:lnTo>
                  <a:pt x="0" y="0"/>
                </a:lnTo>
                <a:close/>
              </a:path>
            </a:pathLst>
          </a:custGeom>
          <a:blipFill>
            <a:blip>
              <a:alphaModFix amt="44999"/>
              <a:extLst>
                <a:ext uri="{96DAC541-7B7A-43D3-8B79-37D633B846F1}">
                  <asvg:svgBlip xmlns:asvg="http://schemas.microsoft.com/office/drawing/2016/SVG/main" r:embed="rId5"/>
                </a:ext>
              </a:extLst>
            </a:blip>
            <a:stretch>
              <a:fillRect/>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38" name="Group 37">
            <a:extLst>
              <a:ext uri="{FF2B5EF4-FFF2-40B4-BE49-F238E27FC236}">
                <a16:creationId xmlns:a16="http://schemas.microsoft.com/office/drawing/2014/main" id="{79AF429D-6747-0053-7457-665D584FB8E0}"/>
              </a:ext>
            </a:extLst>
          </p:cNvPr>
          <p:cNvGrpSpPr/>
          <p:nvPr/>
        </p:nvGrpSpPr>
        <p:grpSpPr>
          <a:xfrm>
            <a:off x="15437179" y="3011925"/>
            <a:ext cx="1527271" cy="1527271"/>
            <a:chOff x="0" y="0"/>
            <a:chExt cx="812800" cy="812800"/>
          </a:xfrm>
        </p:grpSpPr>
        <p:sp>
          <p:nvSpPr>
            <p:cNvPr id="39" name="Freeform 38">
              <a:extLst>
                <a:ext uri="{FF2B5EF4-FFF2-40B4-BE49-F238E27FC236}">
                  <a16:creationId xmlns:a16="http://schemas.microsoft.com/office/drawing/2014/main" id="{77CAB892-747F-C67A-85B2-832D8E3DB9C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42875" cap="sq">
              <a:solidFill>
                <a:srgbClr val="3C5679"/>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Box 39">
              <a:extLst>
                <a:ext uri="{FF2B5EF4-FFF2-40B4-BE49-F238E27FC236}">
                  <a16:creationId xmlns:a16="http://schemas.microsoft.com/office/drawing/2014/main" id="{8B772D0C-E611-14A8-01BC-0394AF15DB9F}"/>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1" name="Freeform 40">
            <a:extLst>
              <a:ext uri="{FF2B5EF4-FFF2-40B4-BE49-F238E27FC236}">
                <a16:creationId xmlns:a16="http://schemas.microsoft.com/office/drawing/2014/main" id="{604D066A-360E-201B-1C12-6BDF1AC41476}"/>
              </a:ext>
            </a:extLst>
          </p:cNvPr>
          <p:cNvSpPr/>
          <p:nvPr/>
        </p:nvSpPr>
        <p:spPr>
          <a:xfrm>
            <a:off x="2116975" y="6670630"/>
            <a:ext cx="1857375" cy="1857375"/>
          </a:xfrm>
          <a:custGeom>
            <a:avLst/>
            <a:gdLst/>
            <a:ahLst/>
            <a:cxnLst/>
            <a:rect l="l" t="t" r="r" b="b"/>
            <a:pathLst>
              <a:path w="1857375" h="1857375">
                <a:moveTo>
                  <a:pt x="0" y="0"/>
                </a:moveTo>
                <a:lnTo>
                  <a:pt x="1857375" y="0"/>
                </a:lnTo>
                <a:lnTo>
                  <a:pt x="1857375" y="1857375"/>
                </a:lnTo>
                <a:lnTo>
                  <a:pt x="0" y="1857375"/>
                </a:lnTo>
                <a:lnTo>
                  <a:pt x="0" y="0"/>
                </a:lnTo>
                <a:close/>
              </a:path>
            </a:pathLst>
          </a:custGeom>
          <a:blipFill>
            <a:blip>
              <a:alphaModFix amt="44999"/>
              <a:extLst>
                <a:ext uri="{96DAC541-7B7A-43D3-8B79-37D633B846F1}">
                  <asvg:svgBlip xmlns:asvg="http://schemas.microsoft.com/office/drawing/2016/SVG/main" r:embed="rId6"/>
                </a:ext>
              </a:extLst>
            </a:blip>
            <a:stretch>
              <a:fillRect/>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2" name="Group 41">
            <a:extLst>
              <a:ext uri="{FF2B5EF4-FFF2-40B4-BE49-F238E27FC236}">
                <a16:creationId xmlns:a16="http://schemas.microsoft.com/office/drawing/2014/main" id="{55506FF8-FAE4-D276-9C5F-84A94F883567}"/>
              </a:ext>
            </a:extLst>
          </p:cNvPr>
          <p:cNvGrpSpPr/>
          <p:nvPr/>
        </p:nvGrpSpPr>
        <p:grpSpPr>
          <a:xfrm>
            <a:off x="2116975" y="6670630"/>
            <a:ext cx="1527271" cy="1527271"/>
            <a:chOff x="0" y="0"/>
            <a:chExt cx="812800" cy="812800"/>
          </a:xfrm>
        </p:grpSpPr>
        <p:sp>
          <p:nvSpPr>
            <p:cNvPr id="43" name="Freeform 42">
              <a:extLst>
                <a:ext uri="{FF2B5EF4-FFF2-40B4-BE49-F238E27FC236}">
                  <a16:creationId xmlns:a16="http://schemas.microsoft.com/office/drawing/2014/main" id="{E19B4FB3-5800-AD79-BF32-D93808E1BA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42875" cap="sq">
              <a:solidFill>
                <a:srgbClr val="FFC300"/>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
          <p:nvSpPr>
            <p:cNvPr id="44" name="TextBox 43">
              <a:extLst>
                <a:ext uri="{FF2B5EF4-FFF2-40B4-BE49-F238E27FC236}">
                  <a16:creationId xmlns:a16="http://schemas.microsoft.com/office/drawing/2014/main" id="{873CCA38-8C19-E4CC-1EAF-9C118A2E2ADE}"/>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5" name="Freeform 44">
            <a:extLst>
              <a:ext uri="{FF2B5EF4-FFF2-40B4-BE49-F238E27FC236}">
                <a16:creationId xmlns:a16="http://schemas.microsoft.com/office/drawing/2014/main" id="{8D3BB0D5-6C0C-3E57-2477-E816E3B561A7}"/>
              </a:ext>
            </a:extLst>
          </p:cNvPr>
          <p:cNvSpPr/>
          <p:nvPr/>
        </p:nvSpPr>
        <p:spPr>
          <a:xfrm>
            <a:off x="7471792" y="6670630"/>
            <a:ext cx="1809750" cy="1809750"/>
          </a:xfrm>
          <a:custGeom>
            <a:avLst/>
            <a:gdLst/>
            <a:ahLst/>
            <a:cxnLst/>
            <a:rect l="l" t="t" r="r" b="b"/>
            <a:pathLst>
              <a:path w="1809750" h="1809750">
                <a:moveTo>
                  <a:pt x="0" y="0"/>
                </a:moveTo>
                <a:lnTo>
                  <a:pt x="1809750" y="0"/>
                </a:lnTo>
                <a:lnTo>
                  <a:pt x="1809750" y="1809750"/>
                </a:lnTo>
                <a:lnTo>
                  <a:pt x="0" y="1809750"/>
                </a:lnTo>
                <a:lnTo>
                  <a:pt x="0" y="0"/>
                </a:lnTo>
                <a:close/>
              </a:path>
            </a:pathLst>
          </a:custGeom>
          <a:blipFill>
            <a:blip>
              <a:alphaModFix amt="44999"/>
              <a:extLst>
                <a:ext uri="{96DAC541-7B7A-43D3-8B79-37D633B846F1}">
                  <asvg:svgBlip xmlns:asvg="http://schemas.microsoft.com/office/drawing/2016/SVG/main" r:embed="rId7"/>
                </a:ext>
              </a:extLst>
            </a:blip>
            <a:stretch>
              <a:fillRect/>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46" name="Group 45">
            <a:extLst>
              <a:ext uri="{FF2B5EF4-FFF2-40B4-BE49-F238E27FC236}">
                <a16:creationId xmlns:a16="http://schemas.microsoft.com/office/drawing/2014/main" id="{6C454FB2-0DF7-994B-71E9-920C9419DD17}"/>
              </a:ext>
            </a:extLst>
          </p:cNvPr>
          <p:cNvGrpSpPr/>
          <p:nvPr/>
        </p:nvGrpSpPr>
        <p:grpSpPr>
          <a:xfrm>
            <a:off x="7471792" y="6670630"/>
            <a:ext cx="1527271" cy="1527271"/>
            <a:chOff x="0" y="0"/>
            <a:chExt cx="812800" cy="812800"/>
          </a:xfrm>
        </p:grpSpPr>
        <p:sp>
          <p:nvSpPr>
            <p:cNvPr id="47" name="Freeform 46">
              <a:extLst>
                <a:ext uri="{FF2B5EF4-FFF2-40B4-BE49-F238E27FC236}">
                  <a16:creationId xmlns:a16="http://schemas.microsoft.com/office/drawing/2014/main" id="{A91FBF72-D138-5328-1B22-FF198DAEFAF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42875" cap="sq">
              <a:solidFill>
                <a:srgbClr val="09B19E"/>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Box 47">
              <a:extLst>
                <a:ext uri="{FF2B5EF4-FFF2-40B4-BE49-F238E27FC236}">
                  <a16:creationId xmlns:a16="http://schemas.microsoft.com/office/drawing/2014/main" id="{4F00DD69-3472-8552-FA8A-035929359C13}"/>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9" name="Freeform 48">
            <a:extLst>
              <a:ext uri="{FF2B5EF4-FFF2-40B4-BE49-F238E27FC236}">
                <a16:creationId xmlns:a16="http://schemas.microsoft.com/office/drawing/2014/main" id="{2DB334FF-F5A1-4EB2-AA4B-8E27BBCF86B8}"/>
              </a:ext>
            </a:extLst>
          </p:cNvPr>
          <p:cNvSpPr/>
          <p:nvPr/>
        </p:nvSpPr>
        <p:spPr>
          <a:xfrm>
            <a:off x="12774440" y="6670630"/>
            <a:ext cx="1809750" cy="1809750"/>
          </a:xfrm>
          <a:custGeom>
            <a:avLst/>
            <a:gdLst/>
            <a:ahLst/>
            <a:cxnLst/>
            <a:rect l="l" t="t" r="r" b="b"/>
            <a:pathLst>
              <a:path w="1809750" h="1809750">
                <a:moveTo>
                  <a:pt x="0" y="0"/>
                </a:moveTo>
                <a:lnTo>
                  <a:pt x="1809750" y="0"/>
                </a:lnTo>
                <a:lnTo>
                  <a:pt x="1809750" y="1809750"/>
                </a:lnTo>
                <a:lnTo>
                  <a:pt x="0" y="1809750"/>
                </a:lnTo>
                <a:lnTo>
                  <a:pt x="0" y="0"/>
                </a:lnTo>
                <a:close/>
              </a:path>
            </a:pathLst>
          </a:custGeom>
          <a:blipFill>
            <a:blip>
              <a:alphaModFix amt="44999"/>
              <a:extLst>
                <a:ext uri="{96DAC541-7B7A-43D3-8B79-37D633B846F1}">
                  <asvg:svgBlip xmlns:asvg="http://schemas.microsoft.com/office/drawing/2016/SVG/main" r:embed="rId8"/>
                </a:ext>
              </a:extLst>
            </a:blip>
            <a:stretch>
              <a:fillRect/>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50" name="Group 49">
            <a:extLst>
              <a:ext uri="{FF2B5EF4-FFF2-40B4-BE49-F238E27FC236}">
                <a16:creationId xmlns:a16="http://schemas.microsoft.com/office/drawing/2014/main" id="{C4809239-FBA8-5866-35D3-AC3ACE191188}"/>
              </a:ext>
            </a:extLst>
          </p:cNvPr>
          <p:cNvGrpSpPr/>
          <p:nvPr/>
        </p:nvGrpSpPr>
        <p:grpSpPr>
          <a:xfrm>
            <a:off x="12774440" y="6670630"/>
            <a:ext cx="1527271" cy="1527271"/>
            <a:chOff x="0" y="0"/>
            <a:chExt cx="812800" cy="812800"/>
          </a:xfrm>
        </p:grpSpPr>
        <p:sp>
          <p:nvSpPr>
            <p:cNvPr id="51" name="Freeform 50">
              <a:extLst>
                <a:ext uri="{FF2B5EF4-FFF2-40B4-BE49-F238E27FC236}">
                  <a16:creationId xmlns:a16="http://schemas.microsoft.com/office/drawing/2014/main" id="{5C3FF007-51A1-2ABA-1C3C-651B1CB1BE3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142875" cap="sq">
              <a:solidFill>
                <a:srgbClr val="4C54A8"/>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Box 51">
              <a:extLst>
                <a:ext uri="{FF2B5EF4-FFF2-40B4-BE49-F238E27FC236}">
                  <a16:creationId xmlns:a16="http://schemas.microsoft.com/office/drawing/2014/main" id="{08B3023B-D198-A27E-20CF-83111DBA8924}"/>
                </a:ext>
              </a:extLst>
            </p:cNvPr>
            <p:cNvSpPr txBox="1"/>
            <p:nvPr/>
          </p:nvSpPr>
          <p:spPr>
            <a:xfrm>
              <a:off x="76200" y="28575"/>
              <a:ext cx="660400" cy="708025"/>
            </a:xfrm>
            <a:prstGeom prst="rect">
              <a:avLst/>
            </a:prstGeom>
          </p:spPr>
          <p:txBody>
            <a:bodyPr lIns="50800" tIns="50800" rIns="50800" bIns="50800" rtlCol="0" anchor="ctr"/>
            <a:lstStyle/>
            <a:p>
              <a:pPr marL="0" marR="0" lvl="0" indent="0" algn="ctr" defTabSz="914400" rtl="0" eaLnBrk="1" fontAlgn="auto" latinLnBrk="0" hangingPunct="1">
                <a:lnSpc>
                  <a:spcPts val="2659"/>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3" name="Freeform 52">
            <a:extLst>
              <a:ext uri="{FF2B5EF4-FFF2-40B4-BE49-F238E27FC236}">
                <a16:creationId xmlns:a16="http://schemas.microsoft.com/office/drawing/2014/main" id="{76DCF2A1-F137-A3B1-820A-6DC24F510CF8}"/>
              </a:ext>
            </a:extLst>
          </p:cNvPr>
          <p:cNvSpPr/>
          <p:nvPr/>
        </p:nvSpPr>
        <p:spPr>
          <a:xfrm>
            <a:off x="2522976" y="7077078"/>
            <a:ext cx="715269" cy="714375"/>
          </a:xfrm>
          <a:custGeom>
            <a:avLst/>
            <a:gdLst/>
            <a:ahLst/>
            <a:cxnLst/>
            <a:rect l="l" t="t" r="r" b="b"/>
            <a:pathLst>
              <a:path w="715269" h="714375">
                <a:moveTo>
                  <a:pt x="0" y="0"/>
                </a:moveTo>
                <a:lnTo>
                  <a:pt x="715269" y="0"/>
                </a:lnTo>
                <a:lnTo>
                  <a:pt x="715269" y="714375"/>
                </a:lnTo>
                <a:lnTo>
                  <a:pt x="0" y="714375"/>
                </a:lnTo>
                <a:lnTo>
                  <a:pt x="0" y="0"/>
                </a:lnTo>
                <a:close/>
              </a:path>
            </a:pathLst>
          </a:custGeom>
          <a:blipFill>
            <a:blip>
              <a:extLst>
                <a:ext uri="{96DAC541-7B7A-43D3-8B79-37D633B846F1}">
                  <asvg:svgBlip xmlns:asvg="http://schemas.microsoft.com/office/drawing/2016/SVG/main" r:embed="rId9"/>
                </a:ext>
              </a:extLst>
            </a:blip>
            <a:stretch>
              <a:fillRect/>
            </a:stretch>
          </a:blipFill>
          <a:ln cap="sq">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Box 65">
            <a:extLst>
              <a:ext uri="{FF2B5EF4-FFF2-40B4-BE49-F238E27FC236}">
                <a16:creationId xmlns:a16="http://schemas.microsoft.com/office/drawing/2014/main" id="{EA857D5E-3973-536F-9D32-03309EB1D347}"/>
              </a:ext>
            </a:extLst>
          </p:cNvPr>
          <p:cNvSpPr txBox="1"/>
          <p:nvPr/>
        </p:nvSpPr>
        <p:spPr>
          <a:xfrm>
            <a:off x="3711530" y="7300793"/>
            <a:ext cx="2671712" cy="1015663"/>
          </a:xfrm>
          <a:prstGeom prst="rect">
            <a:avLst/>
          </a:prstGeom>
        </p:spPr>
        <p:txBody>
          <a:bodyPr lIns="0" tIns="0" rIns="0" bIns="0" rtlCol="0" anchor="t">
            <a:spAutoFit/>
          </a:bodyPr>
          <a:lstStyle>
            <a:defPPr>
              <a:defRPr lang="en-US"/>
            </a:defPPr>
            <a:lvl1pPr algn="ctr" defTabSz="1371600">
              <a:buClr>
                <a:srgbClr val="000000"/>
              </a:buClr>
              <a:defRPr b="1">
                <a:solidFill>
                  <a:srgbClr val="002B11"/>
                </a:solidFill>
                <a:latin typeface="Poppins" panose="00000500000000000000" pitchFamily="2" charset="0"/>
                <a:cs typeface="Poppins" panose="00000500000000000000" pitchFamily="2" charset="0"/>
              </a:defRPr>
            </a:lvl1pPr>
          </a:lstStyle>
          <a:p>
            <a:r>
              <a:rPr lang="en-US" sz="2200" b="0" dirty="0"/>
              <a:t>Identify and manage duplicate disputes</a:t>
            </a:r>
            <a:endParaRPr lang="en-US" sz="2200" b="0" dirty="0">
              <a:sym typeface="Arial"/>
            </a:endParaRPr>
          </a:p>
        </p:txBody>
      </p:sp>
      <p:sp>
        <p:nvSpPr>
          <p:cNvPr id="73" name="TextBox 72">
            <a:extLst>
              <a:ext uri="{FF2B5EF4-FFF2-40B4-BE49-F238E27FC236}">
                <a16:creationId xmlns:a16="http://schemas.microsoft.com/office/drawing/2014/main" id="{65E0F1E9-C5DA-7719-F5C6-82825F8301DF}"/>
              </a:ext>
            </a:extLst>
          </p:cNvPr>
          <p:cNvSpPr txBox="1"/>
          <p:nvPr/>
        </p:nvSpPr>
        <p:spPr>
          <a:xfrm>
            <a:off x="794885" y="3435272"/>
            <a:ext cx="2671712" cy="677108"/>
          </a:xfrm>
          <a:prstGeom prst="rect">
            <a:avLst/>
          </a:prstGeom>
        </p:spPr>
        <p:txBody>
          <a:bodyPr lIns="0" tIns="0" rIns="0" bIns="0" rtlCol="0" anchor="t">
            <a:spAutoFit/>
          </a:bodyPr>
          <a:lstStyle/>
          <a:p>
            <a:pPr algn="ctr" defTabSz="1371600">
              <a:buClr>
                <a:srgbClr val="000000"/>
              </a:buClr>
            </a:pPr>
            <a:r>
              <a:rPr lang="en-US" sz="2200" dirty="0">
                <a:solidFill>
                  <a:srgbClr val="002B11"/>
                </a:solidFill>
                <a:latin typeface="Poppins" panose="00000500000000000000" pitchFamily="2" charset="0"/>
                <a:cs typeface="Poppins" panose="00000500000000000000" pitchFamily="2" charset="0"/>
              </a:rPr>
              <a:t>Verify owner affiliation</a:t>
            </a:r>
            <a:endParaRPr lang="en-US" sz="2200" kern="0" dirty="0">
              <a:solidFill>
                <a:srgbClr val="002B11"/>
              </a:solidFill>
              <a:latin typeface="Poppins" panose="00000500000000000000" pitchFamily="2" charset="0"/>
              <a:ea typeface="Open Sans SemiBold"/>
              <a:cs typeface="Poppins" panose="00000500000000000000" pitchFamily="2" charset="0"/>
              <a:sym typeface="Arial"/>
            </a:endParaRPr>
          </a:p>
        </p:txBody>
      </p:sp>
      <p:sp>
        <p:nvSpPr>
          <p:cNvPr id="75" name="TextBox 74">
            <a:extLst>
              <a:ext uri="{FF2B5EF4-FFF2-40B4-BE49-F238E27FC236}">
                <a16:creationId xmlns:a16="http://schemas.microsoft.com/office/drawing/2014/main" id="{FC5BB07F-9591-32EB-35FA-B0445ECE19D4}"/>
              </a:ext>
            </a:extLst>
          </p:cNvPr>
          <p:cNvSpPr txBox="1"/>
          <p:nvPr/>
        </p:nvSpPr>
        <p:spPr>
          <a:xfrm>
            <a:off x="6490263" y="3403512"/>
            <a:ext cx="2671712" cy="677108"/>
          </a:xfrm>
          <a:prstGeom prst="rect">
            <a:avLst/>
          </a:prstGeom>
        </p:spPr>
        <p:txBody>
          <a:bodyPr lIns="0" tIns="0" rIns="0" bIns="0" rtlCol="0" anchor="t">
            <a:spAutoFit/>
          </a:bodyPr>
          <a:lstStyle>
            <a:defPPr>
              <a:defRPr lang="en-US"/>
            </a:defPPr>
            <a:lvl1pPr algn="ctr" defTabSz="1371600">
              <a:buClr>
                <a:srgbClr val="000000"/>
              </a:buClr>
              <a:defRPr b="1">
                <a:solidFill>
                  <a:srgbClr val="002B11"/>
                </a:solidFill>
                <a:latin typeface="Poppins" panose="00000500000000000000" pitchFamily="2" charset="0"/>
                <a:cs typeface="Poppins" panose="00000500000000000000" pitchFamily="2" charset="0"/>
              </a:defRPr>
            </a:lvl1pPr>
          </a:lstStyle>
          <a:p>
            <a:r>
              <a:rPr lang="en-US" sz="2200" b="0" dirty="0"/>
              <a:t>Locate the correct review</a:t>
            </a:r>
            <a:endParaRPr lang="en-US" sz="2200" b="0" dirty="0">
              <a:sym typeface="Arial"/>
            </a:endParaRPr>
          </a:p>
        </p:txBody>
      </p:sp>
      <p:sp>
        <p:nvSpPr>
          <p:cNvPr id="77" name="TextBox 76">
            <a:extLst>
              <a:ext uri="{FF2B5EF4-FFF2-40B4-BE49-F238E27FC236}">
                <a16:creationId xmlns:a16="http://schemas.microsoft.com/office/drawing/2014/main" id="{D9B705D5-69D0-3FD8-F494-BC40FFBCC207}"/>
              </a:ext>
            </a:extLst>
          </p:cNvPr>
          <p:cNvSpPr txBox="1"/>
          <p:nvPr/>
        </p:nvSpPr>
        <p:spPr>
          <a:xfrm>
            <a:off x="9130813" y="7223391"/>
            <a:ext cx="2671712" cy="677108"/>
          </a:xfrm>
          <a:prstGeom prst="rect">
            <a:avLst/>
          </a:prstGeom>
        </p:spPr>
        <p:txBody>
          <a:bodyPr lIns="0" tIns="0" rIns="0" bIns="0" rtlCol="0" anchor="t">
            <a:spAutoFit/>
          </a:bodyPr>
          <a:lstStyle>
            <a:defPPr>
              <a:defRPr lang="en-US"/>
            </a:defPPr>
            <a:lvl1pPr algn="ctr" defTabSz="1371600">
              <a:buClr>
                <a:srgbClr val="000000"/>
              </a:buClr>
              <a:defRPr b="1">
                <a:solidFill>
                  <a:srgbClr val="002B11"/>
                </a:solidFill>
                <a:latin typeface="Poppins" panose="00000500000000000000" pitchFamily="2" charset="0"/>
                <a:cs typeface="Poppins" panose="00000500000000000000" pitchFamily="2" charset="0"/>
              </a:defRPr>
            </a:lvl1pPr>
          </a:lstStyle>
          <a:p>
            <a:r>
              <a:rPr lang="en-US" sz="2200" b="0" dirty="0"/>
              <a:t>Check voting / moderation history</a:t>
            </a:r>
            <a:endParaRPr lang="en-US" sz="2200" b="0" dirty="0">
              <a:sym typeface="Arial"/>
            </a:endParaRPr>
          </a:p>
        </p:txBody>
      </p:sp>
      <p:sp>
        <p:nvSpPr>
          <p:cNvPr id="79" name="TextBox 78">
            <a:extLst>
              <a:ext uri="{FF2B5EF4-FFF2-40B4-BE49-F238E27FC236}">
                <a16:creationId xmlns:a16="http://schemas.microsoft.com/office/drawing/2014/main" id="{48CB32C4-9404-2AB0-5219-9D5B7D139799}"/>
              </a:ext>
            </a:extLst>
          </p:cNvPr>
          <p:cNvSpPr txBox="1"/>
          <p:nvPr/>
        </p:nvSpPr>
        <p:spPr>
          <a:xfrm>
            <a:off x="11750322" y="3407554"/>
            <a:ext cx="2671712" cy="677108"/>
          </a:xfrm>
          <a:prstGeom prst="rect">
            <a:avLst/>
          </a:prstGeom>
        </p:spPr>
        <p:txBody>
          <a:bodyPr lIns="0" tIns="0" rIns="0" bIns="0" rtlCol="0" anchor="t">
            <a:spAutoFit/>
          </a:bodyPr>
          <a:lstStyle>
            <a:defPPr>
              <a:defRPr lang="en-US"/>
            </a:defPPr>
            <a:lvl1pPr algn="ctr" defTabSz="1371600">
              <a:buClr>
                <a:srgbClr val="000000"/>
              </a:buClr>
              <a:defRPr b="1">
                <a:solidFill>
                  <a:srgbClr val="002B11"/>
                </a:solidFill>
                <a:latin typeface="Poppins" panose="00000500000000000000" pitchFamily="2" charset="0"/>
                <a:cs typeface="Poppins" panose="00000500000000000000" pitchFamily="2" charset="0"/>
              </a:defRPr>
            </a:lvl1pPr>
          </a:lstStyle>
          <a:p>
            <a:r>
              <a:rPr lang="en-US" sz="2200" b="0" dirty="0"/>
              <a:t>Assess evidence appropriately</a:t>
            </a:r>
            <a:endParaRPr lang="en-US" sz="2200" b="0" dirty="0">
              <a:sym typeface="Arial"/>
            </a:endParaRPr>
          </a:p>
        </p:txBody>
      </p:sp>
      <p:sp>
        <p:nvSpPr>
          <p:cNvPr id="81" name="TextBox 80">
            <a:extLst>
              <a:ext uri="{FF2B5EF4-FFF2-40B4-BE49-F238E27FC236}">
                <a16:creationId xmlns:a16="http://schemas.microsoft.com/office/drawing/2014/main" id="{1C53F38F-82B3-8E04-5944-C68A52BC5CC3}"/>
              </a:ext>
            </a:extLst>
          </p:cNvPr>
          <p:cNvSpPr txBox="1"/>
          <p:nvPr/>
        </p:nvSpPr>
        <p:spPr>
          <a:xfrm>
            <a:off x="14467910" y="7296584"/>
            <a:ext cx="3287733" cy="677108"/>
          </a:xfrm>
          <a:prstGeom prst="rect">
            <a:avLst/>
          </a:prstGeom>
        </p:spPr>
        <p:txBody>
          <a:bodyPr wrap="square" lIns="0" tIns="0" rIns="0" bIns="0" rtlCol="0" anchor="t">
            <a:spAutoFit/>
          </a:bodyPr>
          <a:lstStyle>
            <a:defPPr>
              <a:defRPr lang="en-US"/>
            </a:defPPr>
            <a:lvl1pPr algn="ctr" defTabSz="1371600">
              <a:buClr>
                <a:srgbClr val="000000"/>
              </a:buClr>
              <a:defRPr b="1">
                <a:solidFill>
                  <a:srgbClr val="002B11"/>
                </a:solidFill>
                <a:latin typeface="Poppins" panose="00000500000000000000" pitchFamily="2" charset="0"/>
                <a:cs typeface="Poppins" panose="00000500000000000000" pitchFamily="2" charset="0"/>
              </a:defRPr>
            </a:lvl1pPr>
          </a:lstStyle>
          <a:p>
            <a:r>
              <a:rPr lang="en-US" sz="2200" b="0" dirty="0"/>
              <a:t>Process and document the dispute</a:t>
            </a:r>
            <a:endParaRPr lang="en-US" sz="2200" b="0" dirty="0">
              <a:sym typeface="Arial"/>
            </a:endParaRPr>
          </a:p>
        </p:txBody>
      </p:sp>
      <p:grpSp>
        <p:nvGrpSpPr>
          <p:cNvPr id="82" name="Group 5">
            <a:extLst>
              <a:ext uri="{FF2B5EF4-FFF2-40B4-BE49-F238E27FC236}">
                <a16:creationId xmlns:a16="http://schemas.microsoft.com/office/drawing/2014/main" id="{0BA50799-7418-2282-62B4-3F7CE00AFC8A}"/>
              </a:ext>
            </a:extLst>
          </p:cNvPr>
          <p:cNvGrpSpPr/>
          <p:nvPr/>
        </p:nvGrpSpPr>
        <p:grpSpPr>
          <a:xfrm>
            <a:off x="9394344" y="8674753"/>
            <a:ext cx="7570105" cy="1052248"/>
            <a:chOff x="0" y="-176632"/>
            <a:chExt cx="6862758" cy="1553955"/>
          </a:xfrm>
        </p:grpSpPr>
        <p:sp>
          <p:nvSpPr>
            <p:cNvPr id="83" name="TextBox 8">
              <a:extLst>
                <a:ext uri="{FF2B5EF4-FFF2-40B4-BE49-F238E27FC236}">
                  <a16:creationId xmlns:a16="http://schemas.microsoft.com/office/drawing/2014/main" id="{D462D140-C40C-2371-5E08-C32B7AE7620A}"/>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114" name="Group 9">
              <a:extLst>
                <a:ext uri="{FF2B5EF4-FFF2-40B4-BE49-F238E27FC236}">
                  <a16:creationId xmlns:a16="http://schemas.microsoft.com/office/drawing/2014/main" id="{34256287-FFB6-4CFC-0F10-0C344DD494AE}"/>
                </a:ext>
              </a:extLst>
            </p:cNvPr>
            <p:cNvGrpSpPr/>
            <p:nvPr/>
          </p:nvGrpSpPr>
          <p:grpSpPr>
            <a:xfrm>
              <a:off x="93898" y="65264"/>
              <a:ext cx="6768860" cy="1312059"/>
              <a:chOff x="0" y="0"/>
              <a:chExt cx="1825079" cy="353769"/>
            </a:xfrm>
          </p:grpSpPr>
          <p:sp>
            <p:nvSpPr>
              <p:cNvPr id="116" name="Freeform 10">
                <a:extLst>
                  <a:ext uri="{FF2B5EF4-FFF2-40B4-BE49-F238E27FC236}">
                    <a16:creationId xmlns:a16="http://schemas.microsoft.com/office/drawing/2014/main" id="{F74DE641-768B-D021-C429-3B2CD6BC5710}"/>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92E9A7"/>
                </a:solidFill>
                <a:prstDash val="solid"/>
                <a:round/>
              </a:ln>
            </p:spPr>
            <p:txBody>
              <a:bodyPr/>
              <a:lstStyle/>
              <a:p>
                <a:endParaRPr lang="en-US">
                  <a:solidFill>
                    <a:prstClr val="black"/>
                  </a:solidFill>
                  <a:latin typeface="Aptos" panose="02110004020202020204"/>
                </a:endParaRPr>
              </a:p>
            </p:txBody>
          </p:sp>
          <p:sp>
            <p:nvSpPr>
              <p:cNvPr id="118" name="TextBox 11">
                <a:extLst>
                  <a:ext uri="{FF2B5EF4-FFF2-40B4-BE49-F238E27FC236}">
                    <a16:creationId xmlns:a16="http://schemas.microsoft.com/office/drawing/2014/main" id="{203C92EC-05B4-25E9-90B2-FDD7D8CC31BD}"/>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120" name="Google Shape;116;p1">
            <a:extLst>
              <a:ext uri="{FF2B5EF4-FFF2-40B4-BE49-F238E27FC236}">
                <a16:creationId xmlns:a16="http://schemas.microsoft.com/office/drawing/2014/main" id="{33835529-F8FD-6351-7969-455E98A79BFD}"/>
              </a:ext>
            </a:extLst>
          </p:cNvPr>
          <p:cNvSpPr txBox="1"/>
          <p:nvPr/>
        </p:nvSpPr>
        <p:spPr>
          <a:xfrm>
            <a:off x="10547008" y="8986808"/>
            <a:ext cx="6457731" cy="677108"/>
          </a:xfrm>
          <a:prstGeom prst="rect">
            <a:avLst/>
          </a:prstGeom>
        </p:spPr>
        <p:txBody>
          <a:bodyPr wrap="square" lIns="0" tIns="0" rIns="0" bIns="0" rtlCol="0" anchor="t">
            <a:spAutoFit/>
          </a:bodyPr>
          <a:lstStyle>
            <a:defPPr>
              <a:defRPr lang="en-US"/>
            </a:defPPr>
            <a:lvl1pPr algn="ctr" defTabSz="1371600">
              <a:buClr>
                <a:srgbClr val="000000"/>
              </a:buClr>
              <a:defRPr b="1">
                <a:solidFill>
                  <a:srgbClr val="002B11"/>
                </a:solidFill>
                <a:latin typeface="Poppins" panose="00000500000000000000" pitchFamily="2" charset="0"/>
                <a:cs typeface="Poppins" panose="00000500000000000000" pitchFamily="2" charset="0"/>
              </a:defRPr>
            </a:lvl1pPr>
          </a:lstStyle>
          <a:p>
            <a:r>
              <a:rPr lang="en-US" sz="2200" dirty="0"/>
              <a:t>Final step: </a:t>
            </a:r>
            <a:r>
              <a:rPr lang="en-US" sz="2200" b="0" dirty="0"/>
              <a:t>Select and apply the correct owner-facing macro</a:t>
            </a:r>
            <a:endParaRPr lang="en-US" sz="2200" b="0" dirty="0">
              <a:sym typeface="Arial"/>
            </a:endParaRPr>
          </a:p>
        </p:txBody>
      </p:sp>
      <p:sp>
        <p:nvSpPr>
          <p:cNvPr id="122" name="Freeform 3">
            <a:extLst>
              <a:ext uri="{FF2B5EF4-FFF2-40B4-BE49-F238E27FC236}">
                <a16:creationId xmlns:a16="http://schemas.microsoft.com/office/drawing/2014/main" id="{90714306-4AD4-07EA-7562-2DC80E50ADA2}"/>
              </a:ext>
            </a:extLst>
          </p:cNvPr>
          <p:cNvSpPr/>
          <p:nvPr/>
        </p:nvSpPr>
        <p:spPr>
          <a:xfrm>
            <a:off x="5288817" y="3330422"/>
            <a:ext cx="865933" cy="881592"/>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pic>
        <p:nvPicPr>
          <p:cNvPr id="124" name="Picture 123">
            <a:extLst>
              <a:ext uri="{FF2B5EF4-FFF2-40B4-BE49-F238E27FC236}">
                <a16:creationId xmlns:a16="http://schemas.microsoft.com/office/drawing/2014/main" id="{4C3E1A24-D243-7104-66E6-3D4C2C491637}"/>
              </a:ext>
            </a:extLst>
          </p:cNvPr>
          <p:cNvPicPr>
            <a:picLocks noChangeAspect="1"/>
          </p:cNvPicPr>
          <p:nvPr/>
        </p:nvPicPr>
        <p:blipFill>
          <a:blip r:embed="rId11" cstate="print">
            <a:biLevel thresh="50000"/>
            <a:extLst>
              <a:ext uri="{28A0092B-C50C-407E-A947-70E740481C1C}">
                <a14:useLocalDpi xmlns:a14="http://schemas.microsoft.com/office/drawing/2010/main" val="0"/>
              </a:ext>
            </a:extLst>
          </a:blip>
          <a:stretch>
            <a:fillRect/>
          </a:stretch>
        </p:blipFill>
        <p:spPr>
          <a:xfrm>
            <a:off x="7890239" y="7181997"/>
            <a:ext cx="737305" cy="616540"/>
          </a:xfrm>
          <a:prstGeom prst="rect">
            <a:avLst/>
          </a:prstGeom>
        </p:spPr>
      </p:pic>
      <p:pic>
        <p:nvPicPr>
          <p:cNvPr id="126" name="Picture 125">
            <a:extLst>
              <a:ext uri="{FF2B5EF4-FFF2-40B4-BE49-F238E27FC236}">
                <a16:creationId xmlns:a16="http://schemas.microsoft.com/office/drawing/2014/main" id="{D4315E56-BF8A-89EA-C621-DA83E7DA3BB6}"/>
              </a:ext>
            </a:extLst>
          </p:cNvPr>
          <p:cNvPicPr>
            <a:picLocks noChangeAspect="1"/>
          </p:cNvPicPr>
          <p:nvPr/>
        </p:nvPicPr>
        <p:blipFill>
          <a:blip r:embed="rId12" cstate="print">
            <a:extLst>
              <a:ext uri="{BEBA8EAE-BF5A-486C-A8C5-ECC9F3942E4B}">
                <a14:imgProps xmlns:a14="http://schemas.microsoft.com/office/drawing/2010/main">
                  <a14:imgLayer r:embed="rId13">
                    <a14:imgEffect>
                      <a14:saturation sat="0"/>
                    </a14:imgEffect>
                  </a14:imgLayer>
                </a14:imgProps>
              </a:ext>
              <a:ext uri="{28A0092B-C50C-407E-A947-70E740481C1C}">
                <a14:useLocalDpi xmlns:a14="http://schemas.microsoft.com/office/drawing/2010/main" val="0"/>
              </a:ext>
            </a:extLst>
          </a:blip>
          <a:stretch>
            <a:fillRect/>
          </a:stretch>
        </p:blipFill>
        <p:spPr>
          <a:xfrm>
            <a:off x="10588100" y="3344319"/>
            <a:ext cx="824468" cy="881769"/>
          </a:xfrm>
          <a:prstGeom prst="rect">
            <a:avLst/>
          </a:prstGeom>
        </p:spPr>
      </p:pic>
      <p:pic>
        <p:nvPicPr>
          <p:cNvPr id="129" name="Picture 128">
            <a:extLst>
              <a:ext uri="{FF2B5EF4-FFF2-40B4-BE49-F238E27FC236}">
                <a16:creationId xmlns:a16="http://schemas.microsoft.com/office/drawing/2014/main" id="{6ADE807B-F306-5FAB-0AF3-E9E65091CB78}"/>
              </a:ext>
            </a:extLst>
          </p:cNvPr>
          <p:cNvPicPr>
            <a:picLocks noChangeAspect="1"/>
          </p:cNvPicPr>
          <p:nvPr/>
        </p:nvPicPr>
        <p:blipFill>
          <a:blip r:embed="rId14">
            <a:duotone>
              <a:prstClr val="black"/>
              <a:schemeClr val="tx2">
                <a:tint val="45000"/>
                <a:satMod val="400000"/>
              </a:schemeClr>
            </a:duotone>
          </a:blip>
          <a:stretch>
            <a:fillRect/>
          </a:stretch>
        </p:blipFill>
        <p:spPr>
          <a:xfrm>
            <a:off x="13192994" y="7027490"/>
            <a:ext cx="652331" cy="845065"/>
          </a:xfrm>
          <a:prstGeom prst="rect">
            <a:avLst/>
          </a:prstGeom>
        </p:spPr>
      </p:pic>
      <p:pic>
        <p:nvPicPr>
          <p:cNvPr id="130" name="Picture 129">
            <a:extLst>
              <a:ext uri="{FF2B5EF4-FFF2-40B4-BE49-F238E27FC236}">
                <a16:creationId xmlns:a16="http://schemas.microsoft.com/office/drawing/2014/main" id="{6F79B702-43B3-2814-DC66-57BE8C80F02E}"/>
              </a:ext>
            </a:extLst>
          </p:cNvPr>
          <p:cNvPicPr>
            <a:picLocks noChangeAspect="1"/>
          </p:cNvPicPr>
          <p:nvPr/>
        </p:nvPicPr>
        <p:blipFill>
          <a:blip r:embed="rId15">
            <a:biLevel thresh="50000"/>
          </a:blip>
          <a:stretch>
            <a:fillRect/>
          </a:stretch>
        </p:blipFill>
        <p:spPr>
          <a:xfrm>
            <a:off x="15883577" y="3383274"/>
            <a:ext cx="768309" cy="768309"/>
          </a:xfrm>
          <a:prstGeom prst="rect">
            <a:avLst/>
          </a:prstGeom>
        </p:spPr>
      </p:pic>
      <p:pic>
        <p:nvPicPr>
          <p:cNvPr id="132" name="Picture 131">
            <a:extLst>
              <a:ext uri="{FF2B5EF4-FFF2-40B4-BE49-F238E27FC236}">
                <a16:creationId xmlns:a16="http://schemas.microsoft.com/office/drawing/2014/main" id="{2240321F-28A7-49A5-3B9C-A02701A18F58}"/>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9809242" y="8993553"/>
            <a:ext cx="737766" cy="660705"/>
          </a:xfrm>
          <a:prstGeom prst="rect">
            <a:avLst/>
          </a:prstGeom>
        </p:spPr>
      </p:pic>
    </p:spTree>
    <p:extLst>
      <p:ext uri="{BB962C8B-B14F-4D97-AF65-F5344CB8AC3E}">
        <p14:creationId xmlns:p14="http://schemas.microsoft.com/office/powerpoint/2010/main" val="3160620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withEffect">
                                  <p:stCondLst>
                                    <p:cond delay="0"/>
                                  </p:stCondLst>
                                  <p:childTnLst>
                                    <p:set>
                                      <p:cBhvr>
                                        <p:cTn id="6" dur="1" fill="hold">
                                          <p:stCondLst>
                                            <p:cond delay="0"/>
                                          </p:stCondLst>
                                        </p:cTn>
                                        <p:tgtEl>
                                          <p:spTgt spid="82"/>
                                        </p:tgtEl>
                                        <p:attrNameLst>
                                          <p:attrName>style.visibility</p:attrName>
                                        </p:attrNameLst>
                                      </p:cBhvr>
                                      <p:to>
                                        <p:strVal val="visible"/>
                                      </p:to>
                                    </p:set>
                                    <p:anim calcmode="lin" valueType="num">
                                      <p:cBhvr>
                                        <p:cTn id="7" dur="500" fill="hold"/>
                                        <p:tgtEl>
                                          <p:spTgt spid="82"/>
                                        </p:tgtEl>
                                        <p:attrNameLst>
                                          <p:attrName>ppt_w</p:attrName>
                                        </p:attrNameLst>
                                      </p:cBhvr>
                                      <p:tavLst>
                                        <p:tav tm="0">
                                          <p:val>
                                            <p:fltVal val="0"/>
                                          </p:val>
                                        </p:tav>
                                        <p:tav tm="100000">
                                          <p:val>
                                            <p:strVal val="#ppt_w"/>
                                          </p:val>
                                        </p:tav>
                                      </p:tavLst>
                                    </p:anim>
                                    <p:anim calcmode="lin" valueType="num">
                                      <p:cBhvr>
                                        <p:cTn id="8" dur="500" fill="hold"/>
                                        <p:tgtEl>
                                          <p:spTgt spid="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0A240-FCA3-7895-50B7-4619942CC647}"/>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11CDE4BD-C7E9-2355-A092-AC9B8C1D69BA}"/>
              </a:ext>
            </a:extLst>
          </p:cNvPr>
          <p:cNvSpPr txBox="1"/>
          <p:nvPr/>
        </p:nvSpPr>
        <p:spPr>
          <a:xfrm>
            <a:off x="381000" y="620459"/>
            <a:ext cx="14936560" cy="888769"/>
          </a:xfrm>
          <a:prstGeom prst="rect">
            <a:avLst/>
          </a:prstGeom>
        </p:spPr>
        <p:txBody>
          <a:bodyPr wrap="square" lIns="0" tIns="0" rIns="0" bIns="0" rtlCol="0" anchor="t">
            <a:spAutoFit/>
          </a:bodyPr>
          <a:lstStyle/>
          <a:p>
            <a:pPr>
              <a:lnSpc>
                <a:spcPts val="7279"/>
              </a:lnSpc>
              <a:spcBef>
                <a:spcPct val="0"/>
              </a:spcBef>
            </a:pPr>
            <a:r>
              <a:rPr lang="en-US" sz="5199" b="1" dirty="0">
                <a:solidFill>
                  <a:srgbClr val="002B11"/>
                </a:solidFill>
                <a:latin typeface="Poppins Bold"/>
                <a:ea typeface="Poppins Bold"/>
                <a:cs typeface="Poppins Bold"/>
                <a:sym typeface="Poppins Bold"/>
              </a:rPr>
              <a:t>Scenario 1</a:t>
            </a:r>
          </a:p>
        </p:txBody>
      </p:sp>
      <p:sp>
        <p:nvSpPr>
          <p:cNvPr id="24" name="TextBox 23">
            <a:extLst>
              <a:ext uri="{FF2B5EF4-FFF2-40B4-BE49-F238E27FC236}">
                <a16:creationId xmlns:a16="http://schemas.microsoft.com/office/drawing/2014/main" id="{6583771C-430C-0248-1AAF-92802471ACFB}"/>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mn-cs"/>
              </a:rPr>
              <a:t>Tripadvisor / Fraud support / Scenario 1</a:t>
            </a:r>
          </a:p>
        </p:txBody>
      </p:sp>
      <p:pic>
        <p:nvPicPr>
          <p:cNvPr id="12" name="Picture 11" descr="realistic detailed empty open mail envelope. Sending correspondence, work  mail. Customer Alert. Isolated vector on white background 8279089 Vector  Art at Vecteezy">
            <a:extLst>
              <a:ext uri="{FF2B5EF4-FFF2-40B4-BE49-F238E27FC236}">
                <a16:creationId xmlns:a16="http://schemas.microsoft.com/office/drawing/2014/main" id="{690EB37E-9007-D0F3-B233-3867482587D8}"/>
              </a:ext>
            </a:extLst>
          </p:cNvPr>
          <p:cNvPicPr>
            <a:picLocks noChangeAspect="1"/>
          </p:cNvPicPr>
          <p:nvPr/>
        </p:nvPicPr>
        <p:blipFill>
          <a:blip r:embed="rId3"/>
          <a:srcRect/>
          <a:stretch>
            <a:fillRect/>
          </a:stretch>
        </p:blipFill>
        <p:spPr>
          <a:xfrm>
            <a:off x="133635" y="5460426"/>
            <a:ext cx="3922505" cy="3851759"/>
          </a:xfrm>
          <a:prstGeom prst="rect">
            <a:avLst/>
          </a:prstGeom>
        </p:spPr>
      </p:pic>
      <p:pic>
        <p:nvPicPr>
          <p:cNvPr id="13" name="Picture 12" descr="White paper illustration, Post-it note Paper , Sticky note transparent  background PNG clipart | HiClipart">
            <a:extLst>
              <a:ext uri="{FF2B5EF4-FFF2-40B4-BE49-F238E27FC236}">
                <a16:creationId xmlns:a16="http://schemas.microsoft.com/office/drawing/2014/main" id="{7D9E4408-3DAF-E2E5-20DD-8702DC537FC6}"/>
              </a:ext>
            </a:extLst>
          </p:cNvPr>
          <p:cNvPicPr>
            <a:picLocks noChangeAspect="1"/>
          </p:cNvPicPr>
          <p:nvPr/>
        </p:nvPicPr>
        <p:blipFill>
          <a:blip r:embed="rId4"/>
          <a:srcRect/>
          <a:stretch>
            <a:fillRect/>
          </a:stretch>
        </p:blipFill>
        <p:spPr>
          <a:xfrm rot="465030">
            <a:off x="1640316" y="1497007"/>
            <a:ext cx="7933793" cy="7689139"/>
          </a:xfrm>
          <a:prstGeom prst="rect">
            <a:avLst/>
          </a:prstGeom>
        </p:spPr>
      </p:pic>
      <p:sp>
        <p:nvSpPr>
          <p:cNvPr id="8" name="Google Shape;116;p1">
            <a:extLst>
              <a:ext uri="{FF2B5EF4-FFF2-40B4-BE49-F238E27FC236}">
                <a16:creationId xmlns:a16="http://schemas.microsoft.com/office/drawing/2014/main" id="{E2DB9C39-0AA5-4346-9DDC-5ADA5823F605}"/>
              </a:ext>
            </a:extLst>
          </p:cNvPr>
          <p:cNvSpPr txBox="1"/>
          <p:nvPr/>
        </p:nvSpPr>
        <p:spPr>
          <a:xfrm rot="21558269">
            <a:off x="2214795" y="2436057"/>
            <a:ext cx="6235719" cy="5309085"/>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1600" b="1">
                <a:latin typeface="Poppins" panose="00000500000000000000" pitchFamily="2" charset="0"/>
                <a:cs typeface="Poppins" panose="00000500000000000000" pitchFamily="2" charset="0"/>
              </a:defRPr>
            </a:lvl1pPr>
          </a:lstStyle>
          <a:p>
            <a:r>
              <a:rPr lang="en-US" dirty="0"/>
              <a:t>Subject: </a:t>
            </a:r>
            <a:r>
              <a:rPr lang="en-US" b="0" dirty="0"/>
              <a:t>Competitor Review Reported - Sunset Bay Hotel</a:t>
            </a:r>
          </a:p>
          <a:p>
            <a:endParaRPr lang="en-US" b="0" dirty="0"/>
          </a:p>
          <a:p>
            <a:r>
              <a:rPr lang="en-US" b="0" dirty="0"/>
              <a:t>Hello Support Team,</a:t>
            </a:r>
          </a:p>
          <a:p>
            <a:endParaRPr lang="en-US" b="0" dirty="0"/>
          </a:p>
          <a:p>
            <a:r>
              <a:rPr lang="en-US" b="0" dirty="0"/>
              <a:t>I am the owner of Sunset Bay Hotel. I am writing to follow up on a review that I believe was written by a direct competitor to hurt our business.</a:t>
            </a:r>
          </a:p>
          <a:p>
            <a:endParaRPr lang="en-US" b="0" dirty="0"/>
          </a:p>
          <a:p>
            <a:r>
              <a:rPr lang="en-US" b="0" dirty="0"/>
              <a:t>The review is titled “Disappointing stay and poor service”. I have already gone into our Management Center and officially reported/flagged the review from there, but I wanted to reach out directly to ensure this is looked into immediately as it is affecting our ratings.</a:t>
            </a:r>
          </a:p>
          <a:p>
            <a:endParaRPr lang="en-US" b="0" dirty="0"/>
          </a:p>
          <a:p>
            <a:r>
              <a:rPr lang="en-US" b="0" dirty="0"/>
              <a:t>Could you please investigate this account and remove the review?</a:t>
            </a:r>
          </a:p>
          <a:p>
            <a:endParaRPr lang="en-US" b="0" dirty="0"/>
          </a:p>
          <a:p>
            <a:endParaRPr lang="en-US" b="0" dirty="0"/>
          </a:p>
          <a:p>
            <a:r>
              <a:rPr lang="en-US" b="0" dirty="0"/>
              <a:t>Regards, </a:t>
            </a:r>
          </a:p>
          <a:p>
            <a:r>
              <a:rPr lang="en-US" b="0" dirty="0"/>
              <a:t>Alex </a:t>
            </a:r>
          </a:p>
          <a:p>
            <a:r>
              <a:rPr lang="en-US" b="0" dirty="0"/>
              <a:t>Co-owner, Sunset Bay Hotel </a:t>
            </a:r>
            <a:endParaRPr lang="en-US" b="0" dirty="0">
              <a:sym typeface="Arial"/>
            </a:endParaRPr>
          </a:p>
        </p:txBody>
      </p:sp>
      <p:sp>
        <p:nvSpPr>
          <p:cNvPr id="15" name="Rounded Rectangle 5">
            <a:extLst>
              <a:ext uri="{FF2B5EF4-FFF2-40B4-BE49-F238E27FC236}">
                <a16:creationId xmlns:a16="http://schemas.microsoft.com/office/drawing/2014/main" id="{B1CAFC7E-522C-F2F3-4B71-2445CE6B16A0}"/>
              </a:ext>
            </a:extLst>
          </p:cNvPr>
          <p:cNvSpPr/>
          <p:nvPr/>
        </p:nvSpPr>
        <p:spPr>
          <a:xfrm>
            <a:off x="11080790" y="786251"/>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21" name="Google Shape;116;p1">
            <a:extLst>
              <a:ext uri="{FF2B5EF4-FFF2-40B4-BE49-F238E27FC236}">
                <a16:creationId xmlns:a16="http://schemas.microsoft.com/office/drawing/2014/main" id="{F9BBDA4E-9CD3-DDAE-0BBC-5E8E8837C061}"/>
              </a:ext>
            </a:extLst>
          </p:cNvPr>
          <p:cNvSpPr txBox="1"/>
          <p:nvPr/>
        </p:nvSpPr>
        <p:spPr>
          <a:xfrm>
            <a:off x="9740313" y="1028137"/>
            <a:ext cx="1642485" cy="476993"/>
          </a:xfrm>
          <a:prstGeom prst="rect">
            <a:avLst/>
          </a:prstGeom>
          <a:noFill/>
          <a:ln>
            <a:noFill/>
          </a:ln>
        </p:spPr>
        <p:txBody>
          <a:bodyPr spcFirstLastPara="1" wrap="square" lIns="137138" tIns="68550" rIns="137138" bIns="68550" anchor="t" anchorCtr="0">
            <a:spAutoFit/>
          </a:bodyPr>
          <a:lstStyle/>
          <a:p>
            <a:pPr defTabSz="1371600">
              <a:buClr>
                <a:srgbClr val="000000"/>
              </a:buClr>
            </a:pPr>
            <a:r>
              <a:rPr lang="en-US" sz="2200" b="1" dirty="0">
                <a:solidFill>
                  <a:srgbClr val="002B11"/>
                </a:solidFill>
                <a:latin typeface="Poppins" panose="00000500000000000000" pitchFamily="2" charset="0"/>
                <a:cs typeface="Poppins" panose="00000500000000000000" pitchFamily="2" charset="0"/>
              </a:rPr>
              <a:t>Step 1</a:t>
            </a:r>
            <a:endParaRPr lang="en-US" sz="2200" b="1" kern="0" dirty="0">
              <a:solidFill>
                <a:srgbClr val="002B11"/>
              </a:solidFill>
              <a:latin typeface="Poppins" panose="00000500000000000000" pitchFamily="2" charset="0"/>
              <a:ea typeface="Open Sans SemiBold"/>
              <a:cs typeface="Poppins" panose="00000500000000000000" pitchFamily="2" charset="0"/>
              <a:sym typeface="Arial"/>
            </a:endParaRPr>
          </a:p>
        </p:txBody>
      </p:sp>
      <p:sp>
        <p:nvSpPr>
          <p:cNvPr id="23" name="Google Shape;116;p1">
            <a:extLst>
              <a:ext uri="{FF2B5EF4-FFF2-40B4-BE49-F238E27FC236}">
                <a16:creationId xmlns:a16="http://schemas.microsoft.com/office/drawing/2014/main" id="{1BED80B7-9402-5D92-8A37-54BFB9F2CF5D}"/>
              </a:ext>
            </a:extLst>
          </p:cNvPr>
          <p:cNvSpPr txBox="1"/>
          <p:nvPr/>
        </p:nvSpPr>
        <p:spPr>
          <a:xfrm>
            <a:off x="11080789" y="878876"/>
            <a:ext cx="2554063" cy="692437"/>
          </a:xfrm>
          <a:prstGeom prst="rect">
            <a:avLst/>
          </a:prstGeom>
          <a:noFill/>
          <a:ln>
            <a:noFill/>
          </a:ln>
        </p:spPr>
        <p:txBody>
          <a:bodyPr spcFirstLastPara="1" wrap="square" lIns="137138" tIns="68550" rIns="137138" bIns="68550" anchor="t" anchorCtr="0">
            <a:spAutoFit/>
          </a:bodyPr>
          <a:lstStyle/>
          <a:p>
            <a:pPr algn="ctr" defTabSz="1371600">
              <a:buClr>
                <a:srgbClr val="000000"/>
              </a:buClr>
            </a:pPr>
            <a:r>
              <a:rPr lang="en-US" dirty="0">
                <a:solidFill>
                  <a:srgbClr val="002B11"/>
                </a:solidFill>
                <a:latin typeface="Poppins" panose="00000500000000000000" pitchFamily="2" charset="0"/>
                <a:cs typeface="Poppins" panose="00000500000000000000" pitchFamily="2" charset="0"/>
              </a:rPr>
              <a:t>Verify owner affiliation</a:t>
            </a:r>
            <a:endParaRPr lang="en-US" kern="0" dirty="0">
              <a:solidFill>
                <a:srgbClr val="002B11"/>
              </a:solidFill>
              <a:latin typeface="Poppins" panose="00000500000000000000" pitchFamily="2" charset="0"/>
              <a:ea typeface="Open Sans SemiBold"/>
              <a:cs typeface="Poppins" panose="00000500000000000000" pitchFamily="2" charset="0"/>
              <a:sym typeface="Arial"/>
            </a:endParaRPr>
          </a:p>
        </p:txBody>
      </p:sp>
      <p:pic>
        <p:nvPicPr>
          <p:cNvPr id="32" name="Picture 31" descr="Arrow clipart Vectors - Download Free High-Quality Vectors | Magnific  (formerly Freepik)">
            <a:extLst>
              <a:ext uri="{FF2B5EF4-FFF2-40B4-BE49-F238E27FC236}">
                <a16:creationId xmlns:a16="http://schemas.microsoft.com/office/drawing/2014/main" id="{D0E425A3-8A22-2A5B-C012-3DEB54D80898}"/>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17759" y="844744"/>
            <a:ext cx="1078690" cy="718553"/>
          </a:xfrm>
          <a:prstGeom prst="rect">
            <a:avLst/>
          </a:prstGeom>
          <a:ln>
            <a:noFill/>
          </a:ln>
        </p:spPr>
      </p:pic>
      <p:grpSp>
        <p:nvGrpSpPr>
          <p:cNvPr id="33" name="Group 5">
            <a:extLst>
              <a:ext uri="{FF2B5EF4-FFF2-40B4-BE49-F238E27FC236}">
                <a16:creationId xmlns:a16="http://schemas.microsoft.com/office/drawing/2014/main" id="{32EE37EC-1800-F4BA-BE22-AF740A549767}"/>
              </a:ext>
            </a:extLst>
          </p:cNvPr>
          <p:cNvGrpSpPr/>
          <p:nvPr/>
        </p:nvGrpSpPr>
        <p:grpSpPr>
          <a:xfrm>
            <a:off x="14613804" y="622772"/>
            <a:ext cx="3020186" cy="1052248"/>
            <a:chOff x="0" y="-176632"/>
            <a:chExt cx="6862758" cy="1553955"/>
          </a:xfrm>
        </p:grpSpPr>
        <p:sp>
          <p:nvSpPr>
            <p:cNvPr id="34" name="TextBox 8">
              <a:extLst>
                <a:ext uri="{FF2B5EF4-FFF2-40B4-BE49-F238E27FC236}">
                  <a16:creationId xmlns:a16="http://schemas.microsoft.com/office/drawing/2014/main" id="{FF4BA214-8AE8-FA44-91CA-80A8416B7532}"/>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35" name="Group 9">
              <a:extLst>
                <a:ext uri="{FF2B5EF4-FFF2-40B4-BE49-F238E27FC236}">
                  <a16:creationId xmlns:a16="http://schemas.microsoft.com/office/drawing/2014/main" id="{00E00D31-326C-BEF4-2E4A-CC78820D8051}"/>
                </a:ext>
              </a:extLst>
            </p:cNvPr>
            <p:cNvGrpSpPr/>
            <p:nvPr/>
          </p:nvGrpSpPr>
          <p:grpSpPr>
            <a:xfrm>
              <a:off x="93898" y="65264"/>
              <a:ext cx="6768860" cy="1312059"/>
              <a:chOff x="0" y="0"/>
              <a:chExt cx="1825079" cy="353769"/>
            </a:xfrm>
          </p:grpSpPr>
          <p:sp>
            <p:nvSpPr>
              <p:cNvPr id="36" name="Freeform 10">
                <a:extLst>
                  <a:ext uri="{FF2B5EF4-FFF2-40B4-BE49-F238E27FC236}">
                    <a16:creationId xmlns:a16="http://schemas.microsoft.com/office/drawing/2014/main" id="{05F99025-BE0A-5D7C-3BDF-283242C3F56A}"/>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37" name="TextBox 11">
                <a:extLst>
                  <a:ext uri="{FF2B5EF4-FFF2-40B4-BE49-F238E27FC236}">
                    <a16:creationId xmlns:a16="http://schemas.microsoft.com/office/drawing/2014/main" id="{F5ACA45A-9516-C7E6-785E-84B8C2DD43B6}"/>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38" name="TextBox 12">
            <a:extLst>
              <a:ext uri="{FF2B5EF4-FFF2-40B4-BE49-F238E27FC236}">
                <a16:creationId xmlns:a16="http://schemas.microsoft.com/office/drawing/2014/main" id="{3BE10A5E-D406-CEE0-2473-B086F13CB322}"/>
              </a:ext>
            </a:extLst>
          </p:cNvPr>
          <p:cNvSpPr txBox="1"/>
          <p:nvPr/>
        </p:nvSpPr>
        <p:spPr>
          <a:xfrm>
            <a:off x="14873328" y="1060485"/>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User is authorized</a:t>
            </a:r>
          </a:p>
        </p:txBody>
      </p:sp>
      <p:sp>
        <p:nvSpPr>
          <p:cNvPr id="39" name="Rounded Rectangle 5">
            <a:extLst>
              <a:ext uri="{FF2B5EF4-FFF2-40B4-BE49-F238E27FC236}">
                <a16:creationId xmlns:a16="http://schemas.microsoft.com/office/drawing/2014/main" id="{29ADFE5F-EC61-5747-02BC-6DB4F7DA4041}"/>
              </a:ext>
            </a:extLst>
          </p:cNvPr>
          <p:cNvSpPr/>
          <p:nvPr/>
        </p:nvSpPr>
        <p:spPr>
          <a:xfrm>
            <a:off x="11080789" y="1897734"/>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40" name="Google Shape;116;p1">
            <a:extLst>
              <a:ext uri="{FF2B5EF4-FFF2-40B4-BE49-F238E27FC236}">
                <a16:creationId xmlns:a16="http://schemas.microsoft.com/office/drawing/2014/main" id="{27B78C3D-1322-BBC6-227B-70A5C8846C1A}"/>
              </a:ext>
            </a:extLst>
          </p:cNvPr>
          <p:cNvSpPr txBox="1"/>
          <p:nvPr/>
        </p:nvSpPr>
        <p:spPr>
          <a:xfrm>
            <a:off x="9754421" y="2043631"/>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2</a:t>
            </a:r>
            <a:endParaRPr lang="en-US" dirty="0">
              <a:sym typeface="Arial"/>
            </a:endParaRPr>
          </a:p>
        </p:txBody>
      </p:sp>
      <p:sp>
        <p:nvSpPr>
          <p:cNvPr id="41" name="Google Shape;116;p1">
            <a:extLst>
              <a:ext uri="{FF2B5EF4-FFF2-40B4-BE49-F238E27FC236}">
                <a16:creationId xmlns:a16="http://schemas.microsoft.com/office/drawing/2014/main" id="{C30B77DF-E5B3-CEB6-CBCD-0C6FFD5923AB}"/>
              </a:ext>
            </a:extLst>
          </p:cNvPr>
          <p:cNvSpPr txBox="1"/>
          <p:nvPr/>
        </p:nvSpPr>
        <p:spPr>
          <a:xfrm>
            <a:off x="11080788" y="2131484"/>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Manage Duplicates</a:t>
            </a:r>
            <a:endParaRPr lang="en-US" dirty="0">
              <a:sym typeface="Arial"/>
            </a:endParaRPr>
          </a:p>
        </p:txBody>
      </p:sp>
      <p:pic>
        <p:nvPicPr>
          <p:cNvPr id="42" name="Picture 41" descr="Arrow clipart Vectors - Download Free High-Quality Vectors | Magnific  (formerly Freepik)">
            <a:extLst>
              <a:ext uri="{FF2B5EF4-FFF2-40B4-BE49-F238E27FC236}">
                <a16:creationId xmlns:a16="http://schemas.microsoft.com/office/drawing/2014/main" id="{8BD9F40D-5E7C-C50A-2396-43EF6ED6A861}"/>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17758" y="1956227"/>
            <a:ext cx="1078690" cy="718553"/>
          </a:xfrm>
          <a:prstGeom prst="rect">
            <a:avLst/>
          </a:prstGeom>
          <a:ln>
            <a:noFill/>
          </a:ln>
        </p:spPr>
      </p:pic>
      <p:grpSp>
        <p:nvGrpSpPr>
          <p:cNvPr id="43" name="Group 5">
            <a:extLst>
              <a:ext uri="{FF2B5EF4-FFF2-40B4-BE49-F238E27FC236}">
                <a16:creationId xmlns:a16="http://schemas.microsoft.com/office/drawing/2014/main" id="{3A41FBEF-20EC-177E-6C12-43D3C561174E}"/>
              </a:ext>
            </a:extLst>
          </p:cNvPr>
          <p:cNvGrpSpPr/>
          <p:nvPr/>
        </p:nvGrpSpPr>
        <p:grpSpPr>
          <a:xfrm>
            <a:off x="14648573" y="1720478"/>
            <a:ext cx="3020186" cy="1052248"/>
            <a:chOff x="0" y="-176632"/>
            <a:chExt cx="6862758" cy="1553955"/>
          </a:xfrm>
        </p:grpSpPr>
        <p:sp>
          <p:nvSpPr>
            <p:cNvPr id="44" name="TextBox 8">
              <a:extLst>
                <a:ext uri="{FF2B5EF4-FFF2-40B4-BE49-F238E27FC236}">
                  <a16:creationId xmlns:a16="http://schemas.microsoft.com/office/drawing/2014/main" id="{FA4CD741-6CDB-EE3C-19D2-2F105762EC76}"/>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45" name="Group 9">
              <a:extLst>
                <a:ext uri="{FF2B5EF4-FFF2-40B4-BE49-F238E27FC236}">
                  <a16:creationId xmlns:a16="http://schemas.microsoft.com/office/drawing/2014/main" id="{5A65DC9E-0C78-D353-8908-B415920BF189}"/>
                </a:ext>
              </a:extLst>
            </p:cNvPr>
            <p:cNvGrpSpPr/>
            <p:nvPr/>
          </p:nvGrpSpPr>
          <p:grpSpPr>
            <a:xfrm>
              <a:off x="93898" y="65264"/>
              <a:ext cx="6768860" cy="1312059"/>
              <a:chOff x="0" y="0"/>
              <a:chExt cx="1825079" cy="353769"/>
            </a:xfrm>
          </p:grpSpPr>
          <p:sp>
            <p:nvSpPr>
              <p:cNvPr id="46" name="Freeform 10">
                <a:extLst>
                  <a:ext uri="{FF2B5EF4-FFF2-40B4-BE49-F238E27FC236}">
                    <a16:creationId xmlns:a16="http://schemas.microsoft.com/office/drawing/2014/main" id="{622FD947-3558-3B17-CBFE-07EB6978C1CF}"/>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47" name="TextBox 11">
                <a:extLst>
                  <a:ext uri="{FF2B5EF4-FFF2-40B4-BE49-F238E27FC236}">
                    <a16:creationId xmlns:a16="http://schemas.microsoft.com/office/drawing/2014/main" id="{95D15548-9635-B390-ACDB-48DDBA3EE081}"/>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48" name="TextBox 12">
            <a:extLst>
              <a:ext uri="{FF2B5EF4-FFF2-40B4-BE49-F238E27FC236}">
                <a16:creationId xmlns:a16="http://schemas.microsoft.com/office/drawing/2014/main" id="{11E8C2EA-904E-8155-B4E7-62E3CE3B197F}"/>
              </a:ext>
            </a:extLst>
          </p:cNvPr>
          <p:cNvSpPr txBox="1"/>
          <p:nvPr/>
        </p:nvSpPr>
        <p:spPr>
          <a:xfrm>
            <a:off x="14991353" y="2159338"/>
            <a:ext cx="2459814" cy="309765"/>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No duplicates</a:t>
            </a:r>
          </a:p>
        </p:txBody>
      </p:sp>
      <p:sp>
        <p:nvSpPr>
          <p:cNvPr id="49" name="Rounded Rectangle 5">
            <a:extLst>
              <a:ext uri="{FF2B5EF4-FFF2-40B4-BE49-F238E27FC236}">
                <a16:creationId xmlns:a16="http://schemas.microsoft.com/office/drawing/2014/main" id="{502713D1-7717-DD6C-9C76-12B83974DB46}"/>
              </a:ext>
            </a:extLst>
          </p:cNvPr>
          <p:cNvSpPr/>
          <p:nvPr/>
        </p:nvSpPr>
        <p:spPr>
          <a:xfrm>
            <a:off x="11080790" y="3047398"/>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50" name="Google Shape;116;p1">
            <a:extLst>
              <a:ext uri="{FF2B5EF4-FFF2-40B4-BE49-F238E27FC236}">
                <a16:creationId xmlns:a16="http://schemas.microsoft.com/office/drawing/2014/main" id="{0358F40F-723A-D3EC-70C8-2DFD63D376ED}"/>
              </a:ext>
            </a:extLst>
          </p:cNvPr>
          <p:cNvSpPr txBox="1"/>
          <p:nvPr/>
        </p:nvSpPr>
        <p:spPr>
          <a:xfrm>
            <a:off x="9711618" y="3192251"/>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3</a:t>
            </a:r>
            <a:endParaRPr lang="en-US" dirty="0">
              <a:sym typeface="Arial"/>
            </a:endParaRPr>
          </a:p>
        </p:txBody>
      </p:sp>
      <p:sp>
        <p:nvSpPr>
          <p:cNvPr id="51" name="Google Shape;116;p1">
            <a:extLst>
              <a:ext uri="{FF2B5EF4-FFF2-40B4-BE49-F238E27FC236}">
                <a16:creationId xmlns:a16="http://schemas.microsoft.com/office/drawing/2014/main" id="{DDEF276D-8D1B-4C40-E38A-FC24E3E40CC5}"/>
              </a:ext>
            </a:extLst>
          </p:cNvPr>
          <p:cNvSpPr txBox="1"/>
          <p:nvPr/>
        </p:nvSpPr>
        <p:spPr>
          <a:xfrm>
            <a:off x="11110728" y="3285748"/>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Locate the Review</a:t>
            </a:r>
            <a:endParaRPr lang="en-US" dirty="0">
              <a:sym typeface="Arial"/>
            </a:endParaRPr>
          </a:p>
        </p:txBody>
      </p:sp>
      <p:pic>
        <p:nvPicPr>
          <p:cNvPr id="52" name="Picture 51" descr="Arrow clipart Vectors - Download Free High-Quality Vectors | Magnific  (formerly Freepik)">
            <a:extLst>
              <a:ext uri="{FF2B5EF4-FFF2-40B4-BE49-F238E27FC236}">
                <a16:creationId xmlns:a16="http://schemas.microsoft.com/office/drawing/2014/main" id="{D1C466A1-B95C-841E-0CEC-35494F61817F}"/>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17759" y="3105891"/>
            <a:ext cx="1078690" cy="718553"/>
          </a:xfrm>
          <a:prstGeom prst="rect">
            <a:avLst/>
          </a:prstGeom>
          <a:ln>
            <a:noFill/>
          </a:ln>
        </p:spPr>
      </p:pic>
      <p:grpSp>
        <p:nvGrpSpPr>
          <p:cNvPr id="53" name="Group 5">
            <a:extLst>
              <a:ext uri="{FF2B5EF4-FFF2-40B4-BE49-F238E27FC236}">
                <a16:creationId xmlns:a16="http://schemas.microsoft.com/office/drawing/2014/main" id="{EC3900BB-69BA-7EB0-497C-0147DA7CE3AA}"/>
              </a:ext>
            </a:extLst>
          </p:cNvPr>
          <p:cNvGrpSpPr/>
          <p:nvPr/>
        </p:nvGrpSpPr>
        <p:grpSpPr>
          <a:xfrm>
            <a:off x="14613804" y="2883919"/>
            <a:ext cx="3020186" cy="1052248"/>
            <a:chOff x="0" y="-176632"/>
            <a:chExt cx="6862758" cy="1553955"/>
          </a:xfrm>
        </p:grpSpPr>
        <p:sp>
          <p:nvSpPr>
            <p:cNvPr id="54" name="TextBox 8">
              <a:extLst>
                <a:ext uri="{FF2B5EF4-FFF2-40B4-BE49-F238E27FC236}">
                  <a16:creationId xmlns:a16="http://schemas.microsoft.com/office/drawing/2014/main" id="{6F66E6A1-F6DA-D603-7EF2-B8A84B7D683C}"/>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55" name="Group 9">
              <a:extLst>
                <a:ext uri="{FF2B5EF4-FFF2-40B4-BE49-F238E27FC236}">
                  <a16:creationId xmlns:a16="http://schemas.microsoft.com/office/drawing/2014/main" id="{5FD35394-5434-00A6-F00E-B334B478C2EA}"/>
                </a:ext>
              </a:extLst>
            </p:cNvPr>
            <p:cNvGrpSpPr/>
            <p:nvPr/>
          </p:nvGrpSpPr>
          <p:grpSpPr>
            <a:xfrm>
              <a:off x="93898" y="65264"/>
              <a:ext cx="6768860" cy="1312059"/>
              <a:chOff x="0" y="0"/>
              <a:chExt cx="1825079" cy="353769"/>
            </a:xfrm>
          </p:grpSpPr>
          <p:sp>
            <p:nvSpPr>
              <p:cNvPr id="56" name="Freeform 10">
                <a:extLst>
                  <a:ext uri="{FF2B5EF4-FFF2-40B4-BE49-F238E27FC236}">
                    <a16:creationId xmlns:a16="http://schemas.microsoft.com/office/drawing/2014/main" id="{30011EC4-384C-AF75-8412-0312565F0584}"/>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57" name="TextBox 11">
                <a:extLst>
                  <a:ext uri="{FF2B5EF4-FFF2-40B4-BE49-F238E27FC236}">
                    <a16:creationId xmlns:a16="http://schemas.microsoft.com/office/drawing/2014/main" id="{0E1ED4C6-1780-9CD1-3FB5-FAB8BFCA6E57}"/>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58" name="TextBox 12">
            <a:extLst>
              <a:ext uri="{FF2B5EF4-FFF2-40B4-BE49-F238E27FC236}">
                <a16:creationId xmlns:a16="http://schemas.microsoft.com/office/drawing/2014/main" id="{F1471634-30B5-BFD9-F8E5-779C3E658915}"/>
              </a:ext>
            </a:extLst>
          </p:cNvPr>
          <p:cNvSpPr txBox="1"/>
          <p:nvPr/>
        </p:nvSpPr>
        <p:spPr>
          <a:xfrm>
            <a:off x="14892880" y="3284063"/>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Found</a:t>
            </a:r>
          </a:p>
        </p:txBody>
      </p:sp>
      <p:sp>
        <p:nvSpPr>
          <p:cNvPr id="59" name="Rounded Rectangle 5">
            <a:extLst>
              <a:ext uri="{FF2B5EF4-FFF2-40B4-BE49-F238E27FC236}">
                <a16:creationId xmlns:a16="http://schemas.microsoft.com/office/drawing/2014/main" id="{14C72F9C-3216-A2B2-591C-E8D34CD330F4}"/>
              </a:ext>
            </a:extLst>
          </p:cNvPr>
          <p:cNvSpPr/>
          <p:nvPr/>
        </p:nvSpPr>
        <p:spPr>
          <a:xfrm>
            <a:off x="11127822" y="4170184"/>
            <a:ext cx="2536969" cy="927793"/>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60" name="Google Shape;116;p1">
            <a:extLst>
              <a:ext uri="{FF2B5EF4-FFF2-40B4-BE49-F238E27FC236}">
                <a16:creationId xmlns:a16="http://schemas.microsoft.com/office/drawing/2014/main" id="{487D308E-4089-FA45-5E61-B551158EEE7F}"/>
              </a:ext>
            </a:extLst>
          </p:cNvPr>
          <p:cNvSpPr txBox="1"/>
          <p:nvPr/>
        </p:nvSpPr>
        <p:spPr>
          <a:xfrm>
            <a:off x="9754421" y="4394908"/>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4</a:t>
            </a:r>
            <a:endParaRPr lang="en-US" dirty="0">
              <a:sym typeface="Arial"/>
            </a:endParaRPr>
          </a:p>
        </p:txBody>
      </p:sp>
      <p:sp>
        <p:nvSpPr>
          <p:cNvPr id="61" name="Google Shape;116;p1">
            <a:extLst>
              <a:ext uri="{FF2B5EF4-FFF2-40B4-BE49-F238E27FC236}">
                <a16:creationId xmlns:a16="http://schemas.microsoft.com/office/drawing/2014/main" id="{A22C606E-2B2E-B3A6-1639-F9DBBEAB8255}"/>
              </a:ext>
            </a:extLst>
          </p:cNvPr>
          <p:cNvSpPr txBox="1"/>
          <p:nvPr/>
        </p:nvSpPr>
        <p:spPr>
          <a:xfrm>
            <a:off x="11080788" y="4309780"/>
            <a:ext cx="2615893"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Voting &amp; Moderation Check</a:t>
            </a:r>
            <a:endParaRPr lang="en-US" dirty="0">
              <a:sym typeface="Arial"/>
            </a:endParaRPr>
          </a:p>
        </p:txBody>
      </p:sp>
      <p:pic>
        <p:nvPicPr>
          <p:cNvPr id="62" name="Picture 61" descr="Arrow clipart Vectors - Download Free High-Quality Vectors | Magnific  (formerly Freepik)">
            <a:extLst>
              <a:ext uri="{FF2B5EF4-FFF2-40B4-BE49-F238E27FC236}">
                <a16:creationId xmlns:a16="http://schemas.microsoft.com/office/drawing/2014/main" id="{1C919765-F218-1EE2-6AAD-D65FA4703834}"/>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32836" y="4331802"/>
            <a:ext cx="1078690" cy="718553"/>
          </a:xfrm>
          <a:prstGeom prst="rect">
            <a:avLst/>
          </a:prstGeom>
          <a:ln>
            <a:noFill/>
          </a:ln>
        </p:spPr>
      </p:pic>
      <p:grpSp>
        <p:nvGrpSpPr>
          <p:cNvPr id="63" name="Group 5">
            <a:extLst>
              <a:ext uri="{FF2B5EF4-FFF2-40B4-BE49-F238E27FC236}">
                <a16:creationId xmlns:a16="http://schemas.microsoft.com/office/drawing/2014/main" id="{2006CAA0-7655-B8FA-EA2A-CF1FBFD3BCBB}"/>
              </a:ext>
            </a:extLst>
          </p:cNvPr>
          <p:cNvGrpSpPr/>
          <p:nvPr/>
        </p:nvGrpSpPr>
        <p:grpSpPr>
          <a:xfrm>
            <a:off x="14623236" y="4022384"/>
            <a:ext cx="3020186" cy="1052248"/>
            <a:chOff x="0" y="-176632"/>
            <a:chExt cx="6862758" cy="1553955"/>
          </a:xfrm>
        </p:grpSpPr>
        <p:sp>
          <p:nvSpPr>
            <p:cNvPr id="64" name="TextBox 8">
              <a:extLst>
                <a:ext uri="{FF2B5EF4-FFF2-40B4-BE49-F238E27FC236}">
                  <a16:creationId xmlns:a16="http://schemas.microsoft.com/office/drawing/2014/main" id="{3ECE4356-A440-1C02-C202-4A48FA8FEACA}"/>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65" name="Group 9">
              <a:extLst>
                <a:ext uri="{FF2B5EF4-FFF2-40B4-BE49-F238E27FC236}">
                  <a16:creationId xmlns:a16="http://schemas.microsoft.com/office/drawing/2014/main" id="{934C8714-21A9-5A87-E11F-77B9A1CC767F}"/>
                </a:ext>
              </a:extLst>
            </p:cNvPr>
            <p:cNvGrpSpPr/>
            <p:nvPr/>
          </p:nvGrpSpPr>
          <p:grpSpPr>
            <a:xfrm>
              <a:off x="93898" y="65264"/>
              <a:ext cx="6768860" cy="1312059"/>
              <a:chOff x="0" y="0"/>
              <a:chExt cx="1825079" cy="353769"/>
            </a:xfrm>
          </p:grpSpPr>
          <p:sp>
            <p:nvSpPr>
              <p:cNvPr id="66" name="Freeform 10">
                <a:extLst>
                  <a:ext uri="{FF2B5EF4-FFF2-40B4-BE49-F238E27FC236}">
                    <a16:creationId xmlns:a16="http://schemas.microsoft.com/office/drawing/2014/main" id="{50079E08-4690-532F-D534-404BE95057DB}"/>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67" name="TextBox 11">
                <a:extLst>
                  <a:ext uri="{FF2B5EF4-FFF2-40B4-BE49-F238E27FC236}">
                    <a16:creationId xmlns:a16="http://schemas.microsoft.com/office/drawing/2014/main" id="{14E8CB0F-CE53-463C-AE4B-AE6BD10DC1B6}"/>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68" name="TextBox 12">
            <a:extLst>
              <a:ext uri="{FF2B5EF4-FFF2-40B4-BE49-F238E27FC236}">
                <a16:creationId xmlns:a16="http://schemas.microsoft.com/office/drawing/2014/main" id="{9B376B6B-8B72-86C7-B066-ECDBD2BB6031}"/>
              </a:ext>
            </a:extLst>
          </p:cNvPr>
          <p:cNvSpPr txBox="1"/>
          <p:nvPr/>
        </p:nvSpPr>
        <p:spPr>
          <a:xfrm>
            <a:off x="14937791" y="4403522"/>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Reported</a:t>
            </a:r>
          </a:p>
        </p:txBody>
      </p:sp>
      <p:sp>
        <p:nvSpPr>
          <p:cNvPr id="69" name="Google Shape;116;p1">
            <a:extLst>
              <a:ext uri="{FF2B5EF4-FFF2-40B4-BE49-F238E27FC236}">
                <a16:creationId xmlns:a16="http://schemas.microsoft.com/office/drawing/2014/main" id="{1B724222-CAFB-542D-79B8-FB1DD6D715C7}"/>
              </a:ext>
            </a:extLst>
          </p:cNvPr>
          <p:cNvSpPr txBox="1"/>
          <p:nvPr/>
        </p:nvSpPr>
        <p:spPr>
          <a:xfrm>
            <a:off x="9518118" y="5512437"/>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pPr algn="ctr"/>
            <a:r>
              <a:rPr lang="en-US" dirty="0"/>
              <a:t>Step 5</a:t>
            </a:r>
            <a:endParaRPr lang="en-US" dirty="0">
              <a:sym typeface="Arial"/>
            </a:endParaRPr>
          </a:p>
        </p:txBody>
      </p:sp>
      <p:sp>
        <p:nvSpPr>
          <p:cNvPr id="70" name="Rounded Rectangle 5">
            <a:extLst>
              <a:ext uri="{FF2B5EF4-FFF2-40B4-BE49-F238E27FC236}">
                <a16:creationId xmlns:a16="http://schemas.microsoft.com/office/drawing/2014/main" id="{07F1A725-C6FE-0246-ACAC-BA7A8EA4CF39}"/>
              </a:ext>
            </a:extLst>
          </p:cNvPr>
          <p:cNvSpPr/>
          <p:nvPr/>
        </p:nvSpPr>
        <p:spPr>
          <a:xfrm>
            <a:off x="11152855" y="5285711"/>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71" name="Google Shape;116;p1">
            <a:extLst>
              <a:ext uri="{FF2B5EF4-FFF2-40B4-BE49-F238E27FC236}">
                <a16:creationId xmlns:a16="http://schemas.microsoft.com/office/drawing/2014/main" id="{C41477E4-CB18-1225-2ECA-8CF2E6148005}"/>
              </a:ext>
            </a:extLst>
          </p:cNvPr>
          <p:cNvSpPr txBox="1"/>
          <p:nvPr/>
        </p:nvSpPr>
        <p:spPr>
          <a:xfrm>
            <a:off x="11151067" y="5404714"/>
            <a:ext cx="2554063"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Evidence Requirements</a:t>
            </a:r>
            <a:endParaRPr lang="en-US" dirty="0">
              <a:sym typeface="Arial"/>
            </a:endParaRPr>
          </a:p>
        </p:txBody>
      </p:sp>
      <p:pic>
        <p:nvPicPr>
          <p:cNvPr id="79" name="Picture 78" descr="Arrow clipart Vectors - Download Free High-Quality Vectors | Magnific  (formerly Freepik)">
            <a:extLst>
              <a:ext uri="{FF2B5EF4-FFF2-40B4-BE49-F238E27FC236}">
                <a16:creationId xmlns:a16="http://schemas.microsoft.com/office/drawing/2014/main" id="{2A88FAF8-B085-5201-238C-907C7D2AEC39}"/>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41385" y="5420218"/>
            <a:ext cx="1078690" cy="718553"/>
          </a:xfrm>
          <a:prstGeom prst="rect">
            <a:avLst/>
          </a:prstGeom>
          <a:ln>
            <a:noFill/>
          </a:ln>
        </p:spPr>
      </p:pic>
      <p:grpSp>
        <p:nvGrpSpPr>
          <p:cNvPr id="80" name="Group 5">
            <a:extLst>
              <a:ext uri="{FF2B5EF4-FFF2-40B4-BE49-F238E27FC236}">
                <a16:creationId xmlns:a16="http://schemas.microsoft.com/office/drawing/2014/main" id="{D7271DEA-BAFE-7341-382D-B021A6303472}"/>
              </a:ext>
            </a:extLst>
          </p:cNvPr>
          <p:cNvGrpSpPr/>
          <p:nvPr/>
        </p:nvGrpSpPr>
        <p:grpSpPr>
          <a:xfrm>
            <a:off x="14670039" y="5142911"/>
            <a:ext cx="3020186" cy="1052248"/>
            <a:chOff x="0" y="-176632"/>
            <a:chExt cx="6862758" cy="1553955"/>
          </a:xfrm>
        </p:grpSpPr>
        <p:sp>
          <p:nvSpPr>
            <p:cNvPr id="81" name="TextBox 8">
              <a:extLst>
                <a:ext uri="{FF2B5EF4-FFF2-40B4-BE49-F238E27FC236}">
                  <a16:creationId xmlns:a16="http://schemas.microsoft.com/office/drawing/2014/main" id="{97A2D1F0-067E-4E8A-7200-FC3BCDA7B15B}"/>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82" name="Group 9">
              <a:extLst>
                <a:ext uri="{FF2B5EF4-FFF2-40B4-BE49-F238E27FC236}">
                  <a16:creationId xmlns:a16="http://schemas.microsoft.com/office/drawing/2014/main" id="{58E5CBDB-5597-C8EB-F7C5-39C9C5A274AB}"/>
                </a:ext>
              </a:extLst>
            </p:cNvPr>
            <p:cNvGrpSpPr/>
            <p:nvPr/>
          </p:nvGrpSpPr>
          <p:grpSpPr>
            <a:xfrm>
              <a:off x="93898" y="65264"/>
              <a:ext cx="6768860" cy="1312059"/>
              <a:chOff x="0" y="0"/>
              <a:chExt cx="1825079" cy="353769"/>
            </a:xfrm>
          </p:grpSpPr>
          <p:sp>
            <p:nvSpPr>
              <p:cNvPr id="83" name="Freeform 10">
                <a:extLst>
                  <a:ext uri="{FF2B5EF4-FFF2-40B4-BE49-F238E27FC236}">
                    <a16:creationId xmlns:a16="http://schemas.microsoft.com/office/drawing/2014/main" id="{6D17E441-4078-451C-570F-21DCA81BD246}"/>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114" name="TextBox 11">
                <a:extLst>
                  <a:ext uri="{FF2B5EF4-FFF2-40B4-BE49-F238E27FC236}">
                    <a16:creationId xmlns:a16="http://schemas.microsoft.com/office/drawing/2014/main" id="{B1786FB9-82A7-0F0A-05A0-393B7C015283}"/>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116" name="TextBox 12">
            <a:extLst>
              <a:ext uri="{FF2B5EF4-FFF2-40B4-BE49-F238E27FC236}">
                <a16:creationId xmlns:a16="http://schemas.microsoft.com/office/drawing/2014/main" id="{9E1D2D7D-3A67-A83A-BCE7-17040E9205EB}"/>
              </a:ext>
            </a:extLst>
          </p:cNvPr>
          <p:cNvSpPr txBox="1"/>
          <p:nvPr/>
        </p:nvSpPr>
        <p:spPr>
          <a:xfrm>
            <a:off x="14767192" y="5279876"/>
            <a:ext cx="2964356" cy="969436"/>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Confirmed the competitor conflict of interest</a:t>
            </a:r>
            <a:endParaRPr lang="en-US" dirty="0">
              <a:sym typeface="Poppins"/>
            </a:endParaRPr>
          </a:p>
        </p:txBody>
      </p:sp>
      <p:grpSp>
        <p:nvGrpSpPr>
          <p:cNvPr id="118" name="Group 5">
            <a:extLst>
              <a:ext uri="{FF2B5EF4-FFF2-40B4-BE49-F238E27FC236}">
                <a16:creationId xmlns:a16="http://schemas.microsoft.com/office/drawing/2014/main" id="{28685E1E-8978-EA91-7A25-0141576E75C8}"/>
              </a:ext>
            </a:extLst>
          </p:cNvPr>
          <p:cNvGrpSpPr/>
          <p:nvPr/>
        </p:nvGrpSpPr>
        <p:grpSpPr>
          <a:xfrm>
            <a:off x="5156938" y="8709757"/>
            <a:ext cx="12388666" cy="1381990"/>
            <a:chOff x="0" y="-176632"/>
            <a:chExt cx="7173645" cy="1555368"/>
          </a:xfrm>
        </p:grpSpPr>
        <p:sp>
          <p:nvSpPr>
            <p:cNvPr id="119" name="TextBox 8">
              <a:extLst>
                <a:ext uri="{FF2B5EF4-FFF2-40B4-BE49-F238E27FC236}">
                  <a16:creationId xmlns:a16="http://schemas.microsoft.com/office/drawing/2014/main" id="{42BD5C5B-E95B-9F95-2AAC-667538179D22}"/>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sz="1600">
                <a:solidFill>
                  <a:prstClr val="black"/>
                </a:solidFill>
                <a:latin typeface="Aptos" panose="02110004020202020204"/>
              </a:endParaRPr>
            </a:p>
          </p:txBody>
        </p:sp>
        <p:grpSp>
          <p:nvGrpSpPr>
            <p:cNvPr id="120" name="Group 9">
              <a:extLst>
                <a:ext uri="{FF2B5EF4-FFF2-40B4-BE49-F238E27FC236}">
                  <a16:creationId xmlns:a16="http://schemas.microsoft.com/office/drawing/2014/main" id="{E9EAB82E-20E2-3CFC-DD87-DD8695FE2C5A}"/>
                </a:ext>
              </a:extLst>
            </p:cNvPr>
            <p:cNvGrpSpPr/>
            <p:nvPr/>
          </p:nvGrpSpPr>
          <p:grpSpPr>
            <a:xfrm>
              <a:off x="360320" y="-109955"/>
              <a:ext cx="6813325" cy="1488691"/>
              <a:chOff x="71835" y="-47244"/>
              <a:chExt cx="1837068" cy="401394"/>
            </a:xfrm>
          </p:grpSpPr>
          <p:sp>
            <p:nvSpPr>
              <p:cNvPr id="121" name="Freeform 10">
                <a:extLst>
                  <a:ext uri="{FF2B5EF4-FFF2-40B4-BE49-F238E27FC236}">
                    <a16:creationId xmlns:a16="http://schemas.microsoft.com/office/drawing/2014/main" id="{86DFFD02-77BF-2908-5782-B6A7F18A05D4}"/>
                  </a:ext>
                </a:extLst>
              </p:cNvPr>
              <p:cNvSpPr/>
              <p:nvPr/>
            </p:nvSpPr>
            <p:spPr>
              <a:xfrm>
                <a:off x="83824" y="-10065"/>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92E9A7"/>
                </a:solidFill>
                <a:prstDash val="solid"/>
                <a:round/>
              </a:ln>
            </p:spPr>
            <p:txBody>
              <a:bodyPr/>
              <a:lstStyle/>
              <a:p>
                <a:endParaRPr lang="en-US" sz="1600" dirty="0">
                  <a:solidFill>
                    <a:prstClr val="black"/>
                  </a:solidFill>
                  <a:latin typeface="Aptos" panose="02110004020202020204"/>
                </a:endParaRPr>
              </a:p>
            </p:txBody>
          </p:sp>
          <p:sp>
            <p:nvSpPr>
              <p:cNvPr id="122" name="TextBox 11">
                <a:extLst>
                  <a:ext uri="{FF2B5EF4-FFF2-40B4-BE49-F238E27FC236}">
                    <a16:creationId xmlns:a16="http://schemas.microsoft.com/office/drawing/2014/main" id="{46EAA02E-0C90-18A9-1EA9-D2F079A51A3E}"/>
                  </a:ext>
                </a:extLst>
              </p:cNvPr>
              <p:cNvSpPr txBox="1"/>
              <p:nvPr/>
            </p:nvSpPr>
            <p:spPr>
              <a:xfrm>
                <a:off x="71835" y="-47244"/>
                <a:ext cx="1825079" cy="401394"/>
              </a:xfrm>
              <a:prstGeom prst="rect">
                <a:avLst/>
              </a:prstGeom>
            </p:spPr>
            <p:txBody>
              <a:bodyPr lIns="50800" tIns="50800" rIns="50800" bIns="50800" rtlCol="0" anchor="ctr"/>
              <a:lstStyle/>
              <a:p>
                <a:pPr algn="ctr">
                  <a:lnSpc>
                    <a:spcPts val="2806"/>
                  </a:lnSpc>
                </a:pPr>
                <a:endParaRPr sz="1600">
                  <a:solidFill>
                    <a:prstClr val="black"/>
                  </a:solidFill>
                  <a:latin typeface="Aptos" panose="02110004020202020204"/>
                </a:endParaRPr>
              </a:p>
            </p:txBody>
          </p:sp>
        </p:grpSp>
      </p:grpSp>
      <p:sp>
        <p:nvSpPr>
          <p:cNvPr id="123" name="Google Shape;116;p1">
            <a:extLst>
              <a:ext uri="{FF2B5EF4-FFF2-40B4-BE49-F238E27FC236}">
                <a16:creationId xmlns:a16="http://schemas.microsoft.com/office/drawing/2014/main" id="{44E4A464-0313-C32C-6451-CADE3CA06A04}"/>
              </a:ext>
            </a:extLst>
          </p:cNvPr>
          <p:cNvSpPr txBox="1"/>
          <p:nvPr/>
        </p:nvSpPr>
        <p:spPr>
          <a:xfrm>
            <a:off x="6131864" y="9056618"/>
            <a:ext cx="11281551" cy="923330"/>
          </a:xfrm>
          <a:prstGeom prst="rect">
            <a:avLst/>
          </a:prstGeom>
        </p:spPr>
        <p:txBody>
          <a:bodyPr wrap="square" lIns="0" tIns="0" rIns="0" bIns="0" rtlCol="0" anchor="t">
            <a:spAutoFit/>
          </a:bodyPr>
          <a:lstStyle>
            <a:defPPr>
              <a:defRPr lang="en-US"/>
            </a:defPPr>
            <a:lvl1pPr algn="ctr" defTabSz="1371600">
              <a:buClr>
                <a:srgbClr val="000000"/>
              </a:buClr>
              <a:defRPr b="1">
                <a:solidFill>
                  <a:srgbClr val="002B11"/>
                </a:solidFill>
                <a:latin typeface="Poppins" panose="00000500000000000000" pitchFamily="2" charset="0"/>
                <a:cs typeface="Poppins" panose="00000500000000000000" pitchFamily="2" charset="0"/>
              </a:defRPr>
            </a:lvl1pPr>
          </a:lstStyle>
          <a:p>
            <a:pPr algn="l"/>
            <a:r>
              <a:rPr lang="en-US" sz="2000" dirty="0"/>
              <a:t>Recap: </a:t>
            </a:r>
            <a:r>
              <a:rPr lang="en-US" sz="2000" b="0" dirty="0"/>
              <a:t>The owner is authorized, valid, unique, reported through the management center. Conflict is confirmed and the review was removed. A macro stating that the review was removed is sent.</a:t>
            </a:r>
            <a:endParaRPr lang="en-US" sz="2000" b="0" dirty="0">
              <a:sym typeface="Arial"/>
            </a:endParaRPr>
          </a:p>
        </p:txBody>
      </p:sp>
      <p:sp>
        <p:nvSpPr>
          <p:cNvPr id="2" name="Google Shape;116;p1">
            <a:extLst>
              <a:ext uri="{FF2B5EF4-FFF2-40B4-BE49-F238E27FC236}">
                <a16:creationId xmlns:a16="http://schemas.microsoft.com/office/drawing/2014/main" id="{0F726085-7DEB-A422-72C7-F7F83458DF28}"/>
              </a:ext>
            </a:extLst>
          </p:cNvPr>
          <p:cNvSpPr txBox="1"/>
          <p:nvPr/>
        </p:nvSpPr>
        <p:spPr>
          <a:xfrm>
            <a:off x="9518118" y="6565126"/>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pPr algn="ctr"/>
            <a:r>
              <a:rPr lang="en-US" dirty="0"/>
              <a:t>Step 6</a:t>
            </a:r>
            <a:endParaRPr lang="en-US" dirty="0">
              <a:sym typeface="Arial"/>
            </a:endParaRPr>
          </a:p>
        </p:txBody>
      </p:sp>
      <p:sp>
        <p:nvSpPr>
          <p:cNvPr id="3" name="Rounded Rectangle 5">
            <a:extLst>
              <a:ext uri="{FF2B5EF4-FFF2-40B4-BE49-F238E27FC236}">
                <a16:creationId xmlns:a16="http://schemas.microsoft.com/office/drawing/2014/main" id="{50522AF1-ECC8-F849-F4A8-E0DDDE3CEBC3}"/>
              </a:ext>
            </a:extLst>
          </p:cNvPr>
          <p:cNvSpPr/>
          <p:nvPr/>
        </p:nvSpPr>
        <p:spPr>
          <a:xfrm>
            <a:off x="11127822" y="6370852"/>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4" name="Google Shape;116;p1">
            <a:extLst>
              <a:ext uri="{FF2B5EF4-FFF2-40B4-BE49-F238E27FC236}">
                <a16:creationId xmlns:a16="http://schemas.microsoft.com/office/drawing/2014/main" id="{8FBFFFA8-AD3B-535F-8950-6F34265D0A1B}"/>
              </a:ext>
            </a:extLst>
          </p:cNvPr>
          <p:cNvSpPr txBox="1"/>
          <p:nvPr/>
        </p:nvSpPr>
        <p:spPr>
          <a:xfrm>
            <a:off x="11160479" y="6471616"/>
            <a:ext cx="2554063"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Process &amp; Documentation</a:t>
            </a:r>
            <a:endParaRPr lang="en-US" dirty="0">
              <a:sym typeface="Arial"/>
            </a:endParaRPr>
          </a:p>
        </p:txBody>
      </p:sp>
      <p:pic>
        <p:nvPicPr>
          <p:cNvPr id="5" name="Picture 4" descr="Arrow clipart Vectors - Download Free High-Quality Vectors | Magnific  (formerly Freepik)">
            <a:extLst>
              <a:ext uri="{FF2B5EF4-FFF2-40B4-BE49-F238E27FC236}">
                <a16:creationId xmlns:a16="http://schemas.microsoft.com/office/drawing/2014/main" id="{70FA959C-6EF0-DBA1-5FC7-20A780FD16D1}"/>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16352" y="6505359"/>
            <a:ext cx="1078690" cy="718553"/>
          </a:xfrm>
          <a:prstGeom prst="rect">
            <a:avLst/>
          </a:prstGeom>
          <a:ln>
            <a:noFill/>
          </a:ln>
        </p:spPr>
      </p:pic>
      <p:grpSp>
        <p:nvGrpSpPr>
          <p:cNvPr id="7" name="Group 5">
            <a:extLst>
              <a:ext uri="{FF2B5EF4-FFF2-40B4-BE49-F238E27FC236}">
                <a16:creationId xmlns:a16="http://schemas.microsoft.com/office/drawing/2014/main" id="{8444314E-6130-A26D-39E4-40AD45AD45C4}"/>
              </a:ext>
            </a:extLst>
          </p:cNvPr>
          <p:cNvGrpSpPr/>
          <p:nvPr/>
        </p:nvGrpSpPr>
        <p:grpSpPr>
          <a:xfrm>
            <a:off x="14645006" y="6228052"/>
            <a:ext cx="3020186" cy="1052248"/>
            <a:chOff x="0" y="-176632"/>
            <a:chExt cx="6862758" cy="1553955"/>
          </a:xfrm>
        </p:grpSpPr>
        <p:sp>
          <p:nvSpPr>
            <p:cNvPr id="9" name="TextBox 8">
              <a:extLst>
                <a:ext uri="{FF2B5EF4-FFF2-40B4-BE49-F238E27FC236}">
                  <a16:creationId xmlns:a16="http://schemas.microsoft.com/office/drawing/2014/main" id="{0FE9765C-099F-CCF1-5438-7B92D203CBE5}"/>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10" name="Group 9">
              <a:extLst>
                <a:ext uri="{FF2B5EF4-FFF2-40B4-BE49-F238E27FC236}">
                  <a16:creationId xmlns:a16="http://schemas.microsoft.com/office/drawing/2014/main" id="{4E6A1E94-CE6F-1122-8D9A-59747AAAAAC8}"/>
                </a:ext>
              </a:extLst>
            </p:cNvPr>
            <p:cNvGrpSpPr/>
            <p:nvPr/>
          </p:nvGrpSpPr>
          <p:grpSpPr>
            <a:xfrm>
              <a:off x="93898" y="65264"/>
              <a:ext cx="6768860" cy="1312059"/>
              <a:chOff x="0" y="0"/>
              <a:chExt cx="1825079" cy="353769"/>
            </a:xfrm>
          </p:grpSpPr>
          <p:sp>
            <p:nvSpPr>
              <p:cNvPr id="11" name="Freeform 10">
                <a:extLst>
                  <a:ext uri="{FF2B5EF4-FFF2-40B4-BE49-F238E27FC236}">
                    <a16:creationId xmlns:a16="http://schemas.microsoft.com/office/drawing/2014/main" id="{29C1D4E1-FA7C-1FC6-557D-CCE7ECC39545}"/>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14" name="TextBox 11">
                <a:extLst>
                  <a:ext uri="{FF2B5EF4-FFF2-40B4-BE49-F238E27FC236}">
                    <a16:creationId xmlns:a16="http://schemas.microsoft.com/office/drawing/2014/main" id="{88E05224-3C05-516C-EAAC-0196E4D6EB12}"/>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16" name="TextBox 12">
            <a:extLst>
              <a:ext uri="{FF2B5EF4-FFF2-40B4-BE49-F238E27FC236}">
                <a16:creationId xmlns:a16="http://schemas.microsoft.com/office/drawing/2014/main" id="{CB3B9FC1-9139-E3BE-5261-4DC206B67E43}"/>
              </a:ext>
            </a:extLst>
          </p:cNvPr>
          <p:cNvSpPr txBox="1"/>
          <p:nvPr/>
        </p:nvSpPr>
        <p:spPr>
          <a:xfrm>
            <a:off x="14945853" y="6609979"/>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Review removed</a:t>
            </a:r>
            <a:endParaRPr lang="en-US" i="1" dirty="0">
              <a:sym typeface="Poppins"/>
            </a:endParaRPr>
          </a:p>
        </p:txBody>
      </p:sp>
      <p:sp>
        <p:nvSpPr>
          <p:cNvPr id="17" name="Google Shape;116;p1">
            <a:extLst>
              <a:ext uri="{FF2B5EF4-FFF2-40B4-BE49-F238E27FC236}">
                <a16:creationId xmlns:a16="http://schemas.microsoft.com/office/drawing/2014/main" id="{F21FB05A-84AD-0ECF-DEBA-BFAAB903D330}"/>
              </a:ext>
            </a:extLst>
          </p:cNvPr>
          <p:cNvSpPr txBox="1"/>
          <p:nvPr/>
        </p:nvSpPr>
        <p:spPr>
          <a:xfrm>
            <a:off x="9560235" y="7645722"/>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pPr algn="ctr"/>
            <a:r>
              <a:rPr lang="en-US" dirty="0"/>
              <a:t>Step 7</a:t>
            </a:r>
            <a:endParaRPr lang="en-US" dirty="0">
              <a:sym typeface="Arial"/>
            </a:endParaRPr>
          </a:p>
        </p:txBody>
      </p:sp>
      <p:sp>
        <p:nvSpPr>
          <p:cNvPr id="18" name="Rounded Rectangle 5">
            <a:extLst>
              <a:ext uri="{FF2B5EF4-FFF2-40B4-BE49-F238E27FC236}">
                <a16:creationId xmlns:a16="http://schemas.microsoft.com/office/drawing/2014/main" id="{B572A205-52BD-6EB9-41DA-3B1339A8EC87}"/>
              </a:ext>
            </a:extLst>
          </p:cNvPr>
          <p:cNvSpPr/>
          <p:nvPr/>
        </p:nvSpPr>
        <p:spPr>
          <a:xfrm>
            <a:off x="11135570" y="7436479"/>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19" name="Google Shape;116;p1">
            <a:extLst>
              <a:ext uri="{FF2B5EF4-FFF2-40B4-BE49-F238E27FC236}">
                <a16:creationId xmlns:a16="http://schemas.microsoft.com/office/drawing/2014/main" id="{5CCC2833-136F-C21B-93E8-0BD826BE9CC4}"/>
              </a:ext>
            </a:extLst>
          </p:cNvPr>
          <p:cNvSpPr txBox="1"/>
          <p:nvPr/>
        </p:nvSpPr>
        <p:spPr>
          <a:xfrm>
            <a:off x="11151067" y="7716668"/>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Macro to Send</a:t>
            </a:r>
            <a:endParaRPr lang="en-US" dirty="0">
              <a:sym typeface="Arial"/>
            </a:endParaRPr>
          </a:p>
        </p:txBody>
      </p:sp>
      <p:pic>
        <p:nvPicPr>
          <p:cNvPr id="20" name="Picture 19" descr="Arrow clipart Vectors - Download Free High-Quality Vectors | Magnific  (formerly Freepik)">
            <a:extLst>
              <a:ext uri="{FF2B5EF4-FFF2-40B4-BE49-F238E27FC236}">
                <a16:creationId xmlns:a16="http://schemas.microsoft.com/office/drawing/2014/main" id="{38671F82-2563-B5BD-1E5F-AE86673D0339}"/>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24100" y="7570986"/>
            <a:ext cx="1078690" cy="718553"/>
          </a:xfrm>
          <a:prstGeom prst="rect">
            <a:avLst/>
          </a:prstGeom>
          <a:ln>
            <a:noFill/>
          </a:ln>
        </p:spPr>
      </p:pic>
      <p:grpSp>
        <p:nvGrpSpPr>
          <p:cNvPr id="22" name="Group 5">
            <a:extLst>
              <a:ext uri="{FF2B5EF4-FFF2-40B4-BE49-F238E27FC236}">
                <a16:creationId xmlns:a16="http://schemas.microsoft.com/office/drawing/2014/main" id="{7A1CF7AE-EBE1-35C5-5089-4C3D1BD8A6BB}"/>
              </a:ext>
            </a:extLst>
          </p:cNvPr>
          <p:cNvGrpSpPr/>
          <p:nvPr/>
        </p:nvGrpSpPr>
        <p:grpSpPr>
          <a:xfrm>
            <a:off x="14652754" y="7293679"/>
            <a:ext cx="3020186" cy="1052248"/>
            <a:chOff x="0" y="-176632"/>
            <a:chExt cx="6862758" cy="1553955"/>
          </a:xfrm>
        </p:grpSpPr>
        <p:sp>
          <p:nvSpPr>
            <p:cNvPr id="25" name="TextBox 24">
              <a:extLst>
                <a:ext uri="{FF2B5EF4-FFF2-40B4-BE49-F238E27FC236}">
                  <a16:creationId xmlns:a16="http://schemas.microsoft.com/office/drawing/2014/main" id="{DA3FC298-06F8-8BED-004A-0E322DB2976A}"/>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26" name="Group 25">
              <a:extLst>
                <a:ext uri="{FF2B5EF4-FFF2-40B4-BE49-F238E27FC236}">
                  <a16:creationId xmlns:a16="http://schemas.microsoft.com/office/drawing/2014/main" id="{C9C026B9-DF81-9C06-A08F-AF3E71D41A6A}"/>
                </a:ext>
              </a:extLst>
            </p:cNvPr>
            <p:cNvGrpSpPr/>
            <p:nvPr/>
          </p:nvGrpSpPr>
          <p:grpSpPr>
            <a:xfrm>
              <a:off x="93898" y="65264"/>
              <a:ext cx="6768860" cy="1312059"/>
              <a:chOff x="0" y="0"/>
              <a:chExt cx="1825079" cy="353769"/>
            </a:xfrm>
          </p:grpSpPr>
          <p:sp>
            <p:nvSpPr>
              <p:cNvPr id="27" name="Freeform 10">
                <a:extLst>
                  <a:ext uri="{FF2B5EF4-FFF2-40B4-BE49-F238E27FC236}">
                    <a16:creationId xmlns:a16="http://schemas.microsoft.com/office/drawing/2014/main" id="{ECC74577-4255-2E6E-D451-8A1B91D56E34}"/>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28" name="TextBox 11">
                <a:extLst>
                  <a:ext uri="{FF2B5EF4-FFF2-40B4-BE49-F238E27FC236}">
                    <a16:creationId xmlns:a16="http://schemas.microsoft.com/office/drawing/2014/main" id="{EAAFAD24-57C7-047D-27AA-8AED3729E269}"/>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29" name="TextBox 12">
            <a:extLst>
              <a:ext uri="{FF2B5EF4-FFF2-40B4-BE49-F238E27FC236}">
                <a16:creationId xmlns:a16="http://schemas.microsoft.com/office/drawing/2014/main" id="{DEDF1911-6BC2-31F7-4A40-59C59A387923}"/>
              </a:ext>
            </a:extLst>
          </p:cNvPr>
          <p:cNvSpPr txBox="1"/>
          <p:nvPr/>
        </p:nvSpPr>
        <p:spPr>
          <a:xfrm>
            <a:off x="14953601" y="7578563"/>
            <a:ext cx="2459814"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i="1" dirty="0"/>
              <a:t>Review Removed (REJECT/CI)</a:t>
            </a:r>
            <a:endParaRPr lang="en-US" i="1" dirty="0">
              <a:sym typeface="Poppins"/>
            </a:endParaRPr>
          </a:p>
        </p:txBody>
      </p:sp>
    </p:spTree>
    <p:extLst>
      <p:ext uri="{BB962C8B-B14F-4D97-AF65-F5344CB8AC3E}">
        <p14:creationId xmlns:p14="http://schemas.microsoft.com/office/powerpoint/2010/main" val="2269405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strVal val="#ppt_w*0.70"/>
                                          </p:val>
                                        </p:tav>
                                        <p:tav tm="100000">
                                          <p:val>
                                            <p:strVal val="#ppt_w"/>
                                          </p:val>
                                        </p:tav>
                                      </p:tavLst>
                                    </p:anim>
                                    <p:anim calcmode="lin" valueType="num">
                                      <p:cBhvr>
                                        <p:cTn id="8" dur="1000" fill="hold"/>
                                        <p:tgtEl>
                                          <p:spTgt spid="13"/>
                                        </p:tgtEl>
                                        <p:attrNameLst>
                                          <p:attrName>ppt_h</p:attrName>
                                        </p:attrNameLst>
                                      </p:cBhvr>
                                      <p:tavLst>
                                        <p:tav tm="0">
                                          <p:val>
                                            <p:strVal val="#ppt_h"/>
                                          </p:val>
                                        </p:tav>
                                        <p:tav tm="100000">
                                          <p:val>
                                            <p:strVal val="#ppt_h"/>
                                          </p:val>
                                        </p:tav>
                                      </p:tavLst>
                                    </p:anim>
                                    <p:animEffect transition="in" filter="fade">
                                      <p:cBhvr>
                                        <p:cTn id="9" dur="1000"/>
                                        <p:tgtEl>
                                          <p:spTgt spid="13"/>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strVal val="#ppt_w*0.70"/>
                                          </p:val>
                                        </p:tav>
                                        <p:tav tm="100000">
                                          <p:val>
                                            <p:strVal val="#ppt_w"/>
                                          </p:val>
                                        </p:tav>
                                      </p:tavLst>
                                    </p:anim>
                                    <p:anim calcmode="lin" valueType="num">
                                      <p:cBhvr>
                                        <p:cTn id="13" dur="1000" fill="hold"/>
                                        <p:tgtEl>
                                          <p:spTgt spid="8"/>
                                        </p:tgtEl>
                                        <p:attrNameLst>
                                          <p:attrName>ppt_h</p:attrName>
                                        </p:attrNameLst>
                                      </p:cBhvr>
                                      <p:tavLst>
                                        <p:tav tm="0">
                                          <p:val>
                                            <p:strVal val="#ppt_h"/>
                                          </p:val>
                                        </p:tav>
                                        <p:tav tm="100000">
                                          <p:val>
                                            <p:strVal val="#ppt_h"/>
                                          </p:val>
                                        </p:tav>
                                      </p:tavLst>
                                    </p:anim>
                                    <p:animEffect transition="in" filter="fade">
                                      <p:cBhvr>
                                        <p:cTn id="14" dur="1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randombar(horizontal)">
                                      <p:cBhvr>
                                        <p:cTn id="29" dur="500"/>
                                        <p:tgtEl>
                                          <p:spTgt spid="32"/>
                                        </p:tgtEl>
                                      </p:cBhvr>
                                    </p:animEffect>
                                  </p:childTnLst>
                                </p:cTn>
                              </p:par>
                              <p:par>
                                <p:cTn id="30" presetID="17" presetClass="entr" presetSubtype="10" fill="hold" nodeType="with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p:cTn id="32" dur="500" fill="hold"/>
                                        <p:tgtEl>
                                          <p:spTgt spid="33"/>
                                        </p:tgtEl>
                                        <p:attrNameLst>
                                          <p:attrName>ppt_w</p:attrName>
                                        </p:attrNameLst>
                                      </p:cBhvr>
                                      <p:tavLst>
                                        <p:tav tm="0">
                                          <p:val>
                                            <p:fltVal val="0"/>
                                          </p:val>
                                        </p:tav>
                                        <p:tav tm="100000">
                                          <p:val>
                                            <p:strVal val="#ppt_w"/>
                                          </p:val>
                                        </p:tav>
                                      </p:tavLst>
                                    </p:anim>
                                    <p:anim calcmode="lin" valueType="num">
                                      <p:cBhvr>
                                        <p:cTn id="33" dur="500" fill="hold"/>
                                        <p:tgtEl>
                                          <p:spTgt spid="33"/>
                                        </p:tgtEl>
                                        <p:attrNameLst>
                                          <p:attrName>ppt_h</p:attrName>
                                        </p:attrNameLst>
                                      </p:cBhvr>
                                      <p:tavLst>
                                        <p:tav tm="0">
                                          <p:val>
                                            <p:strVal val="#ppt_h"/>
                                          </p:val>
                                        </p:tav>
                                        <p:tav tm="100000">
                                          <p:val>
                                            <p:strVal val="#ppt_h"/>
                                          </p:val>
                                        </p:tav>
                                      </p:tavLst>
                                    </p:anim>
                                  </p:childTnLst>
                                </p:cTn>
                              </p:par>
                              <p:par>
                                <p:cTn id="34" presetID="17" presetClass="entr" presetSubtype="1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 calcmode="lin" valueType="num">
                                      <p:cBhvr>
                                        <p:cTn id="36" dur="500" fill="hold"/>
                                        <p:tgtEl>
                                          <p:spTgt spid="38"/>
                                        </p:tgtEl>
                                        <p:attrNameLst>
                                          <p:attrName>ppt_w</p:attrName>
                                        </p:attrNameLst>
                                      </p:cBhvr>
                                      <p:tavLst>
                                        <p:tav tm="0">
                                          <p:val>
                                            <p:fltVal val="0"/>
                                          </p:val>
                                        </p:tav>
                                        <p:tav tm="100000">
                                          <p:val>
                                            <p:strVal val="#ppt_w"/>
                                          </p:val>
                                        </p:tav>
                                      </p:tavLst>
                                    </p:anim>
                                    <p:anim calcmode="lin" valueType="num">
                                      <p:cBhvr>
                                        <p:cTn id="37" dur="500" fill="hold"/>
                                        <p:tgtEl>
                                          <p:spTgt spid="38"/>
                                        </p:tgtEl>
                                        <p:attrNameLst>
                                          <p:attrName>ppt_h</p:attrName>
                                        </p:attrNameLst>
                                      </p:cBhvr>
                                      <p:tavLst>
                                        <p:tav tm="0">
                                          <p:val>
                                            <p:strVal val="#ppt_h"/>
                                          </p:val>
                                        </p:tav>
                                        <p:tav tm="100000">
                                          <p:val>
                                            <p:strVal val="#ppt_h"/>
                                          </p:val>
                                        </p:tav>
                                      </p:tavLst>
                                    </p:anim>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4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randombar(horizontal)">
                                      <p:cBhvr>
                                        <p:cTn id="51" dur="500"/>
                                        <p:tgtEl>
                                          <p:spTgt spid="42"/>
                                        </p:tgtEl>
                                      </p:cBhvr>
                                    </p:animEffect>
                                  </p:childTnLst>
                                </p:cTn>
                              </p:par>
                              <p:par>
                                <p:cTn id="52" presetID="17" presetClass="entr" presetSubtype="10" fill="hold" nodeType="withEffect">
                                  <p:stCondLst>
                                    <p:cond delay="0"/>
                                  </p:stCondLst>
                                  <p:childTnLst>
                                    <p:set>
                                      <p:cBhvr>
                                        <p:cTn id="53" dur="1" fill="hold">
                                          <p:stCondLst>
                                            <p:cond delay="0"/>
                                          </p:stCondLst>
                                        </p:cTn>
                                        <p:tgtEl>
                                          <p:spTgt spid="43"/>
                                        </p:tgtEl>
                                        <p:attrNameLst>
                                          <p:attrName>style.visibility</p:attrName>
                                        </p:attrNameLst>
                                      </p:cBhvr>
                                      <p:to>
                                        <p:strVal val="visible"/>
                                      </p:to>
                                    </p:set>
                                    <p:anim calcmode="lin" valueType="num">
                                      <p:cBhvr>
                                        <p:cTn id="54" dur="500" fill="hold"/>
                                        <p:tgtEl>
                                          <p:spTgt spid="43"/>
                                        </p:tgtEl>
                                        <p:attrNameLst>
                                          <p:attrName>ppt_w</p:attrName>
                                        </p:attrNameLst>
                                      </p:cBhvr>
                                      <p:tavLst>
                                        <p:tav tm="0">
                                          <p:val>
                                            <p:fltVal val="0"/>
                                          </p:val>
                                        </p:tav>
                                        <p:tav tm="100000">
                                          <p:val>
                                            <p:strVal val="#ppt_w"/>
                                          </p:val>
                                        </p:tav>
                                      </p:tavLst>
                                    </p:anim>
                                    <p:anim calcmode="lin" valueType="num">
                                      <p:cBhvr>
                                        <p:cTn id="55" dur="500" fill="hold"/>
                                        <p:tgtEl>
                                          <p:spTgt spid="43"/>
                                        </p:tgtEl>
                                        <p:attrNameLst>
                                          <p:attrName>ppt_h</p:attrName>
                                        </p:attrNameLst>
                                      </p:cBhvr>
                                      <p:tavLst>
                                        <p:tav tm="0">
                                          <p:val>
                                            <p:strVal val="#ppt_h"/>
                                          </p:val>
                                        </p:tav>
                                        <p:tav tm="100000">
                                          <p:val>
                                            <p:strVal val="#ppt_h"/>
                                          </p:val>
                                        </p:tav>
                                      </p:tavLst>
                                    </p:anim>
                                  </p:childTnLst>
                                </p:cTn>
                              </p:par>
                              <p:par>
                                <p:cTn id="56" presetID="17" presetClass="entr" presetSubtype="10" fill="hold" grpId="0" nodeType="withEffect">
                                  <p:stCondLst>
                                    <p:cond delay="0"/>
                                  </p:stCondLst>
                                  <p:childTnLst>
                                    <p:set>
                                      <p:cBhvr>
                                        <p:cTn id="57" dur="1" fill="hold">
                                          <p:stCondLst>
                                            <p:cond delay="0"/>
                                          </p:stCondLst>
                                        </p:cTn>
                                        <p:tgtEl>
                                          <p:spTgt spid="48"/>
                                        </p:tgtEl>
                                        <p:attrNameLst>
                                          <p:attrName>style.visibility</p:attrName>
                                        </p:attrNameLst>
                                      </p:cBhvr>
                                      <p:to>
                                        <p:strVal val="visible"/>
                                      </p:to>
                                    </p:set>
                                    <p:anim calcmode="lin" valueType="num">
                                      <p:cBhvr>
                                        <p:cTn id="58" dur="500" fill="hold"/>
                                        <p:tgtEl>
                                          <p:spTgt spid="48"/>
                                        </p:tgtEl>
                                        <p:attrNameLst>
                                          <p:attrName>ppt_w</p:attrName>
                                        </p:attrNameLst>
                                      </p:cBhvr>
                                      <p:tavLst>
                                        <p:tav tm="0">
                                          <p:val>
                                            <p:fltVal val="0"/>
                                          </p:val>
                                        </p:tav>
                                        <p:tav tm="100000">
                                          <p:val>
                                            <p:strVal val="#ppt_w"/>
                                          </p:val>
                                        </p:tav>
                                      </p:tavLst>
                                    </p:anim>
                                    <p:anim calcmode="lin" valueType="num">
                                      <p:cBhvr>
                                        <p:cTn id="59" dur="500" fill="hold"/>
                                        <p:tgtEl>
                                          <p:spTgt spid="48"/>
                                        </p:tgtEl>
                                        <p:attrNameLst>
                                          <p:attrName>ppt_h</p:attrName>
                                        </p:attrNameLst>
                                      </p:cBhvr>
                                      <p:tavLst>
                                        <p:tav tm="0">
                                          <p:val>
                                            <p:strVal val="#ppt_h"/>
                                          </p:val>
                                        </p:tav>
                                        <p:tav tm="100000">
                                          <p:val>
                                            <p:strVal val="#ppt_h"/>
                                          </p:val>
                                        </p:tav>
                                      </p:tavLst>
                                    </p:anim>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nodeType="clickEffect">
                                  <p:stCondLst>
                                    <p:cond delay="0"/>
                                  </p:stCondLst>
                                  <p:childTnLst>
                                    <p:set>
                                      <p:cBhvr>
                                        <p:cTn id="72" dur="1" fill="hold">
                                          <p:stCondLst>
                                            <p:cond delay="0"/>
                                          </p:stCondLst>
                                        </p:cTn>
                                        <p:tgtEl>
                                          <p:spTgt spid="52"/>
                                        </p:tgtEl>
                                        <p:attrNameLst>
                                          <p:attrName>style.visibility</p:attrName>
                                        </p:attrNameLst>
                                      </p:cBhvr>
                                      <p:to>
                                        <p:strVal val="visible"/>
                                      </p:to>
                                    </p:set>
                                    <p:animEffect transition="in" filter="randombar(horizontal)">
                                      <p:cBhvr>
                                        <p:cTn id="73" dur="500"/>
                                        <p:tgtEl>
                                          <p:spTgt spid="52"/>
                                        </p:tgtEl>
                                      </p:cBhvr>
                                    </p:animEffect>
                                  </p:childTnLst>
                                </p:cTn>
                              </p:par>
                              <p:par>
                                <p:cTn id="74" presetID="17" presetClass="entr" presetSubtype="10" fill="hold" nodeType="withEffect">
                                  <p:stCondLst>
                                    <p:cond delay="0"/>
                                  </p:stCondLst>
                                  <p:childTnLst>
                                    <p:set>
                                      <p:cBhvr>
                                        <p:cTn id="75" dur="1" fill="hold">
                                          <p:stCondLst>
                                            <p:cond delay="0"/>
                                          </p:stCondLst>
                                        </p:cTn>
                                        <p:tgtEl>
                                          <p:spTgt spid="53"/>
                                        </p:tgtEl>
                                        <p:attrNameLst>
                                          <p:attrName>style.visibility</p:attrName>
                                        </p:attrNameLst>
                                      </p:cBhvr>
                                      <p:to>
                                        <p:strVal val="visible"/>
                                      </p:to>
                                    </p:set>
                                    <p:anim calcmode="lin" valueType="num">
                                      <p:cBhvr>
                                        <p:cTn id="76" dur="500" fill="hold"/>
                                        <p:tgtEl>
                                          <p:spTgt spid="53"/>
                                        </p:tgtEl>
                                        <p:attrNameLst>
                                          <p:attrName>ppt_w</p:attrName>
                                        </p:attrNameLst>
                                      </p:cBhvr>
                                      <p:tavLst>
                                        <p:tav tm="0">
                                          <p:val>
                                            <p:fltVal val="0"/>
                                          </p:val>
                                        </p:tav>
                                        <p:tav tm="100000">
                                          <p:val>
                                            <p:strVal val="#ppt_w"/>
                                          </p:val>
                                        </p:tav>
                                      </p:tavLst>
                                    </p:anim>
                                    <p:anim calcmode="lin" valueType="num">
                                      <p:cBhvr>
                                        <p:cTn id="77" dur="500" fill="hold"/>
                                        <p:tgtEl>
                                          <p:spTgt spid="53"/>
                                        </p:tgtEl>
                                        <p:attrNameLst>
                                          <p:attrName>ppt_h</p:attrName>
                                        </p:attrNameLst>
                                      </p:cBhvr>
                                      <p:tavLst>
                                        <p:tav tm="0">
                                          <p:val>
                                            <p:strVal val="#ppt_h"/>
                                          </p:val>
                                        </p:tav>
                                        <p:tav tm="100000">
                                          <p:val>
                                            <p:strVal val="#ppt_h"/>
                                          </p:val>
                                        </p:tav>
                                      </p:tavLst>
                                    </p:anim>
                                  </p:childTnLst>
                                </p:cTn>
                              </p:par>
                              <p:par>
                                <p:cTn id="78" presetID="17" presetClass="entr" presetSubtype="10" fill="hold" grpId="0" nodeType="withEffect">
                                  <p:stCondLst>
                                    <p:cond delay="0"/>
                                  </p:stCondLst>
                                  <p:childTnLst>
                                    <p:set>
                                      <p:cBhvr>
                                        <p:cTn id="79" dur="1" fill="hold">
                                          <p:stCondLst>
                                            <p:cond delay="0"/>
                                          </p:stCondLst>
                                        </p:cTn>
                                        <p:tgtEl>
                                          <p:spTgt spid="58"/>
                                        </p:tgtEl>
                                        <p:attrNameLst>
                                          <p:attrName>style.visibility</p:attrName>
                                        </p:attrNameLst>
                                      </p:cBhvr>
                                      <p:to>
                                        <p:strVal val="visible"/>
                                      </p:to>
                                    </p:set>
                                    <p:anim calcmode="lin" valueType="num">
                                      <p:cBhvr>
                                        <p:cTn id="80" dur="500" fill="hold"/>
                                        <p:tgtEl>
                                          <p:spTgt spid="58"/>
                                        </p:tgtEl>
                                        <p:attrNameLst>
                                          <p:attrName>ppt_w</p:attrName>
                                        </p:attrNameLst>
                                      </p:cBhvr>
                                      <p:tavLst>
                                        <p:tav tm="0">
                                          <p:val>
                                            <p:fltVal val="0"/>
                                          </p:val>
                                        </p:tav>
                                        <p:tav tm="100000">
                                          <p:val>
                                            <p:strVal val="#ppt_w"/>
                                          </p:val>
                                        </p:tav>
                                      </p:tavLst>
                                    </p:anim>
                                    <p:anim calcmode="lin" valueType="num">
                                      <p:cBhvr>
                                        <p:cTn id="81" dur="500" fill="hold"/>
                                        <p:tgtEl>
                                          <p:spTgt spid="58"/>
                                        </p:tgtEl>
                                        <p:attrNameLst>
                                          <p:attrName>ppt_h</p:attrName>
                                        </p:attrNameLst>
                                      </p:cBhvr>
                                      <p:tavLst>
                                        <p:tav tm="0">
                                          <p:val>
                                            <p:strVal val="#ppt_h"/>
                                          </p:val>
                                        </p:tav>
                                        <p:tav tm="100000">
                                          <p:val>
                                            <p:strVal val="#ppt_h"/>
                                          </p:val>
                                        </p:tav>
                                      </p:tavLst>
                                    </p:anim>
                                  </p:childTnLst>
                                </p:cTn>
                              </p:par>
                              <p:par>
                                <p:cTn id="82" presetID="1" presetClass="entr" presetSubtype="0" fill="hold" grpId="0" nodeType="withEffect">
                                  <p:stCondLst>
                                    <p:cond delay="0"/>
                                  </p:stCondLst>
                                  <p:childTnLst>
                                    <p:set>
                                      <p:cBhvr>
                                        <p:cTn id="83" dur="1" fill="hold">
                                          <p:stCondLst>
                                            <p:cond delay="0"/>
                                          </p:stCondLst>
                                        </p:cTn>
                                        <p:tgtEl>
                                          <p:spTgt spid="6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59"/>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61"/>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4" presetClass="entr" presetSubtype="10" fill="hold" nodeType="click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randombar(horizontal)">
                                      <p:cBhvr>
                                        <p:cTn id="94" dur="500"/>
                                        <p:tgtEl>
                                          <p:spTgt spid="62"/>
                                        </p:tgtEl>
                                      </p:cBhvr>
                                    </p:animEffect>
                                  </p:childTnLst>
                                </p:cTn>
                              </p:par>
                              <p:par>
                                <p:cTn id="95" presetID="17" presetClass="entr" presetSubtype="10" fill="hold" nodeType="withEffect">
                                  <p:stCondLst>
                                    <p:cond delay="0"/>
                                  </p:stCondLst>
                                  <p:childTnLst>
                                    <p:set>
                                      <p:cBhvr>
                                        <p:cTn id="96" dur="1" fill="hold">
                                          <p:stCondLst>
                                            <p:cond delay="0"/>
                                          </p:stCondLst>
                                        </p:cTn>
                                        <p:tgtEl>
                                          <p:spTgt spid="63"/>
                                        </p:tgtEl>
                                        <p:attrNameLst>
                                          <p:attrName>style.visibility</p:attrName>
                                        </p:attrNameLst>
                                      </p:cBhvr>
                                      <p:to>
                                        <p:strVal val="visible"/>
                                      </p:to>
                                    </p:set>
                                    <p:anim calcmode="lin" valueType="num">
                                      <p:cBhvr>
                                        <p:cTn id="97" dur="500" fill="hold"/>
                                        <p:tgtEl>
                                          <p:spTgt spid="63"/>
                                        </p:tgtEl>
                                        <p:attrNameLst>
                                          <p:attrName>ppt_w</p:attrName>
                                        </p:attrNameLst>
                                      </p:cBhvr>
                                      <p:tavLst>
                                        <p:tav tm="0">
                                          <p:val>
                                            <p:fltVal val="0"/>
                                          </p:val>
                                        </p:tav>
                                        <p:tav tm="100000">
                                          <p:val>
                                            <p:strVal val="#ppt_w"/>
                                          </p:val>
                                        </p:tav>
                                      </p:tavLst>
                                    </p:anim>
                                    <p:anim calcmode="lin" valueType="num">
                                      <p:cBhvr>
                                        <p:cTn id="98" dur="500" fill="hold"/>
                                        <p:tgtEl>
                                          <p:spTgt spid="63"/>
                                        </p:tgtEl>
                                        <p:attrNameLst>
                                          <p:attrName>ppt_h</p:attrName>
                                        </p:attrNameLst>
                                      </p:cBhvr>
                                      <p:tavLst>
                                        <p:tav tm="0">
                                          <p:val>
                                            <p:strVal val="#ppt_h"/>
                                          </p:val>
                                        </p:tav>
                                        <p:tav tm="100000">
                                          <p:val>
                                            <p:strVal val="#ppt_h"/>
                                          </p:val>
                                        </p:tav>
                                      </p:tavLst>
                                    </p:anim>
                                  </p:childTnLst>
                                </p:cTn>
                              </p:par>
                              <p:par>
                                <p:cTn id="99" presetID="17" presetClass="entr" presetSubtype="10" fill="hold" grpId="0" nodeType="withEffect">
                                  <p:stCondLst>
                                    <p:cond delay="0"/>
                                  </p:stCondLst>
                                  <p:childTnLst>
                                    <p:set>
                                      <p:cBhvr>
                                        <p:cTn id="100" dur="1" fill="hold">
                                          <p:stCondLst>
                                            <p:cond delay="0"/>
                                          </p:stCondLst>
                                        </p:cTn>
                                        <p:tgtEl>
                                          <p:spTgt spid="68"/>
                                        </p:tgtEl>
                                        <p:attrNameLst>
                                          <p:attrName>style.visibility</p:attrName>
                                        </p:attrNameLst>
                                      </p:cBhvr>
                                      <p:to>
                                        <p:strVal val="visible"/>
                                      </p:to>
                                    </p:set>
                                    <p:anim calcmode="lin" valueType="num">
                                      <p:cBhvr>
                                        <p:cTn id="101" dur="500" fill="hold"/>
                                        <p:tgtEl>
                                          <p:spTgt spid="68"/>
                                        </p:tgtEl>
                                        <p:attrNameLst>
                                          <p:attrName>ppt_w</p:attrName>
                                        </p:attrNameLst>
                                      </p:cBhvr>
                                      <p:tavLst>
                                        <p:tav tm="0">
                                          <p:val>
                                            <p:fltVal val="0"/>
                                          </p:val>
                                        </p:tav>
                                        <p:tav tm="100000">
                                          <p:val>
                                            <p:strVal val="#ppt_w"/>
                                          </p:val>
                                        </p:tav>
                                      </p:tavLst>
                                    </p:anim>
                                    <p:anim calcmode="lin" valueType="num">
                                      <p:cBhvr>
                                        <p:cTn id="102" dur="500" fill="hold"/>
                                        <p:tgtEl>
                                          <p:spTgt spid="68"/>
                                        </p:tgtEl>
                                        <p:attrNameLst>
                                          <p:attrName>ppt_h</p:attrName>
                                        </p:attrNameLst>
                                      </p:cBhvr>
                                      <p:tavLst>
                                        <p:tav tm="0">
                                          <p:val>
                                            <p:strVal val="#ppt_h"/>
                                          </p:val>
                                        </p:tav>
                                        <p:tav tm="100000">
                                          <p:val>
                                            <p:strVal val="#ppt_h"/>
                                          </p:val>
                                        </p:tav>
                                      </p:tavLst>
                                    </p:anim>
                                  </p:childTnLst>
                                </p:cTn>
                              </p:par>
                              <p:par>
                                <p:cTn id="103" presetID="1" presetClass="entr" presetSubtype="0" fill="hold" grpId="0" nodeType="withEffect">
                                  <p:stCondLst>
                                    <p:cond delay="0"/>
                                  </p:stCondLst>
                                  <p:childTnLst>
                                    <p:set>
                                      <p:cBhvr>
                                        <p:cTn id="104" dur="1" fill="hold">
                                          <p:stCondLst>
                                            <p:cond delay="0"/>
                                          </p:stCondLst>
                                        </p:cTn>
                                        <p:tgtEl>
                                          <p:spTgt spid="69"/>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7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7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nodeType="clickEffect">
                                  <p:stCondLst>
                                    <p:cond delay="0"/>
                                  </p:stCondLst>
                                  <p:childTnLst>
                                    <p:set>
                                      <p:cBhvr>
                                        <p:cTn id="114" dur="1" fill="hold">
                                          <p:stCondLst>
                                            <p:cond delay="0"/>
                                          </p:stCondLst>
                                        </p:cTn>
                                        <p:tgtEl>
                                          <p:spTgt spid="79"/>
                                        </p:tgtEl>
                                        <p:attrNameLst>
                                          <p:attrName>style.visibility</p:attrName>
                                        </p:attrNameLst>
                                      </p:cBhvr>
                                      <p:to>
                                        <p:strVal val="visible"/>
                                      </p:to>
                                    </p:set>
                                    <p:animEffect transition="in" filter="randombar(horizontal)">
                                      <p:cBhvr>
                                        <p:cTn id="115" dur="500"/>
                                        <p:tgtEl>
                                          <p:spTgt spid="79"/>
                                        </p:tgtEl>
                                      </p:cBhvr>
                                    </p:animEffect>
                                  </p:childTnLst>
                                </p:cTn>
                              </p:par>
                              <p:par>
                                <p:cTn id="116" presetID="17" presetClass="entr" presetSubtype="10" fill="hold" nodeType="withEffect">
                                  <p:stCondLst>
                                    <p:cond delay="0"/>
                                  </p:stCondLst>
                                  <p:childTnLst>
                                    <p:set>
                                      <p:cBhvr>
                                        <p:cTn id="117" dur="1" fill="hold">
                                          <p:stCondLst>
                                            <p:cond delay="0"/>
                                          </p:stCondLst>
                                        </p:cTn>
                                        <p:tgtEl>
                                          <p:spTgt spid="80"/>
                                        </p:tgtEl>
                                        <p:attrNameLst>
                                          <p:attrName>style.visibility</p:attrName>
                                        </p:attrNameLst>
                                      </p:cBhvr>
                                      <p:to>
                                        <p:strVal val="visible"/>
                                      </p:to>
                                    </p:set>
                                    <p:anim calcmode="lin" valueType="num">
                                      <p:cBhvr>
                                        <p:cTn id="118" dur="500" fill="hold"/>
                                        <p:tgtEl>
                                          <p:spTgt spid="80"/>
                                        </p:tgtEl>
                                        <p:attrNameLst>
                                          <p:attrName>ppt_w</p:attrName>
                                        </p:attrNameLst>
                                      </p:cBhvr>
                                      <p:tavLst>
                                        <p:tav tm="0">
                                          <p:val>
                                            <p:fltVal val="0"/>
                                          </p:val>
                                        </p:tav>
                                        <p:tav tm="100000">
                                          <p:val>
                                            <p:strVal val="#ppt_w"/>
                                          </p:val>
                                        </p:tav>
                                      </p:tavLst>
                                    </p:anim>
                                    <p:anim calcmode="lin" valueType="num">
                                      <p:cBhvr>
                                        <p:cTn id="119" dur="500" fill="hold"/>
                                        <p:tgtEl>
                                          <p:spTgt spid="80"/>
                                        </p:tgtEl>
                                        <p:attrNameLst>
                                          <p:attrName>ppt_h</p:attrName>
                                        </p:attrNameLst>
                                      </p:cBhvr>
                                      <p:tavLst>
                                        <p:tav tm="0">
                                          <p:val>
                                            <p:strVal val="#ppt_h"/>
                                          </p:val>
                                        </p:tav>
                                        <p:tav tm="100000">
                                          <p:val>
                                            <p:strVal val="#ppt_h"/>
                                          </p:val>
                                        </p:tav>
                                      </p:tavLst>
                                    </p:anim>
                                  </p:childTnLst>
                                </p:cTn>
                              </p:par>
                              <p:par>
                                <p:cTn id="120" presetID="17" presetClass="entr" presetSubtype="10" fill="hold" grpId="0" nodeType="withEffect">
                                  <p:stCondLst>
                                    <p:cond delay="0"/>
                                  </p:stCondLst>
                                  <p:childTnLst>
                                    <p:set>
                                      <p:cBhvr>
                                        <p:cTn id="121" dur="1" fill="hold">
                                          <p:stCondLst>
                                            <p:cond delay="0"/>
                                          </p:stCondLst>
                                        </p:cTn>
                                        <p:tgtEl>
                                          <p:spTgt spid="116"/>
                                        </p:tgtEl>
                                        <p:attrNameLst>
                                          <p:attrName>style.visibility</p:attrName>
                                        </p:attrNameLst>
                                      </p:cBhvr>
                                      <p:to>
                                        <p:strVal val="visible"/>
                                      </p:to>
                                    </p:set>
                                    <p:anim calcmode="lin" valueType="num">
                                      <p:cBhvr>
                                        <p:cTn id="122" dur="500" fill="hold"/>
                                        <p:tgtEl>
                                          <p:spTgt spid="116"/>
                                        </p:tgtEl>
                                        <p:attrNameLst>
                                          <p:attrName>ppt_w</p:attrName>
                                        </p:attrNameLst>
                                      </p:cBhvr>
                                      <p:tavLst>
                                        <p:tav tm="0">
                                          <p:val>
                                            <p:fltVal val="0"/>
                                          </p:val>
                                        </p:tav>
                                        <p:tav tm="100000">
                                          <p:val>
                                            <p:strVal val="#ppt_w"/>
                                          </p:val>
                                        </p:tav>
                                      </p:tavLst>
                                    </p:anim>
                                    <p:anim calcmode="lin" valueType="num">
                                      <p:cBhvr>
                                        <p:cTn id="123" dur="500" fill="hold"/>
                                        <p:tgtEl>
                                          <p:spTgt spid="116"/>
                                        </p:tgtEl>
                                        <p:attrNameLst>
                                          <p:attrName>ppt_h</p:attrName>
                                        </p:attrNameLst>
                                      </p:cBhvr>
                                      <p:tavLst>
                                        <p:tav tm="0">
                                          <p:val>
                                            <p:strVal val="#ppt_h"/>
                                          </p:val>
                                        </p:tav>
                                        <p:tav tm="100000">
                                          <p:val>
                                            <p:strVal val="#ppt_h"/>
                                          </p:val>
                                        </p:tav>
                                      </p:tavLst>
                                    </p:anim>
                                  </p:childTnLst>
                                </p:cTn>
                              </p:par>
                              <p:par>
                                <p:cTn id="124" presetID="1" presetClass="entr" presetSubtype="0" fill="hold" grpId="0" nodeType="withEffect">
                                  <p:stCondLst>
                                    <p:cond delay="0"/>
                                  </p:stCondLst>
                                  <p:childTnLst>
                                    <p:set>
                                      <p:cBhvr>
                                        <p:cTn id="125" dur="1" fill="hold">
                                          <p:stCondLst>
                                            <p:cond delay="0"/>
                                          </p:stCondLst>
                                        </p:cTn>
                                        <p:tgtEl>
                                          <p:spTgt spid="2"/>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3"/>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4"/>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4" presetClass="entr" presetSubtype="10" fill="hold" nodeType="clickEffect">
                                  <p:stCondLst>
                                    <p:cond delay="0"/>
                                  </p:stCondLst>
                                  <p:childTnLst>
                                    <p:set>
                                      <p:cBhvr>
                                        <p:cTn id="135" dur="1" fill="hold">
                                          <p:stCondLst>
                                            <p:cond delay="0"/>
                                          </p:stCondLst>
                                        </p:cTn>
                                        <p:tgtEl>
                                          <p:spTgt spid="5"/>
                                        </p:tgtEl>
                                        <p:attrNameLst>
                                          <p:attrName>style.visibility</p:attrName>
                                        </p:attrNameLst>
                                      </p:cBhvr>
                                      <p:to>
                                        <p:strVal val="visible"/>
                                      </p:to>
                                    </p:set>
                                    <p:animEffect transition="in" filter="randombar(horizontal)">
                                      <p:cBhvr>
                                        <p:cTn id="136" dur="500"/>
                                        <p:tgtEl>
                                          <p:spTgt spid="5"/>
                                        </p:tgtEl>
                                      </p:cBhvr>
                                    </p:animEffect>
                                  </p:childTnLst>
                                </p:cTn>
                              </p:par>
                              <p:par>
                                <p:cTn id="137" presetID="17" presetClass="entr" presetSubtype="10" fill="hold" nodeType="withEffect">
                                  <p:stCondLst>
                                    <p:cond delay="0"/>
                                  </p:stCondLst>
                                  <p:childTnLst>
                                    <p:set>
                                      <p:cBhvr>
                                        <p:cTn id="138" dur="1" fill="hold">
                                          <p:stCondLst>
                                            <p:cond delay="0"/>
                                          </p:stCondLst>
                                        </p:cTn>
                                        <p:tgtEl>
                                          <p:spTgt spid="7"/>
                                        </p:tgtEl>
                                        <p:attrNameLst>
                                          <p:attrName>style.visibility</p:attrName>
                                        </p:attrNameLst>
                                      </p:cBhvr>
                                      <p:to>
                                        <p:strVal val="visible"/>
                                      </p:to>
                                    </p:set>
                                    <p:anim calcmode="lin" valueType="num">
                                      <p:cBhvr>
                                        <p:cTn id="139" dur="500" fill="hold"/>
                                        <p:tgtEl>
                                          <p:spTgt spid="7"/>
                                        </p:tgtEl>
                                        <p:attrNameLst>
                                          <p:attrName>ppt_w</p:attrName>
                                        </p:attrNameLst>
                                      </p:cBhvr>
                                      <p:tavLst>
                                        <p:tav tm="0">
                                          <p:val>
                                            <p:fltVal val="0"/>
                                          </p:val>
                                        </p:tav>
                                        <p:tav tm="100000">
                                          <p:val>
                                            <p:strVal val="#ppt_w"/>
                                          </p:val>
                                        </p:tav>
                                      </p:tavLst>
                                    </p:anim>
                                    <p:anim calcmode="lin" valueType="num">
                                      <p:cBhvr>
                                        <p:cTn id="140" dur="500" fill="hold"/>
                                        <p:tgtEl>
                                          <p:spTgt spid="7"/>
                                        </p:tgtEl>
                                        <p:attrNameLst>
                                          <p:attrName>ppt_h</p:attrName>
                                        </p:attrNameLst>
                                      </p:cBhvr>
                                      <p:tavLst>
                                        <p:tav tm="0">
                                          <p:val>
                                            <p:strVal val="#ppt_h"/>
                                          </p:val>
                                        </p:tav>
                                        <p:tav tm="100000">
                                          <p:val>
                                            <p:strVal val="#ppt_h"/>
                                          </p:val>
                                        </p:tav>
                                      </p:tavLst>
                                    </p:anim>
                                  </p:childTnLst>
                                </p:cTn>
                              </p:par>
                              <p:par>
                                <p:cTn id="141" presetID="17" presetClass="entr" presetSubtype="10" fill="hold" grpId="0" nodeType="withEffect">
                                  <p:stCondLst>
                                    <p:cond delay="0"/>
                                  </p:stCondLst>
                                  <p:childTnLst>
                                    <p:set>
                                      <p:cBhvr>
                                        <p:cTn id="142" dur="1" fill="hold">
                                          <p:stCondLst>
                                            <p:cond delay="0"/>
                                          </p:stCondLst>
                                        </p:cTn>
                                        <p:tgtEl>
                                          <p:spTgt spid="16"/>
                                        </p:tgtEl>
                                        <p:attrNameLst>
                                          <p:attrName>style.visibility</p:attrName>
                                        </p:attrNameLst>
                                      </p:cBhvr>
                                      <p:to>
                                        <p:strVal val="visible"/>
                                      </p:to>
                                    </p:set>
                                    <p:anim calcmode="lin" valueType="num">
                                      <p:cBhvr>
                                        <p:cTn id="143" dur="500" fill="hold"/>
                                        <p:tgtEl>
                                          <p:spTgt spid="16"/>
                                        </p:tgtEl>
                                        <p:attrNameLst>
                                          <p:attrName>ppt_w</p:attrName>
                                        </p:attrNameLst>
                                      </p:cBhvr>
                                      <p:tavLst>
                                        <p:tav tm="0">
                                          <p:val>
                                            <p:fltVal val="0"/>
                                          </p:val>
                                        </p:tav>
                                        <p:tav tm="100000">
                                          <p:val>
                                            <p:strVal val="#ppt_w"/>
                                          </p:val>
                                        </p:tav>
                                      </p:tavLst>
                                    </p:anim>
                                    <p:anim calcmode="lin" valueType="num">
                                      <p:cBhvr>
                                        <p:cTn id="144" dur="500" fill="hold"/>
                                        <p:tgtEl>
                                          <p:spTgt spid="16"/>
                                        </p:tgtEl>
                                        <p:attrNameLst>
                                          <p:attrName>ppt_h</p:attrName>
                                        </p:attrNameLst>
                                      </p:cBhvr>
                                      <p:tavLst>
                                        <p:tav tm="0">
                                          <p:val>
                                            <p:strVal val="#ppt_h"/>
                                          </p:val>
                                        </p:tav>
                                        <p:tav tm="100000">
                                          <p:val>
                                            <p:strVal val="#ppt_h"/>
                                          </p:val>
                                        </p:tav>
                                      </p:tavLst>
                                    </p:anim>
                                  </p:childTnLst>
                                </p:cTn>
                              </p:par>
                              <p:par>
                                <p:cTn id="145" presetID="1" presetClass="entr" presetSubtype="0" fill="hold" grpId="0" nodeType="withEffect">
                                  <p:stCondLst>
                                    <p:cond delay="0"/>
                                  </p:stCondLst>
                                  <p:childTnLst>
                                    <p:set>
                                      <p:cBhvr>
                                        <p:cTn id="146" dur="1" fill="hold">
                                          <p:stCondLst>
                                            <p:cond delay="0"/>
                                          </p:stCondLst>
                                        </p:cTn>
                                        <p:tgtEl>
                                          <p:spTgt spid="17"/>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9"/>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4" presetClass="entr" presetSubtype="10" fill="hold" nodeType="clickEffect">
                                  <p:stCondLst>
                                    <p:cond delay="0"/>
                                  </p:stCondLst>
                                  <p:childTnLst>
                                    <p:set>
                                      <p:cBhvr>
                                        <p:cTn id="156" dur="1" fill="hold">
                                          <p:stCondLst>
                                            <p:cond delay="0"/>
                                          </p:stCondLst>
                                        </p:cTn>
                                        <p:tgtEl>
                                          <p:spTgt spid="20"/>
                                        </p:tgtEl>
                                        <p:attrNameLst>
                                          <p:attrName>style.visibility</p:attrName>
                                        </p:attrNameLst>
                                      </p:cBhvr>
                                      <p:to>
                                        <p:strVal val="visible"/>
                                      </p:to>
                                    </p:set>
                                    <p:animEffect transition="in" filter="randombar(horizontal)">
                                      <p:cBhvr>
                                        <p:cTn id="157" dur="500"/>
                                        <p:tgtEl>
                                          <p:spTgt spid="20"/>
                                        </p:tgtEl>
                                      </p:cBhvr>
                                    </p:animEffect>
                                  </p:childTnLst>
                                </p:cTn>
                              </p:par>
                              <p:par>
                                <p:cTn id="158" presetID="17" presetClass="entr" presetSubtype="10" fill="hold" nodeType="withEffect">
                                  <p:stCondLst>
                                    <p:cond delay="0"/>
                                  </p:stCondLst>
                                  <p:childTnLst>
                                    <p:set>
                                      <p:cBhvr>
                                        <p:cTn id="159" dur="1" fill="hold">
                                          <p:stCondLst>
                                            <p:cond delay="0"/>
                                          </p:stCondLst>
                                        </p:cTn>
                                        <p:tgtEl>
                                          <p:spTgt spid="22"/>
                                        </p:tgtEl>
                                        <p:attrNameLst>
                                          <p:attrName>style.visibility</p:attrName>
                                        </p:attrNameLst>
                                      </p:cBhvr>
                                      <p:to>
                                        <p:strVal val="visible"/>
                                      </p:to>
                                    </p:set>
                                    <p:anim calcmode="lin" valueType="num">
                                      <p:cBhvr>
                                        <p:cTn id="160" dur="500" fill="hold"/>
                                        <p:tgtEl>
                                          <p:spTgt spid="22"/>
                                        </p:tgtEl>
                                        <p:attrNameLst>
                                          <p:attrName>ppt_w</p:attrName>
                                        </p:attrNameLst>
                                      </p:cBhvr>
                                      <p:tavLst>
                                        <p:tav tm="0">
                                          <p:val>
                                            <p:fltVal val="0"/>
                                          </p:val>
                                        </p:tav>
                                        <p:tav tm="100000">
                                          <p:val>
                                            <p:strVal val="#ppt_w"/>
                                          </p:val>
                                        </p:tav>
                                      </p:tavLst>
                                    </p:anim>
                                    <p:anim calcmode="lin" valueType="num">
                                      <p:cBhvr>
                                        <p:cTn id="161" dur="500" fill="hold"/>
                                        <p:tgtEl>
                                          <p:spTgt spid="22"/>
                                        </p:tgtEl>
                                        <p:attrNameLst>
                                          <p:attrName>ppt_h</p:attrName>
                                        </p:attrNameLst>
                                      </p:cBhvr>
                                      <p:tavLst>
                                        <p:tav tm="0">
                                          <p:val>
                                            <p:strVal val="#ppt_h"/>
                                          </p:val>
                                        </p:tav>
                                        <p:tav tm="100000">
                                          <p:val>
                                            <p:strVal val="#ppt_h"/>
                                          </p:val>
                                        </p:tav>
                                      </p:tavLst>
                                    </p:anim>
                                  </p:childTnLst>
                                </p:cTn>
                              </p:par>
                              <p:par>
                                <p:cTn id="162" presetID="17" presetClass="entr" presetSubtype="10" fill="hold" grpId="0" nodeType="withEffect">
                                  <p:stCondLst>
                                    <p:cond delay="0"/>
                                  </p:stCondLst>
                                  <p:childTnLst>
                                    <p:set>
                                      <p:cBhvr>
                                        <p:cTn id="163" dur="1" fill="hold">
                                          <p:stCondLst>
                                            <p:cond delay="0"/>
                                          </p:stCondLst>
                                        </p:cTn>
                                        <p:tgtEl>
                                          <p:spTgt spid="29"/>
                                        </p:tgtEl>
                                        <p:attrNameLst>
                                          <p:attrName>style.visibility</p:attrName>
                                        </p:attrNameLst>
                                      </p:cBhvr>
                                      <p:to>
                                        <p:strVal val="visible"/>
                                      </p:to>
                                    </p:set>
                                    <p:anim calcmode="lin" valueType="num">
                                      <p:cBhvr>
                                        <p:cTn id="164" dur="500" fill="hold"/>
                                        <p:tgtEl>
                                          <p:spTgt spid="29"/>
                                        </p:tgtEl>
                                        <p:attrNameLst>
                                          <p:attrName>ppt_w</p:attrName>
                                        </p:attrNameLst>
                                      </p:cBhvr>
                                      <p:tavLst>
                                        <p:tav tm="0">
                                          <p:val>
                                            <p:fltVal val="0"/>
                                          </p:val>
                                        </p:tav>
                                        <p:tav tm="100000">
                                          <p:val>
                                            <p:strVal val="#ppt_w"/>
                                          </p:val>
                                        </p:tav>
                                      </p:tavLst>
                                    </p:anim>
                                    <p:anim calcmode="lin" valueType="num">
                                      <p:cBhvr>
                                        <p:cTn id="165" dur="5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nodeType="clickEffect">
                                  <p:stCondLst>
                                    <p:cond delay="0"/>
                                  </p:stCondLst>
                                  <p:childTnLst>
                                    <p:set>
                                      <p:cBhvr>
                                        <p:cTn id="169" dur="1" fill="hold">
                                          <p:stCondLst>
                                            <p:cond delay="0"/>
                                          </p:stCondLst>
                                        </p:cTn>
                                        <p:tgtEl>
                                          <p:spTgt spid="118"/>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animBg="1"/>
      <p:bldP spid="21" grpId="0"/>
      <p:bldP spid="23" grpId="0"/>
      <p:bldP spid="38" grpId="0"/>
      <p:bldP spid="39" grpId="0" animBg="1"/>
      <p:bldP spid="40" grpId="0"/>
      <p:bldP spid="41" grpId="0"/>
      <p:bldP spid="48" grpId="0"/>
      <p:bldP spid="49" grpId="0" animBg="1"/>
      <p:bldP spid="50" grpId="0"/>
      <p:bldP spid="51" grpId="0"/>
      <p:bldP spid="58" grpId="0"/>
      <p:bldP spid="59" grpId="0" animBg="1"/>
      <p:bldP spid="60" grpId="0"/>
      <p:bldP spid="61" grpId="0"/>
      <p:bldP spid="68" grpId="0"/>
      <p:bldP spid="69" grpId="0"/>
      <p:bldP spid="70" grpId="0" animBg="1"/>
      <p:bldP spid="71" grpId="0"/>
      <p:bldP spid="116" grpId="0"/>
      <p:bldP spid="123" grpId="0"/>
      <p:bldP spid="2" grpId="0"/>
      <p:bldP spid="3" grpId="0" animBg="1"/>
      <p:bldP spid="4" grpId="0"/>
      <p:bldP spid="16" grpId="0"/>
      <p:bldP spid="17" grpId="0"/>
      <p:bldP spid="18" grpId="0" animBg="1"/>
      <p:bldP spid="19" grpId="0"/>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4A5EB-B2E6-51BA-0460-84DBBC631E61}"/>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EA3648AE-6F94-2BAB-10BE-73ECA3F9973F}"/>
              </a:ext>
            </a:extLst>
          </p:cNvPr>
          <p:cNvSpPr txBox="1"/>
          <p:nvPr/>
        </p:nvSpPr>
        <p:spPr>
          <a:xfrm>
            <a:off x="381000" y="620459"/>
            <a:ext cx="14936560" cy="888769"/>
          </a:xfrm>
          <a:prstGeom prst="rect">
            <a:avLst/>
          </a:prstGeom>
        </p:spPr>
        <p:txBody>
          <a:bodyPr wrap="square" lIns="0" tIns="0" rIns="0" bIns="0" rtlCol="0" anchor="t">
            <a:spAutoFit/>
          </a:bodyPr>
          <a:lstStyle/>
          <a:p>
            <a:pPr>
              <a:lnSpc>
                <a:spcPts val="7279"/>
              </a:lnSpc>
              <a:spcBef>
                <a:spcPct val="0"/>
              </a:spcBef>
            </a:pPr>
            <a:r>
              <a:rPr lang="en-US" sz="5199" b="1" dirty="0">
                <a:solidFill>
                  <a:srgbClr val="002B11"/>
                </a:solidFill>
                <a:latin typeface="Poppins Bold"/>
                <a:ea typeface="Poppins Bold"/>
                <a:cs typeface="Poppins Bold"/>
                <a:sym typeface="Poppins Bold"/>
              </a:rPr>
              <a:t>Scenario 2</a:t>
            </a:r>
          </a:p>
        </p:txBody>
      </p:sp>
      <p:sp>
        <p:nvSpPr>
          <p:cNvPr id="24" name="TextBox 23">
            <a:extLst>
              <a:ext uri="{FF2B5EF4-FFF2-40B4-BE49-F238E27FC236}">
                <a16:creationId xmlns:a16="http://schemas.microsoft.com/office/drawing/2014/main" id="{37BB236D-606A-EC11-F93F-DD51C3A4C25A}"/>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mn-cs"/>
              </a:rPr>
              <a:t>Tripadvisor / Fraud support / Scenario 2</a:t>
            </a:r>
          </a:p>
        </p:txBody>
      </p:sp>
      <p:pic>
        <p:nvPicPr>
          <p:cNvPr id="12" name="Picture 11" descr="realistic detailed empty open mail envelope. Sending correspondence, work  mail. Customer Alert. Isolated vector on white background 8279089 Vector  Art at Vecteezy">
            <a:extLst>
              <a:ext uri="{FF2B5EF4-FFF2-40B4-BE49-F238E27FC236}">
                <a16:creationId xmlns:a16="http://schemas.microsoft.com/office/drawing/2014/main" id="{D19BE0D6-864A-3A60-A71D-6DBADA6FFDFE}"/>
              </a:ext>
            </a:extLst>
          </p:cNvPr>
          <p:cNvPicPr>
            <a:picLocks noChangeAspect="1"/>
          </p:cNvPicPr>
          <p:nvPr/>
        </p:nvPicPr>
        <p:blipFill>
          <a:blip r:embed="rId3"/>
          <a:srcRect/>
          <a:stretch>
            <a:fillRect/>
          </a:stretch>
        </p:blipFill>
        <p:spPr>
          <a:xfrm>
            <a:off x="133635" y="5460426"/>
            <a:ext cx="3922505" cy="3851759"/>
          </a:xfrm>
          <a:prstGeom prst="rect">
            <a:avLst/>
          </a:prstGeom>
        </p:spPr>
      </p:pic>
      <p:pic>
        <p:nvPicPr>
          <p:cNvPr id="13" name="Picture 12" descr="White paper illustration, Post-it note Paper , Sticky note transparent  background PNG clipart | HiClipart">
            <a:extLst>
              <a:ext uri="{FF2B5EF4-FFF2-40B4-BE49-F238E27FC236}">
                <a16:creationId xmlns:a16="http://schemas.microsoft.com/office/drawing/2014/main" id="{8DEB6D04-839E-9655-A867-FC4D840E0E94}"/>
              </a:ext>
            </a:extLst>
          </p:cNvPr>
          <p:cNvPicPr>
            <a:picLocks noChangeAspect="1"/>
          </p:cNvPicPr>
          <p:nvPr/>
        </p:nvPicPr>
        <p:blipFill>
          <a:blip r:embed="rId4"/>
          <a:srcRect/>
          <a:stretch>
            <a:fillRect/>
          </a:stretch>
        </p:blipFill>
        <p:spPr>
          <a:xfrm rot="465030">
            <a:off x="1640316" y="1497007"/>
            <a:ext cx="7933793" cy="7689139"/>
          </a:xfrm>
          <a:prstGeom prst="rect">
            <a:avLst/>
          </a:prstGeom>
        </p:spPr>
      </p:pic>
      <p:sp>
        <p:nvSpPr>
          <p:cNvPr id="8" name="Google Shape;116;p1">
            <a:extLst>
              <a:ext uri="{FF2B5EF4-FFF2-40B4-BE49-F238E27FC236}">
                <a16:creationId xmlns:a16="http://schemas.microsoft.com/office/drawing/2014/main" id="{5A1DC903-4C3F-C8B4-CCA0-43EE94D3BA52}"/>
              </a:ext>
            </a:extLst>
          </p:cNvPr>
          <p:cNvSpPr txBox="1"/>
          <p:nvPr/>
        </p:nvSpPr>
        <p:spPr>
          <a:xfrm rot="21558269">
            <a:off x="2295064" y="2578719"/>
            <a:ext cx="6235719" cy="5555306"/>
          </a:xfrm>
          <a:prstGeom prst="rect">
            <a:avLst/>
          </a:prstGeom>
          <a:noFill/>
          <a:ln>
            <a:noFill/>
          </a:ln>
        </p:spPr>
        <p:txBody>
          <a:bodyPr spcFirstLastPara="1" wrap="square" lIns="137138" tIns="68550" rIns="137138" bIns="68550" anchor="t" anchorCtr="0">
            <a:spAutoFit/>
          </a:bodyPr>
          <a:lstStyle/>
          <a:p>
            <a:pPr defTabSz="1371600">
              <a:buClr>
                <a:srgbClr val="000000"/>
              </a:buClr>
            </a:pPr>
            <a:r>
              <a:rPr lang="en-US" sz="1600" b="1" dirty="0">
                <a:latin typeface="Poppins" panose="00000500000000000000" pitchFamily="2" charset="0"/>
                <a:cs typeface="Poppins" panose="00000500000000000000" pitchFamily="2" charset="0"/>
              </a:rPr>
              <a:t>Subject: </a:t>
            </a:r>
            <a:r>
              <a:rPr lang="en-US" sz="1600" dirty="0">
                <a:latin typeface="Poppins" panose="00000500000000000000" pitchFamily="2" charset="0"/>
                <a:cs typeface="Poppins" panose="00000500000000000000" pitchFamily="2" charset="0"/>
              </a:rPr>
              <a:t>Concern About a Review </a:t>
            </a:r>
          </a:p>
          <a:p>
            <a:pPr defTabSz="1371600">
              <a:buClr>
                <a:srgbClr val="000000"/>
              </a:buClr>
            </a:pPr>
            <a:endParaRPr lang="en-US" sz="1600" dirty="0">
              <a:latin typeface="Poppins" panose="00000500000000000000" pitchFamily="2" charset="0"/>
              <a:cs typeface="Poppins" panose="00000500000000000000" pitchFamily="2" charset="0"/>
            </a:endParaRPr>
          </a:p>
          <a:p>
            <a:pPr defTabSz="1371600">
              <a:buClr>
                <a:srgbClr val="000000"/>
              </a:buClr>
            </a:pPr>
            <a:r>
              <a:rPr lang="en-US" sz="1600" dirty="0">
                <a:latin typeface="Poppins" panose="00000500000000000000" pitchFamily="2" charset="0"/>
                <a:cs typeface="Poppins" panose="00000500000000000000" pitchFamily="2" charset="0"/>
              </a:rPr>
              <a:t>Hello Support Team, </a:t>
            </a:r>
          </a:p>
          <a:p>
            <a:pPr defTabSz="1371600">
              <a:buClr>
                <a:srgbClr val="000000"/>
              </a:buClr>
            </a:pPr>
            <a:endParaRPr lang="en-US" sz="1600" dirty="0">
              <a:latin typeface="Poppins" panose="00000500000000000000" pitchFamily="2" charset="0"/>
              <a:cs typeface="Poppins" panose="00000500000000000000" pitchFamily="2" charset="0"/>
            </a:endParaRPr>
          </a:p>
          <a:p>
            <a:pPr defTabSz="1371600">
              <a:buClr>
                <a:srgbClr val="000000"/>
              </a:buClr>
            </a:pPr>
            <a:r>
              <a:rPr lang="en-US" sz="1600" dirty="0">
                <a:latin typeface="Poppins" panose="00000500000000000000" pitchFamily="2" charset="0"/>
                <a:cs typeface="Poppins" panose="00000500000000000000" pitchFamily="2" charset="0"/>
              </a:rPr>
              <a:t>I am the co-owner of Sunset Bay Hotel. We recently received a review that we believe was written by one of our competitors. </a:t>
            </a:r>
          </a:p>
          <a:p>
            <a:pPr defTabSz="1371600">
              <a:buClr>
                <a:srgbClr val="000000"/>
              </a:buClr>
            </a:pPr>
            <a:r>
              <a:rPr lang="en-US" sz="1600" dirty="0">
                <a:latin typeface="Poppins" panose="00000500000000000000" pitchFamily="2" charset="0"/>
                <a:cs typeface="Poppins" panose="00000500000000000000" pitchFamily="2" charset="0"/>
              </a:rPr>
              <a:t>  </a:t>
            </a:r>
          </a:p>
          <a:p>
            <a:pPr defTabSz="1371600">
              <a:buClr>
                <a:srgbClr val="000000"/>
              </a:buClr>
            </a:pPr>
            <a:r>
              <a:rPr lang="en-US" sz="1600" dirty="0">
                <a:latin typeface="Poppins" panose="00000500000000000000" pitchFamily="2" charset="0"/>
                <a:cs typeface="Poppins" panose="00000500000000000000" pitchFamily="2" charset="0"/>
              </a:rPr>
              <a:t>The reviewer has never stayed at our property, and we believe they may be associated with another hotel in the area. </a:t>
            </a:r>
          </a:p>
          <a:p>
            <a:pPr defTabSz="1371600">
              <a:buClr>
                <a:srgbClr val="000000"/>
              </a:buClr>
            </a:pPr>
            <a:endParaRPr lang="en-US" sz="1600" dirty="0">
              <a:latin typeface="Poppins" panose="00000500000000000000" pitchFamily="2" charset="0"/>
              <a:cs typeface="Poppins" panose="00000500000000000000" pitchFamily="2" charset="0"/>
            </a:endParaRPr>
          </a:p>
          <a:p>
            <a:pPr defTabSz="1371600">
              <a:buClr>
                <a:srgbClr val="000000"/>
              </a:buClr>
            </a:pPr>
            <a:r>
              <a:rPr lang="en-US" sz="1600" dirty="0">
                <a:latin typeface="Poppins" panose="00000500000000000000" pitchFamily="2" charset="0"/>
                <a:cs typeface="Poppins" panose="00000500000000000000" pitchFamily="2" charset="0"/>
              </a:rPr>
              <a:t>Could you please look into this review and remove it? </a:t>
            </a:r>
          </a:p>
          <a:p>
            <a:pPr defTabSz="1371600">
              <a:buClr>
                <a:srgbClr val="000000"/>
              </a:buClr>
            </a:pPr>
            <a:endParaRPr lang="en-US" sz="1600" dirty="0">
              <a:latin typeface="Poppins" panose="00000500000000000000" pitchFamily="2" charset="0"/>
              <a:cs typeface="Poppins" panose="00000500000000000000" pitchFamily="2" charset="0"/>
            </a:endParaRPr>
          </a:p>
          <a:p>
            <a:pPr defTabSz="1371600">
              <a:buClr>
                <a:srgbClr val="000000"/>
              </a:buClr>
            </a:pPr>
            <a:r>
              <a:rPr lang="en-US" sz="1600" dirty="0">
                <a:latin typeface="Poppins" panose="00000500000000000000" pitchFamily="2" charset="0"/>
                <a:cs typeface="Poppins" panose="00000500000000000000" pitchFamily="2" charset="0"/>
              </a:rPr>
              <a:t>I have not reported the review through the Management Center because I wasn't sure how to do it. </a:t>
            </a:r>
          </a:p>
          <a:p>
            <a:pPr defTabSz="1371600">
              <a:buClr>
                <a:srgbClr val="000000"/>
              </a:buClr>
            </a:pPr>
            <a:endParaRPr lang="en-US" sz="1600" dirty="0">
              <a:latin typeface="Poppins" panose="00000500000000000000" pitchFamily="2" charset="0"/>
              <a:cs typeface="Poppins" panose="00000500000000000000" pitchFamily="2" charset="0"/>
            </a:endParaRPr>
          </a:p>
          <a:p>
            <a:pPr defTabSz="1371600">
              <a:buClr>
                <a:srgbClr val="000000"/>
              </a:buClr>
            </a:pPr>
            <a:r>
              <a:rPr lang="en-US" sz="1600" dirty="0">
                <a:latin typeface="Poppins" panose="00000500000000000000" pitchFamily="2" charset="0"/>
                <a:cs typeface="Poppins" panose="00000500000000000000" pitchFamily="2" charset="0"/>
              </a:rPr>
              <a:t>Review title: “Disappointing stay and poor service” </a:t>
            </a:r>
          </a:p>
          <a:p>
            <a:pPr defTabSz="1371600">
              <a:buClr>
                <a:srgbClr val="000000"/>
              </a:buClr>
            </a:pPr>
            <a:endParaRPr lang="en-US" sz="1600" dirty="0">
              <a:latin typeface="Poppins" panose="00000500000000000000" pitchFamily="2" charset="0"/>
              <a:cs typeface="Poppins" panose="00000500000000000000" pitchFamily="2" charset="0"/>
            </a:endParaRPr>
          </a:p>
          <a:p>
            <a:pPr defTabSz="1371600">
              <a:buClr>
                <a:srgbClr val="000000"/>
              </a:buClr>
            </a:pPr>
            <a:r>
              <a:rPr lang="en-US" sz="1600" dirty="0">
                <a:latin typeface="Poppins" panose="00000500000000000000" pitchFamily="2" charset="0"/>
                <a:cs typeface="Poppins" panose="00000500000000000000" pitchFamily="2" charset="0"/>
              </a:rPr>
              <a:t>Regards, </a:t>
            </a:r>
          </a:p>
          <a:p>
            <a:pPr defTabSz="1371600">
              <a:buClr>
                <a:srgbClr val="000000"/>
              </a:buClr>
            </a:pPr>
            <a:r>
              <a:rPr lang="en-US" sz="1600" dirty="0">
                <a:latin typeface="Poppins" panose="00000500000000000000" pitchFamily="2" charset="0"/>
                <a:cs typeface="Poppins" panose="00000500000000000000" pitchFamily="2" charset="0"/>
              </a:rPr>
              <a:t>Alex </a:t>
            </a:r>
          </a:p>
          <a:p>
            <a:pPr defTabSz="1371600">
              <a:buClr>
                <a:srgbClr val="000000"/>
              </a:buClr>
            </a:pPr>
            <a:r>
              <a:rPr lang="en-US" sz="1600" dirty="0">
                <a:latin typeface="Poppins" panose="00000500000000000000" pitchFamily="2" charset="0"/>
                <a:cs typeface="Poppins" panose="00000500000000000000" pitchFamily="2" charset="0"/>
              </a:rPr>
              <a:t>Co-owner, Sunset Bay Hotel </a:t>
            </a:r>
            <a:endParaRPr lang="en-US" sz="1600" kern="0" dirty="0">
              <a:latin typeface="Poppins" panose="00000500000000000000" pitchFamily="2" charset="0"/>
              <a:ea typeface="Open Sans SemiBold"/>
              <a:cs typeface="Poppins" panose="00000500000000000000" pitchFamily="2" charset="0"/>
              <a:sym typeface="Arial"/>
            </a:endParaRPr>
          </a:p>
        </p:txBody>
      </p:sp>
      <p:sp>
        <p:nvSpPr>
          <p:cNvPr id="15" name="Rounded Rectangle 5">
            <a:extLst>
              <a:ext uri="{FF2B5EF4-FFF2-40B4-BE49-F238E27FC236}">
                <a16:creationId xmlns:a16="http://schemas.microsoft.com/office/drawing/2014/main" id="{59856FA7-F797-2B52-3999-C5F0FFA9BEA2}"/>
              </a:ext>
            </a:extLst>
          </p:cNvPr>
          <p:cNvSpPr/>
          <p:nvPr/>
        </p:nvSpPr>
        <p:spPr>
          <a:xfrm>
            <a:off x="11201400" y="1917690"/>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21" name="Google Shape;116;p1">
            <a:extLst>
              <a:ext uri="{FF2B5EF4-FFF2-40B4-BE49-F238E27FC236}">
                <a16:creationId xmlns:a16="http://schemas.microsoft.com/office/drawing/2014/main" id="{B456A8A1-F9C3-2CB4-F992-B69C2863606F}"/>
              </a:ext>
            </a:extLst>
          </p:cNvPr>
          <p:cNvSpPr txBox="1"/>
          <p:nvPr/>
        </p:nvSpPr>
        <p:spPr>
          <a:xfrm>
            <a:off x="9860923" y="2159576"/>
            <a:ext cx="1642485" cy="476993"/>
          </a:xfrm>
          <a:prstGeom prst="rect">
            <a:avLst/>
          </a:prstGeom>
          <a:noFill/>
          <a:ln>
            <a:noFill/>
          </a:ln>
        </p:spPr>
        <p:txBody>
          <a:bodyPr spcFirstLastPara="1" wrap="square" lIns="137138" tIns="68550" rIns="137138" bIns="68550" anchor="t" anchorCtr="0">
            <a:spAutoFit/>
          </a:bodyPr>
          <a:lstStyle/>
          <a:p>
            <a:pPr defTabSz="1371600">
              <a:buClr>
                <a:srgbClr val="000000"/>
              </a:buClr>
            </a:pPr>
            <a:r>
              <a:rPr lang="en-US" sz="2200" b="1" dirty="0">
                <a:solidFill>
                  <a:srgbClr val="002B11"/>
                </a:solidFill>
                <a:latin typeface="Poppins" panose="00000500000000000000" pitchFamily="2" charset="0"/>
                <a:cs typeface="Poppins" panose="00000500000000000000" pitchFamily="2" charset="0"/>
              </a:rPr>
              <a:t>Step 1</a:t>
            </a:r>
            <a:endParaRPr lang="en-US" sz="2200" b="1" kern="0" dirty="0">
              <a:solidFill>
                <a:srgbClr val="002B11"/>
              </a:solidFill>
              <a:latin typeface="Poppins" panose="00000500000000000000" pitchFamily="2" charset="0"/>
              <a:ea typeface="Open Sans SemiBold"/>
              <a:cs typeface="Poppins" panose="00000500000000000000" pitchFamily="2" charset="0"/>
              <a:sym typeface="Arial"/>
            </a:endParaRPr>
          </a:p>
        </p:txBody>
      </p:sp>
      <p:sp>
        <p:nvSpPr>
          <p:cNvPr id="23" name="Google Shape;116;p1">
            <a:extLst>
              <a:ext uri="{FF2B5EF4-FFF2-40B4-BE49-F238E27FC236}">
                <a16:creationId xmlns:a16="http://schemas.microsoft.com/office/drawing/2014/main" id="{C2CEA7AD-FF0B-0EA8-3249-4758304E1727}"/>
              </a:ext>
            </a:extLst>
          </p:cNvPr>
          <p:cNvSpPr txBox="1"/>
          <p:nvPr/>
        </p:nvSpPr>
        <p:spPr>
          <a:xfrm>
            <a:off x="11201399" y="2010315"/>
            <a:ext cx="2554063" cy="692437"/>
          </a:xfrm>
          <a:prstGeom prst="rect">
            <a:avLst/>
          </a:prstGeom>
          <a:noFill/>
          <a:ln>
            <a:noFill/>
          </a:ln>
        </p:spPr>
        <p:txBody>
          <a:bodyPr spcFirstLastPara="1" wrap="square" lIns="137138" tIns="68550" rIns="137138" bIns="68550" anchor="t" anchorCtr="0">
            <a:spAutoFit/>
          </a:bodyPr>
          <a:lstStyle/>
          <a:p>
            <a:pPr algn="ctr" defTabSz="1371600">
              <a:buClr>
                <a:srgbClr val="000000"/>
              </a:buClr>
            </a:pPr>
            <a:r>
              <a:rPr lang="en-US" dirty="0">
                <a:solidFill>
                  <a:srgbClr val="002B11"/>
                </a:solidFill>
                <a:latin typeface="Poppins" panose="00000500000000000000" pitchFamily="2" charset="0"/>
                <a:cs typeface="Poppins" panose="00000500000000000000" pitchFamily="2" charset="0"/>
              </a:rPr>
              <a:t>Verify owner affiliation</a:t>
            </a:r>
            <a:endParaRPr lang="en-US" kern="0" dirty="0">
              <a:solidFill>
                <a:srgbClr val="002B11"/>
              </a:solidFill>
              <a:latin typeface="Poppins" panose="00000500000000000000" pitchFamily="2" charset="0"/>
              <a:ea typeface="Open Sans SemiBold"/>
              <a:cs typeface="Poppins" panose="00000500000000000000" pitchFamily="2" charset="0"/>
              <a:sym typeface="Arial"/>
            </a:endParaRPr>
          </a:p>
        </p:txBody>
      </p:sp>
      <p:pic>
        <p:nvPicPr>
          <p:cNvPr id="32" name="Picture 31" descr="Arrow clipart Vectors - Download Free High-Quality Vectors | Magnific  (formerly Freepik)">
            <a:extLst>
              <a:ext uri="{FF2B5EF4-FFF2-40B4-BE49-F238E27FC236}">
                <a16:creationId xmlns:a16="http://schemas.microsoft.com/office/drawing/2014/main" id="{2086EF85-AE80-88C4-6251-DFC196C09E2E}"/>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738369" y="1976183"/>
            <a:ext cx="1078690" cy="718553"/>
          </a:xfrm>
          <a:prstGeom prst="rect">
            <a:avLst/>
          </a:prstGeom>
          <a:ln>
            <a:noFill/>
          </a:ln>
        </p:spPr>
      </p:pic>
      <p:grpSp>
        <p:nvGrpSpPr>
          <p:cNvPr id="33" name="Group 5">
            <a:extLst>
              <a:ext uri="{FF2B5EF4-FFF2-40B4-BE49-F238E27FC236}">
                <a16:creationId xmlns:a16="http://schemas.microsoft.com/office/drawing/2014/main" id="{8514617D-C787-C8B0-59BB-18E3F23E4935}"/>
              </a:ext>
            </a:extLst>
          </p:cNvPr>
          <p:cNvGrpSpPr/>
          <p:nvPr/>
        </p:nvGrpSpPr>
        <p:grpSpPr>
          <a:xfrm>
            <a:off x="14734414" y="1754211"/>
            <a:ext cx="3020186" cy="1052248"/>
            <a:chOff x="0" y="-176632"/>
            <a:chExt cx="6862758" cy="1553955"/>
          </a:xfrm>
        </p:grpSpPr>
        <p:sp>
          <p:nvSpPr>
            <p:cNvPr id="34" name="TextBox 8">
              <a:extLst>
                <a:ext uri="{FF2B5EF4-FFF2-40B4-BE49-F238E27FC236}">
                  <a16:creationId xmlns:a16="http://schemas.microsoft.com/office/drawing/2014/main" id="{CE750A24-5D44-E9D3-512D-3080286F3658}"/>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35" name="Group 9">
              <a:extLst>
                <a:ext uri="{FF2B5EF4-FFF2-40B4-BE49-F238E27FC236}">
                  <a16:creationId xmlns:a16="http://schemas.microsoft.com/office/drawing/2014/main" id="{2E74E893-1E22-0D7F-736F-EA365013E5C4}"/>
                </a:ext>
              </a:extLst>
            </p:cNvPr>
            <p:cNvGrpSpPr/>
            <p:nvPr/>
          </p:nvGrpSpPr>
          <p:grpSpPr>
            <a:xfrm>
              <a:off x="93898" y="65264"/>
              <a:ext cx="6768860" cy="1312059"/>
              <a:chOff x="0" y="0"/>
              <a:chExt cx="1825079" cy="353769"/>
            </a:xfrm>
          </p:grpSpPr>
          <p:sp>
            <p:nvSpPr>
              <p:cNvPr id="36" name="Freeform 10">
                <a:extLst>
                  <a:ext uri="{FF2B5EF4-FFF2-40B4-BE49-F238E27FC236}">
                    <a16:creationId xmlns:a16="http://schemas.microsoft.com/office/drawing/2014/main" id="{0076F574-E161-EC7B-D6F5-0CEA88D4EF50}"/>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37" name="TextBox 11">
                <a:extLst>
                  <a:ext uri="{FF2B5EF4-FFF2-40B4-BE49-F238E27FC236}">
                    <a16:creationId xmlns:a16="http://schemas.microsoft.com/office/drawing/2014/main" id="{98061725-9458-AC5E-05A0-335C66329804}"/>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38" name="TextBox 12">
            <a:extLst>
              <a:ext uri="{FF2B5EF4-FFF2-40B4-BE49-F238E27FC236}">
                <a16:creationId xmlns:a16="http://schemas.microsoft.com/office/drawing/2014/main" id="{10EEBE6D-4322-C6DB-E7B9-F76A3672DABA}"/>
              </a:ext>
            </a:extLst>
          </p:cNvPr>
          <p:cNvSpPr txBox="1"/>
          <p:nvPr/>
        </p:nvSpPr>
        <p:spPr>
          <a:xfrm>
            <a:off x="14993938" y="2191924"/>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User is authorized</a:t>
            </a:r>
          </a:p>
        </p:txBody>
      </p:sp>
      <p:sp>
        <p:nvSpPr>
          <p:cNvPr id="39" name="Rounded Rectangle 5">
            <a:extLst>
              <a:ext uri="{FF2B5EF4-FFF2-40B4-BE49-F238E27FC236}">
                <a16:creationId xmlns:a16="http://schemas.microsoft.com/office/drawing/2014/main" id="{81AB5ED5-EFFE-72FB-B113-13E216E47CE9}"/>
              </a:ext>
            </a:extLst>
          </p:cNvPr>
          <p:cNvSpPr/>
          <p:nvPr/>
        </p:nvSpPr>
        <p:spPr>
          <a:xfrm>
            <a:off x="11187291" y="3358025"/>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40" name="Google Shape;116;p1">
            <a:extLst>
              <a:ext uri="{FF2B5EF4-FFF2-40B4-BE49-F238E27FC236}">
                <a16:creationId xmlns:a16="http://schemas.microsoft.com/office/drawing/2014/main" id="{3A840789-18C8-E4C1-B40A-C61A0ACC196C}"/>
              </a:ext>
            </a:extLst>
          </p:cNvPr>
          <p:cNvSpPr txBox="1"/>
          <p:nvPr/>
        </p:nvSpPr>
        <p:spPr>
          <a:xfrm>
            <a:off x="9860923" y="3503922"/>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2</a:t>
            </a:r>
            <a:endParaRPr lang="en-US" dirty="0">
              <a:sym typeface="Arial"/>
            </a:endParaRPr>
          </a:p>
        </p:txBody>
      </p:sp>
      <p:sp>
        <p:nvSpPr>
          <p:cNvPr id="41" name="Google Shape;116;p1">
            <a:extLst>
              <a:ext uri="{FF2B5EF4-FFF2-40B4-BE49-F238E27FC236}">
                <a16:creationId xmlns:a16="http://schemas.microsoft.com/office/drawing/2014/main" id="{91BD948D-17CD-C4A1-A0E6-C1498825C356}"/>
              </a:ext>
            </a:extLst>
          </p:cNvPr>
          <p:cNvSpPr txBox="1"/>
          <p:nvPr/>
        </p:nvSpPr>
        <p:spPr>
          <a:xfrm>
            <a:off x="11187290" y="3591775"/>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Manage Duplicates</a:t>
            </a:r>
            <a:endParaRPr lang="en-US" dirty="0">
              <a:sym typeface="Arial"/>
            </a:endParaRPr>
          </a:p>
        </p:txBody>
      </p:sp>
      <p:pic>
        <p:nvPicPr>
          <p:cNvPr id="42" name="Picture 41" descr="Arrow clipart Vectors - Download Free High-Quality Vectors | Magnific  (formerly Freepik)">
            <a:extLst>
              <a:ext uri="{FF2B5EF4-FFF2-40B4-BE49-F238E27FC236}">
                <a16:creationId xmlns:a16="http://schemas.microsoft.com/office/drawing/2014/main" id="{713E151E-AD32-F577-8429-C7601B1E62B2}"/>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724260" y="3416518"/>
            <a:ext cx="1078690" cy="718553"/>
          </a:xfrm>
          <a:prstGeom prst="rect">
            <a:avLst/>
          </a:prstGeom>
          <a:ln>
            <a:noFill/>
          </a:ln>
        </p:spPr>
      </p:pic>
      <p:grpSp>
        <p:nvGrpSpPr>
          <p:cNvPr id="43" name="Group 5">
            <a:extLst>
              <a:ext uri="{FF2B5EF4-FFF2-40B4-BE49-F238E27FC236}">
                <a16:creationId xmlns:a16="http://schemas.microsoft.com/office/drawing/2014/main" id="{C3DA8A81-CB21-2D3C-8ADA-466E01ECA31A}"/>
              </a:ext>
            </a:extLst>
          </p:cNvPr>
          <p:cNvGrpSpPr/>
          <p:nvPr/>
        </p:nvGrpSpPr>
        <p:grpSpPr>
          <a:xfrm>
            <a:off x="14720305" y="3194546"/>
            <a:ext cx="3020186" cy="1052248"/>
            <a:chOff x="0" y="-176632"/>
            <a:chExt cx="6862758" cy="1553955"/>
          </a:xfrm>
        </p:grpSpPr>
        <p:sp>
          <p:nvSpPr>
            <p:cNvPr id="44" name="TextBox 8">
              <a:extLst>
                <a:ext uri="{FF2B5EF4-FFF2-40B4-BE49-F238E27FC236}">
                  <a16:creationId xmlns:a16="http://schemas.microsoft.com/office/drawing/2014/main" id="{6AC3EB60-F0C3-81FC-B82A-EAC1FC81B31A}"/>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45" name="Group 9">
              <a:extLst>
                <a:ext uri="{FF2B5EF4-FFF2-40B4-BE49-F238E27FC236}">
                  <a16:creationId xmlns:a16="http://schemas.microsoft.com/office/drawing/2014/main" id="{DE0E3540-DAF1-7579-4B39-38C6C317E267}"/>
                </a:ext>
              </a:extLst>
            </p:cNvPr>
            <p:cNvGrpSpPr/>
            <p:nvPr/>
          </p:nvGrpSpPr>
          <p:grpSpPr>
            <a:xfrm>
              <a:off x="93898" y="65264"/>
              <a:ext cx="6768860" cy="1312059"/>
              <a:chOff x="0" y="0"/>
              <a:chExt cx="1825079" cy="353769"/>
            </a:xfrm>
          </p:grpSpPr>
          <p:sp>
            <p:nvSpPr>
              <p:cNvPr id="46" name="Freeform 10">
                <a:extLst>
                  <a:ext uri="{FF2B5EF4-FFF2-40B4-BE49-F238E27FC236}">
                    <a16:creationId xmlns:a16="http://schemas.microsoft.com/office/drawing/2014/main" id="{575E30C1-8565-62C5-5DE5-6F1523458D2F}"/>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47" name="TextBox 11">
                <a:extLst>
                  <a:ext uri="{FF2B5EF4-FFF2-40B4-BE49-F238E27FC236}">
                    <a16:creationId xmlns:a16="http://schemas.microsoft.com/office/drawing/2014/main" id="{B397BD6F-16FE-3023-9930-AA6BFEBF172C}"/>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48" name="TextBox 12">
            <a:extLst>
              <a:ext uri="{FF2B5EF4-FFF2-40B4-BE49-F238E27FC236}">
                <a16:creationId xmlns:a16="http://schemas.microsoft.com/office/drawing/2014/main" id="{70EB432D-365B-1464-482A-6DFB5F6A7209}"/>
              </a:ext>
            </a:extLst>
          </p:cNvPr>
          <p:cNvSpPr txBox="1"/>
          <p:nvPr/>
        </p:nvSpPr>
        <p:spPr>
          <a:xfrm>
            <a:off x="15097855" y="3619629"/>
            <a:ext cx="2459814" cy="309765"/>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No duplicates</a:t>
            </a:r>
          </a:p>
        </p:txBody>
      </p:sp>
      <p:sp>
        <p:nvSpPr>
          <p:cNvPr id="49" name="Rounded Rectangle 5">
            <a:extLst>
              <a:ext uri="{FF2B5EF4-FFF2-40B4-BE49-F238E27FC236}">
                <a16:creationId xmlns:a16="http://schemas.microsoft.com/office/drawing/2014/main" id="{BF32748E-9BB3-9FAF-33D1-4FF94B8D8EB1}"/>
              </a:ext>
            </a:extLst>
          </p:cNvPr>
          <p:cNvSpPr/>
          <p:nvPr/>
        </p:nvSpPr>
        <p:spPr>
          <a:xfrm>
            <a:off x="11223171" y="4719731"/>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50" name="Google Shape;116;p1">
            <a:extLst>
              <a:ext uri="{FF2B5EF4-FFF2-40B4-BE49-F238E27FC236}">
                <a16:creationId xmlns:a16="http://schemas.microsoft.com/office/drawing/2014/main" id="{71EEC954-CFAD-6F20-C9AE-1D31D7B3305B}"/>
              </a:ext>
            </a:extLst>
          </p:cNvPr>
          <p:cNvSpPr txBox="1"/>
          <p:nvPr/>
        </p:nvSpPr>
        <p:spPr>
          <a:xfrm>
            <a:off x="9853999" y="4864584"/>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3</a:t>
            </a:r>
            <a:endParaRPr lang="en-US" dirty="0">
              <a:sym typeface="Arial"/>
            </a:endParaRPr>
          </a:p>
        </p:txBody>
      </p:sp>
      <p:sp>
        <p:nvSpPr>
          <p:cNvPr id="51" name="Google Shape;116;p1">
            <a:extLst>
              <a:ext uri="{FF2B5EF4-FFF2-40B4-BE49-F238E27FC236}">
                <a16:creationId xmlns:a16="http://schemas.microsoft.com/office/drawing/2014/main" id="{6A6B960E-56D3-1E0C-F519-208FEA82820B}"/>
              </a:ext>
            </a:extLst>
          </p:cNvPr>
          <p:cNvSpPr txBox="1"/>
          <p:nvPr/>
        </p:nvSpPr>
        <p:spPr>
          <a:xfrm>
            <a:off x="11253109" y="4958081"/>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Locate the Review</a:t>
            </a:r>
            <a:endParaRPr lang="en-US" dirty="0">
              <a:sym typeface="Arial"/>
            </a:endParaRPr>
          </a:p>
        </p:txBody>
      </p:sp>
      <p:pic>
        <p:nvPicPr>
          <p:cNvPr id="52" name="Picture 51" descr="Arrow clipart Vectors - Download Free High-Quality Vectors | Magnific  (formerly Freepik)">
            <a:extLst>
              <a:ext uri="{FF2B5EF4-FFF2-40B4-BE49-F238E27FC236}">
                <a16:creationId xmlns:a16="http://schemas.microsoft.com/office/drawing/2014/main" id="{554AC9E6-BC0C-55A1-7795-63C6D16FFE16}"/>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760140" y="4778224"/>
            <a:ext cx="1078690" cy="718553"/>
          </a:xfrm>
          <a:prstGeom prst="rect">
            <a:avLst/>
          </a:prstGeom>
          <a:ln>
            <a:noFill/>
          </a:ln>
        </p:spPr>
      </p:pic>
      <p:grpSp>
        <p:nvGrpSpPr>
          <p:cNvPr id="53" name="Group 5">
            <a:extLst>
              <a:ext uri="{FF2B5EF4-FFF2-40B4-BE49-F238E27FC236}">
                <a16:creationId xmlns:a16="http://schemas.microsoft.com/office/drawing/2014/main" id="{F6F8926B-D3B6-7F75-E2F3-CA35795A76D3}"/>
              </a:ext>
            </a:extLst>
          </p:cNvPr>
          <p:cNvGrpSpPr/>
          <p:nvPr/>
        </p:nvGrpSpPr>
        <p:grpSpPr>
          <a:xfrm>
            <a:off x="14756185" y="4556252"/>
            <a:ext cx="3020186" cy="1052248"/>
            <a:chOff x="0" y="-176632"/>
            <a:chExt cx="6862758" cy="1553955"/>
          </a:xfrm>
        </p:grpSpPr>
        <p:sp>
          <p:nvSpPr>
            <p:cNvPr id="54" name="TextBox 8">
              <a:extLst>
                <a:ext uri="{FF2B5EF4-FFF2-40B4-BE49-F238E27FC236}">
                  <a16:creationId xmlns:a16="http://schemas.microsoft.com/office/drawing/2014/main" id="{AF1AF1DF-B6F1-63AB-DBD9-43B9405B414E}"/>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55" name="Group 9">
              <a:extLst>
                <a:ext uri="{FF2B5EF4-FFF2-40B4-BE49-F238E27FC236}">
                  <a16:creationId xmlns:a16="http://schemas.microsoft.com/office/drawing/2014/main" id="{AC6B3488-5D3A-BA86-8D01-29B7246B672A}"/>
                </a:ext>
              </a:extLst>
            </p:cNvPr>
            <p:cNvGrpSpPr/>
            <p:nvPr/>
          </p:nvGrpSpPr>
          <p:grpSpPr>
            <a:xfrm>
              <a:off x="93898" y="65264"/>
              <a:ext cx="6768860" cy="1312059"/>
              <a:chOff x="0" y="0"/>
              <a:chExt cx="1825079" cy="353769"/>
            </a:xfrm>
          </p:grpSpPr>
          <p:sp>
            <p:nvSpPr>
              <p:cNvPr id="56" name="Freeform 10">
                <a:extLst>
                  <a:ext uri="{FF2B5EF4-FFF2-40B4-BE49-F238E27FC236}">
                    <a16:creationId xmlns:a16="http://schemas.microsoft.com/office/drawing/2014/main" id="{82A1634C-EC96-6E53-E2BB-58279CC07106}"/>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57" name="TextBox 11">
                <a:extLst>
                  <a:ext uri="{FF2B5EF4-FFF2-40B4-BE49-F238E27FC236}">
                    <a16:creationId xmlns:a16="http://schemas.microsoft.com/office/drawing/2014/main" id="{AE1D8169-991F-ECC7-8A1C-C9B9AB938C48}"/>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58" name="TextBox 12">
            <a:extLst>
              <a:ext uri="{FF2B5EF4-FFF2-40B4-BE49-F238E27FC236}">
                <a16:creationId xmlns:a16="http://schemas.microsoft.com/office/drawing/2014/main" id="{3CB82EFF-DBEC-A1C2-D851-BD754FBFC576}"/>
              </a:ext>
            </a:extLst>
          </p:cNvPr>
          <p:cNvSpPr txBox="1"/>
          <p:nvPr/>
        </p:nvSpPr>
        <p:spPr>
          <a:xfrm>
            <a:off x="15035261" y="4956396"/>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Found</a:t>
            </a:r>
          </a:p>
        </p:txBody>
      </p:sp>
      <p:sp>
        <p:nvSpPr>
          <p:cNvPr id="59" name="Rounded Rectangle 5">
            <a:extLst>
              <a:ext uri="{FF2B5EF4-FFF2-40B4-BE49-F238E27FC236}">
                <a16:creationId xmlns:a16="http://schemas.microsoft.com/office/drawing/2014/main" id="{76AF1FE1-7C30-509A-65A1-3CEEA5B3360C}"/>
              </a:ext>
            </a:extLst>
          </p:cNvPr>
          <p:cNvSpPr/>
          <p:nvPr/>
        </p:nvSpPr>
        <p:spPr>
          <a:xfrm>
            <a:off x="11280323" y="6184123"/>
            <a:ext cx="2536969" cy="927793"/>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60" name="Google Shape;116;p1">
            <a:extLst>
              <a:ext uri="{FF2B5EF4-FFF2-40B4-BE49-F238E27FC236}">
                <a16:creationId xmlns:a16="http://schemas.microsoft.com/office/drawing/2014/main" id="{6160078E-EB64-8803-CBBC-430BD1BE823C}"/>
              </a:ext>
            </a:extLst>
          </p:cNvPr>
          <p:cNvSpPr txBox="1"/>
          <p:nvPr/>
        </p:nvSpPr>
        <p:spPr>
          <a:xfrm>
            <a:off x="9827557" y="6408626"/>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4</a:t>
            </a:r>
            <a:endParaRPr lang="en-US" dirty="0">
              <a:sym typeface="Arial"/>
            </a:endParaRPr>
          </a:p>
        </p:txBody>
      </p:sp>
      <p:sp>
        <p:nvSpPr>
          <p:cNvPr id="61" name="Google Shape;116;p1">
            <a:extLst>
              <a:ext uri="{FF2B5EF4-FFF2-40B4-BE49-F238E27FC236}">
                <a16:creationId xmlns:a16="http://schemas.microsoft.com/office/drawing/2014/main" id="{4D7F9E71-81A3-5563-2D31-C9B490A91582}"/>
              </a:ext>
            </a:extLst>
          </p:cNvPr>
          <p:cNvSpPr txBox="1"/>
          <p:nvPr/>
        </p:nvSpPr>
        <p:spPr>
          <a:xfrm>
            <a:off x="11285766" y="6371857"/>
            <a:ext cx="2615893"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Voting &amp; Moderation Check</a:t>
            </a:r>
            <a:endParaRPr lang="en-US" dirty="0">
              <a:sym typeface="Arial"/>
            </a:endParaRPr>
          </a:p>
        </p:txBody>
      </p:sp>
      <p:pic>
        <p:nvPicPr>
          <p:cNvPr id="62" name="Picture 61" descr="Arrow clipart Vectors - Download Free High-Quality Vectors | Magnific  (formerly Freepik)">
            <a:extLst>
              <a:ext uri="{FF2B5EF4-FFF2-40B4-BE49-F238E27FC236}">
                <a16:creationId xmlns:a16="http://schemas.microsoft.com/office/drawing/2014/main" id="{E710BEC7-86AF-8C77-643D-74B173F157E6}"/>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785337" y="6345741"/>
            <a:ext cx="1078690" cy="718553"/>
          </a:xfrm>
          <a:prstGeom prst="rect">
            <a:avLst/>
          </a:prstGeom>
          <a:ln>
            <a:noFill/>
          </a:ln>
        </p:spPr>
      </p:pic>
      <p:grpSp>
        <p:nvGrpSpPr>
          <p:cNvPr id="63" name="Group 5">
            <a:extLst>
              <a:ext uri="{FF2B5EF4-FFF2-40B4-BE49-F238E27FC236}">
                <a16:creationId xmlns:a16="http://schemas.microsoft.com/office/drawing/2014/main" id="{FFBA9F24-C931-2F34-7999-AD1177081768}"/>
              </a:ext>
            </a:extLst>
          </p:cNvPr>
          <p:cNvGrpSpPr/>
          <p:nvPr/>
        </p:nvGrpSpPr>
        <p:grpSpPr>
          <a:xfrm>
            <a:off x="14775737" y="6036323"/>
            <a:ext cx="3020186" cy="1052248"/>
            <a:chOff x="0" y="-176632"/>
            <a:chExt cx="6862758" cy="1553955"/>
          </a:xfrm>
        </p:grpSpPr>
        <p:sp>
          <p:nvSpPr>
            <p:cNvPr id="64" name="TextBox 8">
              <a:extLst>
                <a:ext uri="{FF2B5EF4-FFF2-40B4-BE49-F238E27FC236}">
                  <a16:creationId xmlns:a16="http://schemas.microsoft.com/office/drawing/2014/main" id="{320A80A0-6BA0-8917-51E8-2117C7D43161}"/>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65" name="Group 9">
              <a:extLst>
                <a:ext uri="{FF2B5EF4-FFF2-40B4-BE49-F238E27FC236}">
                  <a16:creationId xmlns:a16="http://schemas.microsoft.com/office/drawing/2014/main" id="{61788568-A7BB-DCF4-7FF5-533987754148}"/>
                </a:ext>
              </a:extLst>
            </p:cNvPr>
            <p:cNvGrpSpPr/>
            <p:nvPr/>
          </p:nvGrpSpPr>
          <p:grpSpPr>
            <a:xfrm>
              <a:off x="93898" y="65264"/>
              <a:ext cx="6768860" cy="1312059"/>
              <a:chOff x="0" y="0"/>
              <a:chExt cx="1825079" cy="353769"/>
            </a:xfrm>
          </p:grpSpPr>
          <p:sp>
            <p:nvSpPr>
              <p:cNvPr id="66" name="Freeform 10">
                <a:extLst>
                  <a:ext uri="{FF2B5EF4-FFF2-40B4-BE49-F238E27FC236}">
                    <a16:creationId xmlns:a16="http://schemas.microsoft.com/office/drawing/2014/main" id="{B2D146D9-B563-EEEB-0A24-CD9C6C1F693E}"/>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67" name="TextBox 11">
                <a:extLst>
                  <a:ext uri="{FF2B5EF4-FFF2-40B4-BE49-F238E27FC236}">
                    <a16:creationId xmlns:a16="http://schemas.microsoft.com/office/drawing/2014/main" id="{C5745563-0FB3-7204-8986-E6447ADE9B81}"/>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68" name="TextBox 12">
            <a:extLst>
              <a:ext uri="{FF2B5EF4-FFF2-40B4-BE49-F238E27FC236}">
                <a16:creationId xmlns:a16="http://schemas.microsoft.com/office/drawing/2014/main" id="{C0FFC567-B928-F217-BA34-CFBFCA9AE520}"/>
              </a:ext>
            </a:extLst>
          </p:cNvPr>
          <p:cNvSpPr txBox="1"/>
          <p:nvPr/>
        </p:nvSpPr>
        <p:spPr>
          <a:xfrm>
            <a:off x="15090292" y="6417461"/>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Did not vote/report</a:t>
            </a:r>
          </a:p>
        </p:txBody>
      </p:sp>
      <p:sp>
        <p:nvSpPr>
          <p:cNvPr id="69" name="Google Shape;116;p1">
            <a:extLst>
              <a:ext uri="{FF2B5EF4-FFF2-40B4-BE49-F238E27FC236}">
                <a16:creationId xmlns:a16="http://schemas.microsoft.com/office/drawing/2014/main" id="{180F5E42-31D2-C4D9-1C61-A388633AAEAC}"/>
              </a:ext>
            </a:extLst>
          </p:cNvPr>
          <p:cNvSpPr txBox="1"/>
          <p:nvPr/>
        </p:nvSpPr>
        <p:spPr>
          <a:xfrm>
            <a:off x="9615432" y="7880307"/>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pPr algn="ctr"/>
            <a:r>
              <a:rPr lang="en-US" dirty="0"/>
              <a:t>Step 5</a:t>
            </a:r>
            <a:endParaRPr lang="en-US" dirty="0">
              <a:sym typeface="Arial"/>
            </a:endParaRPr>
          </a:p>
        </p:txBody>
      </p:sp>
      <p:sp>
        <p:nvSpPr>
          <p:cNvPr id="70" name="Rounded Rectangle 5">
            <a:extLst>
              <a:ext uri="{FF2B5EF4-FFF2-40B4-BE49-F238E27FC236}">
                <a16:creationId xmlns:a16="http://schemas.microsoft.com/office/drawing/2014/main" id="{760E4620-A001-5C72-604D-B90389C4ED15}"/>
              </a:ext>
            </a:extLst>
          </p:cNvPr>
          <p:cNvSpPr/>
          <p:nvPr/>
        </p:nvSpPr>
        <p:spPr>
          <a:xfrm>
            <a:off x="11280324" y="7787464"/>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71" name="Google Shape;116;p1">
            <a:extLst>
              <a:ext uri="{FF2B5EF4-FFF2-40B4-BE49-F238E27FC236}">
                <a16:creationId xmlns:a16="http://schemas.microsoft.com/office/drawing/2014/main" id="{66A9B39A-B72E-177A-319A-F5D74A35BFE5}"/>
              </a:ext>
            </a:extLst>
          </p:cNvPr>
          <p:cNvSpPr txBox="1"/>
          <p:nvPr/>
        </p:nvSpPr>
        <p:spPr>
          <a:xfrm>
            <a:off x="11295821" y="7986412"/>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Macro to Send</a:t>
            </a:r>
            <a:endParaRPr lang="en-US" dirty="0">
              <a:sym typeface="Arial"/>
            </a:endParaRPr>
          </a:p>
        </p:txBody>
      </p:sp>
      <p:pic>
        <p:nvPicPr>
          <p:cNvPr id="79" name="Picture 78" descr="Arrow clipart Vectors - Download Free High-Quality Vectors | Magnific  (formerly Freepik)">
            <a:extLst>
              <a:ext uri="{FF2B5EF4-FFF2-40B4-BE49-F238E27FC236}">
                <a16:creationId xmlns:a16="http://schemas.microsoft.com/office/drawing/2014/main" id="{DB66403F-DF95-6E46-9338-03ED684B9C67}"/>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768854" y="7921971"/>
            <a:ext cx="1078690" cy="718553"/>
          </a:xfrm>
          <a:prstGeom prst="rect">
            <a:avLst/>
          </a:prstGeom>
          <a:ln>
            <a:noFill/>
          </a:ln>
        </p:spPr>
      </p:pic>
      <p:grpSp>
        <p:nvGrpSpPr>
          <p:cNvPr id="80" name="Group 5">
            <a:extLst>
              <a:ext uri="{FF2B5EF4-FFF2-40B4-BE49-F238E27FC236}">
                <a16:creationId xmlns:a16="http://schemas.microsoft.com/office/drawing/2014/main" id="{12955B36-1498-1823-99DB-21EA920DDADB}"/>
              </a:ext>
            </a:extLst>
          </p:cNvPr>
          <p:cNvGrpSpPr/>
          <p:nvPr/>
        </p:nvGrpSpPr>
        <p:grpSpPr>
          <a:xfrm>
            <a:off x="14797508" y="7644664"/>
            <a:ext cx="3020186" cy="1052248"/>
            <a:chOff x="0" y="-176632"/>
            <a:chExt cx="6862758" cy="1553955"/>
          </a:xfrm>
        </p:grpSpPr>
        <p:sp>
          <p:nvSpPr>
            <p:cNvPr id="81" name="TextBox 8">
              <a:extLst>
                <a:ext uri="{FF2B5EF4-FFF2-40B4-BE49-F238E27FC236}">
                  <a16:creationId xmlns:a16="http://schemas.microsoft.com/office/drawing/2014/main" id="{5CFA049E-F26E-CC44-8BD6-E8C0613ECA83}"/>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82" name="Group 9">
              <a:extLst>
                <a:ext uri="{FF2B5EF4-FFF2-40B4-BE49-F238E27FC236}">
                  <a16:creationId xmlns:a16="http://schemas.microsoft.com/office/drawing/2014/main" id="{B24531A8-8D2E-F90A-D073-7DAEB63713BD}"/>
                </a:ext>
              </a:extLst>
            </p:cNvPr>
            <p:cNvGrpSpPr/>
            <p:nvPr/>
          </p:nvGrpSpPr>
          <p:grpSpPr>
            <a:xfrm>
              <a:off x="93898" y="65264"/>
              <a:ext cx="6768860" cy="1312059"/>
              <a:chOff x="0" y="0"/>
              <a:chExt cx="1825079" cy="353769"/>
            </a:xfrm>
          </p:grpSpPr>
          <p:sp>
            <p:nvSpPr>
              <p:cNvPr id="83" name="Freeform 10">
                <a:extLst>
                  <a:ext uri="{FF2B5EF4-FFF2-40B4-BE49-F238E27FC236}">
                    <a16:creationId xmlns:a16="http://schemas.microsoft.com/office/drawing/2014/main" id="{21BFA489-2EC6-34DC-EEE5-5FDAEC627C93}"/>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114" name="TextBox 11">
                <a:extLst>
                  <a:ext uri="{FF2B5EF4-FFF2-40B4-BE49-F238E27FC236}">
                    <a16:creationId xmlns:a16="http://schemas.microsoft.com/office/drawing/2014/main" id="{8BECFD96-7026-D81F-C1AE-04B9A617CC57}"/>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116" name="TextBox 12">
            <a:extLst>
              <a:ext uri="{FF2B5EF4-FFF2-40B4-BE49-F238E27FC236}">
                <a16:creationId xmlns:a16="http://schemas.microsoft.com/office/drawing/2014/main" id="{58B4E52C-7599-449C-12E8-2124CDF10FB4}"/>
              </a:ext>
            </a:extLst>
          </p:cNvPr>
          <p:cNvSpPr txBox="1"/>
          <p:nvPr/>
        </p:nvSpPr>
        <p:spPr>
          <a:xfrm>
            <a:off x="15098355" y="7929548"/>
            <a:ext cx="2459814" cy="617541"/>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i="1" dirty="0">
                <a:sym typeface="Poppins"/>
              </a:rPr>
              <a:t>How to Submit a Review Dispute</a:t>
            </a:r>
          </a:p>
        </p:txBody>
      </p:sp>
      <p:grpSp>
        <p:nvGrpSpPr>
          <p:cNvPr id="118" name="Group 5">
            <a:extLst>
              <a:ext uri="{FF2B5EF4-FFF2-40B4-BE49-F238E27FC236}">
                <a16:creationId xmlns:a16="http://schemas.microsoft.com/office/drawing/2014/main" id="{188C4E1D-593D-F48B-2293-02143264DC40}"/>
              </a:ext>
            </a:extLst>
          </p:cNvPr>
          <p:cNvGrpSpPr/>
          <p:nvPr/>
        </p:nvGrpSpPr>
        <p:grpSpPr>
          <a:xfrm>
            <a:off x="5156938" y="8709757"/>
            <a:ext cx="12393168" cy="1316291"/>
            <a:chOff x="0" y="-176632"/>
            <a:chExt cx="7176252" cy="1783300"/>
          </a:xfrm>
        </p:grpSpPr>
        <p:sp>
          <p:nvSpPr>
            <p:cNvPr id="119" name="TextBox 8">
              <a:extLst>
                <a:ext uri="{FF2B5EF4-FFF2-40B4-BE49-F238E27FC236}">
                  <a16:creationId xmlns:a16="http://schemas.microsoft.com/office/drawing/2014/main" id="{5945FDE6-253C-192C-1A0F-36869C8C1732}"/>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sz="1600">
                <a:solidFill>
                  <a:prstClr val="black"/>
                </a:solidFill>
                <a:latin typeface="Aptos" panose="02110004020202020204"/>
              </a:endParaRPr>
            </a:p>
          </p:txBody>
        </p:sp>
        <p:grpSp>
          <p:nvGrpSpPr>
            <p:cNvPr id="120" name="Group 9">
              <a:extLst>
                <a:ext uri="{FF2B5EF4-FFF2-40B4-BE49-F238E27FC236}">
                  <a16:creationId xmlns:a16="http://schemas.microsoft.com/office/drawing/2014/main" id="{CCC34426-4D2C-7A12-565C-83C36CCEF339}"/>
                </a:ext>
              </a:extLst>
            </p:cNvPr>
            <p:cNvGrpSpPr/>
            <p:nvPr/>
          </p:nvGrpSpPr>
          <p:grpSpPr>
            <a:xfrm>
              <a:off x="93898" y="-111368"/>
              <a:ext cx="7082354" cy="1718036"/>
              <a:chOff x="0" y="-47625"/>
              <a:chExt cx="1909606" cy="463232"/>
            </a:xfrm>
          </p:grpSpPr>
          <p:sp>
            <p:nvSpPr>
              <p:cNvPr id="121" name="Freeform 10">
                <a:extLst>
                  <a:ext uri="{FF2B5EF4-FFF2-40B4-BE49-F238E27FC236}">
                    <a16:creationId xmlns:a16="http://schemas.microsoft.com/office/drawing/2014/main" id="{749D54A9-8A2D-DC2C-C710-BCAFD7C43E03}"/>
                  </a:ext>
                </a:extLst>
              </p:cNvPr>
              <p:cNvSpPr/>
              <p:nvPr/>
            </p:nvSpPr>
            <p:spPr>
              <a:xfrm>
                <a:off x="84527" y="61838"/>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92E9A7"/>
                </a:solidFill>
                <a:prstDash val="solid"/>
                <a:round/>
              </a:ln>
            </p:spPr>
            <p:txBody>
              <a:bodyPr/>
              <a:lstStyle/>
              <a:p>
                <a:endParaRPr lang="en-US" sz="1600" dirty="0">
                  <a:solidFill>
                    <a:prstClr val="black"/>
                  </a:solidFill>
                  <a:latin typeface="Aptos" panose="02110004020202020204"/>
                </a:endParaRPr>
              </a:p>
            </p:txBody>
          </p:sp>
          <p:sp>
            <p:nvSpPr>
              <p:cNvPr id="122" name="TextBox 11">
                <a:extLst>
                  <a:ext uri="{FF2B5EF4-FFF2-40B4-BE49-F238E27FC236}">
                    <a16:creationId xmlns:a16="http://schemas.microsoft.com/office/drawing/2014/main" id="{F11F5B26-5BCE-C71B-5DA6-48CAABF02728}"/>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sz="1600">
                  <a:solidFill>
                    <a:prstClr val="black"/>
                  </a:solidFill>
                  <a:latin typeface="Aptos" panose="02110004020202020204"/>
                </a:endParaRPr>
              </a:p>
            </p:txBody>
          </p:sp>
        </p:grpSp>
      </p:grpSp>
      <p:sp>
        <p:nvSpPr>
          <p:cNvPr id="123" name="Google Shape;116;p1">
            <a:extLst>
              <a:ext uri="{FF2B5EF4-FFF2-40B4-BE49-F238E27FC236}">
                <a16:creationId xmlns:a16="http://schemas.microsoft.com/office/drawing/2014/main" id="{AD7A3636-228F-75C3-7AE0-187376618BEF}"/>
              </a:ext>
            </a:extLst>
          </p:cNvPr>
          <p:cNvSpPr txBox="1"/>
          <p:nvPr/>
        </p:nvSpPr>
        <p:spPr>
          <a:xfrm>
            <a:off x="6172200" y="9219854"/>
            <a:ext cx="11281551" cy="615553"/>
          </a:xfrm>
          <a:prstGeom prst="rect">
            <a:avLst/>
          </a:prstGeom>
        </p:spPr>
        <p:txBody>
          <a:bodyPr wrap="square" lIns="0" tIns="0" rIns="0" bIns="0" rtlCol="0" anchor="t">
            <a:spAutoFit/>
          </a:bodyPr>
          <a:lstStyle>
            <a:defPPr>
              <a:defRPr lang="en-US"/>
            </a:defPPr>
            <a:lvl1pPr algn="ctr" defTabSz="1371600">
              <a:buClr>
                <a:srgbClr val="000000"/>
              </a:buClr>
              <a:defRPr b="1">
                <a:solidFill>
                  <a:srgbClr val="002B11"/>
                </a:solidFill>
                <a:latin typeface="Poppins" panose="00000500000000000000" pitchFamily="2" charset="0"/>
                <a:cs typeface="Poppins" panose="00000500000000000000" pitchFamily="2" charset="0"/>
              </a:defRPr>
            </a:lvl1pPr>
          </a:lstStyle>
          <a:p>
            <a:pPr algn="l"/>
            <a:r>
              <a:rPr lang="en-US" sz="2000" dirty="0"/>
              <a:t>Recap: </a:t>
            </a:r>
            <a:r>
              <a:rPr lang="en-US" sz="2000" b="0" dirty="0"/>
              <a:t>The owner is authorized, valid, unique, and hasn't been reported through the management center yet, macro on how to submit a review dispute is sent.</a:t>
            </a:r>
            <a:endParaRPr lang="en-US" sz="2000" b="0" dirty="0">
              <a:sym typeface="Arial"/>
            </a:endParaRPr>
          </a:p>
        </p:txBody>
      </p:sp>
    </p:spTree>
    <p:extLst>
      <p:ext uri="{BB962C8B-B14F-4D97-AF65-F5344CB8AC3E}">
        <p14:creationId xmlns:p14="http://schemas.microsoft.com/office/powerpoint/2010/main" val="418469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strVal val="#ppt_w*0.70"/>
                                          </p:val>
                                        </p:tav>
                                        <p:tav tm="100000">
                                          <p:val>
                                            <p:strVal val="#ppt_w"/>
                                          </p:val>
                                        </p:tav>
                                      </p:tavLst>
                                    </p:anim>
                                    <p:anim calcmode="lin" valueType="num">
                                      <p:cBhvr>
                                        <p:cTn id="8" dur="1000" fill="hold"/>
                                        <p:tgtEl>
                                          <p:spTgt spid="13"/>
                                        </p:tgtEl>
                                        <p:attrNameLst>
                                          <p:attrName>ppt_h</p:attrName>
                                        </p:attrNameLst>
                                      </p:cBhvr>
                                      <p:tavLst>
                                        <p:tav tm="0">
                                          <p:val>
                                            <p:strVal val="#ppt_h"/>
                                          </p:val>
                                        </p:tav>
                                        <p:tav tm="100000">
                                          <p:val>
                                            <p:strVal val="#ppt_h"/>
                                          </p:val>
                                        </p:tav>
                                      </p:tavLst>
                                    </p:anim>
                                    <p:animEffect transition="in" filter="fade">
                                      <p:cBhvr>
                                        <p:cTn id="9" dur="1000"/>
                                        <p:tgtEl>
                                          <p:spTgt spid="13"/>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strVal val="#ppt_w*0.70"/>
                                          </p:val>
                                        </p:tav>
                                        <p:tav tm="100000">
                                          <p:val>
                                            <p:strVal val="#ppt_w"/>
                                          </p:val>
                                        </p:tav>
                                      </p:tavLst>
                                    </p:anim>
                                    <p:anim calcmode="lin" valueType="num">
                                      <p:cBhvr>
                                        <p:cTn id="13" dur="1000" fill="hold"/>
                                        <p:tgtEl>
                                          <p:spTgt spid="8"/>
                                        </p:tgtEl>
                                        <p:attrNameLst>
                                          <p:attrName>ppt_h</p:attrName>
                                        </p:attrNameLst>
                                      </p:cBhvr>
                                      <p:tavLst>
                                        <p:tav tm="0">
                                          <p:val>
                                            <p:strVal val="#ppt_h"/>
                                          </p:val>
                                        </p:tav>
                                        <p:tav tm="100000">
                                          <p:val>
                                            <p:strVal val="#ppt_h"/>
                                          </p:val>
                                        </p:tav>
                                      </p:tavLst>
                                    </p:anim>
                                    <p:animEffect transition="in" filter="fade">
                                      <p:cBhvr>
                                        <p:cTn id="14" dur="1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randombar(horizontal)">
                                      <p:cBhvr>
                                        <p:cTn id="29" dur="500"/>
                                        <p:tgtEl>
                                          <p:spTgt spid="32"/>
                                        </p:tgtEl>
                                      </p:cBhvr>
                                    </p:animEffect>
                                  </p:childTnLst>
                                </p:cTn>
                              </p:par>
                              <p:par>
                                <p:cTn id="30" presetID="17" presetClass="entr" presetSubtype="10" fill="hold" nodeType="with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p:cTn id="32" dur="500" fill="hold"/>
                                        <p:tgtEl>
                                          <p:spTgt spid="33"/>
                                        </p:tgtEl>
                                        <p:attrNameLst>
                                          <p:attrName>ppt_w</p:attrName>
                                        </p:attrNameLst>
                                      </p:cBhvr>
                                      <p:tavLst>
                                        <p:tav tm="0">
                                          <p:val>
                                            <p:fltVal val="0"/>
                                          </p:val>
                                        </p:tav>
                                        <p:tav tm="100000">
                                          <p:val>
                                            <p:strVal val="#ppt_w"/>
                                          </p:val>
                                        </p:tav>
                                      </p:tavLst>
                                    </p:anim>
                                    <p:anim calcmode="lin" valueType="num">
                                      <p:cBhvr>
                                        <p:cTn id="33" dur="500" fill="hold"/>
                                        <p:tgtEl>
                                          <p:spTgt spid="33"/>
                                        </p:tgtEl>
                                        <p:attrNameLst>
                                          <p:attrName>ppt_h</p:attrName>
                                        </p:attrNameLst>
                                      </p:cBhvr>
                                      <p:tavLst>
                                        <p:tav tm="0">
                                          <p:val>
                                            <p:strVal val="#ppt_h"/>
                                          </p:val>
                                        </p:tav>
                                        <p:tav tm="100000">
                                          <p:val>
                                            <p:strVal val="#ppt_h"/>
                                          </p:val>
                                        </p:tav>
                                      </p:tavLst>
                                    </p:anim>
                                  </p:childTnLst>
                                </p:cTn>
                              </p:par>
                              <p:par>
                                <p:cTn id="34" presetID="17" presetClass="entr" presetSubtype="1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 calcmode="lin" valueType="num">
                                      <p:cBhvr>
                                        <p:cTn id="36" dur="500" fill="hold"/>
                                        <p:tgtEl>
                                          <p:spTgt spid="38"/>
                                        </p:tgtEl>
                                        <p:attrNameLst>
                                          <p:attrName>ppt_w</p:attrName>
                                        </p:attrNameLst>
                                      </p:cBhvr>
                                      <p:tavLst>
                                        <p:tav tm="0">
                                          <p:val>
                                            <p:fltVal val="0"/>
                                          </p:val>
                                        </p:tav>
                                        <p:tav tm="100000">
                                          <p:val>
                                            <p:strVal val="#ppt_w"/>
                                          </p:val>
                                        </p:tav>
                                      </p:tavLst>
                                    </p:anim>
                                    <p:anim calcmode="lin" valueType="num">
                                      <p:cBhvr>
                                        <p:cTn id="37" dur="500" fill="hold"/>
                                        <p:tgtEl>
                                          <p:spTgt spid="38"/>
                                        </p:tgtEl>
                                        <p:attrNameLst>
                                          <p:attrName>ppt_h</p:attrName>
                                        </p:attrNameLst>
                                      </p:cBhvr>
                                      <p:tavLst>
                                        <p:tav tm="0">
                                          <p:val>
                                            <p:strVal val="#ppt_h"/>
                                          </p:val>
                                        </p:tav>
                                        <p:tav tm="100000">
                                          <p:val>
                                            <p:strVal val="#ppt_h"/>
                                          </p:val>
                                        </p:tav>
                                      </p:tavLst>
                                    </p:anim>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4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randombar(horizontal)">
                                      <p:cBhvr>
                                        <p:cTn id="51" dur="500"/>
                                        <p:tgtEl>
                                          <p:spTgt spid="42"/>
                                        </p:tgtEl>
                                      </p:cBhvr>
                                    </p:animEffect>
                                  </p:childTnLst>
                                </p:cTn>
                              </p:par>
                              <p:par>
                                <p:cTn id="52" presetID="17" presetClass="entr" presetSubtype="10" fill="hold" nodeType="withEffect">
                                  <p:stCondLst>
                                    <p:cond delay="0"/>
                                  </p:stCondLst>
                                  <p:childTnLst>
                                    <p:set>
                                      <p:cBhvr>
                                        <p:cTn id="53" dur="1" fill="hold">
                                          <p:stCondLst>
                                            <p:cond delay="0"/>
                                          </p:stCondLst>
                                        </p:cTn>
                                        <p:tgtEl>
                                          <p:spTgt spid="43"/>
                                        </p:tgtEl>
                                        <p:attrNameLst>
                                          <p:attrName>style.visibility</p:attrName>
                                        </p:attrNameLst>
                                      </p:cBhvr>
                                      <p:to>
                                        <p:strVal val="visible"/>
                                      </p:to>
                                    </p:set>
                                    <p:anim calcmode="lin" valueType="num">
                                      <p:cBhvr>
                                        <p:cTn id="54" dur="500" fill="hold"/>
                                        <p:tgtEl>
                                          <p:spTgt spid="43"/>
                                        </p:tgtEl>
                                        <p:attrNameLst>
                                          <p:attrName>ppt_w</p:attrName>
                                        </p:attrNameLst>
                                      </p:cBhvr>
                                      <p:tavLst>
                                        <p:tav tm="0">
                                          <p:val>
                                            <p:fltVal val="0"/>
                                          </p:val>
                                        </p:tav>
                                        <p:tav tm="100000">
                                          <p:val>
                                            <p:strVal val="#ppt_w"/>
                                          </p:val>
                                        </p:tav>
                                      </p:tavLst>
                                    </p:anim>
                                    <p:anim calcmode="lin" valueType="num">
                                      <p:cBhvr>
                                        <p:cTn id="55" dur="500" fill="hold"/>
                                        <p:tgtEl>
                                          <p:spTgt spid="43"/>
                                        </p:tgtEl>
                                        <p:attrNameLst>
                                          <p:attrName>ppt_h</p:attrName>
                                        </p:attrNameLst>
                                      </p:cBhvr>
                                      <p:tavLst>
                                        <p:tav tm="0">
                                          <p:val>
                                            <p:strVal val="#ppt_h"/>
                                          </p:val>
                                        </p:tav>
                                        <p:tav tm="100000">
                                          <p:val>
                                            <p:strVal val="#ppt_h"/>
                                          </p:val>
                                        </p:tav>
                                      </p:tavLst>
                                    </p:anim>
                                  </p:childTnLst>
                                </p:cTn>
                              </p:par>
                              <p:par>
                                <p:cTn id="56" presetID="17" presetClass="entr" presetSubtype="10" fill="hold" grpId="0" nodeType="withEffect">
                                  <p:stCondLst>
                                    <p:cond delay="0"/>
                                  </p:stCondLst>
                                  <p:childTnLst>
                                    <p:set>
                                      <p:cBhvr>
                                        <p:cTn id="57" dur="1" fill="hold">
                                          <p:stCondLst>
                                            <p:cond delay="0"/>
                                          </p:stCondLst>
                                        </p:cTn>
                                        <p:tgtEl>
                                          <p:spTgt spid="48"/>
                                        </p:tgtEl>
                                        <p:attrNameLst>
                                          <p:attrName>style.visibility</p:attrName>
                                        </p:attrNameLst>
                                      </p:cBhvr>
                                      <p:to>
                                        <p:strVal val="visible"/>
                                      </p:to>
                                    </p:set>
                                    <p:anim calcmode="lin" valueType="num">
                                      <p:cBhvr>
                                        <p:cTn id="58" dur="500" fill="hold"/>
                                        <p:tgtEl>
                                          <p:spTgt spid="48"/>
                                        </p:tgtEl>
                                        <p:attrNameLst>
                                          <p:attrName>ppt_w</p:attrName>
                                        </p:attrNameLst>
                                      </p:cBhvr>
                                      <p:tavLst>
                                        <p:tav tm="0">
                                          <p:val>
                                            <p:fltVal val="0"/>
                                          </p:val>
                                        </p:tav>
                                        <p:tav tm="100000">
                                          <p:val>
                                            <p:strVal val="#ppt_w"/>
                                          </p:val>
                                        </p:tav>
                                      </p:tavLst>
                                    </p:anim>
                                    <p:anim calcmode="lin" valueType="num">
                                      <p:cBhvr>
                                        <p:cTn id="59" dur="500" fill="hold"/>
                                        <p:tgtEl>
                                          <p:spTgt spid="48"/>
                                        </p:tgtEl>
                                        <p:attrNameLst>
                                          <p:attrName>ppt_h</p:attrName>
                                        </p:attrNameLst>
                                      </p:cBhvr>
                                      <p:tavLst>
                                        <p:tav tm="0">
                                          <p:val>
                                            <p:strVal val="#ppt_h"/>
                                          </p:val>
                                        </p:tav>
                                        <p:tav tm="100000">
                                          <p:val>
                                            <p:strVal val="#ppt_h"/>
                                          </p:val>
                                        </p:tav>
                                      </p:tavLst>
                                    </p:anim>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nodeType="clickEffect">
                                  <p:stCondLst>
                                    <p:cond delay="0"/>
                                  </p:stCondLst>
                                  <p:childTnLst>
                                    <p:set>
                                      <p:cBhvr>
                                        <p:cTn id="72" dur="1" fill="hold">
                                          <p:stCondLst>
                                            <p:cond delay="0"/>
                                          </p:stCondLst>
                                        </p:cTn>
                                        <p:tgtEl>
                                          <p:spTgt spid="52"/>
                                        </p:tgtEl>
                                        <p:attrNameLst>
                                          <p:attrName>style.visibility</p:attrName>
                                        </p:attrNameLst>
                                      </p:cBhvr>
                                      <p:to>
                                        <p:strVal val="visible"/>
                                      </p:to>
                                    </p:set>
                                    <p:animEffect transition="in" filter="randombar(horizontal)">
                                      <p:cBhvr>
                                        <p:cTn id="73" dur="500"/>
                                        <p:tgtEl>
                                          <p:spTgt spid="52"/>
                                        </p:tgtEl>
                                      </p:cBhvr>
                                    </p:animEffect>
                                  </p:childTnLst>
                                </p:cTn>
                              </p:par>
                              <p:par>
                                <p:cTn id="74" presetID="17" presetClass="entr" presetSubtype="10" fill="hold" nodeType="withEffect">
                                  <p:stCondLst>
                                    <p:cond delay="0"/>
                                  </p:stCondLst>
                                  <p:childTnLst>
                                    <p:set>
                                      <p:cBhvr>
                                        <p:cTn id="75" dur="1" fill="hold">
                                          <p:stCondLst>
                                            <p:cond delay="0"/>
                                          </p:stCondLst>
                                        </p:cTn>
                                        <p:tgtEl>
                                          <p:spTgt spid="53"/>
                                        </p:tgtEl>
                                        <p:attrNameLst>
                                          <p:attrName>style.visibility</p:attrName>
                                        </p:attrNameLst>
                                      </p:cBhvr>
                                      <p:to>
                                        <p:strVal val="visible"/>
                                      </p:to>
                                    </p:set>
                                    <p:anim calcmode="lin" valueType="num">
                                      <p:cBhvr>
                                        <p:cTn id="76" dur="500" fill="hold"/>
                                        <p:tgtEl>
                                          <p:spTgt spid="53"/>
                                        </p:tgtEl>
                                        <p:attrNameLst>
                                          <p:attrName>ppt_w</p:attrName>
                                        </p:attrNameLst>
                                      </p:cBhvr>
                                      <p:tavLst>
                                        <p:tav tm="0">
                                          <p:val>
                                            <p:fltVal val="0"/>
                                          </p:val>
                                        </p:tav>
                                        <p:tav tm="100000">
                                          <p:val>
                                            <p:strVal val="#ppt_w"/>
                                          </p:val>
                                        </p:tav>
                                      </p:tavLst>
                                    </p:anim>
                                    <p:anim calcmode="lin" valueType="num">
                                      <p:cBhvr>
                                        <p:cTn id="77" dur="500" fill="hold"/>
                                        <p:tgtEl>
                                          <p:spTgt spid="53"/>
                                        </p:tgtEl>
                                        <p:attrNameLst>
                                          <p:attrName>ppt_h</p:attrName>
                                        </p:attrNameLst>
                                      </p:cBhvr>
                                      <p:tavLst>
                                        <p:tav tm="0">
                                          <p:val>
                                            <p:strVal val="#ppt_h"/>
                                          </p:val>
                                        </p:tav>
                                        <p:tav tm="100000">
                                          <p:val>
                                            <p:strVal val="#ppt_h"/>
                                          </p:val>
                                        </p:tav>
                                      </p:tavLst>
                                    </p:anim>
                                  </p:childTnLst>
                                </p:cTn>
                              </p:par>
                              <p:par>
                                <p:cTn id="78" presetID="17" presetClass="entr" presetSubtype="10" fill="hold" grpId="0" nodeType="withEffect">
                                  <p:stCondLst>
                                    <p:cond delay="0"/>
                                  </p:stCondLst>
                                  <p:childTnLst>
                                    <p:set>
                                      <p:cBhvr>
                                        <p:cTn id="79" dur="1" fill="hold">
                                          <p:stCondLst>
                                            <p:cond delay="0"/>
                                          </p:stCondLst>
                                        </p:cTn>
                                        <p:tgtEl>
                                          <p:spTgt spid="58"/>
                                        </p:tgtEl>
                                        <p:attrNameLst>
                                          <p:attrName>style.visibility</p:attrName>
                                        </p:attrNameLst>
                                      </p:cBhvr>
                                      <p:to>
                                        <p:strVal val="visible"/>
                                      </p:to>
                                    </p:set>
                                    <p:anim calcmode="lin" valueType="num">
                                      <p:cBhvr>
                                        <p:cTn id="80" dur="500" fill="hold"/>
                                        <p:tgtEl>
                                          <p:spTgt spid="58"/>
                                        </p:tgtEl>
                                        <p:attrNameLst>
                                          <p:attrName>ppt_w</p:attrName>
                                        </p:attrNameLst>
                                      </p:cBhvr>
                                      <p:tavLst>
                                        <p:tav tm="0">
                                          <p:val>
                                            <p:fltVal val="0"/>
                                          </p:val>
                                        </p:tav>
                                        <p:tav tm="100000">
                                          <p:val>
                                            <p:strVal val="#ppt_w"/>
                                          </p:val>
                                        </p:tav>
                                      </p:tavLst>
                                    </p:anim>
                                    <p:anim calcmode="lin" valueType="num">
                                      <p:cBhvr>
                                        <p:cTn id="81" dur="500" fill="hold"/>
                                        <p:tgtEl>
                                          <p:spTgt spid="58"/>
                                        </p:tgtEl>
                                        <p:attrNameLst>
                                          <p:attrName>ppt_h</p:attrName>
                                        </p:attrNameLst>
                                      </p:cBhvr>
                                      <p:tavLst>
                                        <p:tav tm="0">
                                          <p:val>
                                            <p:strVal val="#ppt_h"/>
                                          </p:val>
                                        </p:tav>
                                        <p:tav tm="100000">
                                          <p:val>
                                            <p:strVal val="#ppt_h"/>
                                          </p:val>
                                        </p:tav>
                                      </p:tavLst>
                                    </p:anim>
                                  </p:childTnLst>
                                </p:cTn>
                              </p:par>
                              <p:par>
                                <p:cTn id="82" presetID="1" presetClass="entr" presetSubtype="0" fill="hold" grpId="0" nodeType="withEffect">
                                  <p:stCondLst>
                                    <p:cond delay="0"/>
                                  </p:stCondLst>
                                  <p:childTnLst>
                                    <p:set>
                                      <p:cBhvr>
                                        <p:cTn id="83" dur="1" fill="hold">
                                          <p:stCondLst>
                                            <p:cond delay="0"/>
                                          </p:stCondLst>
                                        </p:cTn>
                                        <p:tgtEl>
                                          <p:spTgt spid="6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59"/>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61"/>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4" presetClass="entr" presetSubtype="10" fill="hold" nodeType="click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randombar(horizontal)">
                                      <p:cBhvr>
                                        <p:cTn id="94" dur="500"/>
                                        <p:tgtEl>
                                          <p:spTgt spid="62"/>
                                        </p:tgtEl>
                                      </p:cBhvr>
                                    </p:animEffect>
                                  </p:childTnLst>
                                </p:cTn>
                              </p:par>
                              <p:par>
                                <p:cTn id="95" presetID="17" presetClass="entr" presetSubtype="10" fill="hold" nodeType="withEffect">
                                  <p:stCondLst>
                                    <p:cond delay="0"/>
                                  </p:stCondLst>
                                  <p:childTnLst>
                                    <p:set>
                                      <p:cBhvr>
                                        <p:cTn id="96" dur="1" fill="hold">
                                          <p:stCondLst>
                                            <p:cond delay="0"/>
                                          </p:stCondLst>
                                        </p:cTn>
                                        <p:tgtEl>
                                          <p:spTgt spid="63"/>
                                        </p:tgtEl>
                                        <p:attrNameLst>
                                          <p:attrName>style.visibility</p:attrName>
                                        </p:attrNameLst>
                                      </p:cBhvr>
                                      <p:to>
                                        <p:strVal val="visible"/>
                                      </p:to>
                                    </p:set>
                                    <p:anim calcmode="lin" valueType="num">
                                      <p:cBhvr>
                                        <p:cTn id="97" dur="500" fill="hold"/>
                                        <p:tgtEl>
                                          <p:spTgt spid="63"/>
                                        </p:tgtEl>
                                        <p:attrNameLst>
                                          <p:attrName>ppt_w</p:attrName>
                                        </p:attrNameLst>
                                      </p:cBhvr>
                                      <p:tavLst>
                                        <p:tav tm="0">
                                          <p:val>
                                            <p:fltVal val="0"/>
                                          </p:val>
                                        </p:tav>
                                        <p:tav tm="100000">
                                          <p:val>
                                            <p:strVal val="#ppt_w"/>
                                          </p:val>
                                        </p:tav>
                                      </p:tavLst>
                                    </p:anim>
                                    <p:anim calcmode="lin" valueType="num">
                                      <p:cBhvr>
                                        <p:cTn id="98" dur="500" fill="hold"/>
                                        <p:tgtEl>
                                          <p:spTgt spid="63"/>
                                        </p:tgtEl>
                                        <p:attrNameLst>
                                          <p:attrName>ppt_h</p:attrName>
                                        </p:attrNameLst>
                                      </p:cBhvr>
                                      <p:tavLst>
                                        <p:tav tm="0">
                                          <p:val>
                                            <p:strVal val="#ppt_h"/>
                                          </p:val>
                                        </p:tav>
                                        <p:tav tm="100000">
                                          <p:val>
                                            <p:strVal val="#ppt_h"/>
                                          </p:val>
                                        </p:tav>
                                      </p:tavLst>
                                    </p:anim>
                                  </p:childTnLst>
                                </p:cTn>
                              </p:par>
                              <p:par>
                                <p:cTn id="99" presetID="17" presetClass="entr" presetSubtype="10" fill="hold" grpId="0" nodeType="withEffect">
                                  <p:stCondLst>
                                    <p:cond delay="0"/>
                                  </p:stCondLst>
                                  <p:childTnLst>
                                    <p:set>
                                      <p:cBhvr>
                                        <p:cTn id="100" dur="1" fill="hold">
                                          <p:stCondLst>
                                            <p:cond delay="0"/>
                                          </p:stCondLst>
                                        </p:cTn>
                                        <p:tgtEl>
                                          <p:spTgt spid="68"/>
                                        </p:tgtEl>
                                        <p:attrNameLst>
                                          <p:attrName>style.visibility</p:attrName>
                                        </p:attrNameLst>
                                      </p:cBhvr>
                                      <p:to>
                                        <p:strVal val="visible"/>
                                      </p:to>
                                    </p:set>
                                    <p:anim calcmode="lin" valueType="num">
                                      <p:cBhvr>
                                        <p:cTn id="101" dur="500" fill="hold"/>
                                        <p:tgtEl>
                                          <p:spTgt spid="68"/>
                                        </p:tgtEl>
                                        <p:attrNameLst>
                                          <p:attrName>ppt_w</p:attrName>
                                        </p:attrNameLst>
                                      </p:cBhvr>
                                      <p:tavLst>
                                        <p:tav tm="0">
                                          <p:val>
                                            <p:fltVal val="0"/>
                                          </p:val>
                                        </p:tav>
                                        <p:tav tm="100000">
                                          <p:val>
                                            <p:strVal val="#ppt_w"/>
                                          </p:val>
                                        </p:tav>
                                      </p:tavLst>
                                    </p:anim>
                                    <p:anim calcmode="lin" valueType="num">
                                      <p:cBhvr>
                                        <p:cTn id="102" dur="500" fill="hold"/>
                                        <p:tgtEl>
                                          <p:spTgt spid="68"/>
                                        </p:tgtEl>
                                        <p:attrNameLst>
                                          <p:attrName>ppt_h</p:attrName>
                                        </p:attrNameLst>
                                      </p:cBhvr>
                                      <p:tavLst>
                                        <p:tav tm="0">
                                          <p:val>
                                            <p:strVal val="#ppt_h"/>
                                          </p:val>
                                        </p:tav>
                                        <p:tav tm="100000">
                                          <p:val>
                                            <p:strVal val="#ppt_h"/>
                                          </p:val>
                                        </p:tav>
                                      </p:tavLst>
                                    </p:anim>
                                  </p:childTnLst>
                                </p:cTn>
                              </p:par>
                              <p:par>
                                <p:cTn id="103" presetID="1" presetClass="entr" presetSubtype="0" fill="hold" grpId="0" nodeType="withEffect">
                                  <p:stCondLst>
                                    <p:cond delay="0"/>
                                  </p:stCondLst>
                                  <p:childTnLst>
                                    <p:set>
                                      <p:cBhvr>
                                        <p:cTn id="104" dur="1" fill="hold">
                                          <p:stCondLst>
                                            <p:cond delay="0"/>
                                          </p:stCondLst>
                                        </p:cTn>
                                        <p:tgtEl>
                                          <p:spTgt spid="69"/>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7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7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nodeType="clickEffect">
                                  <p:stCondLst>
                                    <p:cond delay="0"/>
                                  </p:stCondLst>
                                  <p:childTnLst>
                                    <p:set>
                                      <p:cBhvr>
                                        <p:cTn id="114" dur="1" fill="hold">
                                          <p:stCondLst>
                                            <p:cond delay="0"/>
                                          </p:stCondLst>
                                        </p:cTn>
                                        <p:tgtEl>
                                          <p:spTgt spid="79"/>
                                        </p:tgtEl>
                                        <p:attrNameLst>
                                          <p:attrName>style.visibility</p:attrName>
                                        </p:attrNameLst>
                                      </p:cBhvr>
                                      <p:to>
                                        <p:strVal val="visible"/>
                                      </p:to>
                                    </p:set>
                                    <p:animEffect transition="in" filter="randombar(horizontal)">
                                      <p:cBhvr>
                                        <p:cTn id="115" dur="500"/>
                                        <p:tgtEl>
                                          <p:spTgt spid="79"/>
                                        </p:tgtEl>
                                      </p:cBhvr>
                                    </p:animEffect>
                                  </p:childTnLst>
                                </p:cTn>
                              </p:par>
                              <p:par>
                                <p:cTn id="116" presetID="17" presetClass="entr" presetSubtype="10" fill="hold" nodeType="withEffect">
                                  <p:stCondLst>
                                    <p:cond delay="0"/>
                                  </p:stCondLst>
                                  <p:childTnLst>
                                    <p:set>
                                      <p:cBhvr>
                                        <p:cTn id="117" dur="1" fill="hold">
                                          <p:stCondLst>
                                            <p:cond delay="0"/>
                                          </p:stCondLst>
                                        </p:cTn>
                                        <p:tgtEl>
                                          <p:spTgt spid="80"/>
                                        </p:tgtEl>
                                        <p:attrNameLst>
                                          <p:attrName>style.visibility</p:attrName>
                                        </p:attrNameLst>
                                      </p:cBhvr>
                                      <p:to>
                                        <p:strVal val="visible"/>
                                      </p:to>
                                    </p:set>
                                    <p:anim calcmode="lin" valueType="num">
                                      <p:cBhvr>
                                        <p:cTn id="118" dur="500" fill="hold"/>
                                        <p:tgtEl>
                                          <p:spTgt spid="80"/>
                                        </p:tgtEl>
                                        <p:attrNameLst>
                                          <p:attrName>ppt_w</p:attrName>
                                        </p:attrNameLst>
                                      </p:cBhvr>
                                      <p:tavLst>
                                        <p:tav tm="0">
                                          <p:val>
                                            <p:fltVal val="0"/>
                                          </p:val>
                                        </p:tav>
                                        <p:tav tm="100000">
                                          <p:val>
                                            <p:strVal val="#ppt_w"/>
                                          </p:val>
                                        </p:tav>
                                      </p:tavLst>
                                    </p:anim>
                                    <p:anim calcmode="lin" valueType="num">
                                      <p:cBhvr>
                                        <p:cTn id="119" dur="500" fill="hold"/>
                                        <p:tgtEl>
                                          <p:spTgt spid="80"/>
                                        </p:tgtEl>
                                        <p:attrNameLst>
                                          <p:attrName>ppt_h</p:attrName>
                                        </p:attrNameLst>
                                      </p:cBhvr>
                                      <p:tavLst>
                                        <p:tav tm="0">
                                          <p:val>
                                            <p:strVal val="#ppt_h"/>
                                          </p:val>
                                        </p:tav>
                                        <p:tav tm="100000">
                                          <p:val>
                                            <p:strVal val="#ppt_h"/>
                                          </p:val>
                                        </p:tav>
                                      </p:tavLst>
                                    </p:anim>
                                  </p:childTnLst>
                                </p:cTn>
                              </p:par>
                              <p:par>
                                <p:cTn id="120" presetID="17" presetClass="entr" presetSubtype="10" fill="hold" grpId="0" nodeType="withEffect">
                                  <p:stCondLst>
                                    <p:cond delay="0"/>
                                  </p:stCondLst>
                                  <p:childTnLst>
                                    <p:set>
                                      <p:cBhvr>
                                        <p:cTn id="121" dur="1" fill="hold">
                                          <p:stCondLst>
                                            <p:cond delay="0"/>
                                          </p:stCondLst>
                                        </p:cTn>
                                        <p:tgtEl>
                                          <p:spTgt spid="116"/>
                                        </p:tgtEl>
                                        <p:attrNameLst>
                                          <p:attrName>style.visibility</p:attrName>
                                        </p:attrNameLst>
                                      </p:cBhvr>
                                      <p:to>
                                        <p:strVal val="visible"/>
                                      </p:to>
                                    </p:set>
                                    <p:anim calcmode="lin" valueType="num">
                                      <p:cBhvr>
                                        <p:cTn id="122" dur="500" fill="hold"/>
                                        <p:tgtEl>
                                          <p:spTgt spid="116"/>
                                        </p:tgtEl>
                                        <p:attrNameLst>
                                          <p:attrName>ppt_w</p:attrName>
                                        </p:attrNameLst>
                                      </p:cBhvr>
                                      <p:tavLst>
                                        <p:tav tm="0">
                                          <p:val>
                                            <p:fltVal val="0"/>
                                          </p:val>
                                        </p:tav>
                                        <p:tav tm="100000">
                                          <p:val>
                                            <p:strVal val="#ppt_w"/>
                                          </p:val>
                                        </p:tav>
                                      </p:tavLst>
                                    </p:anim>
                                    <p:anim calcmode="lin" valueType="num">
                                      <p:cBhvr>
                                        <p:cTn id="123" dur="500" fill="hold"/>
                                        <p:tgtEl>
                                          <p:spTgt spid="116"/>
                                        </p:tgtEl>
                                        <p:attrNameLst>
                                          <p:attrName>ppt_h</p:attrName>
                                        </p:attrNameLst>
                                      </p:cBhvr>
                                      <p:tavLst>
                                        <p:tav tm="0">
                                          <p:val>
                                            <p:strVal val="#ppt_h"/>
                                          </p:val>
                                        </p:tav>
                                        <p:tav tm="100000">
                                          <p:val>
                                            <p:strVal val="#ppt_h"/>
                                          </p:val>
                                        </p:tav>
                                      </p:tavLst>
                                    </p:anim>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nodeType="clickEffect">
                                  <p:stCondLst>
                                    <p:cond delay="0"/>
                                  </p:stCondLst>
                                  <p:childTnLst>
                                    <p:set>
                                      <p:cBhvr>
                                        <p:cTn id="127" dur="1" fill="hold">
                                          <p:stCondLst>
                                            <p:cond delay="0"/>
                                          </p:stCondLst>
                                        </p:cTn>
                                        <p:tgtEl>
                                          <p:spTgt spid="118"/>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animBg="1"/>
      <p:bldP spid="21" grpId="0"/>
      <p:bldP spid="23" grpId="0"/>
      <p:bldP spid="38" grpId="0"/>
      <p:bldP spid="39" grpId="0" animBg="1"/>
      <p:bldP spid="40" grpId="0"/>
      <p:bldP spid="41" grpId="0"/>
      <p:bldP spid="48" grpId="0"/>
      <p:bldP spid="49" grpId="0" animBg="1"/>
      <p:bldP spid="50" grpId="0"/>
      <p:bldP spid="51" grpId="0"/>
      <p:bldP spid="58" grpId="0"/>
      <p:bldP spid="59" grpId="0" animBg="1"/>
      <p:bldP spid="60" grpId="0"/>
      <p:bldP spid="61" grpId="0"/>
      <p:bldP spid="68" grpId="0"/>
      <p:bldP spid="69" grpId="0"/>
      <p:bldP spid="70" grpId="0" animBg="1"/>
      <p:bldP spid="71" grpId="0"/>
      <p:bldP spid="116" grpId="0"/>
      <p:bldP spid="1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E5943-6722-18E8-05C5-CFBF863C4B1C}"/>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AFA65B98-BBA0-DEAB-3341-8AC023EE96D9}"/>
              </a:ext>
            </a:extLst>
          </p:cNvPr>
          <p:cNvSpPr txBox="1"/>
          <p:nvPr/>
        </p:nvSpPr>
        <p:spPr>
          <a:xfrm>
            <a:off x="381000" y="620459"/>
            <a:ext cx="14936560" cy="888769"/>
          </a:xfrm>
          <a:prstGeom prst="rect">
            <a:avLst/>
          </a:prstGeom>
        </p:spPr>
        <p:txBody>
          <a:bodyPr wrap="square" lIns="0" tIns="0" rIns="0" bIns="0" rtlCol="0" anchor="t">
            <a:spAutoFit/>
          </a:bodyPr>
          <a:lstStyle/>
          <a:p>
            <a:pPr>
              <a:lnSpc>
                <a:spcPts val="7279"/>
              </a:lnSpc>
              <a:spcBef>
                <a:spcPct val="0"/>
              </a:spcBef>
            </a:pPr>
            <a:r>
              <a:rPr lang="en-US" sz="5199" b="1" dirty="0">
                <a:solidFill>
                  <a:srgbClr val="002B11"/>
                </a:solidFill>
                <a:latin typeface="Poppins Bold"/>
                <a:ea typeface="Poppins Bold"/>
                <a:cs typeface="Poppins Bold"/>
                <a:sym typeface="Poppins Bold"/>
              </a:rPr>
              <a:t>Scenario 3</a:t>
            </a:r>
          </a:p>
        </p:txBody>
      </p:sp>
      <p:sp>
        <p:nvSpPr>
          <p:cNvPr id="24" name="TextBox 23">
            <a:extLst>
              <a:ext uri="{FF2B5EF4-FFF2-40B4-BE49-F238E27FC236}">
                <a16:creationId xmlns:a16="http://schemas.microsoft.com/office/drawing/2014/main" id="{7940292D-76E5-638F-78C7-A11566DAC015}"/>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mn-cs"/>
              </a:rPr>
              <a:t>Tripadvisor / Fraud support / Scenario 3</a:t>
            </a:r>
          </a:p>
        </p:txBody>
      </p:sp>
      <p:pic>
        <p:nvPicPr>
          <p:cNvPr id="12" name="Picture 11" descr="realistic detailed empty open mail envelope. Sending correspondence, work  mail. Customer Alert. Isolated vector on white background 8279089 Vector  Art at Vecteezy">
            <a:extLst>
              <a:ext uri="{FF2B5EF4-FFF2-40B4-BE49-F238E27FC236}">
                <a16:creationId xmlns:a16="http://schemas.microsoft.com/office/drawing/2014/main" id="{42A2FAC5-619F-C5F8-FCB9-C1F676B78F94}"/>
              </a:ext>
            </a:extLst>
          </p:cNvPr>
          <p:cNvPicPr>
            <a:picLocks noChangeAspect="1"/>
          </p:cNvPicPr>
          <p:nvPr/>
        </p:nvPicPr>
        <p:blipFill>
          <a:blip r:embed="rId3"/>
          <a:srcRect/>
          <a:stretch>
            <a:fillRect/>
          </a:stretch>
        </p:blipFill>
        <p:spPr>
          <a:xfrm>
            <a:off x="133635" y="5460426"/>
            <a:ext cx="3922505" cy="3851759"/>
          </a:xfrm>
          <a:prstGeom prst="rect">
            <a:avLst/>
          </a:prstGeom>
        </p:spPr>
      </p:pic>
      <p:pic>
        <p:nvPicPr>
          <p:cNvPr id="13" name="Picture 12" descr="White paper illustration, Post-it note Paper , Sticky note transparent  background PNG clipart | HiClipart">
            <a:extLst>
              <a:ext uri="{FF2B5EF4-FFF2-40B4-BE49-F238E27FC236}">
                <a16:creationId xmlns:a16="http://schemas.microsoft.com/office/drawing/2014/main" id="{1FBF8296-7C52-216F-14FD-86BDC8BCADEA}"/>
              </a:ext>
            </a:extLst>
          </p:cNvPr>
          <p:cNvPicPr>
            <a:picLocks noChangeAspect="1"/>
          </p:cNvPicPr>
          <p:nvPr/>
        </p:nvPicPr>
        <p:blipFill>
          <a:blip r:embed="rId4"/>
          <a:srcRect/>
          <a:stretch>
            <a:fillRect/>
          </a:stretch>
        </p:blipFill>
        <p:spPr>
          <a:xfrm rot="465030">
            <a:off x="1640316" y="1497007"/>
            <a:ext cx="7933793" cy="7689139"/>
          </a:xfrm>
          <a:prstGeom prst="rect">
            <a:avLst/>
          </a:prstGeom>
        </p:spPr>
      </p:pic>
      <p:sp>
        <p:nvSpPr>
          <p:cNvPr id="8" name="Google Shape;116;p1">
            <a:extLst>
              <a:ext uri="{FF2B5EF4-FFF2-40B4-BE49-F238E27FC236}">
                <a16:creationId xmlns:a16="http://schemas.microsoft.com/office/drawing/2014/main" id="{077640C9-7D34-09BB-4EE5-B3041C734632}"/>
              </a:ext>
            </a:extLst>
          </p:cNvPr>
          <p:cNvSpPr txBox="1"/>
          <p:nvPr/>
        </p:nvSpPr>
        <p:spPr>
          <a:xfrm rot="21558269">
            <a:off x="2214795" y="2436057"/>
            <a:ext cx="6235719" cy="5309085"/>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1600" b="1">
                <a:latin typeface="Poppins" panose="00000500000000000000" pitchFamily="2" charset="0"/>
                <a:cs typeface="Poppins" panose="00000500000000000000" pitchFamily="2" charset="0"/>
              </a:defRPr>
            </a:lvl1pPr>
          </a:lstStyle>
          <a:p>
            <a:r>
              <a:rPr lang="en-US" dirty="0"/>
              <a:t>Subject: </a:t>
            </a:r>
            <a:r>
              <a:rPr lang="en-US" b="0" dirty="0"/>
              <a:t>Competitor Review Reported - Sunset Bay Hotel</a:t>
            </a:r>
          </a:p>
          <a:p>
            <a:endParaRPr lang="en-US" b="0" dirty="0"/>
          </a:p>
          <a:p>
            <a:r>
              <a:rPr lang="en-US" b="0" dirty="0"/>
              <a:t>Hello Support Team,</a:t>
            </a:r>
          </a:p>
          <a:p>
            <a:endParaRPr lang="en-US" b="0" dirty="0"/>
          </a:p>
          <a:p>
            <a:r>
              <a:rPr lang="en-US" b="0" dirty="0"/>
              <a:t>I am the owner of Sunset Bay Hotel. I am writing to follow up on a review that I believe was written by a direct competitor to hurt our business.</a:t>
            </a:r>
          </a:p>
          <a:p>
            <a:endParaRPr lang="en-US" b="0" dirty="0"/>
          </a:p>
          <a:p>
            <a:r>
              <a:rPr lang="en-US" b="0" dirty="0"/>
              <a:t>The review is titled “Disappointing stay and poor service”. I have already gone into our Management Center and officially reported/flagged the review from there, but I wanted to reach out directly to ensure this is looked into immediately as it is affecting our ratings.</a:t>
            </a:r>
          </a:p>
          <a:p>
            <a:endParaRPr lang="en-US" b="0" dirty="0"/>
          </a:p>
          <a:p>
            <a:r>
              <a:rPr lang="en-US" b="0" dirty="0"/>
              <a:t>Could you please investigate this account and remove the review?</a:t>
            </a:r>
          </a:p>
          <a:p>
            <a:endParaRPr lang="en-US" b="0" dirty="0"/>
          </a:p>
          <a:p>
            <a:endParaRPr lang="en-US" b="0" dirty="0"/>
          </a:p>
          <a:p>
            <a:r>
              <a:rPr lang="en-US" b="0" dirty="0"/>
              <a:t>Regards, </a:t>
            </a:r>
          </a:p>
          <a:p>
            <a:r>
              <a:rPr lang="en-US" b="0" dirty="0"/>
              <a:t>Alex </a:t>
            </a:r>
          </a:p>
          <a:p>
            <a:r>
              <a:rPr lang="en-US" b="0" dirty="0"/>
              <a:t>Co-owner, Sunset Bay Hotel </a:t>
            </a:r>
            <a:endParaRPr lang="en-US" b="0" dirty="0">
              <a:sym typeface="Arial"/>
            </a:endParaRPr>
          </a:p>
        </p:txBody>
      </p:sp>
      <p:sp>
        <p:nvSpPr>
          <p:cNvPr id="15" name="Rounded Rectangle 5">
            <a:extLst>
              <a:ext uri="{FF2B5EF4-FFF2-40B4-BE49-F238E27FC236}">
                <a16:creationId xmlns:a16="http://schemas.microsoft.com/office/drawing/2014/main" id="{C38BBD75-00F4-8EB2-5AA6-BB3EE262CE6C}"/>
              </a:ext>
            </a:extLst>
          </p:cNvPr>
          <p:cNvSpPr/>
          <p:nvPr/>
        </p:nvSpPr>
        <p:spPr>
          <a:xfrm>
            <a:off x="11080790" y="786251"/>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21" name="Google Shape;116;p1">
            <a:extLst>
              <a:ext uri="{FF2B5EF4-FFF2-40B4-BE49-F238E27FC236}">
                <a16:creationId xmlns:a16="http://schemas.microsoft.com/office/drawing/2014/main" id="{47BCB11F-18C0-5A0B-C595-38574CAAA5D2}"/>
              </a:ext>
            </a:extLst>
          </p:cNvPr>
          <p:cNvSpPr txBox="1"/>
          <p:nvPr/>
        </p:nvSpPr>
        <p:spPr>
          <a:xfrm>
            <a:off x="9740313" y="1028137"/>
            <a:ext cx="1642485" cy="476993"/>
          </a:xfrm>
          <a:prstGeom prst="rect">
            <a:avLst/>
          </a:prstGeom>
          <a:noFill/>
          <a:ln>
            <a:noFill/>
          </a:ln>
        </p:spPr>
        <p:txBody>
          <a:bodyPr spcFirstLastPara="1" wrap="square" lIns="137138" tIns="68550" rIns="137138" bIns="68550" anchor="t" anchorCtr="0">
            <a:spAutoFit/>
          </a:bodyPr>
          <a:lstStyle/>
          <a:p>
            <a:pPr defTabSz="1371600">
              <a:buClr>
                <a:srgbClr val="000000"/>
              </a:buClr>
            </a:pPr>
            <a:r>
              <a:rPr lang="en-US" sz="2200" b="1" dirty="0">
                <a:solidFill>
                  <a:srgbClr val="002B11"/>
                </a:solidFill>
                <a:latin typeface="Poppins" panose="00000500000000000000" pitchFamily="2" charset="0"/>
                <a:cs typeface="Poppins" panose="00000500000000000000" pitchFamily="2" charset="0"/>
              </a:rPr>
              <a:t>Step 1</a:t>
            </a:r>
            <a:endParaRPr lang="en-US" sz="2200" b="1" kern="0" dirty="0">
              <a:solidFill>
                <a:srgbClr val="002B11"/>
              </a:solidFill>
              <a:latin typeface="Poppins" panose="00000500000000000000" pitchFamily="2" charset="0"/>
              <a:ea typeface="Open Sans SemiBold"/>
              <a:cs typeface="Poppins" panose="00000500000000000000" pitchFamily="2" charset="0"/>
              <a:sym typeface="Arial"/>
            </a:endParaRPr>
          </a:p>
        </p:txBody>
      </p:sp>
      <p:sp>
        <p:nvSpPr>
          <p:cNvPr id="23" name="Google Shape;116;p1">
            <a:extLst>
              <a:ext uri="{FF2B5EF4-FFF2-40B4-BE49-F238E27FC236}">
                <a16:creationId xmlns:a16="http://schemas.microsoft.com/office/drawing/2014/main" id="{6F9B5E23-E171-8982-FC6F-C7942CF7D2B1}"/>
              </a:ext>
            </a:extLst>
          </p:cNvPr>
          <p:cNvSpPr txBox="1"/>
          <p:nvPr/>
        </p:nvSpPr>
        <p:spPr>
          <a:xfrm>
            <a:off x="11080789" y="878876"/>
            <a:ext cx="2554063" cy="692437"/>
          </a:xfrm>
          <a:prstGeom prst="rect">
            <a:avLst/>
          </a:prstGeom>
          <a:noFill/>
          <a:ln>
            <a:noFill/>
          </a:ln>
        </p:spPr>
        <p:txBody>
          <a:bodyPr spcFirstLastPara="1" wrap="square" lIns="137138" tIns="68550" rIns="137138" bIns="68550" anchor="t" anchorCtr="0">
            <a:spAutoFit/>
          </a:bodyPr>
          <a:lstStyle/>
          <a:p>
            <a:pPr algn="ctr" defTabSz="1371600">
              <a:buClr>
                <a:srgbClr val="000000"/>
              </a:buClr>
            </a:pPr>
            <a:r>
              <a:rPr lang="en-US" dirty="0">
                <a:solidFill>
                  <a:srgbClr val="002B11"/>
                </a:solidFill>
                <a:latin typeface="Poppins" panose="00000500000000000000" pitchFamily="2" charset="0"/>
                <a:cs typeface="Poppins" panose="00000500000000000000" pitchFamily="2" charset="0"/>
              </a:rPr>
              <a:t>Verify owner affiliation</a:t>
            </a:r>
            <a:endParaRPr lang="en-US" kern="0" dirty="0">
              <a:solidFill>
                <a:srgbClr val="002B11"/>
              </a:solidFill>
              <a:latin typeface="Poppins" panose="00000500000000000000" pitchFamily="2" charset="0"/>
              <a:ea typeface="Open Sans SemiBold"/>
              <a:cs typeface="Poppins" panose="00000500000000000000" pitchFamily="2" charset="0"/>
              <a:sym typeface="Arial"/>
            </a:endParaRPr>
          </a:p>
        </p:txBody>
      </p:sp>
      <p:pic>
        <p:nvPicPr>
          <p:cNvPr id="32" name="Picture 31" descr="Arrow clipart Vectors - Download Free High-Quality Vectors | Magnific  (formerly Freepik)">
            <a:extLst>
              <a:ext uri="{FF2B5EF4-FFF2-40B4-BE49-F238E27FC236}">
                <a16:creationId xmlns:a16="http://schemas.microsoft.com/office/drawing/2014/main" id="{1205AEB5-E866-A3C8-6990-00F49B4AC1E2}"/>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17759" y="844744"/>
            <a:ext cx="1078690" cy="718553"/>
          </a:xfrm>
          <a:prstGeom prst="rect">
            <a:avLst/>
          </a:prstGeom>
          <a:ln>
            <a:noFill/>
          </a:ln>
        </p:spPr>
      </p:pic>
      <p:grpSp>
        <p:nvGrpSpPr>
          <p:cNvPr id="33" name="Group 5">
            <a:extLst>
              <a:ext uri="{FF2B5EF4-FFF2-40B4-BE49-F238E27FC236}">
                <a16:creationId xmlns:a16="http://schemas.microsoft.com/office/drawing/2014/main" id="{0D7FE15E-0E60-4929-CF22-6AAB0BD6F230}"/>
              </a:ext>
            </a:extLst>
          </p:cNvPr>
          <p:cNvGrpSpPr/>
          <p:nvPr/>
        </p:nvGrpSpPr>
        <p:grpSpPr>
          <a:xfrm>
            <a:off x="14613804" y="622772"/>
            <a:ext cx="3020186" cy="1052248"/>
            <a:chOff x="0" y="-176632"/>
            <a:chExt cx="6862758" cy="1553955"/>
          </a:xfrm>
        </p:grpSpPr>
        <p:sp>
          <p:nvSpPr>
            <p:cNvPr id="34" name="TextBox 8">
              <a:extLst>
                <a:ext uri="{FF2B5EF4-FFF2-40B4-BE49-F238E27FC236}">
                  <a16:creationId xmlns:a16="http://schemas.microsoft.com/office/drawing/2014/main" id="{49175FE1-9ADD-7A64-BF81-71867D251991}"/>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35" name="Group 9">
              <a:extLst>
                <a:ext uri="{FF2B5EF4-FFF2-40B4-BE49-F238E27FC236}">
                  <a16:creationId xmlns:a16="http://schemas.microsoft.com/office/drawing/2014/main" id="{98DB3BC7-30A8-4764-FE07-B593F5CB6909}"/>
                </a:ext>
              </a:extLst>
            </p:cNvPr>
            <p:cNvGrpSpPr/>
            <p:nvPr/>
          </p:nvGrpSpPr>
          <p:grpSpPr>
            <a:xfrm>
              <a:off x="93898" y="65264"/>
              <a:ext cx="6768860" cy="1312059"/>
              <a:chOff x="0" y="0"/>
              <a:chExt cx="1825079" cy="353769"/>
            </a:xfrm>
          </p:grpSpPr>
          <p:sp>
            <p:nvSpPr>
              <p:cNvPr id="36" name="Freeform 10">
                <a:extLst>
                  <a:ext uri="{FF2B5EF4-FFF2-40B4-BE49-F238E27FC236}">
                    <a16:creationId xmlns:a16="http://schemas.microsoft.com/office/drawing/2014/main" id="{48C43A53-067F-B35A-DE1D-B325F4793161}"/>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37" name="TextBox 11">
                <a:extLst>
                  <a:ext uri="{FF2B5EF4-FFF2-40B4-BE49-F238E27FC236}">
                    <a16:creationId xmlns:a16="http://schemas.microsoft.com/office/drawing/2014/main" id="{919DE918-78DD-FCE4-0732-A86994106C7A}"/>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38" name="TextBox 12">
            <a:extLst>
              <a:ext uri="{FF2B5EF4-FFF2-40B4-BE49-F238E27FC236}">
                <a16:creationId xmlns:a16="http://schemas.microsoft.com/office/drawing/2014/main" id="{5158A72E-68E0-6A1C-F95B-B89B143FD1C6}"/>
              </a:ext>
            </a:extLst>
          </p:cNvPr>
          <p:cNvSpPr txBox="1"/>
          <p:nvPr/>
        </p:nvSpPr>
        <p:spPr>
          <a:xfrm>
            <a:off x="14873328" y="1060485"/>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User is authorized</a:t>
            </a:r>
          </a:p>
        </p:txBody>
      </p:sp>
      <p:sp>
        <p:nvSpPr>
          <p:cNvPr id="39" name="Rounded Rectangle 5">
            <a:extLst>
              <a:ext uri="{FF2B5EF4-FFF2-40B4-BE49-F238E27FC236}">
                <a16:creationId xmlns:a16="http://schemas.microsoft.com/office/drawing/2014/main" id="{BE86B167-E464-08EC-981C-5AAFD655E11C}"/>
              </a:ext>
            </a:extLst>
          </p:cNvPr>
          <p:cNvSpPr/>
          <p:nvPr/>
        </p:nvSpPr>
        <p:spPr>
          <a:xfrm>
            <a:off x="11080789" y="1897734"/>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40" name="Google Shape;116;p1">
            <a:extLst>
              <a:ext uri="{FF2B5EF4-FFF2-40B4-BE49-F238E27FC236}">
                <a16:creationId xmlns:a16="http://schemas.microsoft.com/office/drawing/2014/main" id="{24D58279-A0DD-77D5-7088-FA6551F342D6}"/>
              </a:ext>
            </a:extLst>
          </p:cNvPr>
          <p:cNvSpPr txBox="1"/>
          <p:nvPr/>
        </p:nvSpPr>
        <p:spPr>
          <a:xfrm>
            <a:off x="9754421" y="2043631"/>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2</a:t>
            </a:r>
            <a:endParaRPr lang="en-US" dirty="0">
              <a:sym typeface="Arial"/>
            </a:endParaRPr>
          </a:p>
        </p:txBody>
      </p:sp>
      <p:sp>
        <p:nvSpPr>
          <p:cNvPr id="41" name="Google Shape;116;p1">
            <a:extLst>
              <a:ext uri="{FF2B5EF4-FFF2-40B4-BE49-F238E27FC236}">
                <a16:creationId xmlns:a16="http://schemas.microsoft.com/office/drawing/2014/main" id="{5E2E814F-ACE3-5384-4BF4-F234C11B8E9B}"/>
              </a:ext>
            </a:extLst>
          </p:cNvPr>
          <p:cNvSpPr txBox="1"/>
          <p:nvPr/>
        </p:nvSpPr>
        <p:spPr>
          <a:xfrm>
            <a:off x="11080788" y="2131484"/>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Manage Duplicates</a:t>
            </a:r>
            <a:endParaRPr lang="en-US" dirty="0">
              <a:sym typeface="Arial"/>
            </a:endParaRPr>
          </a:p>
        </p:txBody>
      </p:sp>
      <p:pic>
        <p:nvPicPr>
          <p:cNvPr id="42" name="Picture 41" descr="Arrow clipart Vectors - Download Free High-Quality Vectors | Magnific  (formerly Freepik)">
            <a:extLst>
              <a:ext uri="{FF2B5EF4-FFF2-40B4-BE49-F238E27FC236}">
                <a16:creationId xmlns:a16="http://schemas.microsoft.com/office/drawing/2014/main" id="{9F6A7BBE-40AE-00BB-A08A-72831210CF48}"/>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17758" y="1956227"/>
            <a:ext cx="1078690" cy="718553"/>
          </a:xfrm>
          <a:prstGeom prst="rect">
            <a:avLst/>
          </a:prstGeom>
          <a:ln>
            <a:noFill/>
          </a:ln>
        </p:spPr>
      </p:pic>
      <p:grpSp>
        <p:nvGrpSpPr>
          <p:cNvPr id="43" name="Group 5">
            <a:extLst>
              <a:ext uri="{FF2B5EF4-FFF2-40B4-BE49-F238E27FC236}">
                <a16:creationId xmlns:a16="http://schemas.microsoft.com/office/drawing/2014/main" id="{E556B1EB-D160-3E28-FBEF-B817B604951D}"/>
              </a:ext>
            </a:extLst>
          </p:cNvPr>
          <p:cNvGrpSpPr/>
          <p:nvPr/>
        </p:nvGrpSpPr>
        <p:grpSpPr>
          <a:xfrm>
            <a:off x="14648573" y="1720478"/>
            <a:ext cx="3020186" cy="1052248"/>
            <a:chOff x="0" y="-176632"/>
            <a:chExt cx="6862758" cy="1553955"/>
          </a:xfrm>
        </p:grpSpPr>
        <p:sp>
          <p:nvSpPr>
            <p:cNvPr id="44" name="TextBox 8">
              <a:extLst>
                <a:ext uri="{FF2B5EF4-FFF2-40B4-BE49-F238E27FC236}">
                  <a16:creationId xmlns:a16="http://schemas.microsoft.com/office/drawing/2014/main" id="{69464322-09B6-E60F-FC90-8D29D1454101}"/>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45" name="Group 9">
              <a:extLst>
                <a:ext uri="{FF2B5EF4-FFF2-40B4-BE49-F238E27FC236}">
                  <a16:creationId xmlns:a16="http://schemas.microsoft.com/office/drawing/2014/main" id="{3752A33D-FC6E-6B43-D307-B83D68664CEF}"/>
                </a:ext>
              </a:extLst>
            </p:cNvPr>
            <p:cNvGrpSpPr/>
            <p:nvPr/>
          </p:nvGrpSpPr>
          <p:grpSpPr>
            <a:xfrm>
              <a:off x="93898" y="65264"/>
              <a:ext cx="6768860" cy="1312059"/>
              <a:chOff x="0" y="0"/>
              <a:chExt cx="1825079" cy="353769"/>
            </a:xfrm>
          </p:grpSpPr>
          <p:sp>
            <p:nvSpPr>
              <p:cNvPr id="46" name="Freeform 10">
                <a:extLst>
                  <a:ext uri="{FF2B5EF4-FFF2-40B4-BE49-F238E27FC236}">
                    <a16:creationId xmlns:a16="http://schemas.microsoft.com/office/drawing/2014/main" id="{2899FC09-DDA3-7994-E8D3-DEE5645B6FAD}"/>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47" name="TextBox 11">
                <a:extLst>
                  <a:ext uri="{FF2B5EF4-FFF2-40B4-BE49-F238E27FC236}">
                    <a16:creationId xmlns:a16="http://schemas.microsoft.com/office/drawing/2014/main" id="{7BEB1427-C0A2-EEEE-C329-7415F8926CF6}"/>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48" name="TextBox 12">
            <a:extLst>
              <a:ext uri="{FF2B5EF4-FFF2-40B4-BE49-F238E27FC236}">
                <a16:creationId xmlns:a16="http://schemas.microsoft.com/office/drawing/2014/main" id="{4D2AA099-4322-58EC-D41A-688A88D5B719}"/>
              </a:ext>
            </a:extLst>
          </p:cNvPr>
          <p:cNvSpPr txBox="1"/>
          <p:nvPr/>
        </p:nvSpPr>
        <p:spPr>
          <a:xfrm>
            <a:off x="14991353" y="2159338"/>
            <a:ext cx="2459814" cy="309765"/>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No duplicates</a:t>
            </a:r>
          </a:p>
        </p:txBody>
      </p:sp>
      <p:sp>
        <p:nvSpPr>
          <p:cNvPr id="49" name="Rounded Rectangle 5">
            <a:extLst>
              <a:ext uri="{FF2B5EF4-FFF2-40B4-BE49-F238E27FC236}">
                <a16:creationId xmlns:a16="http://schemas.microsoft.com/office/drawing/2014/main" id="{63470523-905F-EFC7-5C4C-716A3727E416}"/>
              </a:ext>
            </a:extLst>
          </p:cNvPr>
          <p:cNvSpPr/>
          <p:nvPr/>
        </p:nvSpPr>
        <p:spPr>
          <a:xfrm>
            <a:off x="11080790" y="3047398"/>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50" name="Google Shape;116;p1">
            <a:extLst>
              <a:ext uri="{FF2B5EF4-FFF2-40B4-BE49-F238E27FC236}">
                <a16:creationId xmlns:a16="http://schemas.microsoft.com/office/drawing/2014/main" id="{B3C853F6-B60D-BDCC-D464-499B1E121D8E}"/>
              </a:ext>
            </a:extLst>
          </p:cNvPr>
          <p:cNvSpPr txBox="1"/>
          <p:nvPr/>
        </p:nvSpPr>
        <p:spPr>
          <a:xfrm>
            <a:off x="9711618" y="3192251"/>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3</a:t>
            </a:r>
            <a:endParaRPr lang="en-US" dirty="0">
              <a:sym typeface="Arial"/>
            </a:endParaRPr>
          </a:p>
        </p:txBody>
      </p:sp>
      <p:sp>
        <p:nvSpPr>
          <p:cNvPr id="51" name="Google Shape;116;p1">
            <a:extLst>
              <a:ext uri="{FF2B5EF4-FFF2-40B4-BE49-F238E27FC236}">
                <a16:creationId xmlns:a16="http://schemas.microsoft.com/office/drawing/2014/main" id="{B0C01E85-E330-26C0-6FE4-22B65E20C490}"/>
              </a:ext>
            </a:extLst>
          </p:cNvPr>
          <p:cNvSpPr txBox="1"/>
          <p:nvPr/>
        </p:nvSpPr>
        <p:spPr>
          <a:xfrm>
            <a:off x="11110728" y="3285748"/>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Locate the Review</a:t>
            </a:r>
            <a:endParaRPr lang="en-US" dirty="0">
              <a:sym typeface="Arial"/>
            </a:endParaRPr>
          </a:p>
        </p:txBody>
      </p:sp>
      <p:pic>
        <p:nvPicPr>
          <p:cNvPr id="52" name="Picture 51" descr="Arrow clipart Vectors - Download Free High-Quality Vectors | Magnific  (formerly Freepik)">
            <a:extLst>
              <a:ext uri="{FF2B5EF4-FFF2-40B4-BE49-F238E27FC236}">
                <a16:creationId xmlns:a16="http://schemas.microsoft.com/office/drawing/2014/main" id="{605EAFF0-ED14-2D6A-0A38-8A46B94F8EF6}"/>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17759" y="3105891"/>
            <a:ext cx="1078690" cy="718553"/>
          </a:xfrm>
          <a:prstGeom prst="rect">
            <a:avLst/>
          </a:prstGeom>
          <a:ln>
            <a:noFill/>
          </a:ln>
        </p:spPr>
      </p:pic>
      <p:grpSp>
        <p:nvGrpSpPr>
          <p:cNvPr id="53" name="Group 5">
            <a:extLst>
              <a:ext uri="{FF2B5EF4-FFF2-40B4-BE49-F238E27FC236}">
                <a16:creationId xmlns:a16="http://schemas.microsoft.com/office/drawing/2014/main" id="{4E41EA32-3CB0-1C91-BDAB-D6622EBC7776}"/>
              </a:ext>
            </a:extLst>
          </p:cNvPr>
          <p:cNvGrpSpPr/>
          <p:nvPr/>
        </p:nvGrpSpPr>
        <p:grpSpPr>
          <a:xfrm>
            <a:off x="14613804" y="2883919"/>
            <a:ext cx="3020186" cy="1052248"/>
            <a:chOff x="0" y="-176632"/>
            <a:chExt cx="6862758" cy="1553955"/>
          </a:xfrm>
        </p:grpSpPr>
        <p:sp>
          <p:nvSpPr>
            <p:cNvPr id="54" name="TextBox 8">
              <a:extLst>
                <a:ext uri="{FF2B5EF4-FFF2-40B4-BE49-F238E27FC236}">
                  <a16:creationId xmlns:a16="http://schemas.microsoft.com/office/drawing/2014/main" id="{131C2A6B-B54B-5424-F8BB-459C8CCE59C4}"/>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55" name="Group 9">
              <a:extLst>
                <a:ext uri="{FF2B5EF4-FFF2-40B4-BE49-F238E27FC236}">
                  <a16:creationId xmlns:a16="http://schemas.microsoft.com/office/drawing/2014/main" id="{A58665E2-39E2-EEBE-5DAA-DDEBBA8A3E0E}"/>
                </a:ext>
              </a:extLst>
            </p:cNvPr>
            <p:cNvGrpSpPr/>
            <p:nvPr/>
          </p:nvGrpSpPr>
          <p:grpSpPr>
            <a:xfrm>
              <a:off x="93898" y="65264"/>
              <a:ext cx="6768860" cy="1312059"/>
              <a:chOff x="0" y="0"/>
              <a:chExt cx="1825079" cy="353769"/>
            </a:xfrm>
          </p:grpSpPr>
          <p:sp>
            <p:nvSpPr>
              <p:cNvPr id="56" name="Freeform 10">
                <a:extLst>
                  <a:ext uri="{FF2B5EF4-FFF2-40B4-BE49-F238E27FC236}">
                    <a16:creationId xmlns:a16="http://schemas.microsoft.com/office/drawing/2014/main" id="{F9708D43-352A-EE90-2426-200C74B8798E}"/>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57" name="TextBox 11">
                <a:extLst>
                  <a:ext uri="{FF2B5EF4-FFF2-40B4-BE49-F238E27FC236}">
                    <a16:creationId xmlns:a16="http://schemas.microsoft.com/office/drawing/2014/main" id="{0B6DDF7E-4431-1AA9-D34A-64AA119B30BB}"/>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58" name="TextBox 12">
            <a:extLst>
              <a:ext uri="{FF2B5EF4-FFF2-40B4-BE49-F238E27FC236}">
                <a16:creationId xmlns:a16="http://schemas.microsoft.com/office/drawing/2014/main" id="{DA96084F-3330-A101-ABD1-8B06A1527CCE}"/>
              </a:ext>
            </a:extLst>
          </p:cNvPr>
          <p:cNvSpPr txBox="1"/>
          <p:nvPr/>
        </p:nvSpPr>
        <p:spPr>
          <a:xfrm>
            <a:off x="14892880" y="3284063"/>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Found</a:t>
            </a:r>
          </a:p>
        </p:txBody>
      </p:sp>
      <p:sp>
        <p:nvSpPr>
          <p:cNvPr id="59" name="Rounded Rectangle 5">
            <a:extLst>
              <a:ext uri="{FF2B5EF4-FFF2-40B4-BE49-F238E27FC236}">
                <a16:creationId xmlns:a16="http://schemas.microsoft.com/office/drawing/2014/main" id="{A3915591-516B-03BE-1ED0-9DCF1741F6EE}"/>
              </a:ext>
            </a:extLst>
          </p:cNvPr>
          <p:cNvSpPr/>
          <p:nvPr/>
        </p:nvSpPr>
        <p:spPr>
          <a:xfrm>
            <a:off x="11127822" y="4170184"/>
            <a:ext cx="2536969" cy="927793"/>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60" name="Google Shape;116;p1">
            <a:extLst>
              <a:ext uri="{FF2B5EF4-FFF2-40B4-BE49-F238E27FC236}">
                <a16:creationId xmlns:a16="http://schemas.microsoft.com/office/drawing/2014/main" id="{CB5F4A95-6821-7AA9-6F5E-174ACFC8FC9E}"/>
              </a:ext>
            </a:extLst>
          </p:cNvPr>
          <p:cNvSpPr txBox="1"/>
          <p:nvPr/>
        </p:nvSpPr>
        <p:spPr>
          <a:xfrm>
            <a:off x="9754421" y="4394908"/>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4</a:t>
            </a:r>
            <a:endParaRPr lang="en-US" dirty="0">
              <a:sym typeface="Arial"/>
            </a:endParaRPr>
          </a:p>
        </p:txBody>
      </p:sp>
      <p:sp>
        <p:nvSpPr>
          <p:cNvPr id="61" name="Google Shape;116;p1">
            <a:extLst>
              <a:ext uri="{FF2B5EF4-FFF2-40B4-BE49-F238E27FC236}">
                <a16:creationId xmlns:a16="http://schemas.microsoft.com/office/drawing/2014/main" id="{473D9590-8C23-7A58-46B0-E3F5662397CD}"/>
              </a:ext>
            </a:extLst>
          </p:cNvPr>
          <p:cNvSpPr txBox="1"/>
          <p:nvPr/>
        </p:nvSpPr>
        <p:spPr>
          <a:xfrm>
            <a:off x="11080788" y="4309780"/>
            <a:ext cx="2615893"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Voting &amp; Moderation Check</a:t>
            </a:r>
            <a:endParaRPr lang="en-US" dirty="0">
              <a:sym typeface="Arial"/>
            </a:endParaRPr>
          </a:p>
        </p:txBody>
      </p:sp>
      <p:pic>
        <p:nvPicPr>
          <p:cNvPr id="62" name="Picture 61" descr="Arrow clipart Vectors - Download Free High-Quality Vectors | Magnific  (formerly Freepik)">
            <a:extLst>
              <a:ext uri="{FF2B5EF4-FFF2-40B4-BE49-F238E27FC236}">
                <a16:creationId xmlns:a16="http://schemas.microsoft.com/office/drawing/2014/main" id="{761E0A93-9160-DE5F-40A3-BCCF7604976E}"/>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32836" y="4331802"/>
            <a:ext cx="1078690" cy="718553"/>
          </a:xfrm>
          <a:prstGeom prst="rect">
            <a:avLst/>
          </a:prstGeom>
          <a:ln>
            <a:noFill/>
          </a:ln>
        </p:spPr>
      </p:pic>
      <p:grpSp>
        <p:nvGrpSpPr>
          <p:cNvPr id="63" name="Group 5">
            <a:extLst>
              <a:ext uri="{FF2B5EF4-FFF2-40B4-BE49-F238E27FC236}">
                <a16:creationId xmlns:a16="http://schemas.microsoft.com/office/drawing/2014/main" id="{49EAF98C-250C-F195-DAD9-C69D41514ED8}"/>
              </a:ext>
            </a:extLst>
          </p:cNvPr>
          <p:cNvGrpSpPr/>
          <p:nvPr/>
        </p:nvGrpSpPr>
        <p:grpSpPr>
          <a:xfrm>
            <a:off x="14623236" y="4022384"/>
            <a:ext cx="3020186" cy="1052248"/>
            <a:chOff x="0" y="-176632"/>
            <a:chExt cx="6862758" cy="1553955"/>
          </a:xfrm>
        </p:grpSpPr>
        <p:sp>
          <p:nvSpPr>
            <p:cNvPr id="64" name="TextBox 8">
              <a:extLst>
                <a:ext uri="{FF2B5EF4-FFF2-40B4-BE49-F238E27FC236}">
                  <a16:creationId xmlns:a16="http://schemas.microsoft.com/office/drawing/2014/main" id="{3CC9FAC2-D914-EEC2-BCCA-0E50D6B6FAF0}"/>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65" name="Group 9">
              <a:extLst>
                <a:ext uri="{FF2B5EF4-FFF2-40B4-BE49-F238E27FC236}">
                  <a16:creationId xmlns:a16="http://schemas.microsoft.com/office/drawing/2014/main" id="{0665521F-6AA6-D4B1-E961-45999ED1B64C}"/>
                </a:ext>
              </a:extLst>
            </p:cNvPr>
            <p:cNvGrpSpPr/>
            <p:nvPr/>
          </p:nvGrpSpPr>
          <p:grpSpPr>
            <a:xfrm>
              <a:off x="93898" y="65264"/>
              <a:ext cx="6768860" cy="1312059"/>
              <a:chOff x="0" y="0"/>
              <a:chExt cx="1825079" cy="353769"/>
            </a:xfrm>
          </p:grpSpPr>
          <p:sp>
            <p:nvSpPr>
              <p:cNvPr id="66" name="Freeform 10">
                <a:extLst>
                  <a:ext uri="{FF2B5EF4-FFF2-40B4-BE49-F238E27FC236}">
                    <a16:creationId xmlns:a16="http://schemas.microsoft.com/office/drawing/2014/main" id="{E36A24A9-75C5-9384-77DD-DD310483DC82}"/>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67" name="TextBox 11">
                <a:extLst>
                  <a:ext uri="{FF2B5EF4-FFF2-40B4-BE49-F238E27FC236}">
                    <a16:creationId xmlns:a16="http://schemas.microsoft.com/office/drawing/2014/main" id="{0B491E9E-D1C6-466E-FF93-3DF661C6C746}"/>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68" name="TextBox 12">
            <a:extLst>
              <a:ext uri="{FF2B5EF4-FFF2-40B4-BE49-F238E27FC236}">
                <a16:creationId xmlns:a16="http://schemas.microsoft.com/office/drawing/2014/main" id="{A3F90B25-640E-9959-063E-FA1B6BD3F86A}"/>
              </a:ext>
            </a:extLst>
          </p:cNvPr>
          <p:cNvSpPr txBox="1"/>
          <p:nvPr/>
        </p:nvSpPr>
        <p:spPr>
          <a:xfrm>
            <a:off x="14937791" y="4403522"/>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Reported</a:t>
            </a:r>
          </a:p>
        </p:txBody>
      </p:sp>
      <p:sp>
        <p:nvSpPr>
          <p:cNvPr id="69" name="Google Shape;116;p1">
            <a:extLst>
              <a:ext uri="{FF2B5EF4-FFF2-40B4-BE49-F238E27FC236}">
                <a16:creationId xmlns:a16="http://schemas.microsoft.com/office/drawing/2014/main" id="{ACEBE284-93A3-D031-B754-7649334838BD}"/>
              </a:ext>
            </a:extLst>
          </p:cNvPr>
          <p:cNvSpPr txBox="1"/>
          <p:nvPr/>
        </p:nvSpPr>
        <p:spPr>
          <a:xfrm>
            <a:off x="9518118" y="5512437"/>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pPr algn="ctr"/>
            <a:r>
              <a:rPr lang="en-US" dirty="0"/>
              <a:t>Step 5</a:t>
            </a:r>
            <a:endParaRPr lang="en-US" dirty="0">
              <a:sym typeface="Arial"/>
            </a:endParaRPr>
          </a:p>
        </p:txBody>
      </p:sp>
      <p:sp>
        <p:nvSpPr>
          <p:cNvPr id="70" name="Rounded Rectangle 5">
            <a:extLst>
              <a:ext uri="{FF2B5EF4-FFF2-40B4-BE49-F238E27FC236}">
                <a16:creationId xmlns:a16="http://schemas.microsoft.com/office/drawing/2014/main" id="{C42970A7-B63C-90F2-7208-65A2F3B7B62E}"/>
              </a:ext>
            </a:extLst>
          </p:cNvPr>
          <p:cNvSpPr/>
          <p:nvPr/>
        </p:nvSpPr>
        <p:spPr>
          <a:xfrm>
            <a:off x="11152855" y="5285711"/>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71" name="Google Shape;116;p1">
            <a:extLst>
              <a:ext uri="{FF2B5EF4-FFF2-40B4-BE49-F238E27FC236}">
                <a16:creationId xmlns:a16="http://schemas.microsoft.com/office/drawing/2014/main" id="{6F37BA2A-7326-576F-E5AB-E1E8B807D993}"/>
              </a:ext>
            </a:extLst>
          </p:cNvPr>
          <p:cNvSpPr txBox="1"/>
          <p:nvPr/>
        </p:nvSpPr>
        <p:spPr>
          <a:xfrm>
            <a:off x="11151067" y="5404714"/>
            <a:ext cx="2554063"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Evidence Requirements</a:t>
            </a:r>
            <a:endParaRPr lang="en-US" dirty="0">
              <a:sym typeface="Arial"/>
            </a:endParaRPr>
          </a:p>
        </p:txBody>
      </p:sp>
      <p:pic>
        <p:nvPicPr>
          <p:cNvPr id="79" name="Picture 78" descr="Arrow clipart Vectors - Download Free High-Quality Vectors | Magnific  (formerly Freepik)">
            <a:extLst>
              <a:ext uri="{FF2B5EF4-FFF2-40B4-BE49-F238E27FC236}">
                <a16:creationId xmlns:a16="http://schemas.microsoft.com/office/drawing/2014/main" id="{0BABB384-9243-BE91-7DE3-9832682A69F0}"/>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41385" y="5420218"/>
            <a:ext cx="1078690" cy="718553"/>
          </a:xfrm>
          <a:prstGeom prst="rect">
            <a:avLst/>
          </a:prstGeom>
          <a:ln>
            <a:noFill/>
          </a:ln>
        </p:spPr>
      </p:pic>
      <p:grpSp>
        <p:nvGrpSpPr>
          <p:cNvPr id="80" name="Group 5">
            <a:extLst>
              <a:ext uri="{FF2B5EF4-FFF2-40B4-BE49-F238E27FC236}">
                <a16:creationId xmlns:a16="http://schemas.microsoft.com/office/drawing/2014/main" id="{45FF039F-9413-AABF-7B7A-3037DC4B0CEA}"/>
              </a:ext>
            </a:extLst>
          </p:cNvPr>
          <p:cNvGrpSpPr/>
          <p:nvPr/>
        </p:nvGrpSpPr>
        <p:grpSpPr>
          <a:xfrm>
            <a:off x="14670039" y="5142911"/>
            <a:ext cx="3020186" cy="1052248"/>
            <a:chOff x="0" y="-176632"/>
            <a:chExt cx="6862758" cy="1553955"/>
          </a:xfrm>
        </p:grpSpPr>
        <p:sp>
          <p:nvSpPr>
            <p:cNvPr id="81" name="TextBox 8">
              <a:extLst>
                <a:ext uri="{FF2B5EF4-FFF2-40B4-BE49-F238E27FC236}">
                  <a16:creationId xmlns:a16="http://schemas.microsoft.com/office/drawing/2014/main" id="{00E65172-F4B1-B1F1-7BAE-22BE7EA4B2D0}"/>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82" name="Group 9">
              <a:extLst>
                <a:ext uri="{FF2B5EF4-FFF2-40B4-BE49-F238E27FC236}">
                  <a16:creationId xmlns:a16="http://schemas.microsoft.com/office/drawing/2014/main" id="{C1D04A36-57AA-0F53-C250-1A8DFB39B2EE}"/>
                </a:ext>
              </a:extLst>
            </p:cNvPr>
            <p:cNvGrpSpPr/>
            <p:nvPr/>
          </p:nvGrpSpPr>
          <p:grpSpPr>
            <a:xfrm>
              <a:off x="93898" y="65264"/>
              <a:ext cx="6768860" cy="1312059"/>
              <a:chOff x="0" y="0"/>
              <a:chExt cx="1825079" cy="353769"/>
            </a:xfrm>
          </p:grpSpPr>
          <p:sp>
            <p:nvSpPr>
              <p:cNvPr id="83" name="Freeform 10">
                <a:extLst>
                  <a:ext uri="{FF2B5EF4-FFF2-40B4-BE49-F238E27FC236}">
                    <a16:creationId xmlns:a16="http://schemas.microsoft.com/office/drawing/2014/main" id="{E32E00C5-92E1-D086-76B9-DC36A995B0BC}"/>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114" name="TextBox 11">
                <a:extLst>
                  <a:ext uri="{FF2B5EF4-FFF2-40B4-BE49-F238E27FC236}">
                    <a16:creationId xmlns:a16="http://schemas.microsoft.com/office/drawing/2014/main" id="{30C4D5B3-22A6-581C-E1D6-A6024243A091}"/>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116" name="TextBox 12">
            <a:extLst>
              <a:ext uri="{FF2B5EF4-FFF2-40B4-BE49-F238E27FC236}">
                <a16:creationId xmlns:a16="http://schemas.microsoft.com/office/drawing/2014/main" id="{17B932A8-7D38-C58A-33EE-1160CBA9EC33}"/>
              </a:ext>
            </a:extLst>
          </p:cNvPr>
          <p:cNvSpPr txBox="1"/>
          <p:nvPr/>
        </p:nvSpPr>
        <p:spPr>
          <a:xfrm>
            <a:off x="14767192" y="5279876"/>
            <a:ext cx="2964356" cy="969436"/>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Confirmed the competitor conflict of interest</a:t>
            </a:r>
            <a:endParaRPr lang="en-US" dirty="0">
              <a:sym typeface="Poppins"/>
            </a:endParaRPr>
          </a:p>
        </p:txBody>
      </p:sp>
      <p:grpSp>
        <p:nvGrpSpPr>
          <p:cNvPr id="118" name="Group 5">
            <a:extLst>
              <a:ext uri="{FF2B5EF4-FFF2-40B4-BE49-F238E27FC236}">
                <a16:creationId xmlns:a16="http://schemas.microsoft.com/office/drawing/2014/main" id="{6CADD294-6017-BDC5-F9C3-6705873BE29A}"/>
              </a:ext>
            </a:extLst>
          </p:cNvPr>
          <p:cNvGrpSpPr/>
          <p:nvPr/>
        </p:nvGrpSpPr>
        <p:grpSpPr>
          <a:xfrm>
            <a:off x="5156938" y="8709757"/>
            <a:ext cx="12388666" cy="1381990"/>
            <a:chOff x="0" y="-176632"/>
            <a:chExt cx="7173645" cy="1555368"/>
          </a:xfrm>
        </p:grpSpPr>
        <p:sp>
          <p:nvSpPr>
            <p:cNvPr id="119" name="TextBox 8">
              <a:extLst>
                <a:ext uri="{FF2B5EF4-FFF2-40B4-BE49-F238E27FC236}">
                  <a16:creationId xmlns:a16="http://schemas.microsoft.com/office/drawing/2014/main" id="{40050399-8230-6848-0994-E5D018EC38F1}"/>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sz="1600">
                <a:solidFill>
                  <a:prstClr val="black"/>
                </a:solidFill>
                <a:latin typeface="Aptos" panose="02110004020202020204"/>
              </a:endParaRPr>
            </a:p>
          </p:txBody>
        </p:sp>
        <p:grpSp>
          <p:nvGrpSpPr>
            <p:cNvPr id="120" name="Group 9">
              <a:extLst>
                <a:ext uri="{FF2B5EF4-FFF2-40B4-BE49-F238E27FC236}">
                  <a16:creationId xmlns:a16="http://schemas.microsoft.com/office/drawing/2014/main" id="{B96D1B87-4237-2528-7299-1AA69B1762AF}"/>
                </a:ext>
              </a:extLst>
            </p:cNvPr>
            <p:cNvGrpSpPr/>
            <p:nvPr/>
          </p:nvGrpSpPr>
          <p:grpSpPr>
            <a:xfrm>
              <a:off x="360320" y="-109955"/>
              <a:ext cx="6813325" cy="1488691"/>
              <a:chOff x="71835" y="-47244"/>
              <a:chExt cx="1837068" cy="401394"/>
            </a:xfrm>
          </p:grpSpPr>
          <p:sp>
            <p:nvSpPr>
              <p:cNvPr id="121" name="Freeform 10">
                <a:extLst>
                  <a:ext uri="{FF2B5EF4-FFF2-40B4-BE49-F238E27FC236}">
                    <a16:creationId xmlns:a16="http://schemas.microsoft.com/office/drawing/2014/main" id="{0BCA6C2E-651C-78B6-3B23-6FBF8B4A861D}"/>
                  </a:ext>
                </a:extLst>
              </p:cNvPr>
              <p:cNvSpPr/>
              <p:nvPr/>
            </p:nvSpPr>
            <p:spPr>
              <a:xfrm>
                <a:off x="83824" y="-10065"/>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92E9A7"/>
                </a:solidFill>
                <a:prstDash val="solid"/>
                <a:round/>
              </a:ln>
            </p:spPr>
            <p:txBody>
              <a:bodyPr/>
              <a:lstStyle/>
              <a:p>
                <a:endParaRPr lang="en-US" sz="1600" dirty="0">
                  <a:solidFill>
                    <a:prstClr val="black"/>
                  </a:solidFill>
                  <a:latin typeface="Aptos" panose="02110004020202020204"/>
                </a:endParaRPr>
              </a:p>
            </p:txBody>
          </p:sp>
          <p:sp>
            <p:nvSpPr>
              <p:cNvPr id="122" name="TextBox 11">
                <a:extLst>
                  <a:ext uri="{FF2B5EF4-FFF2-40B4-BE49-F238E27FC236}">
                    <a16:creationId xmlns:a16="http://schemas.microsoft.com/office/drawing/2014/main" id="{692E6E25-AF6E-FE09-289C-4EF1837BAE0B}"/>
                  </a:ext>
                </a:extLst>
              </p:cNvPr>
              <p:cNvSpPr txBox="1"/>
              <p:nvPr/>
            </p:nvSpPr>
            <p:spPr>
              <a:xfrm>
                <a:off x="71835" y="-47244"/>
                <a:ext cx="1825079" cy="401394"/>
              </a:xfrm>
              <a:prstGeom prst="rect">
                <a:avLst/>
              </a:prstGeom>
            </p:spPr>
            <p:txBody>
              <a:bodyPr lIns="50800" tIns="50800" rIns="50800" bIns="50800" rtlCol="0" anchor="ctr"/>
              <a:lstStyle/>
              <a:p>
                <a:pPr algn="ctr">
                  <a:lnSpc>
                    <a:spcPts val="2806"/>
                  </a:lnSpc>
                </a:pPr>
                <a:endParaRPr sz="1600">
                  <a:solidFill>
                    <a:prstClr val="black"/>
                  </a:solidFill>
                  <a:latin typeface="Aptos" panose="02110004020202020204"/>
                </a:endParaRPr>
              </a:p>
            </p:txBody>
          </p:sp>
        </p:grpSp>
      </p:grpSp>
      <p:sp>
        <p:nvSpPr>
          <p:cNvPr id="123" name="Google Shape;116;p1">
            <a:extLst>
              <a:ext uri="{FF2B5EF4-FFF2-40B4-BE49-F238E27FC236}">
                <a16:creationId xmlns:a16="http://schemas.microsoft.com/office/drawing/2014/main" id="{ED0DF3BB-CF3A-63F3-EC66-019BEAA2BB73}"/>
              </a:ext>
            </a:extLst>
          </p:cNvPr>
          <p:cNvSpPr txBox="1"/>
          <p:nvPr/>
        </p:nvSpPr>
        <p:spPr>
          <a:xfrm>
            <a:off x="6131864" y="9056618"/>
            <a:ext cx="11281551" cy="923330"/>
          </a:xfrm>
          <a:prstGeom prst="rect">
            <a:avLst/>
          </a:prstGeom>
        </p:spPr>
        <p:txBody>
          <a:bodyPr wrap="square" lIns="0" tIns="0" rIns="0" bIns="0" rtlCol="0" anchor="t">
            <a:spAutoFit/>
          </a:bodyPr>
          <a:lstStyle>
            <a:defPPr>
              <a:defRPr lang="en-US"/>
            </a:defPPr>
            <a:lvl1pPr algn="ctr" defTabSz="1371600">
              <a:buClr>
                <a:srgbClr val="000000"/>
              </a:buClr>
              <a:defRPr b="1">
                <a:solidFill>
                  <a:srgbClr val="002B11"/>
                </a:solidFill>
                <a:latin typeface="Poppins" panose="00000500000000000000" pitchFamily="2" charset="0"/>
                <a:cs typeface="Poppins" panose="00000500000000000000" pitchFamily="2" charset="0"/>
              </a:defRPr>
            </a:lvl1pPr>
          </a:lstStyle>
          <a:p>
            <a:pPr algn="l"/>
            <a:r>
              <a:rPr lang="en-US" sz="2000" dirty="0"/>
              <a:t>Recap: </a:t>
            </a:r>
            <a:r>
              <a:rPr lang="en-US" sz="2000" b="0" dirty="0"/>
              <a:t>The owner is authorized, valid, unique, reported through the management center. Conflict is confirmed and the check is still ongoing. A macro stating that the verification is in progress is sent.</a:t>
            </a:r>
            <a:endParaRPr lang="en-US" sz="2000" b="0" dirty="0">
              <a:sym typeface="Arial"/>
            </a:endParaRPr>
          </a:p>
        </p:txBody>
      </p:sp>
      <p:sp>
        <p:nvSpPr>
          <p:cNvPr id="2" name="Google Shape;116;p1">
            <a:extLst>
              <a:ext uri="{FF2B5EF4-FFF2-40B4-BE49-F238E27FC236}">
                <a16:creationId xmlns:a16="http://schemas.microsoft.com/office/drawing/2014/main" id="{041ADDE2-1F42-2A99-8BC3-121E3AA29850}"/>
              </a:ext>
            </a:extLst>
          </p:cNvPr>
          <p:cNvSpPr txBox="1"/>
          <p:nvPr/>
        </p:nvSpPr>
        <p:spPr>
          <a:xfrm>
            <a:off x="9518118" y="6565126"/>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pPr algn="ctr"/>
            <a:r>
              <a:rPr lang="en-US" dirty="0"/>
              <a:t>Step 6</a:t>
            </a:r>
            <a:endParaRPr lang="en-US" dirty="0">
              <a:sym typeface="Arial"/>
            </a:endParaRPr>
          </a:p>
        </p:txBody>
      </p:sp>
      <p:sp>
        <p:nvSpPr>
          <p:cNvPr id="3" name="Rounded Rectangle 5">
            <a:extLst>
              <a:ext uri="{FF2B5EF4-FFF2-40B4-BE49-F238E27FC236}">
                <a16:creationId xmlns:a16="http://schemas.microsoft.com/office/drawing/2014/main" id="{E9DB1EF5-F263-0B60-F205-4C6983658624}"/>
              </a:ext>
            </a:extLst>
          </p:cNvPr>
          <p:cNvSpPr/>
          <p:nvPr/>
        </p:nvSpPr>
        <p:spPr>
          <a:xfrm>
            <a:off x="11127822" y="6370852"/>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4" name="Google Shape;116;p1">
            <a:extLst>
              <a:ext uri="{FF2B5EF4-FFF2-40B4-BE49-F238E27FC236}">
                <a16:creationId xmlns:a16="http://schemas.microsoft.com/office/drawing/2014/main" id="{611530A4-80AE-1841-AD18-0C507938C34F}"/>
              </a:ext>
            </a:extLst>
          </p:cNvPr>
          <p:cNvSpPr txBox="1"/>
          <p:nvPr/>
        </p:nvSpPr>
        <p:spPr>
          <a:xfrm>
            <a:off x="11160479" y="6471616"/>
            <a:ext cx="2554063"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Process &amp; Documentation</a:t>
            </a:r>
            <a:endParaRPr lang="en-US" dirty="0">
              <a:sym typeface="Arial"/>
            </a:endParaRPr>
          </a:p>
        </p:txBody>
      </p:sp>
      <p:pic>
        <p:nvPicPr>
          <p:cNvPr id="5" name="Picture 4" descr="Arrow clipart Vectors - Download Free High-Quality Vectors | Magnific  (formerly Freepik)">
            <a:extLst>
              <a:ext uri="{FF2B5EF4-FFF2-40B4-BE49-F238E27FC236}">
                <a16:creationId xmlns:a16="http://schemas.microsoft.com/office/drawing/2014/main" id="{598C5FFA-D84E-3DD5-60B5-DE3967FDFDE9}"/>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16352" y="6505359"/>
            <a:ext cx="1078690" cy="718553"/>
          </a:xfrm>
          <a:prstGeom prst="rect">
            <a:avLst/>
          </a:prstGeom>
          <a:ln>
            <a:noFill/>
          </a:ln>
        </p:spPr>
      </p:pic>
      <p:grpSp>
        <p:nvGrpSpPr>
          <p:cNvPr id="7" name="Group 5">
            <a:extLst>
              <a:ext uri="{FF2B5EF4-FFF2-40B4-BE49-F238E27FC236}">
                <a16:creationId xmlns:a16="http://schemas.microsoft.com/office/drawing/2014/main" id="{BDC35009-D214-FFA5-74C4-FE7C99A09048}"/>
              </a:ext>
            </a:extLst>
          </p:cNvPr>
          <p:cNvGrpSpPr/>
          <p:nvPr/>
        </p:nvGrpSpPr>
        <p:grpSpPr>
          <a:xfrm>
            <a:off x="14645006" y="6228052"/>
            <a:ext cx="3020186" cy="1052248"/>
            <a:chOff x="0" y="-176632"/>
            <a:chExt cx="6862758" cy="1553955"/>
          </a:xfrm>
        </p:grpSpPr>
        <p:sp>
          <p:nvSpPr>
            <p:cNvPr id="9" name="TextBox 8">
              <a:extLst>
                <a:ext uri="{FF2B5EF4-FFF2-40B4-BE49-F238E27FC236}">
                  <a16:creationId xmlns:a16="http://schemas.microsoft.com/office/drawing/2014/main" id="{3BF7127B-23D9-048D-0F53-B4F5C83DA27A}"/>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10" name="Group 9">
              <a:extLst>
                <a:ext uri="{FF2B5EF4-FFF2-40B4-BE49-F238E27FC236}">
                  <a16:creationId xmlns:a16="http://schemas.microsoft.com/office/drawing/2014/main" id="{BBE919AF-12B1-7675-3A8D-D33B43F0961A}"/>
                </a:ext>
              </a:extLst>
            </p:cNvPr>
            <p:cNvGrpSpPr/>
            <p:nvPr/>
          </p:nvGrpSpPr>
          <p:grpSpPr>
            <a:xfrm>
              <a:off x="93898" y="65264"/>
              <a:ext cx="6768860" cy="1312059"/>
              <a:chOff x="0" y="0"/>
              <a:chExt cx="1825079" cy="353769"/>
            </a:xfrm>
          </p:grpSpPr>
          <p:sp>
            <p:nvSpPr>
              <p:cNvPr id="11" name="Freeform 10">
                <a:extLst>
                  <a:ext uri="{FF2B5EF4-FFF2-40B4-BE49-F238E27FC236}">
                    <a16:creationId xmlns:a16="http://schemas.microsoft.com/office/drawing/2014/main" id="{57413A52-A47A-E313-810F-AB079306E9E7}"/>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14" name="TextBox 11">
                <a:extLst>
                  <a:ext uri="{FF2B5EF4-FFF2-40B4-BE49-F238E27FC236}">
                    <a16:creationId xmlns:a16="http://schemas.microsoft.com/office/drawing/2014/main" id="{2DEF59A6-63BD-DA89-2905-154254E60E13}"/>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16" name="TextBox 12">
            <a:extLst>
              <a:ext uri="{FF2B5EF4-FFF2-40B4-BE49-F238E27FC236}">
                <a16:creationId xmlns:a16="http://schemas.microsoft.com/office/drawing/2014/main" id="{11C665A6-D12C-BEC9-42AF-95435C6A9792}"/>
              </a:ext>
            </a:extLst>
          </p:cNvPr>
          <p:cNvSpPr txBox="1"/>
          <p:nvPr/>
        </p:nvSpPr>
        <p:spPr>
          <a:xfrm>
            <a:off x="15009001" y="6528172"/>
            <a:ext cx="2459814"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Pending User Verification</a:t>
            </a:r>
            <a:endParaRPr lang="en-US" dirty="0">
              <a:sym typeface="Poppins"/>
            </a:endParaRPr>
          </a:p>
        </p:txBody>
      </p:sp>
      <p:sp>
        <p:nvSpPr>
          <p:cNvPr id="17" name="Google Shape;116;p1">
            <a:extLst>
              <a:ext uri="{FF2B5EF4-FFF2-40B4-BE49-F238E27FC236}">
                <a16:creationId xmlns:a16="http://schemas.microsoft.com/office/drawing/2014/main" id="{D09F570C-5DF0-CCA0-58E0-B717FC3470B8}"/>
              </a:ext>
            </a:extLst>
          </p:cNvPr>
          <p:cNvSpPr txBox="1"/>
          <p:nvPr/>
        </p:nvSpPr>
        <p:spPr>
          <a:xfrm>
            <a:off x="9560235" y="7645722"/>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pPr algn="ctr"/>
            <a:r>
              <a:rPr lang="en-US" dirty="0"/>
              <a:t>Step 7</a:t>
            </a:r>
            <a:endParaRPr lang="en-US" dirty="0">
              <a:sym typeface="Arial"/>
            </a:endParaRPr>
          </a:p>
        </p:txBody>
      </p:sp>
      <p:sp>
        <p:nvSpPr>
          <p:cNvPr id="18" name="Rounded Rectangle 5">
            <a:extLst>
              <a:ext uri="{FF2B5EF4-FFF2-40B4-BE49-F238E27FC236}">
                <a16:creationId xmlns:a16="http://schemas.microsoft.com/office/drawing/2014/main" id="{C4D3B03D-C51E-7B9A-E42B-CC24EA871CA3}"/>
              </a:ext>
            </a:extLst>
          </p:cNvPr>
          <p:cNvSpPr/>
          <p:nvPr/>
        </p:nvSpPr>
        <p:spPr>
          <a:xfrm>
            <a:off x="11135570" y="7436479"/>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19" name="Google Shape;116;p1">
            <a:extLst>
              <a:ext uri="{FF2B5EF4-FFF2-40B4-BE49-F238E27FC236}">
                <a16:creationId xmlns:a16="http://schemas.microsoft.com/office/drawing/2014/main" id="{C3748CD8-A8BD-0A00-35F9-CFC17ACC853F}"/>
              </a:ext>
            </a:extLst>
          </p:cNvPr>
          <p:cNvSpPr txBox="1"/>
          <p:nvPr/>
        </p:nvSpPr>
        <p:spPr>
          <a:xfrm>
            <a:off x="11151067" y="7716668"/>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Macro to Send</a:t>
            </a:r>
            <a:endParaRPr lang="en-US" dirty="0">
              <a:sym typeface="Arial"/>
            </a:endParaRPr>
          </a:p>
        </p:txBody>
      </p:sp>
      <p:pic>
        <p:nvPicPr>
          <p:cNvPr id="20" name="Picture 19" descr="Arrow clipart Vectors - Download Free High-Quality Vectors | Magnific  (formerly Freepik)">
            <a:extLst>
              <a:ext uri="{FF2B5EF4-FFF2-40B4-BE49-F238E27FC236}">
                <a16:creationId xmlns:a16="http://schemas.microsoft.com/office/drawing/2014/main" id="{4DC12D6C-F43D-4AA4-7A0E-2D48C5DC0B90}"/>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24100" y="7570986"/>
            <a:ext cx="1078690" cy="718553"/>
          </a:xfrm>
          <a:prstGeom prst="rect">
            <a:avLst/>
          </a:prstGeom>
          <a:ln>
            <a:noFill/>
          </a:ln>
        </p:spPr>
      </p:pic>
      <p:grpSp>
        <p:nvGrpSpPr>
          <p:cNvPr id="22" name="Group 5">
            <a:extLst>
              <a:ext uri="{FF2B5EF4-FFF2-40B4-BE49-F238E27FC236}">
                <a16:creationId xmlns:a16="http://schemas.microsoft.com/office/drawing/2014/main" id="{911A96DC-1FB9-A588-31B9-B9AD2A41DDA8}"/>
              </a:ext>
            </a:extLst>
          </p:cNvPr>
          <p:cNvGrpSpPr/>
          <p:nvPr/>
        </p:nvGrpSpPr>
        <p:grpSpPr>
          <a:xfrm>
            <a:off x="14652754" y="7293679"/>
            <a:ext cx="3020186" cy="1052248"/>
            <a:chOff x="0" y="-176632"/>
            <a:chExt cx="6862758" cy="1553955"/>
          </a:xfrm>
        </p:grpSpPr>
        <p:sp>
          <p:nvSpPr>
            <p:cNvPr id="25" name="TextBox 24">
              <a:extLst>
                <a:ext uri="{FF2B5EF4-FFF2-40B4-BE49-F238E27FC236}">
                  <a16:creationId xmlns:a16="http://schemas.microsoft.com/office/drawing/2014/main" id="{75AF425D-EAF9-ED52-0A7C-E812284B4994}"/>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26" name="Group 25">
              <a:extLst>
                <a:ext uri="{FF2B5EF4-FFF2-40B4-BE49-F238E27FC236}">
                  <a16:creationId xmlns:a16="http://schemas.microsoft.com/office/drawing/2014/main" id="{250163B0-CCA2-1986-0E3A-F6EAB57D410F}"/>
                </a:ext>
              </a:extLst>
            </p:cNvPr>
            <p:cNvGrpSpPr/>
            <p:nvPr/>
          </p:nvGrpSpPr>
          <p:grpSpPr>
            <a:xfrm>
              <a:off x="93898" y="65264"/>
              <a:ext cx="6768860" cy="1312059"/>
              <a:chOff x="0" y="0"/>
              <a:chExt cx="1825079" cy="353769"/>
            </a:xfrm>
          </p:grpSpPr>
          <p:sp>
            <p:nvSpPr>
              <p:cNvPr id="27" name="Freeform 10">
                <a:extLst>
                  <a:ext uri="{FF2B5EF4-FFF2-40B4-BE49-F238E27FC236}">
                    <a16:creationId xmlns:a16="http://schemas.microsoft.com/office/drawing/2014/main" id="{6D3E6820-778D-231D-E8F1-DBF41AD2945C}"/>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28" name="TextBox 11">
                <a:extLst>
                  <a:ext uri="{FF2B5EF4-FFF2-40B4-BE49-F238E27FC236}">
                    <a16:creationId xmlns:a16="http://schemas.microsoft.com/office/drawing/2014/main" id="{BDFADD72-6BE4-958F-4DE4-46DBB4B2893D}"/>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29" name="TextBox 12">
            <a:extLst>
              <a:ext uri="{FF2B5EF4-FFF2-40B4-BE49-F238E27FC236}">
                <a16:creationId xmlns:a16="http://schemas.microsoft.com/office/drawing/2014/main" id="{8DD39E50-3D78-7BC6-4DA2-08728CF989D4}"/>
              </a:ext>
            </a:extLst>
          </p:cNvPr>
          <p:cNvSpPr txBox="1"/>
          <p:nvPr/>
        </p:nvSpPr>
        <p:spPr>
          <a:xfrm>
            <a:off x="14953601" y="7578563"/>
            <a:ext cx="2459814"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i="1" dirty="0"/>
              <a:t>Review Removed (REJECT/CI)</a:t>
            </a:r>
            <a:endParaRPr lang="en-US" i="1" dirty="0">
              <a:sym typeface="Poppins"/>
            </a:endParaRPr>
          </a:p>
        </p:txBody>
      </p:sp>
    </p:spTree>
    <p:extLst>
      <p:ext uri="{BB962C8B-B14F-4D97-AF65-F5344CB8AC3E}">
        <p14:creationId xmlns:p14="http://schemas.microsoft.com/office/powerpoint/2010/main" val="839175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strVal val="#ppt_w*0.70"/>
                                          </p:val>
                                        </p:tav>
                                        <p:tav tm="100000">
                                          <p:val>
                                            <p:strVal val="#ppt_w"/>
                                          </p:val>
                                        </p:tav>
                                      </p:tavLst>
                                    </p:anim>
                                    <p:anim calcmode="lin" valueType="num">
                                      <p:cBhvr>
                                        <p:cTn id="8" dur="1000" fill="hold"/>
                                        <p:tgtEl>
                                          <p:spTgt spid="13"/>
                                        </p:tgtEl>
                                        <p:attrNameLst>
                                          <p:attrName>ppt_h</p:attrName>
                                        </p:attrNameLst>
                                      </p:cBhvr>
                                      <p:tavLst>
                                        <p:tav tm="0">
                                          <p:val>
                                            <p:strVal val="#ppt_h"/>
                                          </p:val>
                                        </p:tav>
                                        <p:tav tm="100000">
                                          <p:val>
                                            <p:strVal val="#ppt_h"/>
                                          </p:val>
                                        </p:tav>
                                      </p:tavLst>
                                    </p:anim>
                                    <p:animEffect transition="in" filter="fade">
                                      <p:cBhvr>
                                        <p:cTn id="9" dur="1000"/>
                                        <p:tgtEl>
                                          <p:spTgt spid="13"/>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strVal val="#ppt_w*0.70"/>
                                          </p:val>
                                        </p:tav>
                                        <p:tav tm="100000">
                                          <p:val>
                                            <p:strVal val="#ppt_w"/>
                                          </p:val>
                                        </p:tav>
                                      </p:tavLst>
                                    </p:anim>
                                    <p:anim calcmode="lin" valueType="num">
                                      <p:cBhvr>
                                        <p:cTn id="13" dur="1000" fill="hold"/>
                                        <p:tgtEl>
                                          <p:spTgt spid="8"/>
                                        </p:tgtEl>
                                        <p:attrNameLst>
                                          <p:attrName>ppt_h</p:attrName>
                                        </p:attrNameLst>
                                      </p:cBhvr>
                                      <p:tavLst>
                                        <p:tav tm="0">
                                          <p:val>
                                            <p:strVal val="#ppt_h"/>
                                          </p:val>
                                        </p:tav>
                                        <p:tav tm="100000">
                                          <p:val>
                                            <p:strVal val="#ppt_h"/>
                                          </p:val>
                                        </p:tav>
                                      </p:tavLst>
                                    </p:anim>
                                    <p:animEffect transition="in" filter="fade">
                                      <p:cBhvr>
                                        <p:cTn id="14" dur="1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randombar(horizontal)">
                                      <p:cBhvr>
                                        <p:cTn id="29" dur="500"/>
                                        <p:tgtEl>
                                          <p:spTgt spid="32"/>
                                        </p:tgtEl>
                                      </p:cBhvr>
                                    </p:animEffect>
                                  </p:childTnLst>
                                </p:cTn>
                              </p:par>
                              <p:par>
                                <p:cTn id="30" presetID="17" presetClass="entr" presetSubtype="10" fill="hold" nodeType="with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p:cTn id="32" dur="500" fill="hold"/>
                                        <p:tgtEl>
                                          <p:spTgt spid="33"/>
                                        </p:tgtEl>
                                        <p:attrNameLst>
                                          <p:attrName>ppt_w</p:attrName>
                                        </p:attrNameLst>
                                      </p:cBhvr>
                                      <p:tavLst>
                                        <p:tav tm="0">
                                          <p:val>
                                            <p:fltVal val="0"/>
                                          </p:val>
                                        </p:tav>
                                        <p:tav tm="100000">
                                          <p:val>
                                            <p:strVal val="#ppt_w"/>
                                          </p:val>
                                        </p:tav>
                                      </p:tavLst>
                                    </p:anim>
                                    <p:anim calcmode="lin" valueType="num">
                                      <p:cBhvr>
                                        <p:cTn id="33" dur="500" fill="hold"/>
                                        <p:tgtEl>
                                          <p:spTgt spid="33"/>
                                        </p:tgtEl>
                                        <p:attrNameLst>
                                          <p:attrName>ppt_h</p:attrName>
                                        </p:attrNameLst>
                                      </p:cBhvr>
                                      <p:tavLst>
                                        <p:tav tm="0">
                                          <p:val>
                                            <p:strVal val="#ppt_h"/>
                                          </p:val>
                                        </p:tav>
                                        <p:tav tm="100000">
                                          <p:val>
                                            <p:strVal val="#ppt_h"/>
                                          </p:val>
                                        </p:tav>
                                      </p:tavLst>
                                    </p:anim>
                                  </p:childTnLst>
                                </p:cTn>
                              </p:par>
                              <p:par>
                                <p:cTn id="34" presetID="17" presetClass="entr" presetSubtype="1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 calcmode="lin" valueType="num">
                                      <p:cBhvr>
                                        <p:cTn id="36" dur="500" fill="hold"/>
                                        <p:tgtEl>
                                          <p:spTgt spid="38"/>
                                        </p:tgtEl>
                                        <p:attrNameLst>
                                          <p:attrName>ppt_w</p:attrName>
                                        </p:attrNameLst>
                                      </p:cBhvr>
                                      <p:tavLst>
                                        <p:tav tm="0">
                                          <p:val>
                                            <p:fltVal val="0"/>
                                          </p:val>
                                        </p:tav>
                                        <p:tav tm="100000">
                                          <p:val>
                                            <p:strVal val="#ppt_w"/>
                                          </p:val>
                                        </p:tav>
                                      </p:tavLst>
                                    </p:anim>
                                    <p:anim calcmode="lin" valueType="num">
                                      <p:cBhvr>
                                        <p:cTn id="37" dur="500" fill="hold"/>
                                        <p:tgtEl>
                                          <p:spTgt spid="38"/>
                                        </p:tgtEl>
                                        <p:attrNameLst>
                                          <p:attrName>ppt_h</p:attrName>
                                        </p:attrNameLst>
                                      </p:cBhvr>
                                      <p:tavLst>
                                        <p:tav tm="0">
                                          <p:val>
                                            <p:strVal val="#ppt_h"/>
                                          </p:val>
                                        </p:tav>
                                        <p:tav tm="100000">
                                          <p:val>
                                            <p:strVal val="#ppt_h"/>
                                          </p:val>
                                        </p:tav>
                                      </p:tavLst>
                                    </p:anim>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4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randombar(horizontal)">
                                      <p:cBhvr>
                                        <p:cTn id="51" dur="500"/>
                                        <p:tgtEl>
                                          <p:spTgt spid="42"/>
                                        </p:tgtEl>
                                      </p:cBhvr>
                                    </p:animEffect>
                                  </p:childTnLst>
                                </p:cTn>
                              </p:par>
                              <p:par>
                                <p:cTn id="52" presetID="17" presetClass="entr" presetSubtype="10" fill="hold" nodeType="withEffect">
                                  <p:stCondLst>
                                    <p:cond delay="0"/>
                                  </p:stCondLst>
                                  <p:childTnLst>
                                    <p:set>
                                      <p:cBhvr>
                                        <p:cTn id="53" dur="1" fill="hold">
                                          <p:stCondLst>
                                            <p:cond delay="0"/>
                                          </p:stCondLst>
                                        </p:cTn>
                                        <p:tgtEl>
                                          <p:spTgt spid="43"/>
                                        </p:tgtEl>
                                        <p:attrNameLst>
                                          <p:attrName>style.visibility</p:attrName>
                                        </p:attrNameLst>
                                      </p:cBhvr>
                                      <p:to>
                                        <p:strVal val="visible"/>
                                      </p:to>
                                    </p:set>
                                    <p:anim calcmode="lin" valueType="num">
                                      <p:cBhvr>
                                        <p:cTn id="54" dur="500" fill="hold"/>
                                        <p:tgtEl>
                                          <p:spTgt spid="43"/>
                                        </p:tgtEl>
                                        <p:attrNameLst>
                                          <p:attrName>ppt_w</p:attrName>
                                        </p:attrNameLst>
                                      </p:cBhvr>
                                      <p:tavLst>
                                        <p:tav tm="0">
                                          <p:val>
                                            <p:fltVal val="0"/>
                                          </p:val>
                                        </p:tav>
                                        <p:tav tm="100000">
                                          <p:val>
                                            <p:strVal val="#ppt_w"/>
                                          </p:val>
                                        </p:tav>
                                      </p:tavLst>
                                    </p:anim>
                                    <p:anim calcmode="lin" valueType="num">
                                      <p:cBhvr>
                                        <p:cTn id="55" dur="500" fill="hold"/>
                                        <p:tgtEl>
                                          <p:spTgt spid="43"/>
                                        </p:tgtEl>
                                        <p:attrNameLst>
                                          <p:attrName>ppt_h</p:attrName>
                                        </p:attrNameLst>
                                      </p:cBhvr>
                                      <p:tavLst>
                                        <p:tav tm="0">
                                          <p:val>
                                            <p:strVal val="#ppt_h"/>
                                          </p:val>
                                        </p:tav>
                                        <p:tav tm="100000">
                                          <p:val>
                                            <p:strVal val="#ppt_h"/>
                                          </p:val>
                                        </p:tav>
                                      </p:tavLst>
                                    </p:anim>
                                  </p:childTnLst>
                                </p:cTn>
                              </p:par>
                              <p:par>
                                <p:cTn id="56" presetID="17" presetClass="entr" presetSubtype="10" fill="hold" grpId="0" nodeType="withEffect">
                                  <p:stCondLst>
                                    <p:cond delay="0"/>
                                  </p:stCondLst>
                                  <p:childTnLst>
                                    <p:set>
                                      <p:cBhvr>
                                        <p:cTn id="57" dur="1" fill="hold">
                                          <p:stCondLst>
                                            <p:cond delay="0"/>
                                          </p:stCondLst>
                                        </p:cTn>
                                        <p:tgtEl>
                                          <p:spTgt spid="48"/>
                                        </p:tgtEl>
                                        <p:attrNameLst>
                                          <p:attrName>style.visibility</p:attrName>
                                        </p:attrNameLst>
                                      </p:cBhvr>
                                      <p:to>
                                        <p:strVal val="visible"/>
                                      </p:to>
                                    </p:set>
                                    <p:anim calcmode="lin" valueType="num">
                                      <p:cBhvr>
                                        <p:cTn id="58" dur="500" fill="hold"/>
                                        <p:tgtEl>
                                          <p:spTgt spid="48"/>
                                        </p:tgtEl>
                                        <p:attrNameLst>
                                          <p:attrName>ppt_w</p:attrName>
                                        </p:attrNameLst>
                                      </p:cBhvr>
                                      <p:tavLst>
                                        <p:tav tm="0">
                                          <p:val>
                                            <p:fltVal val="0"/>
                                          </p:val>
                                        </p:tav>
                                        <p:tav tm="100000">
                                          <p:val>
                                            <p:strVal val="#ppt_w"/>
                                          </p:val>
                                        </p:tav>
                                      </p:tavLst>
                                    </p:anim>
                                    <p:anim calcmode="lin" valueType="num">
                                      <p:cBhvr>
                                        <p:cTn id="59" dur="500" fill="hold"/>
                                        <p:tgtEl>
                                          <p:spTgt spid="48"/>
                                        </p:tgtEl>
                                        <p:attrNameLst>
                                          <p:attrName>ppt_h</p:attrName>
                                        </p:attrNameLst>
                                      </p:cBhvr>
                                      <p:tavLst>
                                        <p:tav tm="0">
                                          <p:val>
                                            <p:strVal val="#ppt_h"/>
                                          </p:val>
                                        </p:tav>
                                        <p:tav tm="100000">
                                          <p:val>
                                            <p:strVal val="#ppt_h"/>
                                          </p:val>
                                        </p:tav>
                                      </p:tavLst>
                                    </p:anim>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nodeType="clickEffect">
                                  <p:stCondLst>
                                    <p:cond delay="0"/>
                                  </p:stCondLst>
                                  <p:childTnLst>
                                    <p:set>
                                      <p:cBhvr>
                                        <p:cTn id="72" dur="1" fill="hold">
                                          <p:stCondLst>
                                            <p:cond delay="0"/>
                                          </p:stCondLst>
                                        </p:cTn>
                                        <p:tgtEl>
                                          <p:spTgt spid="52"/>
                                        </p:tgtEl>
                                        <p:attrNameLst>
                                          <p:attrName>style.visibility</p:attrName>
                                        </p:attrNameLst>
                                      </p:cBhvr>
                                      <p:to>
                                        <p:strVal val="visible"/>
                                      </p:to>
                                    </p:set>
                                    <p:animEffect transition="in" filter="randombar(horizontal)">
                                      <p:cBhvr>
                                        <p:cTn id="73" dur="500"/>
                                        <p:tgtEl>
                                          <p:spTgt spid="52"/>
                                        </p:tgtEl>
                                      </p:cBhvr>
                                    </p:animEffect>
                                  </p:childTnLst>
                                </p:cTn>
                              </p:par>
                              <p:par>
                                <p:cTn id="74" presetID="17" presetClass="entr" presetSubtype="10" fill="hold" nodeType="withEffect">
                                  <p:stCondLst>
                                    <p:cond delay="0"/>
                                  </p:stCondLst>
                                  <p:childTnLst>
                                    <p:set>
                                      <p:cBhvr>
                                        <p:cTn id="75" dur="1" fill="hold">
                                          <p:stCondLst>
                                            <p:cond delay="0"/>
                                          </p:stCondLst>
                                        </p:cTn>
                                        <p:tgtEl>
                                          <p:spTgt spid="53"/>
                                        </p:tgtEl>
                                        <p:attrNameLst>
                                          <p:attrName>style.visibility</p:attrName>
                                        </p:attrNameLst>
                                      </p:cBhvr>
                                      <p:to>
                                        <p:strVal val="visible"/>
                                      </p:to>
                                    </p:set>
                                    <p:anim calcmode="lin" valueType="num">
                                      <p:cBhvr>
                                        <p:cTn id="76" dur="500" fill="hold"/>
                                        <p:tgtEl>
                                          <p:spTgt spid="53"/>
                                        </p:tgtEl>
                                        <p:attrNameLst>
                                          <p:attrName>ppt_w</p:attrName>
                                        </p:attrNameLst>
                                      </p:cBhvr>
                                      <p:tavLst>
                                        <p:tav tm="0">
                                          <p:val>
                                            <p:fltVal val="0"/>
                                          </p:val>
                                        </p:tav>
                                        <p:tav tm="100000">
                                          <p:val>
                                            <p:strVal val="#ppt_w"/>
                                          </p:val>
                                        </p:tav>
                                      </p:tavLst>
                                    </p:anim>
                                    <p:anim calcmode="lin" valueType="num">
                                      <p:cBhvr>
                                        <p:cTn id="77" dur="500" fill="hold"/>
                                        <p:tgtEl>
                                          <p:spTgt spid="53"/>
                                        </p:tgtEl>
                                        <p:attrNameLst>
                                          <p:attrName>ppt_h</p:attrName>
                                        </p:attrNameLst>
                                      </p:cBhvr>
                                      <p:tavLst>
                                        <p:tav tm="0">
                                          <p:val>
                                            <p:strVal val="#ppt_h"/>
                                          </p:val>
                                        </p:tav>
                                        <p:tav tm="100000">
                                          <p:val>
                                            <p:strVal val="#ppt_h"/>
                                          </p:val>
                                        </p:tav>
                                      </p:tavLst>
                                    </p:anim>
                                  </p:childTnLst>
                                </p:cTn>
                              </p:par>
                              <p:par>
                                <p:cTn id="78" presetID="17" presetClass="entr" presetSubtype="10" fill="hold" grpId="0" nodeType="withEffect">
                                  <p:stCondLst>
                                    <p:cond delay="0"/>
                                  </p:stCondLst>
                                  <p:childTnLst>
                                    <p:set>
                                      <p:cBhvr>
                                        <p:cTn id="79" dur="1" fill="hold">
                                          <p:stCondLst>
                                            <p:cond delay="0"/>
                                          </p:stCondLst>
                                        </p:cTn>
                                        <p:tgtEl>
                                          <p:spTgt spid="58"/>
                                        </p:tgtEl>
                                        <p:attrNameLst>
                                          <p:attrName>style.visibility</p:attrName>
                                        </p:attrNameLst>
                                      </p:cBhvr>
                                      <p:to>
                                        <p:strVal val="visible"/>
                                      </p:to>
                                    </p:set>
                                    <p:anim calcmode="lin" valueType="num">
                                      <p:cBhvr>
                                        <p:cTn id="80" dur="500" fill="hold"/>
                                        <p:tgtEl>
                                          <p:spTgt spid="58"/>
                                        </p:tgtEl>
                                        <p:attrNameLst>
                                          <p:attrName>ppt_w</p:attrName>
                                        </p:attrNameLst>
                                      </p:cBhvr>
                                      <p:tavLst>
                                        <p:tav tm="0">
                                          <p:val>
                                            <p:fltVal val="0"/>
                                          </p:val>
                                        </p:tav>
                                        <p:tav tm="100000">
                                          <p:val>
                                            <p:strVal val="#ppt_w"/>
                                          </p:val>
                                        </p:tav>
                                      </p:tavLst>
                                    </p:anim>
                                    <p:anim calcmode="lin" valueType="num">
                                      <p:cBhvr>
                                        <p:cTn id="81" dur="500" fill="hold"/>
                                        <p:tgtEl>
                                          <p:spTgt spid="58"/>
                                        </p:tgtEl>
                                        <p:attrNameLst>
                                          <p:attrName>ppt_h</p:attrName>
                                        </p:attrNameLst>
                                      </p:cBhvr>
                                      <p:tavLst>
                                        <p:tav tm="0">
                                          <p:val>
                                            <p:strVal val="#ppt_h"/>
                                          </p:val>
                                        </p:tav>
                                        <p:tav tm="100000">
                                          <p:val>
                                            <p:strVal val="#ppt_h"/>
                                          </p:val>
                                        </p:tav>
                                      </p:tavLst>
                                    </p:anim>
                                  </p:childTnLst>
                                </p:cTn>
                              </p:par>
                              <p:par>
                                <p:cTn id="82" presetID="1" presetClass="entr" presetSubtype="0" fill="hold" grpId="0" nodeType="withEffect">
                                  <p:stCondLst>
                                    <p:cond delay="0"/>
                                  </p:stCondLst>
                                  <p:childTnLst>
                                    <p:set>
                                      <p:cBhvr>
                                        <p:cTn id="83" dur="1" fill="hold">
                                          <p:stCondLst>
                                            <p:cond delay="0"/>
                                          </p:stCondLst>
                                        </p:cTn>
                                        <p:tgtEl>
                                          <p:spTgt spid="6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59"/>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61"/>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4" presetClass="entr" presetSubtype="10" fill="hold" nodeType="click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randombar(horizontal)">
                                      <p:cBhvr>
                                        <p:cTn id="94" dur="500"/>
                                        <p:tgtEl>
                                          <p:spTgt spid="62"/>
                                        </p:tgtEl>
                                      </p:cBhvr>
                                    </p:animEffect>
                                  </p:childTnLst>
                                </p:cTn>
                              </p:par>
                              <p:par>
                                <p:cTn id="95" presetID="17" presetClass="entr" presetSubtype="10" fill="hold" nodeType="withEffect">
                                  <p:stCondLst>
                                    <p:cond delay="0"/>
                                  </p:stCondLst>
                                  <p:childTnLst>
                                    <p:set>
                                      <p:cBhvr>
                                        <p:cTn id="96" dur="1" fill="hold">
                                          <p:stCondLst>
                                            <p:cond delay="0"/>
                                          </p:stCondLst>
                                        </p:cTn>
                                        <p:tgtEl>
                                          <p:spTgt spid="63"/>
                                        </p:tgtEl>
                                        <p:attrNameLst>
                                          <p:attrName>style.visibility</p:attrName>
                                        </p:attrNameLst>
                                      </p:cBhvr>
                                      <p:to>
                                        <p:strVal val="visible"/>
                                      </p:to>
                                    </p:set>
                                    <p:anim calcmode="lin" valueType="num">
                                      <p:cBhvr>
                                        <p:cTn id="97" dur="500" fill="hold"/>
                                        <p:tgtEl>
                                          <p:spTgt spid="63"/>
                                        </p:tgtEl>
                                        <p:attrNameLst>
                                          <p:attrName>ppt_w</p:attrName>
                                        </p:attrNameLst>
                                      </p:cBhvr>
                                      <p:tavLst>
                                        <p:tav tm="0">
                                          <p:val>
                                            <p:fltVal val="0"/>
                                          </p:val>
                                        </p:tav>
                                        <p:tav tm="100000">
                                          <p:val>
                                            <p:strVal val="#ppt_w"/>
                                          </p:val>
                                        </p:tav>
                                      </p:tavLst>
                                    </p:anim>
                                    <p:anim calcmode="lin" valueType="num">
                                      <p:cBhvr>
                                        <p:cTn id="98" dur="500" fill="hold"/>
                                        <p:tgtEl>
                                          <p:spTgt spid="63"/>
                                        </p:tgtEl>
                                        <p:attrNameLst>
                                          <p:attrName>ppt_h</p:attrName>
                                        </p:attrNameLst>
                                      </p:cBhvr>
                                      <p:tavLst>
                                        <p:tav tm="0">
                                          <p:val>
                                            <p:strVal val="#ppt_h"/>
                                          </p:val>
                                        </p:tav>
                                        <p:tav tm="100000">
                                          <p:val>
                                            <p:strVal val="#ppt_h"/>
                                          </p:val>
                                        </p:tav>
                                      </p:tavLst>
                                    </p:anim>
                                  </p:childTnLst>
                                </p:cTn>
                              </p:par>
                              <p:par>
                                <p:cTn id="99" presetID="17" presetClass="entr" presetSubtype="10" fill="hold" grpId="0" nodeType="withEffect">
                                  <p:stCondLst>
                                    <p:cond delay="0"/>
                                  </p:stCondLst>
                                  <p:childTnLst>
                                    <p:set>
                                      <p:cBhvr>
                                        <p:cTn id="100" dur="1" fill="hold">
                                          <p:stCondLst>
                                            <p:cond delay="0"/>
                                          </p:stCondLst>
                                        </p:cTn>
                                        <p:tgtEl>
                                          <p:spTgt spid="68"/>
                                        </p:tgtEl>
                                        <p:attrNameLst>
                                          <p:attrName>style.visibility</p:attrName>
                                        </p:attrNameLst>
                                      </p:cBhvr>
                                      <p:to>
                                        <p:strVal val="visible"/>
                                      </p:to>
                                    </p:set>
                                    <p:anim calcmode="lin" valueType="num">
                                      <p:cBhvr>
                                        <p:cTn id="101" dur="500" fill="hold"/>
                                        <p:tgtEl>
                                          <p:spTgt spid="68"/>
                                        </p:tgtEl>
                                        <p:attrNameLst>
                                          <p:attrName>ppt_w</p:attrName>
                                        </p:attrNameLst>
                                      </p:cBhvr>
                                      <p:tavLst>
                                        <p:tav tm="0">
                                          <p:val>
                                            <p:fltVal val="0"/>
                                          </p:val>
                                        </p:tav>
                                        <p:tav tm="100000">
                                          <p:val>
                                            <p:strVal val="#ppt_w"/>
                                          </p:val>
                                        </p:tav>
                                      </p:tavLst>
                                    </p:anim>
                                    <p:anim calcmode="lin" valueType="num">
                                      <p:cBhvr>
                                        <p:cTn id="102" dur="500" fill="hold"/>
                                        <p:tgtEl>
                                          <p:spTgt spid="68"/>
                                        </p:tgtEl>
                                        <p:attrNameLst>
                                          <p:attrName>ppt_h</p:attrName>
                                        </p:attrNameLst>
                                      </p:cBhvr>
                                      <p:tavLst>
                                        <p:tav tm="0">
                                          <p:val>
                                            <p:strVal val="#ppt_h"/>
                                          </p:val>
                                        </p:tav>
                                        <p:tav tm="100000">
                                          <p:val>
                                            <p:strVal val="#ppt_h"/>
                                          </p:val>
                                        </p:tav>
                                      </p:tavLst>
                                    </p:anim>
                                  </p:childTnLst>
                                </p:cTn>
                              </p:par>
                              <p:par>
                                <p:cTn id="103" presetID="1" presetClass="entr" presetSubtype="0" fill="hold" grpId="0" nodeType="withEffect">
                                  <p:stCondLst>
                                    <p:cond delay="0"/>
                                  </p:stCondLst>
                                  <p:childTnLst>
                                    <p:set>
                                      <p:cBhvr>
                                        <p:cTn id="104" dur="1" fill="hold">
                                          <p:stCondLst>
                                            <p:cond delay="0"/>
                                          </p:stCondLst>
                                        </p:cTn>
                                        <p:tgtEl>
                                          <p:spTgt spid="69"/>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7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7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nodeType="clickEffect">
                                  <p:stCondLst>
                                    <p:cond delay="0"/>
                                  </p:stCondLst>
                                  <p:childTnLst>
                                    <p:set>
                                      <p:cBhvr>
                                        <p:cTn id="114" dur="1" fill="hold">
                                          <p:stCondLst>
                                            <p:cond delay="0"/>
                                          </p:stCondLst>
                                        </p:cTn>
                                        <p:tgtEl>
                                          <p:spTgt spid="79"/>
                                        </p:tgtEl>
                                        <p:attrNameLst>
                                          <p:attrName>style.visibility</p:attrName>
                                        </p:attrNameLst>
                                      </p:cBhvr>
                                      <p:to>
                                        <p:strVal val="visible"/>
                                      </p:to>
                                    </p:set>
                                    <p:animEffect transition="in" filter="randombar(horizontal)">
                                      <p:cBhvr>
                                        <p:cTn id="115" dur="500"/>
                                        <p:tgtEl>
                                          <p:spTgt spid="79"/>
                                        </p:tgtEl>
                                      </p:cBhvr>
                                    </p:animEffect>
                                  </p:childTnLst>
                                </p:cTn>
                              </p:par>
                              <p:par>
                                <p:cTn id="116" presetID="17" presetClass="entr" presetSubtype="10" fill="hold" nodeType="withEffect">
                                  <p:stCondLst>
                                    <p:cond delay="0"/>
                                  </p:stCondLst>
                                  <p:childTnLst>
                                    <p:set>
                                      <p:cBhvr>
                                        <p:cTn id="117" dur="1" fill="hold">
                                          <p:stCondLst>
                                            <p:cond delay="0"/>
                                          </p:stCondLst>
                                        </p:cTn>
                                        <p:tgtEl>
                                          <p:spTgt spid="80"/>
                                        </p:tgtEl>
                                        <p:attrNameLst>
                                          <p:attrName>style.visibility</p:attrName>
                                        </p:attrNameLst>
                                      </p:cBhvr>
                                      <p:to>
                                        <p:strVal val="visible"/>
                                      </p:to>
                                    </p:set>
                                    <p:anim calcmode="lin" valueType="num">
                                      <p:cBhvr>
                                        <p:cTn id="118" dur="500" fill="hold"/>
                                        <p:tgtEl>
                                          <p:spTgt spid="80"/>
                                        </p:tgtEl>
                                        <p:attrNameLst>
                                          <p:attrName>ppt_w</p:attrName>
                                        </p:attrNameLst>
                                      </p:cBhvr>
                                      <p:tavLst>
                                        <p:tav tm="0">
                                          <p:val>
                                            <p:fltVal val="0"/>
                                          </p:val>
                                        </p:tav>
                                        <p:tav tm="100000">
                                          <p:val>
                                            <p:strVal val="#ppt_w"/>
                                          </p:val>
                                        </p:tav>
                                      </p:tavLst>
                                    </p:anim>
                                    <p:anim calcmode="lin" valueType="num">
                                      <p:cBhvr>
                                        <p:cTn id="119" dur="500" fill="hold"/>
                                        <p:tgtEl>
                                          <p:spTgt spid="80"/>
                                        </p:tgtEl>
                                        <p:attrNameLst>
                                          <p:attrName>ppt_h</p:attrName>
                                        </p:attrNameLst>
                                      </p:cBhvr>
                                      <p:tavLst>
                                        <p:tav tm="0">
                                          <p:val>
                                            <p:strVal val="#ppt_h"/>
                                          </p:val>
                                        </p:tav>
                                        <p:tav tm="100000">
                                          <p:val>
                                            <p:strVal val="#ppt_h"/>
                                          </p:val>
                                        </p:tav>
                                      </p:tavLst>
                                    </p:anim>
                                  </p:childTnLst>
                                </p:cTn>
                              </p:par>
                              <p:par>
                                <p:cTn id="120" presetID="17" presetClass="entr" presetSubtype="10" fill="hold" grpId="0" nodeType="withEffect">
                                  <p:stCondLst>
                                    <p:cond delay="0"/>
                                  </p:stCondLst>
                                  <p:childTnLst>
                                    <p:set>
                                      <p:cBhvr>
                                        <p:cTn id="121" dur="1" fill="hold">
                                          <p:stCondLst>
                                            <p:cond delay="0"/>
                                          </p:stCondLst>
                                        </p:cTn>
                                        <p:tgtEl>
                                          <p:spTgt spid="116"/>
                                        </p:tgtEl>
                                        <p:attrNameLst>
                                          <p:attrName>style.visibility</p:attrName>
                                        </p:attrNameLst>
                                      </p:cBhvr>
                                      <p:to>
                                        <p:strVal val="visible"/>
                                      </p:to>
                                    </p:set>
                                    <p:anim calcmode="lin" valueType="num">
                                      <p:cBhvr>
                                        <p:cTn id="122" dur="500" fill="hold"/>
                                        <p:tgtEl>
                                          <p:spTgt spid="116"/>
                                        </p:tgtEl>
                                        <p:attrNameLst>
                                          <p:attrName>ppt_w</p:attrName>
                                        </p:attrNameLst>
                                      </p:cBhvr>
                                      <p:tavLst>
                                        <p:tav tm="0">
                                          <p:val>
                                            <p:fltVal val="0"/>
                                          </p:val>
                                        </p:tav>
                                        <p:tav tm="100000">
                                          <p:val>
                                            <p:strVal val="#ppt_w"/>
                                          </p:val>
                                        </p:tav>
                                      </p:tavLst>
                                    </p:anim>
                                    <p:anim calcmode="lin" valueType="num">
                                      <p:cBhvr>
                                        <p:cTn id="123" dur="500" fill="hold"/>
                                        <p:tgtEl>
                                          <p:spTgt spid="116"/>
                                        </p:tgtEl>
                                        <p:attrNameLst>
                                          <p:attrName>ppt_h</p:attrName>
                                        </p:attrNameLst>
                                      </p:cBhvr>
                                      <p:tavLst>
                                        <p:tav tm="0">
                                          <p:val>
                                            <p:strVal val="#ppt_h"/>
                                          </p:val>
                                        </p:tav>
                                        <p:tav tm="100000">
                                          <p:val>
                                            <p:strVal val="#ppt_h"/>
                                          </p:val>
                                        </p:tav>
                                      </p:tavLst>
                                    </p:anim>
                                  </p:childTnLst>
                                </p:cTn>
                              </p:par>
                              <p:par>
                                <p:cTn id="124" presetID="1" presetClass="entr" presetSubtype="0" fill="hold" grpId="0" nodeType="withEffect">
                                  <p:stCondLst>
                                    <p:cond delay="0"/>
                                  </p:stCondLst>
                                  <p:childTnLst>
                                    <p:set>
                                      <p:cBhvr>
                                        <p:cTn id="125" dur="1" fill="hold">
                                          <p:stCondLst>
                                            <p:cond delay="0"/>
                                          </p:stCondLst>
                                        </p:cTn>
                                        <p:tgtEl>
                                          <p:spTgt spid="2"/>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3"/>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4"/>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4" presetClass="entr" presetSubtype="10" fill="hold" nodeType="clickEffect">
                                  <p:stCondLst>
                                    <p:cond delay="0"/>
                                  </p:stCondLst>
                                  <p:childTnLst>
                                    <p:set>
                                      <p:cBhvr>
                                        <p:cTn id="135" dur="1" fill="hold">
                                          <p:stCondLst>
                                            <p:cond delay="0"/>
                                          </p:stCondLst>
                                        </p:cTn>
                                        <p:tgtEl>
                                          <p:spTgt spid="5"/>
                                        </p:tgtEl>
                                        <p:attrNameLst>
                                          <p:attrName>style.visibility</p:attrName>
                                        </p:attrNameLst>
                                      </p:cBhvr>
                                      <p:to>
                                        <p:strVal val="visible"/>
                                      </p:to>
                                    </p:set>
                                    <p:animEffect transition="in" filter="randombar(horizontal)">
                                      <p:cBhvr>
                                        <p:cTn id="136" dur="500"/>
                                        <p:tgtEl>
                                          <p:spTgt spid="5"/>
                                        </p:tgtEl>
                                      </p:cBhvr>
                                    </p:animEffect>
                                  </p:childTnLst>
                                </p:cTn>
                              </p:par>
                              <p:par>
                                <p:cTn id="137" presetID="17" presetClass="entr" presetSubtype="10" fill="hold" nodeType="withEffect">
                                  <p:stCondLst>
                                    <p:cond delay="0"/>
                                  </p:stCondLst>
                                  <p:childTnLst>
                                    <p:set>
                                      <p:cBhvr>
                                        <p:cTn id="138" dur="1" fill="hold">
                                          <p:stCondLst>
                                            <p:cond delay="0"/>
                                          </p:stCondLst>
                                        </p:cTn>
                                        <p:tgtEl>
                                          <p:spTgt spid="7"/>
                                        </p:tgtEl>
                                        <p:attrNameLst>
                                          <p:attrName>style.visibility</p:attrName>
                                        </p:attrNameLst>
                                      </p:cBhvr>
                                      <p:to>
                                        <p:strVal val="visible"/>
                                      </p:to>
                                    </p:set>
                                    <p:anim calcmode="lin" valueType="num">
                                      <p:cBhvr>
                                        <p:cTn id="139" dur="500" fill="hold"/>
                                        <p:tgtEl>
                                          <p:spTgt spid="7"/>
                                        </p:tgtEl>
                                        <p:attrNameLst>
                                          <p:attrName>ppt_w</p:attrName>
                                        </p:attrNameLst>
                                      </p:cBhvr>
                                      <p:tavLst>
                                        <p:tav tm="0">
                                          <p:val>
                                            <p:fltVal val="0"/>
                                          </p:val>
                                        </p:tav>
                                        <p:tav tm="100000">
                                          <p:val>
                                            <p:strVal val="#ppt_w"/>
                                          </p:val>
                                        </p:tav>
                                      </p:tavLst>
                                    </p:anim>
                                    <p:anim calcmode="lin" valueType="num">
                                      <p:cBhvr>
                                        <p:cTn id="140" dur="500" fill="hold"/>
                                        <p:tgtEl>
                                          <p:spTgt spid="7"/>
                                        </p:tgtEl>
                                        <p:attrNameLst>
                                          <p:attrName>ppt_h</p:attrName>
                                        </p:attrNameLst>
                                      </p:cBhvr>
                                      <p:tavLst>
                                        <p:tav tm="0">
                                          <p:val>
                                            <p:strVal val="#ppt_h"/>
                                          </p:val>
                                        </p:tav>
                                        <p:tav tm="100000">
                                          <p:val>
                                            <p:strVal val="#ppt_h"/>
                                          </p:val>
                                        </p:tav>
                                      </p:tavLst>
                                    </p:anim>
                                  </p:childTnLst>
                                </p:cTn>
                              </p:par>
                              <p:par>
                                <p:cTn id="141" presetID="17" presetClass="entr" presetSubtype="10" fill="hold" grpId="0" nodeType="withEffect">
                                  <p:stCondLst>
                                    <p:cond delay="0"/>
                                  </p:stCondLst>
                                  <p:childTnLst>
                                    <p:set>
                                      <p:cBhvr>
                                        <p:cTn id="142" dur="1" fill="hold">
                                          <p:stCondLst>
                                            <p:cond delay="0"/>
                                          </p:stCondLst>
                                        </p:cTn>
                                        <p:tgtEl>
                                          <p:spTgt spid="16"/>
                                        </p:tgtEl>
                                        <p:attrNameLst>
                                          <p:attrName>style.visibility</p:attrName>
                                        </p:attrNameLst>
                                      </p:cBhvr>
                                      <p:to>
                                        <p:strVal val="visible"/>
                                      </p:to>
                                    </p:set>
                                    <p:anim calcmode="lin" valueType="num">
                                      <p:cBhvr>
                                        <p:cTn id="143" dur="500" fill="hold"/>
                                        <p:tgtEl>
                                          <p:spTgt spid="16"/>
                                        </p:tgtEl>
                                        <p:attrNameLst>
                                          <p:attrName>ppt_w</p:attrName>
                                        </p:attrNameLst>
                                      </p:cBhvr>
                                      <p:tavLst>
                                        <p:tav tm="0">
                                          <p:val>
                                            <p:fltVal val="0"/>
                                          </p:val>
                                        </p:tav>
                                        <p:tav tm="100000">
                                          <p:val>
                                            <p:strVal val="#ppt_w"/>
                                          </p:val>
                                        </p:tav>
                                      </p:tavLst>
                                    </p:anim>
                                    <p:anim calcmode="lin" valueType="num">
                                      <p:cBhvr>
                                        <p:cTn id="144" dur="500" fill="hold"/>
                                        <p:tgtEl>
                                          <p:spTgt spid="16"/>
                                        </p:tgtEl>
                                        <p:attrNameLst>
                                          <p:attrName>ppt_h</p:attrName>
                                        </p:attrNameLst>
                                      </p:cBhvr>
                                      <p:tavLst>
                                        <p:tav tm="0">
                                          <p:val>
                                            <p:strVal val="#ppt_h"/>
                                          </p:val>
                                        </p:tav>
                                        <p:tav tm="100000">
                                          <p:val>
                                            <p:strVal val="#ppt_h"/>
                                          </p:val>
                                        </p:tav>
                                      </p:tavLst>
                                    </p:anim>
                                  </p:childTnLst>
                                </p:cTn>
                              </p:par>
                              <p:par>
                                <p:cTn id="145" presetID="1" presetClass="entr" presetSubtype="0" fill="hold" grpId="0" nodeType="withEffect">
                                  <p:stCondLst>
                                    <p:cond delay="0"/>
                                  </p:stCondLst>
                                  <p:childTnLst>
                                    <p:set>
                                      <p:cBhvr>
                                        <p:cTn id="146" dur="1" fill="hold">
                                          <p:stCondLst>
                                            <p:cond delay="0"/>
                                          </p:stCondLst>
                                        </p:cTn>
                                        <p:tgtEl>
                                          <p:spTgt spid="17"/>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19"/>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4" presetClass="entr" presetSubtype="10" fill="hold" nodeType="clickEffect">
                                  <p:stCondLst>
                                    <p:cond delay="0"/>
                                  </p:stCondLst>
                                  <p:childTnLst>
                                    <p:set>
                                      <p:cBhvr>
                                        <p:cTn id="156" dur="1" fill="hold">
                                          <p:stCondLst>
                                            <p:cond delay="0"/>
                                          </p:stCondLst>
                                        </p:cTn>
                                        <p:tgtEl>
                                          <p:spTgt spid="20"/>
                                        </p:tgtEl>
                                        <p:attrNameLst>
                                          <p:attrName>style.visibility</p:attrName>
                                        </p:attrNameLst>
                                      </p:cBhvr>
                                      <p:to>
                                        <p:strVal val="visible"/>
                                      </p:to>
                                    </p:set>
                                    <p:animEffect transition="in" filter="randombar(horizontal)">
                                      <p:cBhvr>
                                        <p:cTn id="157" dur="500"/>
                                        <p:tgtEl>
                                          <p:spTgt spid="20"/>
                                        </p:tgtEl>
                                      </p:cBhvr>
                                    </p:animEffect>
                                  </p:childTnLst>
                                </p:cTn>
                              </p:par>
                              <p:par>
                                <p:cTn id="158" presetID="17" presetClass="entr" presetSubtype="10" fill="hold" nodeType="withEffect">
                                  <p:stCondLst>
                                    <p:cond delay="0"/>
                                  </p:stCondLst>
                                  <p:childTnLst>
                                    <p:set>
                                      <p:cBhvr>
                                        <p:cTn id="159" dur="1" fill="hold">
                                          <p:stCondLst>
                                            <p:cond delay="0"/>
                                          </p:stCondLst>
                                        </p:cTn>
                                        <p:tgtEl>
                                          <p:spTgt spid="22"/>
                                        </p:tgtEl>
                                        <p:attrNameLst>
                                          <p:attrName>style.visibility</p:attrName>
                                        </p:attrNameLst>
                                      </p:cBhvr>
                                      <p:to>
                                        <p:strVal val="visible"/>
                                      </p:to>
                                    </p:set>
                                    <p:anim calcmode="lin" valueType="num">
                                      <p:cBhvr>
                                        <p:cTn id="160" dur="500" fill="hold"/>
                                        <p:tgtEl>
                                          <p:spTgt spid="22"/>
                                        </p:tgtEl>
                                        <p:attrNameLst>
                                          <p:attrName>ppt_w</p:attrName>
                                        </p:attrNameLst>
                                      </p:cBhvr>
                                      <p:tavLst>
                                        <p:tav tm="0">
                                          <p:val>
                                            <p:fltVal val="0"/>
                                          </p:val>
                                        </p:tav>
                                        <p:tav tm="100000">
                                          <p:val>
                                            <p:strVal val="#ppt_w"/>
                                          </p:val>
                                        </p:tav>
                                      </p:tavLst>
                                    </p:anim>
                                    <p:anim calcmode="lin" valueType="num">
                                      <p:cBhvr>
                                        <p:cTn id="161" dur="500" fill="hold"/>
                                        <p:tgtEl>
                                          <p:spTgt spid="22"/>
                                        </p:tgtEl>
                                        <p:attrNameLst>
                                          <p:attrName>ppt_h</p:attrName>
                                        </p:attrNameLst>
                                      </p:cBhvr>
                                      <p:tavLst>
                                        <p:tav tm="0">
                                          <p:val>
                                            <p:strVal val="#ppt_h"/>
                                          </p:val>
                                        </p:tav>
                                        <p:tav tm="100000">
                                          <p:val>
                                            <p:strVal val="#ppt_h"/>
                                          </p:val>
                                        </p:tav>
                                      </p:tavLst>
                                    </p:anim>
                                  </p:childTnLst>
                                </p:cTn>
                              </p:par>
                              <p:par>
                                <p:cTn id="162" presetID="17" presetClass="entr" presetSubtype="10" fill="hold" grpId="0" nodeType="withEffect">
                                  <p:stCondLst>
                                    <p:cond delay="0"/>
                                  </p:stCondLst>
                                  <p:childTnLst>
                                    <p:set>
                                      <p:cBhvr>
                                        <p:cTn id="163" dur="1" fill="hold">
                                          <p:stCondLst>
                                            <p:cond delay="0"/>
                                          </p:stCondLst>
                                        </p:cTn>
                                        <p:tgtEl>
                                          <p:spTgt spid="29"/>
                                        </p:tgtEl>
                                        <p:attrNameLst>
                                          <p:attrName>style.visibility</p:attrName>
                                        </p:attrNameLst>
                                      </p:cBhvr>
                                      <p:to>
                                        <p:strVal val="visible"/>
                                      </p:to>
                                    </p:set>
                                    <p:anim calcmode="lin" valueType="num">
                                      <p:cBhvr>
                                        <p:cTn id="164" dur="500" fill="hold"/>
                                        <p:tgtEl>
                                          <p:spTgt spid="29"/>
                                        </p:tgtEl>
                                        <p:attrNameLst>
                                          <p:attrName>ppt_w</p:attrName>
                                        </p:attrNameLst>
                                      </p:cBhvr>
                                      <p:tavLst>
                                        <p:tav tm="0">
                                          <p:val>
                                            <p:fltVal val="0"/>
                                          </p:val>
                                        </p:tav>
                                        <p:tav tm="100000">
                                          <p:val>
                                            <p:strVal val="#ppt_w"/>
                                          </p:val>
                                        </p:tav>
                                      </p:tavLst>
                                    </p:anim>
                                    <p:anim calcmode="lin" valueType="num">
                                      <p:cBhvr>
                                        <p:cTn id="165" dur="5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166" fill="hold">
                      <p:stCondLst>
                        <p:cond delay="indefinite"/>
                      </p:stCondLst>
                      <p:childTnLst>
                        <p:par>
                          <p:cTn id="167" fill="hold">
                            <p:stCondLst>
                              <p:cond delay="0"/>
                            </p:stCondLst>
                            <p:childTnLst>
                              <p:par>
                                <p:cTn id="168" presetID="1" presetClass="entr" presetSubtype="0" fill="hold" nodeType="clickEffect">
                                  <p:stCondLst>
                                    <p:cond delay="0"/>
                                  </p:stCondLst>
                                  <p:childTnLst>
                                    <p:set>
                                      <p:cBhvr>
                                        <p:cTn id="169" dur="1" fill="hold">
                                          <p:stCondLst>
                                            <p:cond delay="0"/>
                                          </p:stCondLst>
                                        </p:cTn>
                                        <p:tgtEl>
                                          <p:spTgt spid="118"/>
                                        </p:tgtEl>
                                        <p:attrNameLst>
                                          <p:attrName>style.visibility</p:attrName>
                                        </p:attrNameLst>
                                      </p:cBhvr>
                                      <p:to>
                                        <p:strVal val="visible"/>
                                      </p:to>
                                    </p:set>
                                  </p:childTnLst>
                                </p:cTn>
                              </p:par>
                              <p:par>
                                <p:cTn id="170" presetID="1" presetClass="entr" presetSubtype="0" fill="hold" grpId="0" nodeType="withEffect">
                                  <p:stCondLst>
                                    <p:cond delay="0"/>
                                  </p:stCondLst>
                                  <p:childTnLst>
                                    <p:set>
                                      <p:cBhvr>
                                        <p:cTn id="171"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animBg="1"/>
      <p:bldP spid="21" grpId="0"/>
      <p:bldP spid="23" grpId="0"/>
      <p:bldP spid="38" grpId="0"/>
      <p:bldP spid="39" grpId="0" animBg="1"/>
      <p:bldP spid="40" grpId="0"/>
      <p:bldP spid="41" grpId="0"/>
      <p:bldP spid="48" grpId="0"/>
      <p:bldP spid="49" grpId="0" animBg="1"/>
      <p:bldP spid="50" grpId="0"/>
      <p:bldP spid="51" grpId="0"/>
      <p:bldP spid="58" grpId="0"/>
      <p:bldP spid="59" grpId="0" animBg="1"/>
      <p:bldP spid="60" grpId="0"/>
      <p:bldP spid="61" grpId="0"/>
      <p:bldP spid="68" grpId="0"/>
      <p:bldP spid="69" grpId="0"/>
      <p:bldP spid="70" grpId="0" animBg="1"/>
      <p:bldP spid="71" grpId="0"/>
      <p:bldP spid="116" grpId="0"/>
      <p:bldP spid="123" grpId="0"/>
      <p:bldP spid="2" grpId="0"/>
      <p:bldP spid="3" grpId="0" animBg="1"/>
      <p:bldP spid="4" grpId="0"/>
      <p:bldP spid="16" grpId="0"/>
      <p:bldP spid="17" grpId="0"/>
      <p:bldP spid="18" grpId="0" animBg="1"/>
      <p:bldP spid="19"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46F45-662A-C5D7-B9BE-3C531953D572}"/>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2ED6D1D5-D329-603C-287D-0ADDF830D39A}"/>
              </a:ext>
            </a:extLst>
          </p:cNvPr>
          <p:cNvSpPr txBox="1"/>
          <p:nvPr/>
        </p:nvSpPr>
        <p:spPr>
          <a:xfrm>
            <a:off x="381000" y="620459"/>
            <a:ext cx="14936560" cy="888769"/>
          </a:xfrm>
          <a:prstGeom prst="rect">
            <a:avLst/>
          </a:prstGeom>
        </p:spPr>
        <p:txBody>
          <a:bodyPr wrap="square" lIns="0" tIns="0" rIns="0" bIns="0" rtlCol="0" anchor="t">
            <a:spAutoFit/>
          </a:bodyPr>
          <a:lstStyle/>
          <a:p>
            <a:pPr>
              <a:lnSpc>
                <a:spcPts val="7279"/>
              </a:lnSpc>
              <a:spcBef>
                <a:spcPct val="0"/>
              </a:spcBef>
            </a:pPr>
            <a:r>
              <a:rPr lang="en-US" sz="5199" b="1" dirty="0">
                <a:solidFill>
                  <a:srgbClr val="002B11"/>
                </a:solidFill>
                <a:latin typeface="Poppins Bold"/>
                <a:ea typeface="Poppins Bold"/>
                <a:cs typeface="Poppins Bold"/>
                <a:sym typeface="Poppins Bold"/>
              </a:rPr>
              <a:t>Scenario 4</a:t>
            </a:r>
          </a:p>
        </p:txBody>
      </p:sp>
      <p:sp>
        <p:nvSpPr>
          <p:cNvPr id="24" name="TextBox 23">
            <a:extLst>
              <a:ext uri="{FF2B5EF4-FFF2-40B4-BE49-F238E27FC236}">
                <a16:creationId xmlns:a16="http://schemas.microsoft.com/office/drawing/2014/main" id="{82F67361-5E28-755D-EBC6-AA280EED805A}"/>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mn-cs"/>
              </a:rPr>
              <a:t>Tripadvisor / Fraud support / Scenario 4</a:t>
            </a:r>
          </a:p>
        </p:txBody>
      </p:sp>
      <p:pic>
        <p:nvPicPr>
          <p:cNvPr id="12" name="Picture 11" descr="realistic detailed empty open mail envelope. Sending correspondence, work  mail. Customer Alert. Isolated vector on white background 8279089 Vector  Art at Vecteezy">
            <a:extLst>
              <a:ext uri="{FF2B5EF4-FFF2-40B4-BE49-F238E27FC236}">
                <a16:creationId xmlns:a16="http://schemas.microsoft.com/office/drawing/2014/main" id="{C22DC679-4C2F-8768-A54F-5973F1919C2E}"/>
              </a:ext>
            </a:extLst>
          </p:cNvPr>
          <p:cNvPicPr>
            <a:picLocks noChangeAspect="1"/>
          </p:cNvPicPr>
          <p:nvPr/>
        </p:nvPicPr>
        <p:blipFill>
          <a:blip r:embed="rId3"/>
          <a:srcRect/>
          <a:stretch>
            <a:fillRect/>
          </a:stretch>
        </p:blipFill>
        <p:spPr>
          <a:xfrm>
            <a:off x="133635" y="5460426"/>
            <a:ext cx="3922505" cy="3851759"/>
          </a:xfrm>
          <a:prstGeom prst="rect">
            <a:avLst/>
          </a:prstGeom>
        </p:spPr>
      </p:pic>
      <p:pic>
        <p:nvPicPr>
          <p:cNvPr id="13" name="Picture 12" descr="White paper illustration, Post-it note Paper , Sticky note transparent  background PNG clipart | HiClipart">
            <a:extLst>
              <a:ext uri="{FF2B5EF4-FFF2-40B4-BE49-F238E27FC236}">
                <a16:creationId xmlns:a16="http://schemas.microsoft.com/office/drawing/2014/main" id="{687C3B2E-79B1-0058-5A90-DB6EFCE77737}"/>
              </a:ext>
            </a:extLst>
          </p:cNvPr>
          <p:cNvPicPr>
            <a:picLocks noChangeAspect="1"/>
          </p:cNvPicPr>
          <p:nvPr/>
        </p:nvPicPr>
        <p:blipFill>
          <a:blip r:embed="rId4"/>
          <a:srcRect/>
          <a:stretch>
            <a:fillRect/>
          </a:stretch>
        </p:blipFill>
        <p:spPr>
          <a:xfrm rot="465030">
            <a:off x="1649464" y="1042747"/>
            <a:ext cx="8653635" cy="8386783"/>
          </a:xfrm>
          <a:prstGeom prst="rect">
            <a:avLst/>
          </a:prstGeom>
        </p:spPr>
      </p:pic>
      <p:sp>
        <p:nvSpPr>
          <p:cNvPr id="8" name="Google Shape;116;p1">
            <a:extLst>
              <a:ext uri="{FF2B5EF4-FFF2-40B4-BE49-F238E27FC236}">
                <a16:creationId xmlns:a16="http://schemas.microsoft.com/office/drawing/2014/main" id="{208E9442-B508-478B-A5AF-5DC2865E71E0}"/>
              </a:ext>
            </a:extLst>
          </p:cNvPr>
          <p:cNvSpPr txBox="1"/>
          <p:nvPr/>
        </p:nvSpPr>
        <p:spPr>
          <a:xfrm rot="21558269">
            <a:off x="2214052" y="2046207"/>
            <a:ext cx="7077038" cy="6293970"/>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1600" b="1">
                <a:latin typeface="Poppins" panose="00000500000000000000" pitchFamily="2" charset="0"/>
                <a:cs typeface="Poppins" panose="00000500000000000000" pitchFamily="2" charset="0"/>
              </a:defRPr>
            </a:lvl1pPr>
          </a:lstStyle>
          <a:p>
            <a:r>
              <a:rPr lang="en-US" dirty="0"/>
              <a:t>Subject: </a:t>
            </a:r>
            <a:r>
              <a:rPr lang="en-US" b="0" dirty="0"/>
              <a:t>Urgent Review Removal Request (Location ID: 13871137)</a:t>
            </a:r>
          </a:p>
          <a:p>
            <a:endParaRPr lang="en-US" b="0" dirty="0"/>
          </a:p>
          <a:p>
            <a:r>
              <a:rPr lang="en-US" b="0" dirty="0"/>
              <a:t>Dear Support Team,</a:t>
            </a:r>
          </a:p>
          <a:p>
            <a:endParaRPr lang="en-US" b="0" dirty="0"/>
          </a:p>
          <a:p>
            <a:r>
              <a:rPr lang="en-US" b="0" dirty="0"/>
              <a:t>I am writing to dispute a recent 1-star review on our profile from </a:t>
            </a:r>
            <a:r>
              <a:rPr lang="en-US" dirty="0"/>
              <a:t>John D. </a:t>
            </a:r>
            <a:r>
              <a:rPr lang="en-US" b="0" dirty="0"/>
              <a:t>dated </a:t>
            </a:r>
            <a:r>
              <a:rPr lang="en-US" dirty="0"/>
              <a:t>September 28, 2026</a:t>
            </a:r>
            <a:r>
              <a:rPr lang="en-US" b="0" dirty="0"/>
              <a:t>, titled "</a:t>
            </a:r>
            <a:r>
              <a:rPr lang="en-US" dirty="0"/>
              <a:t>Terrible service and cold food</a:t>
            </a:r>
            <a:r>
              <a:rPr lang="en-US" b="0" dirty="0"/>
              <a:t>.“</a:t>
            </a:r>
          </a:p>
          <a:p>
            <a:endParaRPr lang="en-US" b="0" dirty="0"/>
          </a:p>
          <a:p>
            <a:r>
              <a:rPr lang="en-US" b="0" dirty="0"/>
              <a:t>This reviewer </a:t>
            </a:r>
            <a:r>
              <a:rPr lang="en-US" dirty="0"/>
              <a:t>did not dine at our restaurant</a:t>
            </a:r>
            <a:r>
              <a:rPr lang="en-US" b="0" dirty="0"/>
              <a:t>. We cross-checked our Point of Sale (POS) system, guest reservations, and waitlists for that entire day and found zero record of this party or order. Furthermore, the specific dishes they complained about are not on our menu, meaning this review belongs to a different establishment or is fraudulent.</a:t>
            </a:r>
          </a:p>
          <a:p>
            <a:endParaRPr lang="en-US" b="0" dirty="0"/>
          </a:p>
          <a:p>
            <a:r>
              <a:rPr lang="en-US" b="0" dirty="0"/>
              <a:t>Unverified, inaccurate reviews harm our business and mislead customers. Please investigate this matter and remove the review from our listing.</a:t>
            </a:r>
          </a:p>
          <a:p>
            <a:endParaRPr lang="en-US" b="0" dirty="0"/>
          </a:p>
          <a:p>
            <a:r>
              <a:rPr lang="en-US" b="0" dirty="0"/>
              <a:t>Thank you for your prompt assistance.</a:t>
            </a:r>
          </a:p>
          <a:p>
            <a:endParaRPr lang="en-US" b="0" dirty="0"/>
          </a:p>
          <a:p>
            <a:r>
              <a:rPr lang="en-US" b="0" dirty="0"/>
              <a:t>Sincerely,</a:t>
            </a:r>
          </a:p>
          <a:p>
            <a:r>
              <a:rPr lang="en-US" b="0" dirty="0"/>
              <a:t>Marcus Vance</a:t>
            </a:r>
            <a:br>
              <a:rPr lang="en-US" b="0" dirty="0"/>
            </a:br>
            <a:r>
              <a:rPr lang="en-US" b="0" dirty="0"/>
              <a:t>Owner, The Kirkwood Bistro</a:t>
            </a:r>
            <a:br>
              <a:rPr lang="en-US" b="0" dirty="0"/>
            </a:br>
            <a:r>
              <a:rPr lang="en-US" b="0" dirty="0"/>
              <a:t>(555) 019-2834</a:t>
            </a:r>
          </a:p>
        </p:txBody>
      </p:sp>
      <p:sp>
        <p:nvSpPr>
          <p:cNvPr id="15" name="Rounded Rectangle 5">
            <a:extLst>
              <a:ext uri="{FF2B5EF4-FFF2-40B4-BE49-F238E27FC236}">
                <a16:creationId xmlns:a16="http://schemas.microsoft.com/office/drawing/2014/main" id="{4066B513-420F-30BB-DAF3-786EB967DC1B}"/>
              </a:ext>
            </a:extLst>
          </p:cNvPr>
          <p:cNvSpPr/>
          <p:nvPr/>
        </p:nvSpPr>
        <p:spPr>
          <a:xfrm>
            <a:off x="11151068" y="2875771"/>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21" name="Google Shape;116;p1">
            <a:extLst>
              <a:ext uri="{FF2B5EF4-FFF2-40B4-BE49-F238E27FC236}">
                <a16:creationId xmlns:a16="http://schemas.microsoft.com/office/drawing/2014/main" id="{5495E25D-0331-E731-1CAC-CF5AD18464FA}"/>
              </a:ext>
            </a:extLst>
          </p:cNvPr>
          <p:cNvSpPr txBox="1"/>
          <p:nvPr/>
        </p:nvSpPr>
        <p:spPr>
          <a:xfrm>
            <a:off x="9810591" y="3117657"/>
            <a:ext cx="1642485" cy="476993"/>
          </a:xfrm>
          <a:prstGeom prst="rect">
            <a:avLst/>
          </a:prstGeom>
          <a:noFill/>
          <a:ln>
            <a:noFill/>
          </a:ln>
        </p:spPr>
        <p:txBody>
          <a:bodyPr spcFirstLastPara="1" wrap="square" lIns="137138" tIns="68550" rIns="137138" bIns="68550" anchor="t" anchorCtr="0">
            <a:spAutoFit/>
          </a:bodyPr>
          <a:lstStyle/>
          <a:p>
            <a:pPr defTabSz="1371600">
              <a:buClr>
                <a:srgbClr val="000000"/>
              </a:buClr>
            </a:pPr>
            <a:r>
              <a:rPr lang="en-US" sz="2200" b="1" dirty="0">
                <a:solidFill>
                  <a:srgbClr val="002B11"/>
                </a:solidFill>
                <a:latin typeface="Poppins" panose="00000500000000000000" pitchFamily="2" charset="0"/>
                <a:cs typeface="Poppins" panose="00000500000000000000" pitchFamily="2" charset="0"/>
              </a:rPr>
              <a:t>Step 1</a:t>
            </a:r>
            <a:endParaRPr lang="en-US" sz="2200" b="1" kern="0" dirty="0">
              <a:solidFill>
                <a:srgbClr val="002B11"/>
              </a:solidFill>
              <a:latin typeface="Poppins" panose="00000500000000000000" pitchFamily="2" charset="0"/>
              <a:ea typeface="Open Sans SemiBold"/>
              <a:cs typeface="Poppins" panose="00000500000000000000" pitchFamily="2" charset="0"/>
              <a:sym typeface="Arial"/>
            </a:endParaRPr>
          </a:p>
        </p:txBody>
      </p:sp>
      <p:sp>
        <p:nvSpPr>
          <p:cNvPr id="23" name="Google Shape;116;p1">
            <a:extLst>
              <a:ext uri="{FF2B5EF4-FFF2-40B4-BE49-F238E27FC236}">
                <a16:creationId xmlns:a16="http://schemas.microsoft.com/office/drawing/2014/main" id="{215B623F-F3FF-A595-7A32-F0665E3EEB22}"/>
              </a:ext>
            </a:extLst>
          </p:cNvPr>
          <p:cNvSpPr txBox="1"/>
          <p:nvPr/>
        </p:nvSpPr>
        <p:spPr>
          <a:xfrm>
            <a:off x="11151067" y="2968396"/>
            <a:ext cx="2554063" cy="692437"/>
          </a:xfrm>
          <a:prstGeom prst="rect">
            <a:avLst/>
          </a:prstGeom>
          <a:noFill/>
          <a:ln>
            <a:noFill/>
          </a:ln>
        </p:spPr>
        <p:txBody>
          <a:bodyPr spcFirstLastPara="1" wrap="square" lIns="137138" tIns="68550" rIns="137138" bIns="68550" anchor="t" anchorCtr="0">
            <a:spAutoFit/>
          </a:bodyPr>
          <a:lstStyle/>
          <a:p>
            <a:pPr algn="ctr" defTabSz="1371600">
              <a:buClr>
                <a:srgbClr val="000000"/>
              </a:buClr>
            </a:pPr>
            <a:r>
              <a:rPr lang="en-US" dirty="0">
                <a:solidFill>
                  <a:srgbClr val="002B11"/>
                </a:solidFill>
                <a:latin typeface="Poppins" panose="00000500000000000000" pitchFamily="2" charset="0"/>
                <a:cs typeface="Poppins" panose="00000500000000000000" pitchFamily="2" charset="0"/>
              </a:rPr>
              <a:t>Verify owner affiliation</a:t>
            </a:r>
            <a:endParaRPr lang="en-US" kern="0" dirty="0">
              <a:solidFill>
                <a:srgbClr val="002B11"/>
              </a:solidFill>
              <a:latin typeface="Poppins" panose="00000500000000000000" pitchFamily="2" charset="0"/>
              <a:ea typeface="Open Sans SemiBold"/>
              <a:cs typeface="Poppins" panose="00000500000000000000" pitchFamily="2" charset="0"/>
              <a:sym typeface="Arial"/>
            </a:endParaRPr>
          </a:p>
        </p:txBody>
      </p:sp>
      <p:pic>
        <p:nvPicPr>
          <p:cNvPr id="32" name="Picture 31" descr="Arrow clipart Vectors - Download Free High-Quality Vectors | Magnific  (formerly Freepik)">
            <a:extLst>
              <a:ext uri="{FF2B5EF4-FFF2-40B4-BE49-F238E27FC236}">
                <a16:creationId xmlns:a16="http://schemas.microsoft.com/office/drawing/2014/main" id="{16F487A6-406F-A4BA-72E9-94D67399BE82}"/>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88037" y="2934264"/>
            <a:ext cx="1078690" cy="718553"/>
          </a:xfrm>
          <a:prstGeom prst="rect">
            <a:avLst/>
          </a:prstGeom>
          <a:ln>
            <a:noFill/>
          </a:ln>
        </p:spPr>
      </p:pic>
      <p:grpSp>
        <p:nvGrpSpPr>
          <p:cNvPr id="33" name="Group 5">
            <a:extLst>
              <a:ext uri="{FF2B5EF4-FFF2-40B4-BE49-F238E27FC236}">
                <a16:creationId xmlns:a16="http://schemas.microsoft.com/office/drawing/2014/main" id="{A5D48EB0-760B-DF1D-DD87-54B9A2EB38D8}"/>
              </a:ext>
            </a:extLst>
          </p:cNvPr>
          <p:cNvGrpSpPr/>
          <p:nvPr/>
        </p:nvGrpSpPr>
        <p:grpSpPr>
          <a:xfrm>
            <a:off x="14684082" y="2712292"/>
            <a:ext cx="3020186" cy="1052248"/>
            <a:chOff x="0" y="-176632"/>
            <a:chExt cx="6862758" cy="1553955"/>
          </a:xfrm>
        </p:grpSpPr>
        <p:sp>
          <p:nvSpPr>
            <p:cNvPr id="34" name="TextBox 8">
              <a:extLst>
                <a:ext uri="{FF2B5EF4-FFF2-40B4-BE49-F238E27FC236}">
                  <a16:creationId xmlns:a16="http://schemas.microsoft.com/office/drawing/2014/main" id="{C2E4772C-ED75-34D2-7583-96C18B1C23D4}"/>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35" name="Group 9">
              <a:extLst>
                <a:ext uri="{FF2B5EF4-FFF2-40B4-BE49-F238E27FC236}">
                  <a16:creationId xmlns:a16="http://schemas.microsoft.com/office/drawing/2014/main" id="{A92B026C-1A8C-D0D2-9950-6AA866A7DDB9}"/>
                </a:ext>
              </a:extLst>
            </p:cNvPr>
            <p:cNvGrpSpPr/>
            <p:nvPr/>
          </p:nvGrpSpPr>
          <p:grpSpPr>
            <a:xfrm>
              <a:off x="93898" y="65264"/>
              <a:ext cx="6768860" cy="1312059"/>
              <a:chOff x="0" y="0"/>
              <a:chExt cx="1825079" cy="353769"/>
            </a:xfrm>
          </p:grpSpPr>
          <p:sp>
            <p:nvSpPr>
              <p:cNvPr id="36" name="Freeform 10">
                <a:extLst>
                  <a:ext uri="{FF2B5EF4-FFF2-40B4-BE49-F238E27FC236}">
                    <a16:creationId xmlns:a16="http://schemas.microsoft.com/office/drawing/2014/main" id="{FF095DA8-3A0C-DDC2-CFBF-C184A1B43423}"/>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37" name="TextBox 11">
                <a:extLst>
                  <a:ext uri="{FF2B5EF4-FFF2-40B4-BE49-F238E27FC236}">
                    <a16:creationId xmlns:a16="http://schemas.microsoft.com/office/drawing/2014/main" id="{388D545E-37C6-37A4-A1CE-50E371D8AC25}"/>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38" name="TextBox 12">
            <a:extLst>
              <a:ext uri="{FF2B5EF4-FFF2-40B4-BE49-F238E27FC236}">
                <a16:creationId xmlns:a16="http://schemas.microsoft.com/office/drawing/2014/main" id="{F4BFBE16-B202-7B53-A644-309EB5CB85E0}"/>
              </a:ext>
            </a:extLst>
          </p:cNvPr>
          <p:cNvSpPr txBox="1"/>
          <p:nvPr/>
        </p:nvSpPr>
        <p:spPr>
          <a:xfrm>
            <a:off x="15014444" y="3007446"/>
            <a:ext cx="2459814"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User is not authorized</a:t>
            </a:r>
          </a:p>
        </p:txBody>
      </p:sp>
      <p:grpSp>
        <p:nvGrpSpPr>
          <p:cNvPr id="118" name="Group 5">
            <a:extLst>
              <a:ext uri="{FF2B5EF4-FFF2-40B4-BE49-F238E27FC236}">
                <a16:creationId xmlns:a16="http://schemas.microsoft.com/office/drawing/2014/main" id="{95F66030-17AB-4E09-D9A0-1737048D6B8E}"/>
              </a:ext>
            </a:extLst>
          </p:cNvPr>
          <p:cNvGrpSpPr/>
          <p:nvPr/>
        </p:nvGrpSpPr>
        <p:grpSpPr>
          <a:xfrm>
            <a:off x="5156938" y="8709757"/>
            <a:ext cx="12388666" cy="1381990"/>
            <a:chOff x="0" y="-176632"/>
            <a:chExt cx="7173645" cy="1555368"/>
          </a:xfrm>
        </p:grpSpPr>
        <p:sp>
          <p:nvSpPr>
            <p:cNvPr id="119" name="TextBox 8">
              <a:extLst>
                <a:ext uri="{FF2B5EF4-FFF2-40B4-BE49-F238E27FC236}">
                  <a16:creationId xmlns:a16="http://schemas.microsoft.com/office/drawing/2014/main" id="{5442CA96-53DF-56C2-0F55-17B2F64D7E6D}"/>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sz="1600">
                <a:solidFill>
                  <a:prstClr val="black"/>
                </a:solidFill>
                <a:latin typeface="Aptos" panose="02110004020202020204"/>
              </a:endParaRPr>
            </a:p>
          </p:txBody>
        </p:sp>
        <p:grpSp>
          <p:nvGrpSpPr>
            <p:cNvPr id="120" name="Group 9">
              <a:extLst>
                <a:ext uri="{FF2B5EF4-FFF2-40B4-BE49-F238E27FC236}">
                  <a16:creationId xmlns:a16="http://schemas.microsoft.com/office/drawing/2014/main" id="{5123F699-759A-3BA4-3667-ECE3EB66D075}"/>
                </a:ext>
              </a:extLst>
            </p:cNvPr>
            <p:cNvGrpSpPr/>
            <p:nvPr/>
          </p:nvGrpSpPr>
          <p:grpSpPr>
            <a:xfrm>
              <a:off x="360320" y="-109955"/>
              <a:ext cx="6813325" cy="1488691"/>
              <a:chOff x="71835" y="-47244"/>
              <a:chExt cx="1837068" cy="401394"/>
            </a:xfrm>
          </p:grpSpPr>
          <p:sp>
            <p:nvSpPr>
              <p:cNvPr id="121" name="Freeform 10">
                <a:extLst>
                  <a:ext uri="{FF2B5EF4-FFF2-40B4-BE49-F238E27FC236}">
                    <a16:creationId xmlns:a16="http://schemas.microsoft.com/office/drawing/2014/main" id="{F9DF4CBE-29D3-B386-D192-EE2E76F43462}"/>
                  </a:ext>
                </a:extLst>
              </p:cNvPr>
              <p:cNvSpPr/>
              <p:nvPr/>
            </p:nvSpPr>
            <p:spPr>
              <a:xfrm>
                <a:off x="478206" y="-10065"/>
                <a:ext cx="1430697"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92E9A7"/>
                </a:solidFill>
                <a:prstDash val="solid"/>
                <a:round/>
              </a:ln>
            </p:spPr>
            <p:txBody>
              <a:bodyPr/>
              <a:lstStyle/>
              <a:p>
                <a:endParaRPr lang="en-US" sz="1600" dirty="0">
                  <a:solidFill>
                    <a:prstClr val="black"/>
                  </a:solidFill>
                  <a:latin typeface="Aptos" panose="02110004020202020204"/>
                </a:endParaRPr>
              </a:p>
            </p:txBody>
          </p:sp>
          <p:sp>
            <p:nvSpPr>
              <p:cNvPr id="122" name="TextBox 11">
                <a:extLst>
                  <a:ext uri="{FF2B5EF4-FFF2-40B4-BE49-F238E27FC236}">
                    <a16:creationId xmlns:a16="http://schemas.microsoft.com/office/drawing/2014/main" id="{8E24F7D6-C6B9-4D42-A305-605A1DF376B0}"/>
                  </a:ext>
                </a:extLst>
              </p:cNvPr>
              <p:cNvSpPr txBox="1"/>
              <p:nvPr/>
            </p:nvSpPr>
            <p:spPr>
              <a:xfrm>
                <a:off x="71835" y="-47244"/>
                <a:ext cx="1825079" cy="401394"/>
              </a:xfrm>
              <a:prstGeom prst="rect">
                <a:avLst/>
              </a:prstGeom>
            </p:spPr>
            <p:txBody>
              <a:bodyPr lIns="50800" tIns="50800" rIns="50800" bIns="50800" rtlCol="0" anchor="ctr"/>
              <a:lstStyle/>
              <a:p>
                <a:pPr algn="ctr">
                  <a:lnSpc>
                    <a:spcPts val="2806"/>
                  </a:lnSpc>
                </a:pPr>
                <a:endParaRPr sz="1600">
                  <a:solidFill>
                    <a:prstClr val="black"/>
                  </a:solidFill>
                  <a:latin typeface="Aptos" panose="02110004020202020204"/>
                </a:endParaRPr>
              </a:p>
            </p:txBody>
          </p:sp>
        </p:grpSp>
      </p:grpSp>
      <p:sp>
        <p:nvSpPr>
          <p:cNvPr id="123" name="Google Shape;116;p1">
            <a:extLst>
              <a:ext uri="{FF2B5EF4-FFF2-40B4-BE49-F238E27FC236}">
                <a16:creationId xmlns:a16="http://schemas.microsoft.com/office/drawing/2014/main" id="{B5E08FC7-2C47-C6D6-7498-01BD0AD2BB7B}"/>
              </a:ext>
            </a:extLst>
          </p:cNvPr>
          <p:cNvSpPr txBox="1"/>
          <p:nvPr/>
        </p:nvSpPr>
        <p:spPr>
          <a:xfrm>
            <a:off x="8839200" y="9173905"/>
            <a:ext cx="8617733" cy="615553"/>
          </a:xfrm>
          <a:prstGeom prst="rect">
            <a:avLst/>
          </a:prstGeom>
        </p:spPr>
        <p:txBody>
          <a:bodyPr wrap="square" lIns="0" tIns="0" rIns="0" bIns="0" rtlCol="0" anchor="t">
            <a:spAutoFit/>
          </a:bodyPr>
          <a:lstStyle>
            <a:defPPr>
              <a:defRPr lang="en-US"/>
            </a:defPPr>
            <a:lvl1pPr algn="ctr" defTabSz="1371600">
              <a:buClr>
                <a:srgbClr val="000000"/>
              </a:buClr>
              <a:defRPr b="1">
                <a:solidFill>
                  <a:srgbClr val="002B11"/>
                </a:solidFill>
                <a:latin typeface="Poppins" panose="00000500000000000000" pitchFamily="2" charset="0"/>
                <a:cs typeface="Poppins" panose="00000500000000000000" pitchFamily="2" charset="0"/>
              </a:defRPr>
            </a:lvl1pPr>
          </a:lstStyle>
          <a:p>
            <a:pPr algn="l"/>
            <a:r>
              <a:rPr lang="en-US" sz="2000" dirty="0"/>
              <a:t>Recap: </a:t>
            </a:r>
            <a:r>
              <a:rPr lang="en-US" sz="2000" b="0" dirty="0"/>
              <a:t>The owner is not authorized. A macro advising the user to verify and register their identity.</a:t>
            </a:r>
            <a:endParaRPr lang="en-US" sz="2000" b="0" dirty="0">
              <a:sym typeface="Arial"/>
            </a:endParaRPr>
          </a:p>
        </p:txBody>
      </p:sp>
      <p:sp>
        <p:nvSpPr>
          <p:cNvPr id="17" name="Google Shape;116;p1">
            <a:extLst>
              <a:ext uri="{FF2B5EF4-FFF2-40B4-BE49-F238E27FC236}">
                <a16:creationId xmlns:a16="http://schemas.microsoft.com/office/drawing/2014/main" id="{E21CDA12-B146-DE01-96DB-3F56FD7FE722}"/>
              </a:ext>
            </a:extLst>
          </p:cNvPr>
          <p:cNvSpPr txBox="1"/>
          <p:nvPr/>
        </p:nvSpPr>
        <p:spPr>
          <a:xfrm>
            <a:off x="9581982" y="4649250"/>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pPr algn="ctr"/>
            <a:r>
              <a:rPr lang="en-US" dirty="0"/>
              <a:t>Step 2</a:t>
            </a:r>
            <a:endParaRPr lang="en-US" dirty="0">
              <a:sym typeface="Arial"/>
            </a:endParaRPr>
          </a:p>
        </p:txBody>
      </p:sp>
      <p:sp>
        <p:nvSpPr>
          <p:cNvPr id="18" name="Rounded Rectangle 5">
            <a:extLst>
              <a:ext uri="{FF2B5EF4-FFF2-40B4-BE49-F238E27FC236}">
                <a16:creationId xmlns:a16="http://schemas.microsoft.com/office/drawing/2014/main" id="{EDB2CC7B-9D23-8756-3DC9-D1FC52C4371E}"/>
              </a:ext>
            </a:extLst>
          </p:cNvPr>
          <p:cNvSpPr/>
          <p:nvPr/>
        </p:nvSpPr>
        <p:spPr>
          <a:xfrm>
            <a:off x="11157317" y="4440007"/>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19" name="Google Shape;116;p1">
            <a:extLst>
              <a:ext uri="{FF2B5EF4-FFF2-40B4-BE49-F238E27FC236}">
                <a16:creationId xmlns:a16="http://schemas.microsoft.com/office/drawing/2014/main" id="{A8D20A78-6D6E-2A77-1E88-37322AF37440}"/>
              </a:ext>
            </a:extLst>
          </p:cNvPr>
          <p:cNvSpPr txBox="1"/>
          <p:nvPr/>
        </p:nvSpPr>
        <p:spPr>
          <a:xfrm>
            <a:off x="11091784" y="4671048"/>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Macro to Send</a:t>
            </a:r>
            <a:endParaRPr lang="en-US" dirty="0">
              <a:sym typeface="Arial"/>
            </a:endParaRPr>
          </a:p>
        </p:txBody>
      </p:sp>
      <p:pic>
        <p:nvPicPr>
          <p:cNvPr id="20" name="Picture 19" descr="Arrow clipart Vectors - Download Free High-Quality Vectors | Magnific  (formerly Freepik)">
            <a:extLst>
              <a:ext uri="{FF2B5EF4-FFF2-40B4-BE49-F238E27FC236}">
                <a16:creationId xmlns:a16="http://schemas.microsoft.com/office/drawing/2014/main" id="{69BEEA88-812B-8741-6722-AA1108F1536B}"/>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45847" y="4574514"/>
            <a:ext cx="1078690" cy="718553"/>
          </a:xfrm>
          <a:prstGeom prst="rect">
            <a:avLst/>
          </a:prstGeom>
          <a:ln>
            <a:noFill/>
          </a:ln>
        </p:spPr>
      </p:pic>
      <p:grpSp>
        <p:nvGrpSpPr>
          <p:cNvPr id="22" name="Group 5">
            <a:extLst>
              <a:ext uri="{FF2B5EF4-FFF2-40B4-BE49-F238E27FC236}">
                <a16:creationId xmlns:a16="http://schemas.microsoft.com/office/drawing/2014/main" id="{6E3292C8-3C49-8877-37F7-368A7CF4AD61}"/>
              </a:ext>
            </a:extLst>
          </p:cNvPr>
          <p:cNvGrpSpPr/>
          <p:nvPr/>
        </p:nvGrpSpPr>
        <p:grpSpPr>
          <a:xfrm>
            <a:off x="14674501" y="4297207"/>
            <a:ext cx="3020186" cy="1052248"/>
            <a:chOff x="0" y="-176632"/>
            <a:chExt cx="6862758" cy="1553955"/>
          </a:xfrm>
        </p:grpSpPr>
        <p:sp>
          <p:nvSpPr>
            <p:cNvPr id="25" name="TextBox 24">
              <a:extLst>
                <a:ext uri="{FF2B5EF4-FFF2-40B4-BE49-F238E27FC236}">
                  <a16:creationId xmlns:a16="http://schemas.microsoft.com/office/drawing/2014/main" id="{84893A7A-522F-2143-CABC-3366CC35EB90}"/>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26" name="Group 25">
              <a:extLst>
                <a:ext uri="{FF2B5EF4-FFF2-40B4-BE49-F238E27FC236}">
                  <a16:creationId xmlns:a16="http://schemas.microsoft.com/office/drawing/2014/main" id="{32B16DAD-39C1-3A41-F58C-A5A81DE7DF97}"/>
                </a:ext>
              </a:extLst>
            </p:cNvPr>
            <p:cNvGrpSpPr/>
            <p:nvPr/>
          </p:nvGrpSpPr>
          <p:grpSpPr>
            <a:xfrm>
              <a:off x="93898" y="65264"/>
              <a:ext cx="6768860" cy="1312059"/>
              <a:chOff x="0" y="0"/>
              <a:chExt cx="1825079" cy="353769"/>
            </a:xfrm>
          </p:grpSpPr>
          <p:sp>
            <p:nvSpPr>
              <p:cNvPr id="27" name="Freeform 10">
                <a:extLst>
                  <a:ext uri="{FF2B5EF4-FFF2-40B4-BE49-F238E27FC236}">
                    <a16:creationId xmlns:a16="http://schemas.microsoft.com/office/drawing/2014/main" id="{DCC87449-0238-E453-E9FC-A35342F89B32}"/>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28" name="TextBox 11">
                <a:extLst>
                  <a:ext uri="{FF2B5EF4-FFF2-40B4-BE49-F238E27FC236}">
                    <a16:creationId xmlns:a16="http://schemas.microsoft.com/office/drawing/2014/main" id="{4C124225-BC0A-5178-B37E-275C8962C17A}"/>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29" name="TextBox 12">
            <a:extLst>
              <a:ext uri="{FF2B5EF4-FFF2-40B4-BE49-F238E27FC236}">
                <a16:creationId xmlns:a16="http://schemas.microsoft.com/office/drawing/2014/main" id="{EB10C74B-AA24-8E19-F361-D8B877C7E943}"/>
              </a:ext>
            </a:extLst>
          </p:cNvPr>
          <p:cNvSpPr txBox="1"/>
          <p:nvPr/>
        </p:nvSpPr>
        <p:spPr>
          <a:xfrm>
            <a:off x="15014444" y="4586450"/>
            <a:ext cx="2459814"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i="1" dirty="0"/>
              <a:t>Owner is Not Yet Registered</a:t>
            </a:r>
            <a:endParaRPr lang="en-US" i="1" dirty="0">
              <a:sym typeface="Poppins"/>
            </a:endParaRPr>
          </a:p>
        </p:txBody>
      </p:sp>
    </p:spTree>
    <p:extLst>
      <p:ext uri="{BB962C8B-B14F-4D97-AF65-F5344CB8AC3E}">
        <p14:creationId xmlns:p14="http://schemas.microsoft.com/office/powerpoint/2010/main" val="254533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strVal val="#ppt_w*0.70"/>
                                          </p:val>
                                        </p:tav>
                                        <p:tav tm="100000">
                                          <p:val>
                                            <p:strVal val="#ppt_w"/>
                                          </p:val>
                                        </p:tav>
                                      </p:tavLst>
                                    </p:anim>
                                    <p:anim calcmode="lin" valueType="num">
                                      <p:cBhvr>
                                        <p:cTn id="8" dur="1000" fill="hold"/>
                                        <p:tgtEl>
                                          <p:spTgt spid="13"/>
                                        </p:tgtEl>
                                        <p:attrNameLst>
                                          <p:attrName>ppt_h</p:attrName>
                                        </p:attrNameLst>
                                      </p:cBhvr>
                                      <p:tavLst>
                                        <p:tav tm="0">
                                          <p:val>
                                            <p:strVal val="#ppt_h"/>
                                          </p:val>
                                        </p:tav>
                                        <p:tav tm="100000">
                                          <p:val>
                                            <p:strVal val="#ppt_h"/>
                                          </p:val>
                                        </p:tav>
                                      </p:tavLst>
                                    </p:anim>
                                    <p:animEffect transition="in" filter="fade">
                                      <p:cBhvr>
                                        <p:cTn id="9" dur="1000"/>
                                        <p:tgtEl>
                                          <p:spTgt spid="13"/>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strVal val="#ppt_w*0.70"/>
                                          </p:val>
                                        </p:tav>
                                        <p:tav tm="100000">
                                          <p:val>
                                            <p:strVal val="#ppt_w"/>
                                          </p:val>
                                        </p:tav>
                                      </p:tavLst>
                                    </p:anim>
                                    <p:anim calcmode="lin" valueType="num">
                                      <p:cBhvr>
                                        <p:cTn id="13" dur="1000" fill="hold"/>
                                        <p:tgtEl>
                                          <p:spTgt spid="8"/>
                                        </p:tgtEl>
                                        <p:attrNameLst>
                                          <p:attrName>ppt_h</p:attrName>
                                        </p:attrNameLst>
                                      </p:cBhvr>
                                      <p:tavLst>
                                        <p:tav tm="0">
                                          <p:val>
                                            <p:strVal val="#ppt_h"/>
                                          </p:val>
                                        </p:tav>
                                        <p:tav tm="100000">
                                          <p:val>
                                            <p:strVal val="#ppt_h"/>
                                          </p:val>
                                        </p:tav>
                                      </p:tavLst>
                                    </p:anim>
                                    <p:animEffect transition="in" filter="fade">
                                      <p:cBhvr>
                                        <p:cTn id="14" dur="1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randombar(horizontal)">
                                      <p:cBhvr>
                                        <p:cTn id="29" dur="500"/>
                                        <p:tgtEl>
                                          <p:spTgt spid="32"/>
                                        </p:tgtEl>
                                      </p:cBhvr>
                                    </p:animEffect>
                                  </p:childTnLst>
                                </p:cTn>
                              </p:par>
                              <p:par>
                                <p:cTn id="30" presetID="17" presetClass="entr" presetSubtype="10" fill="hold" nodeType="with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p:cTn id="32" dur="500" fill="hold"/>
                                        <p:tgtEl>
                                          <p:spTgt spid="33"/>
                                        </p:tgtEl>
                                        <p:attrNameLst>
                                          <p:attrName>ppt_w</p:attrName>
                                        </p:attrNameLst>
                                      </p:cBhvr>
                                      <p:tavLst>
                                        <p:tav tm="0">
                                          <p:val>
                                            <p:fltVal val="0"/>
                                          </p:val>
                                        </p:tav>
                                        <p:tav tm="100000">
                                          <p:val>
                                            <p:strVal val="#ppt_w"/>
                                          </p:val>
                                        </p:tav>
                                      </p:tavLst>
                                    </p:anim>
                                    <p:anim calcmode="lin" valueType="num">
                                      <p:cBhvr>
                                        <p:cTn id="33" dur="500" fill="hold"/>
                                        <p:tgtEl>
                                          <p:spTgt spid="33"/>
                                        </p:tgtEl>
                                        <p:attrNameLst>
                                          <p:attrName>ppt_h</p:attrName>
                                        </p:attrNameLst>
                                      </p:cBhvr>
                                      <p:tavLst>
                                        <p:tav tm="0">
                                          <p:val>
                                            <p:strVal val="#ppt_h"/>
                                          </p:val>
                                        </p:tav>
                                        <p:tav tm="100000">
                                          <p:val>
                                            <p:strVal val="#ppt_h"/>
                                          </p:val>
                                        </p:tav>
                                      </p:tavLst>
                                    </p:anim>
                                  </p:childTnLst>
                                </p:cTn>
                              </p:par>
                              <p:par>
                                <p:cTn id="34" presetID="17" presetClass="entr" presetSubtype="1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 calcmode="lin" valueType="num">
                                      <p:cBhvr>
                                        <p:cTn id="36" dur="500" fill="hold"/>
                                        <p:tgtEl>
                                          <p:spTgt spid="38"/>
                                        </p:tgtEl>
                                        <p:attrNameLst>
                                          <p:attrName>ppt_w</p:attrName>
                                        </p:attrNameLst>
                                      </p:cBhvr>
                                      <p:tavLst>
                                        <p:tav tm="0">
                                          <p:val>
                                            <p:fltVal val="0"/>
                                          </p:val>
                                        </p:tav>
                                        <p:tav tm="100000">
                                          <p:val>
                                            <p:strVal val="#ppt_w"/>
                                          </p:val>
                                        </p:tav>
                                      </p:tavLst>
                                    </p:anim>
                                    <p:anim calcmode="lin" valueType="num">
                                      <p:cBhvr>
                                        <p:cTn id="37" dur="500" fill="hold"/>
                                        <p:tgtEl>
                                          <p:spTgt spid="38"/>
                                        </p:tgtEl>
                                        <p:attrNameLst>
                                          <p:attrName>ppt_h</p:attrName>
                                        </p:attrNameLst>
                                      </p:cBhvr>
                                      <p:tavLst>
                                        <p:tav tm="0">
                                          <p:val>
                                            <p:strVal val="#ppt_h"/>
                                          </p:val>
                                        </p:tav>
                                        <p:tav tm="100000">
                                          <p:val>
                                            <p:strVal val="#ppt_h"/>
                                          </p:val>
                                        </p:tav>
                                      </p:tavLst>
                                    </p:anim>
                                  </p:childTnLst>
                                </p:cTn>
                              </p:par>
                              <p:par>
                                <p:cTn id="38" presetID="1" presetClass="entr" presetSubtype="0" fill="hold" grpId="0" nodeType="withEffect">
                                  <p:stCondLst>
                                    <p:cond delay="0"/>
                                  </p:stCondLst>
                                  <p:childTnLst>
                                    <p:set>
                                      <p:cBhvr>
                                        <p:cTn id="39" dur="1" fill="hold">
                                          <p:stCondLst>
                                            <p:cond delay="0"/>
                                          </p:stCondLst>
                                        </p:cTn>
                                        <p:tgtEl>
                                          <p:spTgt spid="17"/>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8"/>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randombar(horizontal)">
                                      <p:cBhvr>
                                        <p:cTn id="50" dur="500"/>
                                        <p:tgtEl>
                                          <p:spTgt spid="20"/>
                                        </p:tgtEl>
                                      </p:cBhvr>
                                    </p:animEffect>
                                  </p:childTnLst>
                                </p:cTn>
                              </p:par>
                              <p:par>
                                <p:cTn id="51" presetID="17" presetClass="entr" presetSubtype="10" fill="hold" nodeType="with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00" fill="hold"/>
                                        <p:tgtEl>
                                          <p:spTgt spid="22"/>
                                        </p:tgtEl>
                                        <p:attrNameLst>
                                          <p:attrName>ppt_w</p:attrName>
                                        </p:attrNameLst>
                                      </p:cBhvr>
                                      <p:tavLst>
                                        <p:tav tm="0">
                                          <p:val>
                                            <p:fltVal val="0"/>
                                          </p:val>
                                        </p:tav>
                                        <p:tav tm="100000">
                                          <p:val>
                                            <p:strVal val="#ppt_w"/>
                                          </p:val>
                                        </p:tav>
                                      </p:tavLst>
                                    </p:anim>
                                    <p:anim calcmode="lin" valueType="num">
                                      <p:cBhvr>
                                        <p:cTn id="54" dur="500" fill="hold"/>
                                        <p:tgtEl>
                                          <p:spTgt spid="22"/>
                                        </p:tgtEl>
                                        <p:attrNameLst>
                                          <p:attrName>ppt_h</p:attrName>
                                        </p:attrNameLst>
                                      </p:cBhvr>
                                      <p:tavLst>
                                        <p:tav tm="0">
                                          <p:val>
                                            <p:strVal val="#ppt_h"/>
                                          </p:val>
                                        </p:tav>
                                        <p:tav tm="100000">
                                          <p:val>
                                            <p:strVal val="#ppt_h"/>
                                          </p:val>
                                        </p:tav>
                                      </p:tavLst>
                                    </p:anim>
                                  </p:childTnLst>
                                </p:cTn>
                              </p:par>
                              <p:par>
                                <p:cTn id="55" presetID="17" presetClass="entr" presetSubtype="10" fill="hold" grpId="0" nodeType="withEffect">
                                  <p:stCondLst>
                                    <p:cond delay="0"/>
                                  </p:stCondLst>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ppt_w</p:attrName>
                                        </p:attrNameLst>
                                      </p:cBhvr>
                                      <p:tavLst>
                                        <p:tav tm="0">
                                          <p:val>
                                            <p:fltVal val="0"/>
                                          </p:val>
                                        </p:tav>
                                        <p:tav tm="100000">
                                          <p:val>
                                            <p:strVal val="#ppt_w"/>
                                          </p:val>
                                        </p:tav>
                                      </p:tavLst>
                                    </p:anim>
                                    <p:anim calcmode="lin" valueType="num">
                                      <p:cBhvr>
                                        <p:cTn id="58" dur="5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8"/>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animBg="1"/>
      <p:bldP spid="21" grpId="0"/>
      <p:bldP spid="23" grpId="0"/>
      <p:bldP spid="38" grpId="0"/>
      <p:bldP spid="123" grpId="0"/>
      <p:bldP spid="17" grpId="0"/>
      <p:bldP spid="18" grpId="0" animBg="1"/>
      <p:bldP spid="19" grpId="0"/>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8B5E5-A0DB-4920-4AD4-4547898708A2}"/>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79E251DA-57F3-3140-C1ED-1A653712AB58}"/>
              </a:ext>
            </a:extLst>
          </p:cNvPr>
          <p:cNvSpPr txBox="1"/>
          <p:nvPr/>
        </p:nvSpPr>
        <p:spPr>
          <a:xfrm>
            <a:off x="304800" y="211896"/>
            <a:ext cx="14936560" cy="888769"/>
          </a:xfrm>
          <a:prstGeom prst="rect">
            <a:avLst/>
          </a:prstGeom>
        </p:spPr>
        <p:txBody>
          <a:bodyPr wrap="square" lIns="0" tIns="0" rIns="0" bIns="0" rtlCol="0" anchor="t">
            <a:spAutoFit/>
          </a:bodyPr>
          <a:lstStyle/>
          <a:p>
            <a:pPr>
              <a:lnSpc>
                <a:spcPts val="7279"/>
              </a:lnSpc>
              <a:spcBef>
                <a:spcPct val="0"/>
              </a:spcBef>
            </a:pPr>
            <a:r>
              <a:rPr lang="en-US" sz="5199" b="1" dirty="0">
                <a:solidFill>
                  <a:srgbClr val="002B11"/>
                </a:solidFill>
                <a:latin typeface="Poppins Bold"/>
                <a:ea typeface="Poppins Bold"/>
                <a:cs typeface="Poppins Bold"/>
                <a:sym typeface="Poppins Bold"/>
              </a:rPr>
              <a:t>Scenario 5</a:t>
            </a:r>
          </a:p>
        </p:txBody>
      </p:sp>
      <p:sp>
        <p:nvSpPr>
          <p:cNvPr id="24" name="TextBox 23">
            <a:extLst>
              <a:ext uri="{FF2B5EF4-FFF2-40B4-BE49-F238E27FC236}">
                <a16:creationId xmlns:a16="http://schemas.microsoft.com/office/drawing/2014/main" id="{A7E5117B-F669-854E-D358-03B23336EDC5}"/>
              </a:ext>
            </a:extLst>
          </p:cNvPr>
          <p:cNvSpPr txBox="1"/>
          <p:nvPr/>
        </p:nvSpPr>
        <p:spPr>
          <a:xfrm>
            <a:off x="600000" y="9727001"/>
            <a:ext cx="10000000" cy="307777"/>
          </a:xfrm>
          <a:prstGeom prst="rect">
            <a:avLst/>
          </a:prstGeom>
          <a:noFill/>
        </p:spPr>
        <p:txBody>
          <a:bodyPr wrap="square"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8A8272"/>
                </a:solidFill>
                <a:effectLst/>
                <a:uLnTx/>
                <a:uFillTx/>
                <a:latin typeface="Poppins"/>
                <a:ea typeface="+mn-ea"/>
                <a:cs typeface="+mn-cs"/>
              </a:rPr>
              <a:t>Tripadvisor / Fraud support / Scenario 5</a:t>
            </a:r>
          </a:p>
        </p:txBody>
      </p:sp>
      <p:pic>
        <p:nvPicPr>
          <p:cNvPr id="12" name="Picture 11" descr="realistic detailed empty open mail envelope. Sending correspondence, work  mail. Customer Alert. Isolated vector on white background 8279089 Vector  Art at Vecteezy">
            <a:extLst>
              <a:ext uri="{FF2B5EF4-FFF2-40B4-BE49-F238E27FC236}">
                <a16:creationId xmlns:a16="http://schemas.microsoft.com/office/drawing/2014/main" id="{93963333-3C93-69C0-4FAC-BCD9E51F674B}"/>
              </a:ext>
            </a:extLst>
          </p:cNvPr>
          <p:cNvPicPr>
            <a:picLocks noChangeAspect="1"/>
          </p:cNvPicPr>
          <p:nvPr/>
        </p:nvPicPr>
        <p:blipFill>
          <a:blip r:embed="rId3"/>
          <a:srcRect/>
          <a:stretch>
            <a:fillRect/>
          </a:stretch>
        </p:blipFill>
        <p:spPr>
          <a:xfrm>
            <a:off x="133635" y="5460426"/>
            <a:ext cx="3922505" cy="3851759"/>
          </a:xfrm>
          <a:prstGeom prst="rect">
            <a:avLst/>
          </a:prstGeom>
        </p:spPr>
      </p:pic>
      <p:pic>
        <p:nvPicPr>
          <p:cNvPr id="13" name="Picture 12" descr="White paper illustration, Post-it note Paper , Sticky note transparent  background PNG clipart | HiClipart">
            <a:extLst>
              <a:ext uri="{FF2B5EF4-FFF2-40B4-BE49-F238E27FC236}">
                <a16:creationId xmlns:a16="http://schemas.microsoft.com/office/drawing/2014/main" id="{DDE2B54A-C139-044B-2623-8ECE3FC6A992}"/>
              </a:ext>
            </a:extLst>
          </p:cNvPr>
          <p:cNvPicPr>
            <a:picLocks noChangeAspect="1"/>
          </p:cNvPicPr>
          <p:nvPr/>
        </p:nvPicPr>
        <p:blipFill>
          <a:blip r:embed="rId4"/>
          <a:srcRect/>
          <a:stretch>
            <a:fillRect/>
          </a:stretch>
        </p:blipFill>
        <p:spPr>
          <a:xfrm rot="465030">
            <a:off x="1117384" y="736241"/>
            <a:ext cx="8951637" cy="8675595"/>
          </a:xfrm>
          <a:prstGeom prst="rect">
            <a:avLst/>
          </a:prstGeom>
        </p:spPr>
      </p:pic>
      <p:sp>
        <p:nvSpPr>
          <p:cNvPr id="8" name="Google Shape;116;p1">
            <a:extLst>
              <a:ext uri="{FF2B5EF4-FFF2-40B4-BE49-F238E27FC236}">
                <a16:creationId xmlns:a16="http://schemas.microsoft.com/office/drawing/2014/main" id="{8CFC6804-11E4-8DD4-59B3-9280829DF648}"/>
              </a:ext>
            </a:extLst>
          </p:cNvPr>
          <p:cNvSpPr txBox="1"/>
          <p:nvPr/>
        </p:nvSpPr>
        <p:spPr>
          <a:xfrm rot="21558269">
            <a:off x="1690797" y="1674521"/>
            <a:ext cx="7240199" cy="678641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1600" b="1">
                <a:latin typeface="Poppins" panose="00000500000000000000" pitchFamily="2" charset="0"/>
                <a:cs typeface="Poppins" panose="00000500000000000000" pitchFamily="2" charset="0"/>
              </a:defRPr>
            </a:lvl1pPr>
          </a:lstStyle>
          <a:p>
            <a:r>
              <a:rPr lang="en-US" dirty="0"/>
              <a:t>Subject: </a:t>
            </a:r>
            <a:r>
              <a:rPr lang="en-US" b="0" dirty="0"/>
              <a:t>Urgent Review Removal Request: Employee Conflict of Interest (Location ID: 13871137)</a:t>
            </a:r>
          </a:p>
          <a:p>
            <a:endParaRPr lang="en-US" b="0" dirty="0"/>
          </a:p>
          <a:p>
            <a:r>
              <a:rPr lang="en-US" b="0" dirty="0"/>
              <a:t>Dear Support Team,</a:t>
            </a:r>
          </a:p>
          <a:p>
            <a:endParaRPr lang="en-US" b="0" dirty="0"/>
          </a:p>
          <a:p>
            <a:r>
              <a:rPr lang="en-US" b="0" dirty="0"/>
              <a:t>I am writing to formally request the immediate removal of a recent negative review posted on our bed and breakfast listing by </a:t>
            </a:r>
            <a:r>
              <a:rPr lang="en-US" dirty="0"/>
              <a:t>Sarah Jenkins </a:t>
            </a:r>
            <a:r>
              <a:rPr lang="en-US" b="0" dirty="0"/>
              <a:t>on </a:t>
            </a:r>
            <a:r>
              <a:rPr lang="en-US" dirty="0"/>
              <a:t>September 29, 2026</a:t>
            </a:r>
            <a:r>
              <a:rPr lang="en-US" b="0" dirty="0"/>
              <a:t>.</a:t>
            </a:r>
          </a:p>
          <a:p>
            <a:endParaRPr lang="en-US" b="0" dirty="0"/>
          </a:p>
          <a:p>
            <a:r>
              <a:rPr lang="en-US" b="0" dirty="0"/>
              <a:t>This review violates the platform’s conflict of interest guidelines. The reviewer is a former employee of our establishment who recently left the business following an internal conflict. This review is a malicious attempt to retaliate and damage our reputation, rather than a genuine, unbiased guest experience.</a:t>
            </a:r>
          </a:p>
          <a:p>
            <a:endParaRPr lang="en-US" b="0" dirty="0"/>
          </a:p>
          <a:p>
            <a:r>
              <a:rPr lang="en-US" b="0" dirty="0"/>
              <a:t>We can provide employment records and internal correspondence to verify her identity and the timeline of her departure if required.</a:t>
            </a:r>
          </a:p>
          <a:p>
            <a:endParaRPr lang="en-US" b="0" dirty="0"/>
          </a:p>
          <a:p>
            <a:r>
              <a:rPr lang="en-US" b="0" dirty="0"/>
              <a:t>Per your platform's policies regarding fraudulent reviews and employee conflicts of interest, please investigate this matter and remove the review from our listing.</a:t>
            </a:r>
          </a:p>
          <a:p>
            <a:r>
              <a:rPr lang="en-US" b="0" dirty="0"/>
              <a:t>Thank you for your prompt attention to this urgent issue.</a:t>
            </a:r>
          </a:p>
          <a:p>
            <a:endParaRPr lang="en-US" b="0" dirty="0"/>
          </a:p>
          <a:p>
            <a:r>
              <a:rPr lang="en-US" b="0" dirty="0"/>
              <a:t>Sincerely,</a:t>
            </a:r>
          </a:p>
          <a:p>
            <a:r>
              <a:rPr lang="en-US" b="0" dirty="0"/>
              <a:t>Eleanor Vance</a:t>
            </a:r>
            <a:br>
              <a:rPr lang="en-US" b="0" dirty="0"/>
            </a:br>
            <a:r>
              <a:rPr lang="en-US" b="0" dirty="0"/>
              <a:t>Owner &amp; Innkeeper, The Kirkwood Rose Inn</a:t>
            </a:r>
            <a:br>
              <a:rPr lang="en-US" b="0" dirty="0"/>
            </a:br>
            <a:r>
              <a:rPr lang="en-US" b="0" dirty="0"/>
              <a:t>(555) 019-2834</a:t>
            </a:r>
          </a:p>
        </p:txBody>
      </p:sp>
      <p:sp>
        <p:nvSpPr>
          <p:cNvPr id="15" name="Rounded Rectangle 5">
            <a:extLst>
              <a:ext uri="{FF2B5EF4-FFF2-40B4-BE49-F238E27FC236}">
                <a16:creationId xmlns:a16="http://schemas.microsoft.com/office/drawing/2014/main" id="{D626BD82-500D-1ED7-90B0-77E11CDE01E3}"/>
              </a:ext>
            </a:extLst>
          </p:cNvPr>
          <p:cNvSpPr/>
          <p:nvPr/>
        </p:nvSpPr>
        <p:spPr>
          <a:xfrm>
            <a:off x="11077085" y="1455836"/>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21" name="Google Shape;116;p1">
            <a:extLst>
              <a:ext uri="{FF2B5EF4-FFF2-40B4-BE49-F238E27FC236}">
                <a16:creationId xmlns:a16="http://schemas.microsoft.com/office/drawing/2014/main" id="{A5A7DA90-5DCA-FB90-4521-C8B31E078241}"/>
              </a:ext>
            </a:extLst>
          </p:cNvPr>
          <p:cNvSpPr txBox="1"/>
          <p:nvPr/>
        </p:nvSpPr>
        <p:spPr>
          <a:xfrm>
            <a:off x="9736608" y="1697722"/>
            <a:ext cx="1642485" cy="476993"/>
          </a:xfrm>
          <a:prstGeom prst="rect">
            <a:avLst/>
          </a:prstGeom>
          <a:noFill/>
          <a:ln>
            <a:noFill/>
          </a:ln>
        </p:spPr>
        <p:txBody>
          <a:bodyPr spcFirstLastPara="1" wrap="square" lIns="137138" tIns="68550" rIns="137138" bIns="68550" anchor="t" anchorCtr="0">
            <a:spAutoFit/>
          </a:bodyPr>
          <a:lstStyle/>
          <a:p>
            <a:pPr defTabSz="1371600">
              <a:buClr>
                <a:srgbClr val="000000"/>
              </a:buClr>
            </a:pPr>
            <a:r>
              <a:rPr lang="en-US" sz="2200" b="1" dirty="0">
                <a:solidFill>
                  <a:srgbClr val="002B11"/>
                </a:solidFill>
                <a:latin typeface="Poppins" panose="00000500000000000000" pitchFamily="2" charset="0"/>
                <a:cs typeface="Poppins" panose="00000500000000000000" pitchFamily="2" charset="0"/>
              </a:rPr>
              <a:t>Step 1</a:t>
            </a:r>
            <a:endParaRPr lang="en-US" sz="2200" b="1" kern="0" dirty="0">
              <a:solidFill>
                <a:srgbClr val="002B11"/>
              </a:solidFill>
              <a:latin typeface="Poppins" panose="00000500000000000000" pitchFamily="2" charset="0"/>
              <a:ea typeface="Open Sans SemiBold"/>
              <a:cs typeface="Poppins" panose="00000500000000000000" pitchFamily="2" charset="0"/>
              <a:sym typeface="Arial"/>
            </a:endParaRPr>
          </a:p>
        </p:txBody>
      </p:sp>
      <p:sp>
        <p:nvSpPr>
          <p:cNvPr id="23" name="Google Shape;116;p1">
            <a:extLst>
              <a:ext uri="{FF2B5EF4-FFF2-40B4-BE49-F238E27FC236}">
                <a16:creationId xmlns:a16="http://schemas.microsoft.com/office/drawing/2014/main" id="{66C36769-5C5C-DE27-714C-B09D231DB054}"/>
              </a:ext>
            </a:extLst>
          </p:cNvPr>
          <p:cNvSpPr txBox="1"/>
          <p:nvPr/>
        </p:nvSpPr>
        <p:spPr>
          <a:xfrm>
            <a:off x="11077084" y="1548461"/>
            <a:ext cx="2554063" cy="692437"/>
          </a:xfrm>
          <a:prstGeom prst="rect">
            <a:avLst/>
          </a:prstGeom>
          <a:noFill/>
          <a:ln>
            <a:noFill/>
          </a:ln>
        </p:spPr>
        <p:txBody>
          <a:bodyPr spcFirstLastPara="1" wrap="square" lIns="137138" tIns="68550" rIns="137138" bIns="68550" anchor="t" anchorCtr="0">
            <a:spAutoFit/>
          </a:bodyPr>
          <a:lstStyle/>
          <a:p>
            <a:pPr algn="ctr" defTabSz="1371600">
              <a:buClr>
                <a:srgbClr val="000000"/>
              </a:buClr>
            </a:pPr>
            <a:r>
              <a:rPr lang="en-US" dirty="0">
                <a:solidFill>
                  <a:srgbClr val="002B11"/>
                </a:solidFill>
                <a:latin typeface="Poppins" panose="00000500000000000000" pitchFamily="2" charset="0"/>
                <a:cs typeface="Poppins" panose="00000500000000000000" pitchFamily="2" charset="0"/>
              </a:rPr>
              <a:t>Verify owner affiliation</a:t>
            </a:r>
            <a:endParaRPr lang="en-US" kern="0" dirty="0">
              <a:solidFill>
                <a:srgbClr val="002B11"/>
              </a:solidFill>
              <a:latin typeface="Poppins" panose="00000500000000000000" pitchFamily="2" charset="0"/>
              <a:ea typeface="Open Sans SemiBold"/>
              <a:cs typeface="Poppins" panose="00000500000000000000" pitchFamily="2" charset="0"/>
              <a:sym typeface="Arial"/>
            </a:endParaRPr>
          </a:p>
        </p:txBody>
      </p:sp>
      <p:pic>
        <p:nvPicPr>
          <p:cNvPr id="32" name="Picture 31" descr="Arrow clipart Vectors - Download Free High-Quality Vectors | Magnific  (formerly Freepik)">
            <a:extLst>
              <a:ext uri="{FF2B5EF4-FFF2-40B4-BE49-F238E27FC236}">
                <a16:creationId xmlns:a16="http://schemas.microsoft.com/office/drawing/2014/main" id="{48C1ECFB-E19B-E14E-ADE1-56BDD892BC54}"/>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14054" y="1514329"/>
            <a:ext cx="1078690" cy="718553"/>
          </a:xfrm>
          <a:prstGeom prst="rect">
            <a:avLst/>
          </a:prstGeom>
          <a:ln>
            <a:noFill/>
          </a:ln>
        </p:spPr>
      </p:pic>
      <p:grpSp>
        <p:nvGrpSpPr>
          <p:cNvPr id="33" name="Group 5">
            <a:extLst>
              <a:ext uri="{FF2B5EF4-FFF2-40B4-BE49-F238E27FC236}">
                <a16:creationId xmlns:a16="http://schemas.microsoft.com/office/drawing/2014/main" id="{17DAD77B-6E3E-A1B1-78D5-039D30A42F8C}"/>
              </a:ext>
            </a:extLst>
          </p:cNvPr>
          <p:cNvGrpSpPr/>
          <p:nvPr/>
        </p:nvGrpSpPr>
        <p:grpSpPr>
          <a:xfrm>
            <a:off x="14610099" y="1226829"/>
            <a:ext cx="3020186" cy="1052248"/>
            <a:chOff x="0" y="-176632"/>
            <a:chExt cx="6862758" cy="1553955"/>
          </a:xfrm>
        </p:grpSpPr>
        <p:sp>
          <p:nvSpPr>
            <p:cNvPr id="34" name="TextBox 8">
              <a:extLst>
                <a:ext uri="{FF2B5EF4-FFF2-40B4-BE49-F238E27FC236}">
                  <a16:creationId xmlns:a16="http://schemas.microsoft.com/office/drawing/2014/main" id="{D4D828C3-379D-FECE-C5AD-C0343853DA69}"/>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35" name="Group 9">
              <a:extLst>
                <a:ext uri="{FF2B5EF4-FFF2-40B4-BE49-F238E27FC236}">
                  <a16:creationId xmlns:a16="http://schemas.microsoft.com/office/drawing/2014/main" id="{E1C73C54-8CF3-24AD-85BF-045D26EB4D00}"/>
                </a:ext>
              </a:extLst>
            </p:cNvPr>
            <p:cNvGrpSpPr/>
            <p:nvPr/>
          </p:nvGrpSpPr>
          <p:grpSpPr>
            <a:xfrm>
              <a:off x="93898" y="65264"/>
              <a:ext cx="6768860" cy="1312059"/>
              <a:chOff x="0" y="0"/>
              <a:chExt cx="1825079" cy="353769"/>
            </a:xfrm>
          </p:grpSpPr>
          <p:sp>
            <p:nvSpPr>
              <p:cNvPr id="36" name="Freeform 10">
                <a:extLst>
                  <a:ext uri="{FF2B5EF4-FFF2-40B4-BE49-F238E27FC236}">
                    <a16:creationId xmlns:a16="http://schemas.microsoft.com/office/drawing/2014/main" id="{44CDACBF-5732-9C1F-9C77-572D555470E3}"/>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37" name="TextBox 11">
                <a:extLst>
                  <a:ext uri="{FF2B5EF4-FFF2-40B4-BE49-F238E27FC236}">
                    <a16:creationId xmlns:a16="http://schemas.microsoft.com/office/drawing/2014/main" id="{6C644A21-4C8C-BF5D-4C3F-CC7A4AAF1659}"/>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38" name="TextBox 12">
            <a:extLst>
              <a:ext uri="{FF2B5EF4-FFF2-40B4-BE49-F238E27FC236}">
                <a16:creationId xmlns:a16="http://schemas.microsoft.com/office/drawing/2014/main" id="{FB524C98-C0D2-0F5F-05DB-E32360AC59FF}"/>
              </a:ext>
            </a:extLst>
          </p:cNvPr>
          <p:cNvSpPr txBox="1"/>
          <p:nvPr/>
        </p:nvSpPr>
        <p:spPr>
          <a:xfrm>
            <a:off x="14869623" y="1730070"/>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User is authorized</a:t>
            </a:r>
          </a:p>
        </p:txBody>
      </p:sp>
      <p:sp>
        <p:nvSpPr>
          <p:cNvPr id="39" name="Rounded Rectangle 5">
            <a:extLst>
              <a:ext uri="{FF2B5EF4-FFF2-40B4-BE49-F238E27FC236}">
                <a16:creationId xmlns:a16="http://schemas.microsoft.com/office/drawing/2014/main" id="{B94E0F85-FACF-A6AD-6E3D-41F81D302441}"/>
              </a:ext>
            </a:extLst>
          </p:cNvPr>
          <p:cNvSpPr/>
          <p:nvPr/>
        </p:nvSpPr>
        <p:spPr>
          <a:xfrm>
            <a:off x="11077084" y="2567319"/>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40" name="Google Shape;116;p1">
            <a:extLst>
              <a:ext uri="{FF2B5EF4-FFF2-40B4-BE49-F238E27FC236}">
                <a16:creationId xmlns:a16="http://schemas.microsoft.com/office/drawing/2014/main" id="{507CF777-4C32-FDE5-603A-14031C04C840}"/>
              </a:ext>
            </a:extLst>
          </p:cNvPr>
          <p:cNvSpPr txBox="1"/>
          <p:nvPr/>
        </p:nvSpPr>
        <p:spPr>
          <a:xfrm>
            <a:off x="9750716" y="2713216"/>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2</a:t>
            </a:r>
            <a:endParaRPr lang="en-US" dirty="0">
              <a:sym typeface="Arial"/>
            </a:endParaRPr>
          </a:p>
        </p:txBody>
      </p:sp>
      <p:sp>
        <p:nvSpPr>
          <p:cNvPr id="41" name="Google Shape;116;p1">
            <a:extLst>
              <a:ext uri="{FF2B5EF4-FFF2-40B4-BE49-F238E27FC236}">
                <a16:creationId xmlns:a16="http://schemas.microsoft.com/office/drawing/2014/main" id="{F6A85F93-7119-0DE8-60B0-54AD037A86AF}"/>
              </a:ext>
            </a:extLst>
          </p:cNvPr>
          <p:cNvSpPr txBox="1"/>
          <p:nvPr/>
        </p:nvSpPr>
        <p:spPr>
          <a:xfrm>
            <a:off x="11077083" y="2801069"/>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Manage Duplicates</a:t>
            </a:r>
            <a:endParaRPr lang="en-US" dirty="0">
              <a:sym typeface="Arial"/>
            </a:endParaRPr>
          </a:p>
        </p:txBody>
      </p:sp>
      <p:pic>
        <p:nvPicPr>
          <p:cNvPr id="42" name="Picture 41" descr="Arrow clipart Vectors - Download Free High-Quality Vectors | Magnific  (formerly Freepik)">
            <a:extLst>
              <a:ext uri="{FF2B5EF4-FFF2-40B4-BE49-F238E27FC236}">
                <a16:creationId xmlns:a16="http://schemas.microsoft.com/office/drawing/2014/main" id="{8DBEECC6-7B15-A96B-2E58-C047877A39C9}"/>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14053" y="2625812"/>
            <a:ext cx="1078690" cy="718553"/>
          </a:xfrm>
          <a:prstGeom prst="rect">
            <a:avLst/>
          </a:prstGeom>
          <a:ln>
            <a:noFill/>
          </a:ln>
        </p:spPr>
      </p:pic>
      <p:grpSp>
        <p:nvGrpSpPr>
          <p:cNvPr id="43" name="Group 5">
            <a:extLst>
              <a:ext uri="{FF2B5EF4-FFF2-40B4-BE49-F238E27FC236}">
                <a16:creationId xmlns:a16="http://schemas.microsoft.com/office/drawing/2014/main" id="{A9DC3331-A1BF-6E79-4CAA-04D46C467792}"/>
              </a:ext>
            </a:extLst>
          </p:cNvPr>
          <p:cNvGrpSpPr/>
          <p:nvPr/>
        </p:nvGrpSpPr>
        <p:grpSpPr>
          <a:xfrm>
            <a:off x="14644868" y="2390063"/>
            <a:ext cx="3020186" cy="1052248"/>
            <a:chOff x="0" y="-176632"/>
            <a:chExt cx="6862758" cy="1553955"/>
          </a:xfrm>
        </p:grpSpPr>
        <p:sp>
          <p:nvSpPr>
            <p:cNvPr id="44" name="TextBox 8">
              <a:extLst>
                <a:ext uri="{FF2B5EF4-FFF2-40B4-BE49-F238E27FC236}">
                  <a16:creationId xmlns:a16="http://schemas.microsoft.com/office/drawing/2014/main" id="{1684A0AF-EF64-D0AA-AB9F-E3B632F4B26B}"/>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45" name="Group 9">
              <a:extLst>
                <a:ext uri="{FF2B5EF4-FFF2-40B4-BE49-F238E27FC236}">
                  <a16:creationId xmlns:a16="http://schemas.microsoft.com/office/drawing/2014/main" id="{B325578C-81CD-236B-AB3E-C42553864AE5}"/>
                </a:ext>
              </a:extLst>
            </p:cNvPr>
            <p:cNvGrpSpPr/>
            <p:nvPr/>
          </p:nvGrpSpPr>
          <p:grpSpPr>
            <a:xfrm>
              <a:off x="93898" y="65264"/>
              <a:ext cx="6768860" cy="1312059"/>
              <a:chOff x="0" y="0"/>
              <a:chExt cx="1825079" cy="353769"/>
            </a:xfrm>
          </p:grpSpPr>
          <p:sp>
            <p:nvSpPr>
              <p:cNvPr id="46" name="Freeform 10">
                <a:extLst>
                  <a:ext uri="{FF2B5EF4-FFF2-40B4-BE49-F238E27FC236}">
                    <a16:creationId xmlns:a16="http://schemas.microsoft.com/office/drawing/2014/main" id="{B5641BF8-6822-17B5-1A9C-FD79177E78A5}"/>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47" name="TextBox 11">
                <a:extLst>
                  <a:ext uri="{FF2B5EF4-FFF2-40B4-BE49-F238E27FC236}">
                    <a16:creationId xmlns:a16="http://schemas.microsoft.com/office/drawing/2014/main" id="{73071577-B284-4BEB-30E1-5B6970AA025A}"/>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48" name="TextBox 12">
            <a:extLst>
              <a:ext uri="{FF2B5EF4-FFF2-40B4-BE49-F238E27FC236}">
                <a16:creationId xmlns:a16="http://schemas.microsoft.com/office/drawing/2014/main" id="{E1A806FE-8B77-2C23-F4D2-B9636D373976}"/>
              </a:ext>
            </a:extLst>
          </p:cNvPr>
          <p:cNvSpPr txBox="1"/>
          <p:nvPr/>
        </p:nvSpPr>
        <p:spPr>
          <a:xfrm>
            <a:off x="14987648" y="2828923"/>
            <a:ext cx="2459814" cy="309765"/>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No duplicates</a:t>
            </a:r>
          </a:p>
        </p:txBody>
      </p:sp>
      <p:sp>
        <p:nvSpPr>
          <p:cNvPr id="49" name="Rounded Rectangle 5">
            <a:extLst>
              <a:ext uri="{FF2B5EF4-FFF2-40B4-BE49-F238E27FC236}">
                <a16:creationId xmlns:a16="http://schemas.microsoft.com/office/drawing/2014/main" id="{899E9A23-0CF6-83D0-B874-BB30C9EEBC0C}"/>
              </a:ext>
            </a:extLst>
          </p:cNvPr>
          <p:cNvSpPr/>
          <p:nvPr/>
        </p:nvSpPr>
        <p:spPr>
          <a:xfrm>
            <a:off x="11077085" y="3716983"/>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50" name="Google Shape;116;p1">
            <a:extLst>
              <a:ext uri="{FF2B5EF4-FFF2-40B4-BE49-F238E27FC236}">
                <a16:creationId xmlns:a16="http://schemas.microsoft.com/office/drawing/2014/main" id="{B3C22F54-4AE8-005C-327C-D12ABBAEEB29}"/>
              </a:ext>
            </a:extLst>
          </p:cNvPr>
          <p:cNvSpPr txBox="1"/>
          <p:nvPr/>
        </p:nvSpPr>
        <p:spPr>
          <a:xfrm>
            <a:off x="9707913" y="3861836"/>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3</a:t>
            </a:r>
            <a:endParaRPr lang="en-US" dirty="0">
              <a:sym typeface="Arial"/>
            </a:endParaRPr>
          </a:p>
        </p:txBody>
      </p:sp>
      <p:sp>
        <p:nvSpPr>
          <p:cNvPr id="51" name="Google Shape;116;p1">
            <a:extLst>
              <a:ext uri="{FF2B5EF4-FFF2-40B4-BE49-F238E27FC236}">
                <a16:creationId xmlns:a16="http://schemas.microsoft.com/office/drawing/2014/main" id="{4519B814-EEB7-CF8F-943D-D1812A943BC2}"/>
              </a:ext>
            </a:extLst>
          </p:cNvPr>
          <p:cNvSpPr txBox="1"/>
          <p:nvPr/>
        </p:nvSpPr>
        <p:spPr>
          <a:xfrm>
            <a:off x="11107023" y="3955333"/>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Locate the Review</a:t>
            </a:r>
            <a:endParaRPr lang="en-US" dirty="0">
              <a:sym typeface="Arial"/>
            </a:endParaRPr>
          </a:p>
        </p:txBody>
      </p:sp>
      <p:pic>
        <p:nvPicPr>
          <p:cNvPr id="52" name="Picture 51" descr="Arrow clipart Vectors - Download Free High-Quality Vectors | Magnific  (formerly Freepik)">
            <a:extLst>
              <a:ext uri="{FF2B5EF4-FFF2-40B4-BE49-F238E27FC236}">
                <a16:creationId xmlns:a16="http://schemas.microsoft.com/office/drawing/2014/main" id="{CF7A005C-D181-48A6-18E5-2B690C8AB867}"/>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14054" y="3775476"/>
            <a:ext cx="1078690" cy="718553"/>
          </a:xfrm>
          <a:prstGeom prst="rect">
            <a:avLst/>
          </a:prstGeom>
          <a:ln>
            <a:noFill/>
          </a:ln>
        </p:spPr>
      </p:pic>
      <p:grpSp>
        <p:nvGrpSpPr>
          <p:cNvPr id="53" name="Group 5">
            <a:extLst>
              <a:ext uri="{FF2B5EF4-FFF2-40B4-BE49-F238E27FC236}">
                <a16:creationId xmlns:a16="http://schemas.microsoft.com/office/drawing/2014/main" id="{1F4C7DAA-2BD3-2D10-E7BE-75403F6C73AB}"/>
              </a:ext>
            </a:extLst>
          </p:cNvPr>
          <p:cNvGrpSpPr/>
          <p:nvPr/>
        </p:nvGrpSpPr>
        <p:grpSpPr>
          <a:xfrm>
            <a:off x="14610099" y="3553504"/>
            <a:ext cx="3020186" cy="1052248"/>
            <a:chOff x="0" y="-176632"/>
            <a:chExt cx="6862758" cy="1553955"/>
          </a:xfrm>
        </p:grpSpPr>
        <p:sp>
          <p:nvSpPr>
            <p:cNvPr id="54" name="TextBox 8">
              <a:extLst>
                <a:ext uri="{FF2B5EF4-FFF2-40B4-BE49-F238E27FC236}">
                  <a16:creationId xmlns:a16="http://schemas.microsoft.com/office/drawing/2014/main" id="{ACF7FA0E-5014-0DD5-DC4D-6F63C5423E25}"/>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55" name="Group 9">
              <a:extLst>
                <a:ext uri="{FF2B5EF4-FFF2-40B4-BE49-F238E27FC236}">
                  <a16:creationId xmlns:a16="http://schemas.microsoft.com/office/drawing/2014/main" id="{07ED073B-68FA-3A75-250D-55BF5B97DDAB}"/>
                </a:ext>
              </a:extLst>
            </p:cNvPr>
            <p:cNvGrpSpPr/>
            <p:nvPr/>
          </p:nvGrpSpPr>
          <p:grpSpPr>
            <a:xfrm>
              <a:off x="93898" y="65264"/>
              <a:ext cx="6768860" cy="1312059"/>
              <a:chOff x="0" y="0"/>
              <a:chExt cx="1825079" cy="353769"/>
            </a:xfrm>
          </p:grpSpPr>
          <p:sp>
            <p:nvSpPr>
              <p:cNvPr id="56" name="Freeform 10">
                <a:extLst>
                  <a:ext uri="{FF2B5EF4-FFF2-40B4-BE49-F238E27FC236}">
                    <a16:creationId xmlns:a16="http://schemas.microsoft.com/office/drawing/2014/main" id="{20317B00-8EA1-72B0-FCED-42A27FBEBE82}"/>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57" name="TextBox 11">
                <a:extLst>
                  <a:ext uri="{FF2B5EF4-FFF2-40B4-BE49-F238E27FC236}">
                    <a16:creationId xmlns:a16="http://schemas.microsoft.com/office/drawing/2014/main" id="{1CBCFAEE-D0BC-0169-6DE1-D36FBDD5B86A}"/>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58" name="TextBox 12">
            <a:extLst>
              <a:ext uri="{FF2B5EF4-FFF2-40B4-BE49-F238E27FC236}">
                <a16:creationId xmlns:a16="http://schemas.microsoft.com/office/drawing/2014/main" id="{FAE64476-0528-A2F8-418D-1DE240D1E0AA}"/>
              </a:ext>
            </a:extLst>
          </p:cNvPr>
          <p:cNvSpPr txBox="1"/>
          <p:nvPr/>
        </p:nvSpPr>
        <p:spPr>
          <a:xfrm>
            <a:off x="14889175" y="3953648"/>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Found</a:t>
            </a:r>
          </a:p>
        </p:txBody>
      </p:sp>
      <p:sp>
        <p:nvSpPr>
          <p:cNvPr id="59" name="Rounded Rectangle 5">
            <a:extLst>
              <a:ext uri="{FF2B5EF4-FFF2-40B4-BE49-F238E27FC236}">
                <a16:creationId xmlns:a16="http://schemas.microsoft.com/office/drawing/2014/main" id="{FB4B5902-BE82-C5DD-052A-0B4BB02F8401}"/>
              </a:ext>
            </a:extLst>
          </p:cNvPr>
          <p:cNvSpPr/>
          <p:nvPr/>
        </p:nvSpPr>
        <p:spPr>
          <a:xfrm>
            <a:off x="11124117" y="4839769"/>
            <a:ext cx="2536969" cy="927793"/>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60" name="Google Shape;116;p1">
            <a:extLst>
              <a:ext uri="{FF2B5EF4-FFF2-40B4-BE49-F238E27FC236}">
                <a16:creationId xmlns:a16="http://schemas.microsoft.com/office/drawing/2014/main" id="{C0E88AAF-ED83-DFEB-1A54-A697FBA4824D}"/>
              </a:ext>
            </a:extLst>
          </p:cNvPr>
          <p:cNvSpPr txBox="1"/>
          <p:nvPr/>
        </p:nvSpPr>
        <p:spPr>
          <a:xfrm>
            <a:off x="9750716" y="5064493"/>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r>
              <a:rPr lang="en-US" dirty="0"/>
              <a:t>Step 4</a:t>
            </a:r>
            <a:endParaRPr lang="en-US" dirty="0">
              <a:sym typeface="Arial"/>
            </a:endParaRPr>
          </a:p>
        </p:txBody>
      </p:sp>
      <p:sp>
        <p:nvSpPr>
          <p:cNvPr id="61" name="Google Shape;116;p1">
            <a:extLst>
              <a:ext uri="{FF2B5EF4-FFF2-40B4-BE49-F238E27FC236}">
                <a16:creationId xmlns:a16="http://schemas.microsoft.com/office/drawing/2014/main" id="{21AD204D-98C6-AF4C-5D98-B822B5EA5B5D}"/>
              </a:ext>
            </a:extLst>
          </p:cNvPr>
          <p:cNvSpPr txBox="1"/>
          <p:nvPr/>
        </p:nvSpPr>
        <p:spPr>
          <a:xfrm>
            <a:off x="11077083" y="4979365"/>
            <a:ext cx="2615893"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Voting &amp; Moderation Check</a:t>
            </a:r>
            <a:endParaRPr lang="en-US" dirty="0">
              <a:sym typeface="Arial"/>
            </a:endParaRPr>
          </a:p>
        </p:txBody>
      </p:sp>
      <p:pic>
        <p:nvPicPr>
          <p:cNvPr id="62" name="Picture 61" descr="Arrow clipart Vectors - Download Free High-Quality Vectors | Magnific  (formerly Freepik)">
            <a:extLst>
              <a:ext uri="{FF2B5EF4-FFF2-40B4-BE49-F238E27FC236}">
                <a16:creationId xmlns:a16="http://schemas.microsoft.com/office/drawing/2014/main" id="{DFD80D63-BCEA-30CC-9059-4AC4220E8019}"/>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29131" y="5001387"/>
            <a:ext cx="1078690" cy="718553"/>
          </a:xfrm>
          <a:prstGeom prst="rect">
            <a:avLst/>
          </a:prstGeom>
          <a:ln>
            <a:noFill/>
          </a:ln>
        </p:spPr>
      </p:pic>
      <p:grpSp>
        <p:nvGrpSpPr>
          <p:cNvPr id="63" name="Group 5">
            <a:extLst>
              <a:ext uri="{FF2B5EF4-FFF2-40B4-BE49-F238E27FC236}">
                <a16:creationId xmlns:a16="http://schemas.microsoft.com/office/drawing/2014/main" id="{038F828A-FA4E-5612-F690-07AEEA8B34FD}"/>
              </a:ext>
            </a:extLst>
          </p:cNvPr>
          <p:cNvGrpSpPr/>
          <p:nvPr/>
        </p:nvGrpSpPr>
        <p:grpSpPr>
          <a:xfrm>
            <a:off x="14619531" y="4691969"/>
            <a:ext cx="3020186" cy="1052248"/>
            <a:chOff x="0" y="-176632"/>
            <a:chExt cx="6862758" cy="1553955"/>
          </a:xfrm>
        </p:grpSpPr>
        <p:sp>
          <p:nvSpPr>
            <p:cNvPr id="64" name="TextBox 8">
              <a:extLst>
                <a:ext uri="{FF2B5EF4-FFF2-40B4-BE49-F238E27FC236}">
                  <a16:creationId xmlns:a16="http://schemas.microsoft.com/office/drawing/2014/main" id="{DE07C29C-00F2-E4A3-7ADD-656F98D5E9C1}"/>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65" name="Group 9">
              <a:extLst>
                <a:ext uri="{FF2B5EF4-FFF2-40B4-BE49-F238E27FC236}">
                  <a16:creationId xmlns:a16="http://schemas.microsoft.com/office/drawing/2014/main" id="{EB5E0470-6450-D937-AC73-0585D6082AEB}"/>
                </a:ext>
              </a:extLst>
            </p:cNvPr>
            <p:cNvGrpSpPr/>
            <p:nvPr/>
          </p:nvGrpSpPr>
          <p:grpSpPr>
            <a:xfrm>
              <a:off x="93898" y="65264"/>
              <a:ext cx="6768860" cy="1312059"/>
              <a:chOff x="0" y="0"/>
              <a:chExt cx="1825079" cy="353769"/>
            </a:xfrm>
          </p:grpSpPr>
          <p:sp>
            <p:nvSpPr>
              <p:cNvPr id="66" name="Freeform 10">
                <a:extLst>
                  <a:ext uri="{FF2B5EF4-FFF2-40B4-BE49-F238E27FC236}">
                    <a16:creationId xmlns:a16="http://schemas.microsoft.com/office/drawing/2014/main" id="{7F2643EA-C0E6-6056-56B2-3A793121C913}"/>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67" name="TextBox 11">
                <a:extLst>
                  <a:ext uri="{FF2B5EF4-FFF2-40B4-BE49-F238E27FC236}">
                    <a16:creationId xmlns:a16="http://schemas.microsoft.com/office/drawing/2014/main" id="{BA7E20A3-4162-2EA7-4D1F-1D632EE506EB}"/>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68" name="TextBox 12">
            <a:extLst>
              <a:ext uri="{FF2B5EF4-FFF2-40B4-BE49-F238E27FC236}">
                <a16:creationId xmlns:a16="http://schemas.microsoft.com/office/drawing/2014/main" id="{D4F5C054-56B4-F7AC-D2D8-FD4E6BB1E9AB}"/>
              </a:ext>
            </a:extLst>
          </p:cNvPr>
          <p:cNvSpPr txBox="1"/>
          <p:nvPr/>
        </p:nvSpPr>
        <p:spPr>
          <a:xfrm>
            <a:off x="14934086" y="5073107"/>
            <a:ext cx="2459814"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sym typeface="Poppins"/>
              </a:rPr>
              <a:t>Reported</a:t>
            </a:r>
          </a:p>
        </p:txBody>
      </p:sp>
      <p:sp>
        <p:nvSpPr>
          <p:cNvPr id="69" name="Google Shape;116;p1">
            <a:extLst>
              <a:ext uri="{FF2B5EF4-FFF2-40B4-BE49-F238E27FC236}">
                <a16:creationId xmlns:a16="http://schemas.microsoft.com/office/drawing/2014/main" id="{A00D298B-53ED-9072-8AC0-9E3C1329F60A}"/>
              </a:ext>
            </a:extLst>
          </p:cNvPr>
          <p:cNvSpPr txBox="1"/>
          <p:nvPr/>
        </p:nvSpPr>
        <p:spPr>
          <a:xfrm>
            <a:off x="9514413" y="6182022"/>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pPr algn="ctr"/>
            <a:r>
              <a:rPr lang="en-US" dirty="0"/>
              <a:t>Step 5</a:t>
            </a:r>
            <a:endParaRPr lang="en-US" dirty="0">
              <a:sym typeface="Arial"/>
            </a:endParaRPr>
          </a:p>
        </p:txBody>
      </p:sp>
      <p:sp>
        <p:nvSpPr>
          <p:cNvPr id="70" name="Rounded Rectangle 5">
            <a:extLst>
              <a:ext uri="{FF2B5EF4-FFF2-40B4-BE49-F238E27FC236}">
                <a16:creationId xmlns:a16="http://schemas.microsoft.com/office/drawing/2014/main" id="{40911534-14A3-DDAC-F759-68B76674E186}"/>
              </a:ext>
            </a:extLst>
          </p:cNvPr>
          <p:cNvSpPr/>
          <p:nvPr/>
        </p:nvSpPr>
        <p:spPr>
          <a:xfrm>
            <a:off x="11149150" y="5955296"/>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71" name="Google Shape;116;p1">
            <a:extLst>
              <a:ext uri="{FF2B5EF4-FFF2-40B4-BE49-F238E27FC236}">
                <a16:creationId xmlns:a16="http://schemas.microsoft.com/office/drawing/2014/main" id="{D0FF31E0-4FAC-3059-55DF-44C716C9BD6A}"/>
              </a:ext>
            </a:extLst>
          </p:cNvPr>
          <p:cNvSpPr txBox="1"/>
          <p:nvPr/>
        </p:nvSpPr>
        <p:spPr>
          <a:xfrm>
            <a:off x="11147362" y="6074299"/>
            <a:ext cx="2554063" cy="692437"/>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Evidence Requirements</a:t>
            </a:r>
            <a:endParaRPr lang="en-US" dirty="0">
              <a:sym typeface="Arial"/>
            </a:endParaRPr>
          </a:p>
        </p:txBody>
      </p:sp>
      <p:pic>
        <p:nvPicPr>
          <p:cNvPr id="79" name="Picture 78" descr="Arrow clipart Vectors - Download Free High-Quality Vectors | Magnific  (formerly Freepik)">
            <a:extLst>
              <a:ext uri="{FF2B5EF4-FFF2-40B4-BE49-F238E27FC236}">
                <a16:creationId xmlns:a16="http://schemas.microsoft.com/office/drawing/2014/main" id="{C7AFE18B-283C-8F0F-4E83-5A1A1A7A26A9}"/>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37680" y="6089803"/>
            <a:ext cx="1078690" cy="718553"/>
          </a:xfrm>
          <a:prstGeom prst="rect">
            <a:avLst/>
          </a:prstGeom>
          <a:ln>
            <a:noFill/>
          </a:ln>
        </p:spPr>
      </p:pic>
      <p:grpSp>
        <p:nvGrpSpPr>
          <p:cNvPr id="80" name="Group 5">
            <a:extLst>
              <a:ext uri="{FF2B5EF4-FFF2-40B4-BE49-F238E27FC236}">
                <a16:creationId xmlns:a16="http://schemas.microsoft.com/office/drawing/2014/main" id="{B1C646AD-F45C-D9BE-6910-B841C9D45232}"/>
              </a:ext>
            </a:extLst>
          </p:cNvPr>
          <p:cNvGrpSpPr/>
          <p:nvPr/>
        </p:nvGrpSpPr>
        <p:grpSpPr>
          <a:xfrm>
            <a:off x="14666334" y="5812496"/>
            <a:ext cx="3020186" cy="1052248"/>
            <a:chOff x="0" y="-176632"/>
            <a:chExt cx="6862758" cy="1553955"/>
          </a:xfrm>
        </p:grpSpPr>
        <p:sp>
          <p:nvSpPr>
            <p:cNvPr id="81" name="TextBox 8">
              <a:extLst>
                <a:ext uri="{FF2B5EF4-FFF2-40B4-BE49-F238E27FC236}">
                  <a16:creationId xmlns:a16="http://schemas.microsoft.com/office/drawing/2014/main" id="{6026B311-479F-23B5-0C1A-91DE30E9A60E}"/>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82" name="Group 9">
              <a:extLst>
                <a:ext uri="{FF2B5EF4-FFF2-40B4-BE49-F238E27FC236}">
                  <a16:creationId xmlns:a16="http://schemas.microsoft.com/office/drawing/2014/main" id="{F6C4D948-75CF-B0EC-396E-A8F16D25045F}"/>
                </a:ext>
              </a:extLst>
            </p:cNvPr>
            <p:cNvGrpSpPr/>
            <p:nvPr/>
          </p:nvGrpSpPr>
          <p:grpSpPr>
            <a:xfrm>
              <a:off x="93898" y="65264"/>
              <a:ext cx="6768860" cy="1312059"/>
              <a:chOff x="0" y="0"/>
              <a:chExt cx="1825079" cy="353769"/>
            </a:xfrm>
          </p:grpSpPr>
          <p:sp>
            <p:nvSpPr>
              <p:cNvPr id="83" name="Freeform 10">
                <a:extLst>
                  <a:ext uri="{FF2B5EF4-FFF2-40B4-BE49-F238E27FC236}">
                    <a16:creationId xmlns:a16="http://schemas.microsoft.com/office/drawing/2014/main" id="{41937603-A973-EB4F-42A8-E6A8380D3E6B}"/>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114" name="TextBox 11">
                <a:extLst>
                  <a:ext uri="{FF2B5EF4-FFF2-40B4-BE49-F238E27FC236}">
                    <a16:creationId xmlns:a16="http://schemas.microsoft.com/office/drawing/2014/main" id="{50F80833-0AEB-74A3-9B32-70339819FF13}"/>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116" name="TextBox 12">
            <a:extLst>
              <a:ext uri="{FF2B5EF4-FFF2-40B4-BE49-F238E27FC236}">
                <a16:creationId xmlns:a16="http://schemas.microsoft.com/office/drawing/2014/main" id="{E7E6A03B-D88F-E82D-E262-DB1C80C5F82E}"/>
              </a:ext>
            </a:extLst>
          </p:cNvPr>
          <p:cNvSpPr txBox="1"/>
          <p:nvPr/>
        </p:nvSpPr>
        <p:spPr>
          <a:xfrm>
            <a:off x="14731263" y="6226342"/>
            <a:ext cx="2964356"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Not provided</a:t>
            </a:r>
            <a:endParaRPr lang="en-US" dirty="0">
              <a:sym typeface="Poppins"/>
            </a:endParaRPr>
          </a:p>
        </p:txBody>
      </p:sp>
      <p:grpSp>
        <p:nvGrpSpPr>
          <p:cNvPr id="118" name="Group 5">
            <a:extLst>
              <a:ext uri="{FF2B5EF4-FFF2-40B4-BE49-F238E27FC236}">
                <a16:creationId xmlns:a16="http://schemas.microsoft.com/office/drawing/2014/main" id="{32AE6C33-B984-31A5-67C5-995E3442B84E}"/>
              </a:ext>
            </a:extLst>
          </p:cNvPr>
          <p:cNvGrpSpPr/>
          <p:nvPr/>
        </p:nvGrpSpPr>
        <p:grpSpPr>
          <a:xfrm>
            <a:off x="5156938" y="8709757"/>
            <a:ext cx="12388666" cy="1381990"/>
            <a:chOff x="0" y="-176632"/>
            <a:chExt cx="7173645" cy="1555368"/>
          </a:xfrm>
        </p:grpSpPr>
        <p:sp>
          <p:nvSpPr>
            <p:cNvPr id="119" name="TextBox 8">
              <a:extLst>
                <a:ext uri="{FF2B5EF4-FFF2-40B4-BE49-F238E27FC236}">
                  <a16:creationId xmlns:a16="http://schemas.microsoft.com/office/drawing/2014/main" id="{D84A7D77-F067-B0D6-6EAF-ABBD9A389392}"/>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sz="1600">
                <a:solidFill>
                  <a:prstClr val="black"/>
                </a:solidFill>
                <a:latin typeface="Aptos" panose="02110004020202020204"/>
              </a:endParaRPr>
            </a:p>
          </p:txBody>
        </p:sp>
        <p:grpSp>
          <p:nvGrpSpPr>
            <p:cNvPr id="120" name="Group 9">
              <a:extLst>
                <a:ext uri="{FF2B5EF4-FFF2-40B4-BE49-F238E27FC236}">
                  <a16:creationId xmlns:a16="http://schemas.microsoft.com/office/drawing/2014/main" id="{5B9BCC04-7A4E-46B2-45F4-9B2D4E0ED913}"/>
                </a:ext>
              </a:extLst>
            </p:cNvPr>
            <p:cNvGrpSpPr/>
            <p:nvPr/>
          </p:nvGrpSpPr>
          <p:grpSpPr>
            <a:xfrm>
              <a:off x="360320" y="-109955"/>
              <a:ext cx="6813325" cy="1488691"/>
              <a:chOff x="71835" y="-47244"/>
              <a:chExt cx="1837068" cy="401394"/>
            </a:xfrm>
          </p:grpSpPr>
          <p:sp>
            <p:nvSpPr>
              <p:cNvPr id="121" name="Freeform 10">
                <a:extLst>
                  <a:ext uri="{FF2B5EF4-FFF2-40B4-BE49-F238E27FC236}">
                    <a16:creationId xmlns:a16="http://schemas.microsoft.com/office/drawing/2014/main" id="{4E791D8F-4377-56F9-EF1C-669FE38C57DE}"/>
                  </a:ext>
                </a:extLst>
              </p:cNvPr>
              <p:cNvSpPr/>
              <p:nvPr/>
            </p:nvSpPr>
            <p:spPr>
              <a:xfrm>
                <a:off x="83824" y="-10065"/>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92E9A7"/>
                </a:solidFill>
                <a:prstDash val="solid"/>
                <a:round/>
              </a:ln>
            </p:spPr>
            <p:txBody>
              <a:bodyPr/>
              <a:lstStyle/>
              <a:p>
                <a:endParaRPr lang="en-US" sz="1600" dirty="0">
                  <a:solidFill>
                    <a:prstClr val="black"/>
                  </a:solidFill>
                  <a:latin typeface="Aptos" panose="02110004020202020204"/>
                </a:endParaRPr>
              </a:p>
            </p:txBody>
          </p:sp>
          <p:sp>
            <p:nvSpPr>
              <p:cNvPr id="122" name="TextBox 11">
                <a:extLst>
                  <a:ext uri="{FF2B5EF4-FFF2-40B4-BE49-F238E27FC236}">
                    <a16:creationId xmlns:a16="http://schemas.microsoft.com/office/drawing/2014/main" id="{34D2E1B5-074E-61F5-16CD-737E30222FC3}"/>
                  </a:ext>
                </a:extLst>
              </p:cNvPr>
              <p:cNvSpPr txBox="1"/>
              <p:nvPr/>
            </p:nvSpPr>
            <p:spPr>
              <a:xfrm>
                <a:off x="71835" y="-47244"/>
                <a:ext cx="1825079" cy="401394"/>
              </a:xfrm>
              <a:prstGeom prst="rect">
                <a:avLst/>
              </a:prstGeom>
            </p:spPr>
            <p:txBody>
              <a:bodyPr lIns="50800" tIns="50800" rIns="50800" bIns="50800" rtlCol="0" anchor="ctr"/>
              <a:lstStyle/>
              <a:p>
                <a:pPr algn="ctr">
                  <a:lnSpc>
                    <a:spcPts val="2806"/>
                  </a:lnSpc>
                </a:pPr>
                <a:endParaRPr sz="1600">
                  <a:solidFill>
                    <a:prstClr val="black"/>
                  </a:solidFill>
                  <a:latin typeface="Aptos" panose="02110004020202020204"/>
                </a:endParaRPr>
              </a:p>
            </p:txBody>
          </p:sp>
        </p:grpSp>
      </p:grpSp>
      <p:sp>
        <p:nvSpPr>
          <p:cNvPr id="123" name="Google Shape;116;p1">
            <a:extLst>
              <a:ext uri="{FF2B5EF4-FFF2-40B4-BE49-F238E27FC236}">
                <a16:creationId xmlns:a16="http://schemas.microsoft.com/office/drawing/2014/main" id="{ABA514CA-94BA-2266-3AF4-57B42C5CC197}"/>
              </a:ext>
            </a:extLst>
          </p:cNvPr>
          <p:cNvSpPr txBox="1"/>
          <p:nvPr/>
        </p:nvSpPr>
        <p:spPr>
          <a:xfrm>
            <a:off x="6131864" y="9056618"/>
            <a:ext cx="11281551" cy="615553"/>
          </a:xfrm>
          <a:prstGeom prst="rect">
            <a:avLst/>
          </a:prstGeom>
        </p:spPr>
        <p:txBody>
          <a:bodyPr wrap="square" lIns="0" tIns="0" rIns="0" bIns="0" rtlCol="0" anchor="t">
            <a:spAutoFit/>
          </a:bodyPr>
          <a:lstStyle>
            <a:defPPr>
              <a:defRPr lang="en-US"/>
            </a:defPPr>
            <a:lvl1pPr algn="ctr" defTabSz="1371600">
              <a:buClr>
                <a:srgbClr val="000000"/>
              </a:buClr>
              <a:defRPr b="1">
                <a:solidFill>
                  <a:srgbClr val="002B11"/>
                </a:solidFill>
                <a:latin typeface="Poppins" panose="00000500000000000000" pitchFamily="2" charset="0"/>
                <a:cs typeface="Poppins" panose="00000500000000000000" pitchFamily="2" charset="0"/>
              </a:defRPr>
            </a:lvl1pPr>
          </a:lstStyle>
          <a:p>
            <a:pPr algn="l"/>
            <a:r>
              <a:rPr lang="en-US" sz="2000" dirty="0"/>
              <a:t>Recap: </a:t>
            </a:r>
            <a:r>
              <a:rPr lang="en-US" sz="2000" b="0" dirty="0"/>
              <a:t>The owner is authorized, valid, unique, reported through the management center. The evidence is not provided. A macro requesting proof is sent.</a:t>
            </a:r>
            <a:endParaRPr lang="en-US" sz="2000" b="0" dirty="0">
              <a:sym typeface="Arial"/>
            </a:endParaRPr>
          </a:p>
        </p:txBody>
      </p:sp>
      <p:sp>
        <p:nvSpPr>
          <p:cNvPr id="17" name="Google Shape;116;p1">
            <a:extLst>
              <a:ext uri="{FF2B5EF4-FFF2-40B4-BE49-F238E27FC236}">
                <a16:creationId xmlns:a16="http://schemas.microsoft.com/office/drawing/2014/main" id="{CC83B418-4B1B-6D1A-0270-C429ED2BB3DC}"/>
              </a:ext>
            </a:extLst>
          </p:cNvPr>
          <p:cNvSpPr txBox="1"/>
          <p:nvPr/>
        </p:nvSpPr>
        <p:spPr>
          <a:xfrm>
            <a:off x="9567283" y="7256398"/>
            <a:ext cx="1642485" cy="476993"/>
          </a:xfrm>
          <a:prstGeom prst="rect">
            <a:avLst/>
          </a:prstGeom>
          <a:noFill/>
          <a:ln>
            <a:noFill/>
          </a:ln>
        </p:spPr>
        <p:txBody>
          <a:bodyPr spcFirstLastPara="1" wrap="square" lIns="137138" tIns="68550" rIns="137138" bIns="68550" anchor="t" anchorCtr="0">
            <a:spAutoFit/>
          </a:bodyPr>
          <a:lstStyle>
            <a:defPPr>
              <a:defRPr lang="en-US"/>
            </a:defPPr>
            <a:lvl1pPr defTabSz="1371600">
              <a:buClr>
                <a:srgbClr val="000000"/>
              </a:buClr>
              <a:defRPr sz="2200" b="1">
                <a:solidFill>
                  <a:srgbClr val="002B11"/>
                </a:solidFill>
                <a:latin typeface="Poppins" panose="00000500000000000000" pitchFamily="2" charset="0"/>
                <a:cs typeface="Poppins" panose="00000500000000000000" pitchFamily="2" charset="0"/>
              </a:defRPr>
            </a:lvl1pPr>
          </a:lstStyle>
          <a:p>
            <a:pPr algn="ctr"/>
            <a:r>
              <a:rPr lang="en-US" dirty="0"/>
              <a:t>Step 6</a:t>
            </a:r>
            <a:endParaRPr lang="en-US" dirty="0">
              <a:sym typeface="Arial"/>
            </a:endParaRPr>
          </a:p>
        </p:txBody>
      </p:sp>
      <p:sp>
        <p:nvSpPr>
          <p:cNvPr id="18" name="Rounded Rectangle 5">
            <a:extLst>
              <a:ext uri="{FF2B5EF4-FFF2-40B4-BE49-F238E27FC236}">
                <a16:creationId xmlns:a16="http://schemas.microsoft.com/office/drawing/2014/main" id="{E58B0A64-599B-389C-1A70-2387796A4FB6}"/>
              </a:ext>
            </a:extLst>
          </p:cNvPr>
          <p:cNvSpPr/>
          <p:nvPr/>
        </p:nvSpPr>
        <p:spPr>
          <a:xfrm>
            <a:off x="11142618" y="7047155"/>
            <a:ext cx="2554063" cy="888769"/>
          </a:xfrm>
          <a:prstGeom prst="roundRect">
            <a:avLst/>
          </a:prstGeom>
          <a:solidFill>
            <a:schemeClr val="bg1"/>
          </a:solidFill>
          <a:ln w="38100">
            <a:solidFill>
              <a:srgbClr val="40A6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3600" b="0" i="0" u="none" strike="noStrike" kern="1200" cap="none" spc="0" normalizeH="0" baseline="0" noProof="0">
              <a:ln>
                <a:noFill/>
              </a:ln>
              <a:solidFill>
                <a:prstClr val="white"/>
              </a:solidFill>
              <a:effectLst/>
              <a:uLnTx/>
              <a:uFillTx/>
              <a:latin typeface="Calibri"/>
              <a:ea typeface="+mn-ea"/>
              <a:cs typeface="+mn-cs"/>
            </a:endParaRPr>
          </a:p>
        </p:txBody>
      </p:sp>
      <p:sp>
        <p:nvSpPr>
          <p:cNvPr id="19" name="Google Shape;116;p1">
            <a:extLst>
              <a:ext uri="{FF2B5EF4-FFF2-40B4-BE49-F238E27FC236}">
                <a16:creationId xmlns:a16="http://schemas.microsoft.com/office/drawing/2014/main" id="{61C51C14-93F6-0F38-D83A-D4CE68BF0099}"/>
              </a:ext>
            </a:extLst>
          </p:cNvPr>
          <p:cNvSpPr txBox="1"/>
          <p:nvPr/>
        </p:nvSpPr>
        <p:spPr>
          <a:xfrm>
            <a:off x="11158115" y="7327344"/>
            <a:ext cx="2554063" cy="415438"/>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Macro to Send</a:t>
            </a:r>
            <a:endParaRPr lang="en-US" dirty="0">
              <a:sym typeface="Arial"/>
            </a:endParaRPr>
          </a:p>
        </p:txBody>
      </p:sp>
      <p:pic>
        <p:nvPicPr>
          <p:cNvPr id="20" name="Picture 19" descr="Arrow clipart Vectors - Download Free High-Quality Vectors | Magnific  (formerly Freepik)">
            <a:extLst>
              <a:ext uri="{FF2B5EF4-FFF2-40B4-BE49-F238E27FC236}">
                <a16:creationId xmlns:a16="http://schemas.microsoft.com/office/drawing/2014/main" id="{5C00D297-E9D2-1B36-9601-93A25B764F1A}"/>
              </a:ext>
            </a:extLst>
          </p:cNvPr>
          <p:cNvPicPr>
            <a:picLocks noChangeAspect="1"/>
          </p:cNvPicPr>
          <p:nvPr/>
        </p:nvPicPr>
        <p:blipFill>
          <a:blip r:embed="rId5">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4700"/>
                    </a14:imgEffect>
                  </a14:imgLayer>
                </a14:imgProps>
              </a:ext>
            </a:extLst>
          </a:blip>
          <a:srcRect/>
          <a:stretch>
            <a:fillRect/>
          </a:stretch>
        </p:blipFill>
        <p:spPr>
          <a:xfrm>
            <a:off x="13631148" y="7181662"/>
            <a:ext cx="1078690" cy="718553"/>
          </a:xfrm>
          <a:prstGeom prst="rect">
            <a:avLst/>
          </a:prstGeom>
          <a:ln>
            <a:noFill/>
          </a:ln>
        </p:spPr>
      </p:pic>
      <p:grpSp>
        <p:nvGrpSpPr>
          <p:cNvPr id="22" name="Group 5">
            <a:extLst>
              <a:ext uri="{FF2B5EF4-FFF2-40B4-BE49-F238E27FC236}">
                <a16:creationId xmlns:a16="http://schemas.microsoft.com/office/drawing/2014/main" id="{F9360234-CF8E-F7A9-BDCB-6781493C7B83}"/>
              </a:ext>
            </a:extLst>
          </p:cNvPr>
          <p:cNvGrpSpPr/>
          <p:nvPr/>
        </p:nvGrpSpPr>
        <p:grpSpPr>
          <a:xfrm>
            <a:off x="14659802" y="6904355"/>
            <a:ext cx="3035817" cy="1600274"/>
            <a:chOff x="0" y="-176632"/>
            <a:chExt cx="6862758" cy="1553955"/>
          </a:xfrm>
        </p:grpSpPr>
        <p:sp>
          <p:nvSpPr>
            <p:cNvPr id="25" name="TextBox 24">
              <a:extLst>
                <a:ext uri="{FF2B5EF4-FFF2-40B4-BE49-F238E27FC236}">
                  <a16:creationId xmlns:a16="http://schemas.microsoft.com/office/drawing/2014/main" id="{0FEA8E55-B298-03EE-5B5E-04D4120E06BC}"/>
                </a:ext>
              </a:extLst>
            </p:cNvPr>
            <p:cNvSpPr txBox="1"/>
            <p:nvPr/>
          </p:nvSpPr>
          <p:spPr>
            <a:xfrm>
              <a:off x="0" y="-176632"/>
              <a:ext cx="6768859" cy="1488691"/>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nvGrpSpPr>
            <p:cNvPr id="26" name="Group 25">
              <a:extLst>
                <a:ext uri="{FF2B5EF4-FFF2-40B4-BE49-F238E27FC236}">
                  <a16:creationId xmlns:a16="http://schemas.microsoft.com/office/drawing/2014/main" id="{87B32016-D7DE-5EEE-87FC-B4E698FDB2E0}"/>
                </a:ext>
              </a:extLst>
            </p:cNvPr>
            <p:cNvGrpSpPr/>
            <p:nvPr/>
          </p:nvGrpSpPr>
          <p:grpSpPr>
            <a:xfrm>
              <a:off x="93898" y="65264"/>
              <a:ext cx="6768860" cy="1312059"/>
              <a:chOff x="0" y="0"/>
              <a:chExt cx="1825079" cy="353769"/>
            </a:xfrm>
          </p:grpSpPr>
          <p:sp>
            <p:nvSpPr>
              <p:cNvPr id="27" name="Freeform 10">
                <a:extLst>
                  <a:ext uri="{FF2B5EF4-FFF2-40B4-BE49-F238E27FC236}">
                    <a16:creationId xmlns:a16="http://schemas.microsoft.com/office/drawing/2014/main" id="{F5462B9F-9CBD-0073-B838-CA2B37C9D935}"/>
                  </a:ext>
                </a:extLst>
              </p:cNvPr>
              <p:cNvSpPr/>
              <p:nvPr/>
            </p:nvSpPr>
            <p:spPr>
              <a:xfrm>
                <a:off x="0" y="0"/>
                <a:ext cx="1825079" cy="353769"/>
              </a:xfrm>
              <a:custGeom>
                <a:avLst/>
                <a:gdLst/>
                <a:ahLst/>
                <a:cxnLst/>
                <a:rect l="l" t="t" r="r" b="b"/>
                <a:pathLst>
                  <a:path w="1825079" h="353769">
                    <a:moveTo>
                      <a:pt x="56978" y="0"/>
                    </a:moveTo>
                    <a:lnTo>
                      <a:pt x="1768100" y="0"/>
                    </a:lnTo>
                    <a:cubicBezTo>
                      <a:pt x="1799568" y="0"/>
                      <a:pt x="1825079" y="25510"/>
                      <a:pt x="1825079" y="56978"/>
                    </a:cubicBezTo>
                    <a:lnTo>
                      <a:pt x="1825079" y="296790"/>
                    </a:lnTo>
                    <a:cubicBezTo>
                      <a:pt x="1825079" y="311902"/>
                      <a:pt x="1819075" y="326395"/>
                      <a:pt x="1808390" y="337080"/>
                    </a:cubicBezTo>
                    <a:cubicBezTo>
                      <a:pt x="1797704" y="347766"/>
                      <a:pt x="1783212" y="353769"/>
                      <a:pt x="1768100" y="353769"/>
                    </a:cubicBezTo>
                    <a:lnTo>
                      <a:pt x="56978" y="353769"/>
                    </a:lnTo>
                    <a:cubicBezTo>
                      <a:pt x="41867" y="353769"/>
                      <a:pt x="27374" y="347766"/>
                      <a:pt x="16689" y="337080"/>
                    </a:cubicBezTo>
                    <a:cubicBezTo>
                      <a:pt x="6003" y="326395"/>
                      <a:pt x="0" y="311902"/>
                      <a:pt x="0" y="296790"/>
                    </a:cubicBezTo>
                    <a:lnTo>
                      <a:pt x="0" y="56978"/>
                    </a:lnTo>
                    <a:cubicBezTo>
                      <a:pt x="0" y="41867"/>
                      <a:pt x="6003" y="27374"/>
                      <a:pt x="16689" y="16689"/>
                    </a:cubicBezTo>
                    <a:cubicBezTo>
                      <a:pt x="27374" y="6003"/>
                      <a:pt x="41867" y="0"/>
                      <a:pt x="56978" y="0"/>
                    </a:cubicBezTo>
                    <a:close/>
                  </a:path>
                </a:pathLst>
              </a:custGeom>
              <a:solidFill>
                <a:srgbClr val="FFFFFF"/>
              </a:solidFill>
              <a:ln w="38100" cap="rnd">
                <a:solidFill>
                  <a:srgbClr val="40A635"/>
                </a:solidFill>
                <a:prstDash val="solid"/>
                <a:round/>
              </a:ln>
            </p:spPr>
            <p:txBody>
              <a:bodyPr/>
              <a:lstStyle/>
              <a:p>
                <a:endParaRPr lang="en-US">
                  <a:solidFill>
                    <a:prstClr val="black"/>
                  </a:solidFill>
                  <a:latin typeface="Aptos" panose="02110004020202020204"/>
                </a:endParaRPr>
              </a:p>
            </p:txBody>
          </p:sp>
          <p:sp>
            <p:nvSpPr>
              <p:cNvPr id="28" name="TextBox 11">
                <a:extLst>
                  <a:ext uri="{FF2B5EF4-FFF2-40B4-BE49-F238E27FC236}">
                    <a16:creationId xmlns:a16="http://schemas.microsoft.com/office/drawing/2014/main" id="{21D893C4-4E5E-964C-8948-EA313F028A20}"/>
                  </a:ext>
                </a:extLst>
              </p:cNvPr>
              <p:cNvSpPr txBox="1"/>
              <p:nvPr/>
            </p:nvSpPr>
            <p:spPr>
              <a:xfrm>
                <a:off x="0" y="-47625"/>
                <a:ext cx="1825079" cy="401394"/>
              </a:xfrm>
              <a:prstGeom prst="rect">
                <a:avLst/>
              </a:prstGeom>
            </p:spPr>
            <p:txBody>
              <a:bodyPr lIns="50800" tIns="50800" rIns="50800" bIns="50800" rtlCol="0" anchor="ctr"/>
              <a:lstStyle/>
              <a:p>
                <a:pPr algn="ctr">
                  <a:lnSpc>
                    <a:spcPts val="2806"/>
                  </a:lnSpc>
                </a:pPr>
                <a:endParaRPr>
                  <a:solidFill>
                    <a:prstClr val="black"/>
                  </a:solidFill>
                  <a:latin typeface="Aptos" panose="02110004020202020204"/>
                </a:endParaRPr>
              </a:p>
            </p:txBody>
          </p:sp>
        </p:grpSp>
      </p:grpSp>
      <p:sp>
        <p:nvSpPr>
          <p:cNvPr id="29" name="TextBox 12">
            <a:extLst>
              <a:ext uri="{FF2B5EF4-FFF2-40B4-BE49-F238E27FC236}">
                <a16:creationId xmlns:a16="http://schemas.microsoft.com/office/drawing/2014/main" id="{D23C33BB-1D91-0363-5872-834BC7E66C5E}"/>
              </a:ext>
            </a:extLst>
          </p:cNvPr>
          <p:cNvSpPr txBox="1"/>
          <p:nvPr/>
        </p:nvSpPr>
        <p:spPr>
          <a:xfrm>
            <a:off x="14653302" y="7353405"/>
            <a:ext cx="3022551" cy="969436"/>
          </a:xfrm>
          <a:prstGeom prst="rect">
            <a:avLst/>
          </a:prstGeom>
          <a:noFill/>
          <a:ln>
            <a:noFill/>
          </a:ln>
        </p:spPr>
        <p:txBody>
          <a:bodyPr spcFirstLastPara="1" wrap="square" lIns="137138" tIns="68550" rIns="137138" bIns="68550" anchor="t" anchorCtr="0">
            <a:spAutoFit/>
          </a:bodyPr>
          <a:lstStyle>
            <a:defPPr>
              <a:defRPr lang="en-US"/>
            </a:defPPr>
            <a:lvl1pPr algn="ctr" defTabSz="1371600">
              <a:buClr>
                <a:srgbClr val="000000"/>
              </a:buClr>
              <a:defRPr>
                <a:solidFill>
                  <a:srgbClr val="002B11"/>
                </a:solidFill>
                <a:latin typeface="Poppins" panose="00000500000000000000" pitchFamily="2" charset="0"/>
                <a:cs typeface="Poppins" panose="00000500000000000000" pitchFamily="2" charset="0"/>
              </a:defRPr>
            </a:lvl1pPr>
          </a:lstStyle>
          <a:p>
            <a:r>
              <a:rPr lang="en-US" dirty="0"/>
              <a:t>Evidence Required (Vandalism, Ex-Employee, Competitor)</a:t>
            </a:r>
            <a:endParaRPr lang="en-US" dirty="0">
              <a:sym typeface="Poppins"/>
            </a:endParaRPr>
          </a:p>
        </p:txBody>
      </p:sp>
    </p:spTree>
    <p:extLst>
      <p:ext uri="{BB962C8B-B14F-4D97-AF65-F5344CB8AC3E}">
        <p14:creationId xmlns:p14="http://schemas.microsoft.com/office/powerpoint/2010/main" val="105890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1000" fill="hold"/>
                                        <p:tgtEl>
                                          <p:spTgt spid="13"/>
                                        </p:tgtEl>
                                        <p:attrNameLst>
                                          <p:attrName>ppt_w</p:attrName>
                                        </p:attrNameLst>
                                      </p:cBhvr>
                                      <p:tavLst>
                                        <p:tav tm="0">
                                          <p:val>
                                            <p:strVal val="#ppt_w*0.70"/>
                                          </p:val>
                                        </p:tav>
                                        <p:tav tm="100000">
                                          <p:val>
                                            <p:strVal val="#ppt_w"/>
                                          </p:val>
                                        </p:tav>
                                      </p:tavLst>
                                    </p:anim>
                                    <p:anim calcmode="lin" valueType="num">
                                      <p:cBhvr>
                                        <p:cTn id="8" dur="1000" fill="hold"/>
                                        <p:tgtEl>
                                          <p:spTgt spid="13"/>
                                        </p:tgtEl>
                                        <p:attrNameLst>
                                          <p:attrName>ppt_h</p:attrName>
                                        </p:attrNameLst>
                                      </p:cBhvr>
                                      <p:tavLst>
                                        <p:tav tm="0">
                                          <p:val>
                                            <p:strVal val="#ppt_h"/>
                                          </p:val>
                                        </p:tav>
                                        <p:tav tm="100000">
                                          <p:val>
                                            <p:strVal val="#ppt_h"/>
                                          </p:val>
                                        </p:tav>
                                      </p:tavLst>
                                    </p:anim>
                                    <p:animEffect transition="in" filter="fade">
                                      <p:cBhvr>
                                        <p:cTn id="9" dur="1000"/>
                                        <p:tgtEl>
                                          <p:spTgt spid="13"/>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strVal val="#ppt_w*0.70"/>
                                          </p:val>
                                        </p:tav>
                                        <p:tav tm="100000">
                                          <p:val>
                                            <p:strVal val="#ppt_w"/>
                                          </p:val>
                                        </p:tav>
                                      </p:tavLst>
                                    </p:anim>
                                    <p:anim calcmode="lin" valueType="num">
                                      <p:cBhvr>
                                        <p:cTn id="13" dur="1000" fill="hold"/>
                                        <p:tgtEl>
                                          <p:spTgt spid="8"/>
                                        </p:tgtEl>
                                        <p:attrNameLst>
                                          <p:attrName>ppt_h</p:attrName>
                                        </p:attrNameLst>
                                      </p:cBhvr>
                                      <p:tavLst>
                                        <p:tav tm="0">
                                          <p:val>
                                            <p:strVal val="#ppt_h"/>
                                          </p:val>
                                        </p:tav>
                                        <p:tav tm="100000">
                                          <p:val>
                                            <p:strVal val="#ppt_h"/>
                                          </p:val>
                                        </p:tav>
                                      </p:tavLst>
                                    </p:anim>
                                    <p:animEffect transition="in" filter="fade">
                                      <p:cBhvr>
                                        <p:cTn id="14" dur="1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randombar(horizontal)">
                                      <p:cBhvr>
                                        <p:cTn id="29" dur="500"/>
                                        <p:tgtEl>
                                          <p:spTgt spid="32"/>
                                        </p:tgtEl>
                                      </p:cBhvr>
                                    </p:animEffect>
                                  </p:childTnLst>
                                </p:cTn>
                              </p:par>
                              <p:par>
                                <p:cTn id="30" presetID="17" presetClass="entr" presetSubtype="10" fill="hold" nodeType="withEffect">
                                  <p:stCondLst>
                                    <p:cond delay="0"/>
                                  </p:stCondLst>
                                  <p:childTnLst>
                                    <p:set>
                                      <p:cBhvr>
                                        <p:cTn id="31" dur="1" fill="hold">
                                          <p:stCondLst>
                                            <p:cond delay="0"/>
                                          </p:stCondLst>
                                        </p:cTn>
                                        <p:tgtEl>
                                          <p:spTgt spid="33"/>
                                        </p:tgtEl>
                                        <p:attrNameLst>
                                          <p:attrName>style.visibility</p:attrName>
                                        </p:attrNameLst>
                                      </p:cBhvr>
                                      <p:to>
                                        <p:strVal val="visible"/>
                                      </p:to>
                                    </p:set>
                                    <p:anim calcmode="lin" valueType="num">
                                      <p:cBhvr>
                                        <p:cTn id="32" dur="500" fill="hold"/>
                                        <p:tgtEl>
                                          <p:spTgt spid="33"/>
                                        </p:tgtEl>
                                        <p:attrNameLst>
                                          <p:attrName>ppt_w</p:attrName>
                                        </p:attrNameLst>
                                      </p:cBhvr>
                                      <p:tavLst>
                                        <p:tav tm="0">
                                          <p:val>
                                            <p:fltVal val="0"/>
                                          </p:val>
                                        </p:tav>
                                        <p:tav tm="100000">
                                          <p:val>
                                            <p:strVal val="#ppt_w"/>
                                          </p:val>
                                        </p:tav>
                                      </p:tavLst>
                                    </p:anim>
                                    <p:anim calcmode="lin" valueType="num">
                                      <p:cBhvr>
                                        <p:cTn id="33" dur="500" fill="hold"/>
                                        <p:tgtEl>
                                          <p:spTgt spid="33"/>
                                        </p:tgtEl>
                                        <p:attrNameLst>
                                          <p:attrName>ppt_h</p:attrName>
                                        </p:attrNameLst>
                                      </p:cBhvr>
                                      <p:tavLst>
                                        <p:tav tm="0">
                                          <p:val>
                                            <p:strVal val="#ppt_h"/>
                                          </p:val>
                                        </p:tav>
                                        <p:tav tm="100000">
                                          <p:val>
                                            <p:strVal val="#ppt_h"/>
                                          </p:val>
                                        </p:tav>
                                      </p:tavLst>
                                    </p:anim>
                                  </p:childTnLst>
                                </p:cTn>
                              </p:par>
                              <p:par>
                                <p:cTn id="34" presetID="17" presetClass="entr" presetSubtype="10" fill="hold" grpId="0" nodeType="withEffect">
                                  <p:stCondLst>
                                    <p:cond delay="0"/>
                                  </p:stCondLst>
                                  <p:childTnLst>
                                    <p:set>
                                      <p:cBhvr>
                                        <p:cTn id="35" dur="1" fill="hold">
                                          <p:stCondLst>
                                            <p:cond delay="0"/>
                                          </p:stCondLst>
                                        </p:cTn>
                                        <p:tgtEl>
                                          <p:spTgt spid="38"/>
                                        </p:tgtEl>
                                        <p:attrNameLst>
                                          <p:attrName>style.visibility</p:attrName>
                                        </p:attrNameLst>
                                      </p:cBhvr>
                                      <p:to>
                                        <p:strVal val="visible"/>
                                      </p:to>
                                    </p:set>
                                    <p:anim calcmode="lin" valueType="num">
                                      <p:cBhvr>
                                        <p:cTn id="36" dur="500" fill="hold"/>
                                        <p:tgtEl>
                                          <p:spTgt spid="38"/>
                                        </p:tgtEl>
                                        <p:attrNameLst>
                                          <p:attrName>ppt_w</p:attrName>
                                        </p:attrNameLst>
                                      </p:cBhvr>
                                      <p:tavLst>
                                        <p:tav tm="0">
                                          <p:val>
                                            <p:fltVal val="0"/>
                                          </p:val>
                                        </p:tav>
                                        <p:tav tm="100000">
                                          <p:val>
                                            <p:strVal val="#ppt_w"/>
                                          </p:val>
                                        </p:tav>
                                      </p:tavLst>
                                    </p:anim>
                                    <p:anim calcmode="lin" valueType="num">
                                      <p:cBhvr>
                                        <p:cTn id="37" dur="500" fill="hold"/>
                                        <p:tgtEl>
                                          <p:spTgt spid="38"/>
                                        </p:tgtEl>
                                        <p:attrNameLst>
                                          <p:attrName>ppt_h</p:attrName>
                                        </p:attrNameLst>
                                      </p:cBhvr>
                                      <p:tavLst>
                                        <p:tav tm="0">
                                          <p:val>
                                            <p:strVal val="#ppt_h"/>
                                          </p:val>
                                        </p:tav>
                                        <p:tav tm="100000">
                                          <p:val>
                                            <p:strVal val="#ppt_h"/>
                                          </p:val>
                                        </p:tav>
                                      </p:tavLst>
                                    </p:anim>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499"/>
                                          </p:stCondLst>
                                        </p:cTn>
                                        <p:tgtEl>
                                          <p:spTgt spid="4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42"/>
                                        </p:tgtEl>
                                        <p:attrNameLst>
                                          <p:attrName>style.visibility</p:attrName>
                                        </p:attrNameLst>
                                      </p:cBhvr>
                                      <p:to>
                                        <p:strVal val="visible"/>
                                      </p:to>
                                    </p:set>
                                    <p:animEffect transition="in" filter="randombar(horizontal)">
                                      <p:cBhvr>
                                        <p:cTn id="51" dur="500"/>
                                        <p:tgtEl>
                                          <p:spTgt spid="42"/>
                                        </p:tgtEl>
                                      </p:cBhvr>
                                    </p:animEffect>
                                  </p:childTnLst>
                                </p:cTn>
                              </p:par>
                              <p:par>
                                <p:cTn id="52" presetID="17" presetClass="entr" presetSubtype="10" fill="hold" nodeType="withEffect">
                                  <p:stCondLst>
                                    <p:cond delay="0"/>
                                  </p:stCondLst>
                                  <p:childTnLst>
                                    <p:set>
                                      <p:cBhvr>
                                        <p:cTn id="53" dur="1" fill="hold">
                                          <p:stCondLst>
                                            <p:cond delay="0"/>
                                          </p:stCondLst>
                                        </p:cTn>
                                        <p:tgtEl>
                                          <p:spTgt spid="43"/>
                                        </p:tgtEl>
                                        <p:attrNameLst>
                                          <p:attrName>style.visibility</p:attrName>
                                        </p:attrNameLst>
                                      </p:cBhvr>
                                      <p:to>
                                        <p:strVal val="visible"/>
                                      </p:to>
                                    </p:set>
                                    <p:anim calcmode="lin" valueType="num">
                                      <p:cBhvr>
                                        <p:cTn id="54" dur="500" fill="hold"/>
                                        <p:tgtEl>
                                          <p:spTgt spid="43"/>
                                        </p:tgtEl>
                                        <p:attrNameLst>
                                          <p:attrName>ppt_w</p:attrName>
                                        </p:attrNameLst>
                                      </p:cBhvr>
                                      <p:tavLst>
                                        <p:tav tm="0">
                                          <p:val>
                                            <p:fltVal val="0"/>
                                          </p:val>
                                        </p:tav>
                                        <p:tav tm="100000">
                                          <p:val>
                                            <p:strVal val="#ppt_w"/>
                                          </p:val>
                                        </p:tav>
                                      </p:tavLst>
                                    </p:anim>
                                    <p:anim calcmode="lin" valueType="num">
                                      <p:cBhvr>
                                        <p:cTn id="55" dur="500" fill="hold"/>
                                        <p:tgtEl>
                                          <p:spTgt spid="43"/>
                                        </p:tgtEl>
                                        <p:attrNameLst>
                                          <p:attrName>ppt_h</p:attrName>
                                        </p:attrNameLst>
                                      </p:cBhvr>
                                      <p:tavLst>
                                        <p:tav tm="0">
                                          <p:val>
                                            <p:strVal val="#ppt_h"/>
                                          </p:val>
                                        </p:tav>
                                        <p:tav tm="100000">
                                          <p:val>
                                            <p:strVal val="#ppt_h"/>
                                          </p:val>
                                        </p:tav>
                                      </p:tavLst>
                                    </p:anim>
                                  </p:childTnLst>
                                </p:cTn>
                              </p:par>
                              <p:par>
                                <p:cTn id="56" presetID="17" presetClass="entr" presetSubtype="10" fill="hold" grpId="0" nodeType="withEffect">
                                  <p:stCondLst>
                                    <p:cond delay="0"/>
                                  </p:stCondLst>
                                  <p:childTnLst>
                                    <p:set>
                                      <p:cBhvr>
                                        <p:cTn id="57" dur="1" fill="hold">
                                          <p:stCondLst>
                                            <p:cond delay="0"/>
                                          </p:stCondLst>
                                        </p:cTn>
                                        <p:tgtEl>
                                          <p:spTgt spid="48"/>
                                        </p:tgtEl>
                                        <p:attrNameLst>
                                          <p:attrName>style.visibility</p:attrName>
                                        </p:attrNameLst>
                                      </p:cBhvr>
                                      <p:to>
                                        <p:strVal val="visible"/>
                                      </p:to>
                                    </p:set>
                                    <p:anim calcmode="lin" valueType="num">
                                      <p:cBhvr>
                                        <p:cTn id="58" dur="500" fill="hold"/>
                                        <p:tgtEl>
                                          <p:spTgt spid="48"/>
                                        </p:tgtEl>
                                        <p:attrNameLst>
                                          <p:attrName>ppt_w</p:attrName>
                                        </p:attrNameLst>
                                      </p:cBhvr>
                                      <p:tavLst>
                                        <p:tav tm="0">
                                          <p:val>
                                            <p:fltVal val="0"/>
                                          </p:val>
                                        </p:tav>
                                        <p:tav tm="100000">
                                          <p:val>
                                            <p:strVal val="#ppt_w"/>
                                          </p:val>
                                        </p:tav>
                                      </p:tavLst>
                                    </p:anim>
                                    <p:anim calcmode="lin" valueType="num">
                                      <p:cBhvr>
                                        <p:cTn id="59" dur="500" fill="hold"/>
                                        <p:tgtEl>
                                          <p:spTgt spid="48"/>
                                        </p:tgtEl>
                                        <p:attrNameLst>
                                          <p:attrName>ppt_h</p:attrName>
                                        </p:attrNameLst>
                                      </p:cBhvr>
                                      <p:tavLst>
                                        <p:tav tm="0">
                                          <p:val>
                                            <p:strVal val="#ppt_h"/>
                                          </p:val>
                                        </p:tav>
                                        <p:tav tm="100000">
                                          <p:val>
                                            <p:strVal val="#ppt_h"/>
                                          </p:val>
                                        </p:tav>
                                      </p:tavLst>
                                    </p:anim>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49"/>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4" presetClass="entr" presetSubtype="10" fill="hold" nodeType="clickEffect">
                                  <p:stCondLst>
                                    <p:cond delay="0"/>
                                  </p:stCondLst>
                                  <p:childTnLst>
                                    <p:set>
                                      <p:cBhvr>
                                        <p:cTn id="72" dur="1" fill="hold">
                                          <p:stCondLst>
                                            <p:cond delay="0"/>
                                          </p:stCondLst>
                                        </p:cTn>
                                        <p:tgtEl>
                                          <p:spTgt spid="52"/>
                                        </p:tgtEl>
                                        <p:attrNameLst>
                                          <p:attrName>style.visibility</p:attrName>
                                        </p:attrNameLst>
                                      </p:cBhvr>
                                      <p:to>
                                        <p:strVal val="visible"/>
                                      </p:to>
                                    </p:set>
                                    <p:animEffect transition="in" filter="randombar(horizontal)">
                                      <p:cBhvr>
                                        <p:cTn id="73" dur="500"/>
                                        <p:tgtEl>
                                          <p:spTgt spid="52"/>
                                        </p:tgtEl>
                                      </p:cBhvr>
                                    </p:animEffect>
                                  </p:childTnLst>
                                </p:cTn>
                              </p:par>
                              <p:par>
                                <p:cTn id="74" presetID="17" presetClass="entr" presetSubtype="10" fill="hold" nodeType="withEffect">
                                  <p:stCondLst>
                                    <p:cond delay="0"/>
                                  </p:stCondLst>
                                  <p:childTnLst>
                                    <p:set>
                                      <p:cBhvr>
                                        <p:cTn id="75" dur="1" fill="hold">
                                          <p:stCondLst>
                                            <p:cond delay="0"/>
                                          </p:stCondLst>
                                        </p:cTn>
                                        <p:tgtEl>
                                          <p:spTgt spid="53"/>
                                        </p:tgtEl>
                                        <p:attrNameLst>
                                          <p:attrName>style.visibility</p:attrName>
                                        </p:attrNameLst>
                                      </p:cBhvr>
                                      <p:to>
                                        <p:strVal val="visible"/>
                                      </p:to>
                                    </p:set>
                                    <p:anim calcmode="lin" valueType="num">
                                      <p:cBhvr>
                                        <p:cTn id="76" dur="500" fill="hold"/>
                                        <p:tgtEl>
                                          <p:spTgt spid="53"/>
                                        </p:tgtEl>
                                        <p:attrNameLst>
                                          <p:attrName>ppt_w</p:attrName>
                                        </p:attrNameLst>
                                      </p:cBhvr>
                                      <p:tavLst>
                                        <p:tav tm="0">
                                          <p:val>
                                            <p:fltVal val="0"/>
                                          </p:val>
                                        </p:tav>
                                        <p:tav tm="100000">
                                          <p:val>
                                            <p:strVal val="#ppt_w"/>
                                          </p:val>
                                        </p:tav>
                                      </p:tavLst>
                                    </p:anim>
                                    <p:anim calcmode="lin" valueType="num">
                                      <p:cBhvr>
                                        <p:cTn id="77" dur="500" fill="hold"/>
                                        <p:tgtEl>
                                          <p:spTgt spid="53"/>
                                        </p:tgtEl>
                                        <p:attrNameLst>
                                          <p:attrName>ppt_h</p:attrName>
                                        </p:attrNameLst>
                                      </p:cBhvr>
                                      <p:tavLst>
                                        <p:tav tm="0">
                                          <p:val>
                                            <p:strVal val="#ppt_h"/>
                                          </p:val>
                                        </p:tav>
                                        <p:tav tm="100000">
                                          <p:val>
                                            <p:strVal val="#ppt_h"/>
                                          </p:val>
                                        </p:tav>
                                      </p:tavLst>
                                    </p:anim>
                                  </p:childTnLst>
                                </p:cTn>
                              </p:par>
                              <p:par>
                                <p:cTn id="78" presetID="17" presetClass="entr" presetSubtype="10" fill="hold" grpId="0" nodeType="withEffect">
                                  <p:stCondLst>
                                    <p:cond delay="0"/>
                                  </p:stCondLst>
                                  <p:childTnLst>
                                    <p:set>
                                      <p:cBhvr>
                                        <p:cTn id="79" dur="1" fill="hold">
                                          <p:stCondLst>
                                            <p:cond delay="0"/>
                                          </p:stCondLst>
                                        </p:cTn>
                                        <p:tgtEl>
                                          <p:spTgt spid="58"/>
                                        </p:tgtEl>
                                        <p:attrNameLst>
                                          <p:attrName>style.visibility</p:attrName>
                                        </p:attrNameLst>
                                      </p:cBhvr>
                                      <p:to>
                                        <p:strVal val="visible"/>
                                      </p:to>
                                    </p:set>
                                    <p:anim calcmode="lin" valueType="num">
                                      <p:cBhvr>
                                        <p:cTn id="80" dur="500" fill="hold"/>
                                        <p:tgtEl>
                                          <p:spTgt spid="58"/>
                                        </p:tgtEl>
                                        <p:attrNameLst>
                                          <p:attrName>ppt_w</p:attrName>
                                        </p:attrNameLst>
                                      </p:cBhvr>
                                      <p:tavLst>
                                        <p:tav tm="0">
                                          <p:val>
                                            <p:fltVal val="0"/>
                                          </p:val>
                                        </p:tav>
                                        <p:tav tm="100000">
                                          <p:val>
                                            <p:strVal val="#ppt_w"/>
                                          </p:val>
                                        </p:tav>
                                      </p:tavLst>
                                    </p:anim>
                                    <p:anim calcmode="lin" valueType="num">
                                      <p:cBhvr>
                                        <p:cTn id="81" dur="500" fill="hold"/>
                                        <p:tgtEl>
                                          <p:spTgt spid="58"/>
                                        </p:tgtEl>
                                        <p:attrNameLst>
                                          <p:attrName>ppt_h</p:attrName>
                                        </p:attrNameLst>
                                      </p:cBhvr>
                                      <p:tavLst>
                                        <p:tav tm="0">
                                          <p:val>
                                            <p:strVal val="#ppt_h"/>
                                          </p:val>
                                        </p:tav>
                                        <p:tav tm="100000">
                                          <p:val>
                                            <p:strVal val="#ppt_h"/>
                                          </p:val>
                                        </p:tav>
                                      </p:tavLst>
                                    </p:anim>
                                  </p:childTnLst>
                                </p:cTn>
                              </p:par>
                              <p:par>
                                <p:cTn id="82" presetID="1" presetClass="entr" presetSubtype="0" fill="hold" grpId="0" nodeType="withEffect">
                                  <p:stCondLst>
                                    <p:cond delay="0"/>
                                  </p:stCondLst>
                                  <p:childTnLst>
                                    <p:set>
                                      <p:cBhvr>
                                        <p:cTn id="83" dur="1" fill="hold">
                                          <p:stCondLst>
                                            <p:cond delay="0"/>
                                          </p:stCondLst>
                                        </p:cTn>
                                        <p:tgtEl>
                                          <p:spTgt spid="60"/>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59"/>
                                        </p:tgtEl>
                                        <p:attrNameLst>
                                          <p:attrName>style.visibility</p:attrName>
                                        </p:attrNameLst>
                                      </p:cBhvr>
                                      <p:to>
                                        <p:strVal val="visible"/>
                                      </p:to>
                                    </p:set>
                                  </p:childTnLst>
                                </p:cTn>
                              </p:par>
                              <p:par>
                                <p:cTn id="88" presetID="1" presetClass="entr" presetSubtype="0" fill="hold" grpId="0" nodeType="withEffect">
                                  <p:stCondLst>
                                    <p:cond delay="0"/>
                                  </p:stCondLst>
                                  <p:childTnLst>
                                    <p:set>
                                      <p:cBhvr>
                                        <p:cTn id="89" dur="1" fill="hold">
                                          <p:stCondLst>
                                            <p:cond delay="0"/>
                                          </p:stCondLst>
                                        </p:cTn>
                                        <p:tgtEl>
                                          <p:spTgt spid="61"/>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4" presetClass="entr" presetSubtype="10" fill="hold" nodeType="click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randombar(horizontal)">
                                      <p:cBhvr>
                                        <p:cTn id="94" dur="500"/>
                                        <p:tgtEl>
                                          <p:spTgt spid="62"/>
                                        </p:tgtEl>
                                      </p:cBhvr>
                                    </p:animEffect>
                                  </p:childTnLst>
                                </p:cTn>
                              </p:par>
                              <p:par>
                                <p:cTn id="95" presetID="17" presetClass="entr" presetSubtype="10" fill="hold" nodeType="withEffect">
                                  <p:stCondLst>
                                    <p:cond delay="0"/>
                                  </p:stCondLst>
                                  <p:childTnLst>
                                    <p:set>
                                      <p:cBhvr>
                                        <p:cTn id="96" dur="1" fill="hold">
                                          <p:stCondLst>
                                            <p:cond delay="0"/>
                                          </p:stCondLst>
                                        </p:cTn>
                                        <p:tgtEl>
                                          <p:spTgt spid="63"/>
                                        </p:tgtEl>
                                        <p:attrNameLst>
                                          <p:attrName>style.visibility</p:attrName>
                                        </p:attrNameLst>
                                      </p:cBhvr>
                                      <p:to>
                                        <p:strVal val="visible"/>
                                      </p:to>
                                    </p:set>
                                    <p:anim calcmode="lin" valueType="num">
                                      <p:cBhvr>
                                        <p:cTn id="97" dur="500" fill="hold"/>
                                        <p:tgtEl>
                                          <p:spTgt spid="63"/>
                                        </p:tgtEl>
                                        <p:attrNameLst>
                                          <p:attrName>ppt_w</p:attrName>
                                        </p:attrNameLst>
                                      </p:cBhvr>
                                      <p:tavLst>
                                        <p:tav tm="0">
                                          <p:val>
                                            <p:fltVal val="0"/>
                                          </p:val>
                                        </p:tav>
                                        <p:tav tm="100000">
                                          <p:val>
                                            <p:strVal val="#ppt_w"/>
                                          </p:val>
                                        </p:tav>
                                      </p:tavLst>
                                    </p:anim>
                                    <p:anim calcmode="lin" valueType="num">
                                      <p:cBhvr>
                                        <p:cTn id="98" dur="500" fill="hold"/>
                                        <p:tgtEl>
                                          <p:spTgt spid="63"/>
                                        </p:tgtEl>
                                        <p:attrNameLst>
                                          <p:attrName>ppt_h</p:attrName>
                                        </p:attrNameLst>
                                      </p:cBhvr>
                                      <p:tavLst>
                                        <p:tav tm="0">
                                          <p:val>
                                            <p:strVal val="#ppt_h"/>
                                          </p:val>
                                        </p:tav>
                                        <p:tav tm="100000">
                                          <p:val>
                                            <p:strVal val="#ppt_h"/>
                                          </p:val>
                                        </p:tav>
                                      </p:tavLst>
                                    </p:anim>
                                  </p:childTnLst>
                                </p:cTn>
                              </p:par>
                              <p:par>
                                <p:cTn id="99" presetID="17" presetClass="entr" presetSubtype="10" fill="hold" grpId="0" nodeType="withEffect">
                                  <p:stCondLst>
                                    <p:cond delay="0"/>
                                  </p:stCondLst>
                                  <p:childTnLst>
                                    <p:set>
                                      <p:cBhvr>
                                        <p:cTn id="100" dur="1" fill="hold">
                                          <p:stCondLst>
                                            <p:cond delay="0"/>
                                          </p:stCondLst>
                                        </p:cTn>
                                        <p:tgtEl>
                                          <p:spTgt spid="68"/>
                                        </p:tgtEl>
                                        <p:attrNameLst>
                                          <p:attrName>style.visibility</p:attrName>
                                        </p:attrNameLst>
                                      </p:cBhvr>
                                      <p:to>
                                        <p:strVal val="visible"/>
                                      </p:to>
                                    </p:set>
                                    <p:anim calcmode="lin" valueType="num">
                                      <p:cBhvr>
                                        <p:cTn id="101" dur="500" fill="hold"/>
                                        <p:tgtEl>
                                          <p:spTgt spid="68"/>
                                        </p:tgtEl>
                                        <p:attrNameLst>
                                          <p:attrName>ppt_w</p:attrName>
                                        </p:attrNameLst>
                                      </p:cBhvr>
                                      <p:tavLst>
                                        <p:tav tm="0">
                                          <p:val>
                                            <p:fltVal val="0"/>
                                          </p:val>
                                        </p:tav>
                                        <p:tav tm="100000">
                                          <p:val>
                                            <p:strVal val="#ppt_w"/>
                                          </p:val>
                                        </p:tav>
                                      </p:tavLst>
                                    </p:anim>
                                    <p:anim calcmode="lin" valueType="num">
                                      <p:cBhvr>
                                        <p:cTn id="102" dur="500" fill="hold"/>
                                        <p:tgtEl>
                                          <p:spTgt spid="68"/>
                                        </p:tgtEl>
                                        <p:attrNameLst>
                                          <p:attrName>ppt_h</p:attrName>
                                        </p:attrNameLst>
                                      </p:cBhvr>
                                      <p:tavLst>
                                        <p:tav tm="0">
                                          <p:val>
                                            <p:strVal val="#ppt_h"/>
                                          </p:val>
                                        </p:tav>
                                        <p:tav tm="100000">
                                          <p:val>
                                            <p:strVal val="#ppt_h"/>
                                          </p:val>
                                        </p:tav>
                                      </p:tavLst>
                                    </p:anim>
                                  </p:childTnLst>
                                </p:cTn>
                              </p:par>
                              <p:par>
                                <p:cTn id="103" presetID="1" presetClass="entr" presetSubtype="0" fill="hold" grpId="0" nodeType="withEffect">
                                  <p:stCondLst>
                                    <p:cond delay="0"/>
                                  </p:stCondLst>
                                  <p:childTnLst>
                                    <p:set>
                                      <p:cBhvr>
                                        <p:cTn id="104" dur="1" fill="hold">
                                          <p:stCondLst>
                                            <p:cond delay="0"/>
                                          </p:stCondLst>
                                        </p:cTn>
                                        <p:tgtEl>
                                          <p:spTgt spid="69"/>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70"/>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71"/>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4" presetClass="entr" presetSubtype="10" fill="hold" nodeType="clickEffect">
                                  <p:stCondLst>
                                    <p:cond delay="0"/>
                                  </p:stCondLst>
                                  <p:childTnLst>
                                    <p:set>
                                      <p:cBhvr>
                                        <p:cTn id="114" dur="1" fill="hold">
                                          <p:stCondLst>
                                            <p:cond delay="0"/>
                                          </p:stCondLst>
                                        </p:cTn>
                                        <p:tgtEl>
                                          <p:spTgt spid="79"/>
                                        </p:tgtEl>
                                        <p:attrNameLst>
                                          <p:attrName>style.visibility</p:attrName>
                                        </p:attrNameLst>
                                      </p:cBhvr>
                                      <p:to>
                                        <p:strVal val="visible"/>
                                      </p:to>
                                    </p:set>
                                    <p:animEffect transition="in" filter="randombar(horizontal)">
                                      <p:cBhvr>
                                        <p:cTn id="115" dur="500"/>
                                        <p:tgtEl>
                                          <p:spTgt spid="79"/>
                                        </p:tgtEl>
                                      </p:cBhvr>
                                    </p:animEffect>
                                  </p:childTnLst>
                                </p:cTn>
                              </p:par>
                              <p:par>
                                <p:cTn id="116" presetID="17" presetClass="entr" presetSubtype="10" fill="hold" nodeType="withEffect">
                                  <p:stCondLst>
                                    <p:cond delay="0"/>
                                  </p:stCondLst>
                                  <p:childTnLst>
                                    <p:set>
                                      <p:cBhvr>
                                        <p:cTn id="117" dur="1" fill="hold">
                                          <p:stCondLst>
                                            <p:cond delay="0"/>
                                          </p:stCondLst>
                                        </p:cTn>
                                        <p:tgtEl>
                                          <p:spTgt spid="80"/>
                                        </p:tgtEl>
                                        <p:attrNameLst>
                                          <p:attrName>style.visibility</p:attrName>
                                        </p:attrNameLst>
                                      </p:cBhvr>
                                      <p:to>
                                        <p:strVal val="visible"/>
                                      </p:to>
                                    </p:set>
                                    <p:anim calcmode="lin" valueType="num">
                                      <p:cBhvr>
                                        <p:cTn id="118" dur="500" fill="hold"/>
                                        <p:tgtEl>
                                          <p:spTgt spid="80"/>
                                        </p:tgtEl>
                                        <p:attrNameLst>
                                          <p:attrName>ppt_w</p:attrName>
                                        </p:attrNameLst>
                                      </p:cBhvr>
                                      <p:tavLst>
                                        <p:tav tm="0">
                                          <p:val>
                                            <p:fltVal val="0"/>
                                          </p:val>
                                        </p:tav>
                                        <p:tav tm="100000">
                                          <p:val>
                                            <p:strVal val="#ppt_w"/>
                                          </p:val>
                                        </p:tav>
                                      </p:tavLst>
                                    </p:anim>
                                    <p:anim calcmode="lin" valueType="num">
                                      <p:cBhvr>
                                        <p:cTn id="119" dur="500" fill="hold"/>
                                        <p:tgtEl>
                                          <p:spTgt spid="80"/>
                                        </p:tgtEl>
                                        <p:attrNameLst>
                                          <p:attrName>ppt_h</p:attrName>
                                        </p:attrNameLst>
                                      </p:cBhvr>
                                      <p:tavLst>
                                        <p:tav tm="0">
                                          <p:val>
                                            <p:strVal val="#ppt_h"/>
                                          </p:val>
                                        </p:tav>
                                        <p:tav tm="100000">
                                          <p:val>
                                            <p:strVal val="#ppt_h"/>
                                          </p:val>
                                        </p:tav>
                                      </p:tavLst>
                                    </p:anim>
                                  </p:childTnLst>
                                </p:cTn>
                              </p:par>
                              <p:par>
                                <p:cTn id="120" presetID="17" presetClass="entr" presetSubtype="10" fill="hold" grpId="0" nodeType="withEffect">
                                  <p:stCondLst>
                                    <p:cond delay="0"/>
                                  </p:stCondLst>
                                  <p:childTnLst>
                                    <p:set>
                                      <p:cBhvr>
                                        <p:cTn id="121" dur="1" fill="hold">
                                          <p:stCondLst>
                                            <p:cond delay="0"/>
                                          </p:stCondLst>
                                        </p:cTn>
                                        <p:tgtEl>
                                          <p:spTgt spid="116"/>
                                        </p:tgtEl>
                                        <p:attrNameLst>
                                          <p:attrName>style.visibility</p:attrName>
                                        </p:attrNameLst>
                                      </p:cBhvr>
                                      <p:to>
                                        <p:strVal val="visible"/>
                                      </p:to>
                                    </p:set>
                                    <p:anim calcmode="lin" valueType="num">
                                      <p:cBhvr>
                                        <p:cTn id="122" dur="500" fill="hold"/>
                                        <p:tgtEl>
                                          <p:spTgt spid="116"/>
                                        </p:tgtEl>
                                        <p:attrNameLst>
                                          <p:attrName>ppt_w</p:attrName>
                                        </p:attrNameLst>
                                      </p:cBhvr>
                                      <p:tavLst>
                                        <p:tav tm="0">
                                          <p:val>
                                            <p:fltVal val="0"/>
                                          </p:val>
                                        </p:tav>
                                        <p:tav tm="100000">
                                          <p:val>
                                            <p:strVal val="#ppt_w"/>
                                          </p:val>
                                        </p:tav>
                                      </p:tavLst>
                                    </p:anim>
                                    <p:anim calcmode="lin" valueType="num">
                                      <p:cBhvr>
                                        <p:cTn id="123" dur="500" fill="hold"/>
                                        <p:tgtEl>
                                          <p:spTgt spid="116"/>
                                        </p:tgtEl>
                                        <p:attrNameLst>
                                          <p:attrName>ppt_h</p:attrName>
                                        </p:attrNameLst>
                                      </p:cBhvr>
                                      <p:tavLst>
                                        <p:tav tm="0">
                                          <p:val>
                                            <p:strVal val="#ppt_h"/>
                                          </p:val>
                                        </p:tav>
                                        <p:tav tm="100000">
                                          <p:val>
                                            <p:strVal val="#ppt_h"/>
                                          </p:val>
                                        </p:tav>
                                      </p:tavLst>
                                    </p:anim>
                                  </p:childTnLst>
                                </p:cTn>
                              </p:par>
                              <p:par>
                                <p:cTn id="124" presetID="1" presetClass="entr" presetSubtype="0" fill="hold" grpId="0" nodeType="withEffect">
                                  <p:stCondLst>
                                    <p:cond delay="0"/>
                                  </p:stCondLst>
                                  <p:childTnLst>
                                    <p:set>
                                      <p:cBhvr>
                                        <p:cTn id="125" dur="1" fill="hold">
                                          <p:stCondLst>
                                            <p:cond delay="0"/>
                                          </p:stCondLst>
                                        </p:cTn>
                                        <p:tgtEl>
                                          <p:spTgt spid="17"/>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18"/>
                                        </p:tgtEl>
                                        <p:attrNameLst>
                                          <p:attrName>style.visibility</p:attrName>
                                        </p:attrNameLst>
                                      </p:cBhvr>
                                      <p:to>
                                        <p:strVal val="visible"/>
                                      </p:to>
                                    </p:set>
                                  </p:childTnLst>
                                </p:cTn>
                              </p:par>
                              <p:par>
                                <p:cTn id="130" presetID="1" presetClass="entr" presetSubtype="0" fill="hold" grpId="0" nodeType="withEffect">
                                  <p:stCondLst>
                                    <p:cond delay="0"/>
                                  </p:stCondLst>
                                  <p:childTnLst>
                                    <p:set>
                                      <p:cBhvr>
                                        <p:cTn id="131" dur="1" fill="hold">
                                          <p:stCondLst>
                                            <p:cond delay="0"/>
                                          </p:stCondLst>
                                        </p:cTn>
                                        <p:tgtEl>
                                          <p:spTgt spid="19"/>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4" presetClass="entr" presetSubtype="10" fill="hold" nodeType="clickEffect">
                                  <p:stCondLst>
                                    <p:cond delay="0"/>
                                  </p:stCondLst>
                                  <p:childTnLst>
                                    <p:set>
                                      <p:cBhvr>
                                        <p:cTn id="135" dur="1" fill="hold">
                                          <p:stCondLst>
                                            <p:cond delay="0"/>
                                          </p:stCondLst>
                                        </p:cTn>
                                        <p:tgtEl>
                                          <p:spTgt spid="20"/>
                                        </p:tgtEl>
                                        <p:attrNameLst>
                                          <p:attrName>style.visibility</p:attrName>
                                        </p:attrNameLst>
                                      </p:cBhvr>
                                      <p:to>
                                        <p:strVal val="visible"/>
                                      </p:to>
                                    </p:set>
                                    <p:animEffect transition="in" filter="randombar(horizontal)">
                                      <p:cBhvr>
                                        <p:cTn id="136" dur="500"/>
                                        <p:tgtEl>
                                          <p:spTgt spid="20"/>
                                        </p:tgtEl>
                                      </p:cBhvr>
                                    </p:animEffect>
                                  </p:childTnLst>
                                </p:cTn>
                              </p:par>
                              <p:par>
                                <p:cTn id="137" presetID="17" presetClass="entr" presetSubtype="10" fill="hold" nodeType="withEffect">
                                  <p:stCondLst>
                                    <p:cond delay="0"/>
                                  </p:stCondLst>
                                  <p:childTnLst>
                                    <p:set>
                                      <p:cBhvr>
                                        <p:cTn id="138" dur="1" fill="hold">
                                          <p:stCondLst>
                                            <p:cond delay="0"/>
                                          </p:stCondLst>
                                        </p:cTn>
                                        <p:tgtEl>
                                          <p:spTgt spid="22"/>
                                        </p:tgtEl>
                                        <p:attrNameLst>
                                          <p:attrName>style.visibility</p:attrName>
                                        </p:attrNameLst>
                                      </p:cBhvr>
                                      <p:to>
                                        <p:strVal val="visible"/>
                                      </p:to>
                                    </p:set>
                                    <p:anim calcmode="lin" valueType="num">
                                      <p:cBhvr>
                                        <p:cTn id="139" dur="500" fill="hold"/>
                                        <p:tgtEl>
                                          <p:spTgt spid="22"/>
                                        </p:tgtEl>
                                        <p:attrNameLst>
                                          <p:attrName>ppt_w</p:attrName>
                                        </p:attrNameLst>
                                      </p:cBhvr>
                                      <p:tavLst>
                                        <p:tav tm="0">
                                          <p:val>
                                            <p:fltVal val="0"/>
                                          </p:val>
                                        </p:tav>
                                        <p:tav tm="100000">
                                          <p:val>
                                            <p:strVal val="#ppt_w"/>
                                          </p:val>
                                        </p:tav>
                                      </p:tavLst>
                                    </p:anim>
                                    <p:anim calcmode="lin" valueType="num">
                                      <p:cBhvr>
                                        <p:cTn id="140" dur="500" fill="hold"/>
                                        <p:tgtEl>
                                          <p:spTgt spid="22"/>
                                        </p:tgtEl>
                                        <p:attrNameLst>
                                          <p:attrName>ppt_h</p:attrName>
                                        </p:attrNameLst>
                                      </p:cBhvr>
                                      <p:tavLst>
                                        <p:tav tm="0">
                                          <p:val>
                                            <p:strVal val="#ppt_h"/>
                                          </p:val>
                                        </p:tav>
                                        <p:tav tm="100000">
                                          <p:val>
                                            <p:strVal val="#ppt_h"/>
                                          </p:val>
                                        </p:tav>
                                      </p:tavLst>
                                    </p:anim>
                                  </p:childTnLst>
                                </p:cTn>
                              </p:par>
                              <p:par>
                                <p:cTn id="141" presetID="17" presetClass="entr" presetSubtype="10" fill="hold" grpId="0" nodeType="withEffect">
                                  <p:stCondLst>
                                    <p:cond delay="0"/>
                                  </p:stCondLst>
                                  <p:childTnLst>
                                    <p:set>
                                      <p:cBhvr>
                                        <p:cTn id="142" dur="1" fill="hold">
                                          <p:stCondLst>
                                            <p:cond delay="0"/>
                                          </p:stCondLst>
                                        </p:cTn>
                                        <p:tgtEl>
                                          <p:spTgt spid="29"/>
                                        </p:tgtEl>
                                        <p:attrNameLst>
                                          <p:attrName>style.visibility</p:attrName>
                                        </p:attrNameLst>
                                      </p:cBhvr>
                                      <p:to>
                                        <p:strVal val="visible"/>
                                      </p:to>
                                    </p:set>
                                    <p:anim calcmode="lin" valueType="num">
                                      <p:cBhvr>
                                        <p:cTn id="143" dur="500" fill="hold"/>
                                        <p:tgtEl>
                                          <p:spTgt spid="29"/>
                                        </p:tgtEl>
                                        <p:attrNameLst>
                                          <p:attrName>ppt_w</p:attrName>
                                        </p:attrNameLst>
                                      </p:cBhvr>
                                      <p:tavLst>
                                        <p:tav tm="0">
                                          <p:val>
                                            <p:fltVal val="0"/>
                                          </p:val>
                                        </p:tav>
                                        <p:tav tm="100000">
                                          <p:val>
                                            <p:strVal val="#ppt_w"/>
                                          </p:val>
                                        </p:tav>
                                      </p:tavLst>
                                    </p:anim>
                                    <p:anim calcmode="lin" valueType="num">
                                      <p:cBhvr>
                                        <p:cTn id="144" dur="5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nodeType="clickEffect">
                                  <p:stCondLst>
                                    <p:cond delay="0"/>
                                  </p:stCondLst>
                                  <p:childTnLst>
                                    <p:set>
                                      <p:cBhvr>
                                        <p:cTn id="148" dur="1" fill="hold">
                                          <p:stCondLst>
                                            <p:cond delay="0"/>
                                          </p:stCondLst>
                                        </p:cTn>
                                        <p:tgtEl>
                                          <p:spTgt spid="118"/>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5" grpId="0" animBg="1"/>
      <p:bldP spid="21" grpId="0"/>
      <p:bldP spid="23" grpId="0"/>
      <p:bldP spid="38" grpId="0"/>
      <p:bldP spid="39" grpId="0" animBg="1"/>
      <p:bldP spid="40" grpId="0"/>
      <p:bldP spid="41" grpId="0"/>
      <p:bldP spid="48" grpId="0"/>
      <p:bldP spid="49" grpId="0" animBg="1"/>
      <p:bldP spid="50" grpId="0"/>
      <p:bldP spid="51" grpId="0"/>
      <p:bldP spid="58" grpId="0"/>
      <p:bldP spid="59" grpId="0" animBg="1"/>
      <p:bldP spid="60" grpId="0"/>
      <p:bldP spid="61" grpId="0"/>
      <p:bldP spid="68" grpId="0"/>
      <p:bldP spid="69" grpId="0"/>
      <p:bldP spid="70" grpId="0" animBg="1"/>
      <p:bldP spid="71" grpId="0"/>
      <p:bldP spid="116" grpId="0"/>
      <p:bldP spid="123" grpId="0"/>
      <p:bldP spid="17" grpId="0"/>
      <p:bldP spid="18" grpId="0" animBg="1"/>
      <p:bldP spid="19" grpId="0"/>
      <p:bldP spid="29" grpId="0"/>
    </p:bldLst>
  </p:timing>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TM02836342[[fn=Ion]]</Template>
  <TotalTime>22014</TotalTime>
  <Words>1519</Words>
  <Application>Microsoft Office PowerPoint</Application>
  <PresentationFormat>Custom</PresentationFormat>
  <Paragraphs>216</Paragraphs>
  <Slides>8</Slides>
  <Notes>7</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8</vt:i4>
      </vt:variant>
    </vt:vector>
  </HeadingPairs>
  <TitlesOfParts>
    <vt:vector size="17" baseType="lpstr">
      <vt:lpstr>Poppins Bold</vt:lpstr>
      <vt:lpstr>Poppins</vt:lpstr>
      <vt:lpstr>Calibri</vt:lpstr>
      <vt:lpstr>Aptos</vt:lpstr>
      <vt:lpstr>Poppins Black</vt:lpstr>
      <vt:lpstr>Arial</vt:lpstr>
      <vt:lpstr>Office Theme</vt:lpstr>
      <vt:lpstr>2_Office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Objectives</dc:title>
  <cp:lastModifiedBy>Blessy S</cp:lastModifiedBy>
  <cp:revision>43</cp:revision>
  <dcterms:created xsi:type="dcterms:W3CDTF">2006-08-16T00:00:00Z</dcterms:created>
  <dcterms:modified xsi:type="dcterms:W3CDTF">2026-10-01T07:08:51Z</dcterms:modified>
  <dc:identifier>DAHTTH7WFgs</dc:identifier>
</cp:coreProperties>
</file>