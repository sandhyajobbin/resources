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3F_77B9624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sldIdLst>
    <p:sldId id="319" r:id="rId3"/>
    <p:sldId id="257" r:id="rId4"/>
    <p:sldId id="315" r:id="rId5"/>
    <p:sldId id="316" r:id="rId6"/>
    <p:sldId id="305" r:id="rId7"/>
    <p:sldId id="317" r:id="rId8"/>
    <p:sldId id="318" r:id="rId9"/>
    <p:sldId id="308" r:id="rId10"/>
    <p:sldId id="309" r:id="rId11"/>
    <p:sldId id="310" r:id="rId12"/>
    <p:sldId id="312" r:id="rId13"/>
    <p:sldId id="311" r:id="rId14"/>
    <p:sldId id="313" r:id="rId15"/>
    <p:sldId id="314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AE53-A5C0-7019-264B-F90CA0F09934}" name="Harikrishnan B" initials="HB" userId="Harikrishnan B" providerId="None"/>
  <p188:author id="{A0C1245F-A1C4-21C3-DFFF-B27B167CFD49}" name="Nithese Krrishna V M" initials="NK" userId="S::krrnithe@sutherlandglobal.com::f389bd71-ddc4-4a43-82b4-cc802c9e98f6" providerId="AD"/>
  <p188:author id="{601739CD-6BD1-BAA4-2804-D2A8DA1BC46A}" name="Anupama Chatti" initials="AC" userId="S::chaanupa@sutherlandglobal.com::8d317b31-7766-4d69-bc0a-0192281c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CF00"/>
    <a:srgbClr val="D1FF73"/>
    <a:srgbClr val="FF6161"/>
    <a:srgbClr val="FFFFFF"/>
    <a:srgbClr val="002B11"/>
    <a:srgbClr val="85FF8F"/>
    <a:srgbClr val="E4E5EA"/>
    <a:srgbClr val="ABB9FF"/>
    <a:srgbClr val="56B48C"/>
    <a:srgbClr val="FF8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comments/modernComment_13F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F1C5CB-749E-4BAB-954F-CCE25649FBB7}" authorId="{601739CD-6BD1-BAA4-2804-D2A8DA1BC46A}" created="2026-08-21T08:41:22.5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4" creationId="{653D1FEA-3B9F-301A-4BB1-715BCE511199}"/>
      <ac:txMk cp="1" len="6">
        <ac:context len="47" hash="254294604"/>
      </ac:txMk>
    </ac:txMkLst>
    <p188:pos x="5336218" y="530612"/>
    <p188:txBody>
      <a:bodyPr/>
      <a:lstStyle/>
      <a:p>
        <a:r>
          <a:rPr lang="en-US"/>
          <a:t>Generate relevant Image</a:t>
        </a:r>
      </a:p>
    </p188:txBody>
  </p188:cm>
  <p188:cm id="{E92E667F-2EA9-4AC9-BC27-8DE4847B4AB9}" authorId="{601739CD-6BD1-BAA4-2804-D2A8DA1BC46A}" created="2026-08-21T08:43:59.6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6" creationId="{F58F3FD4-8625-ECC2-1E28-DF6E1FB4A5AE}"/>
      <ac:txMk cp="5" len="6">
        <ac:context len="97" hash="3375633704"/>
      </ac:txMk>
    </ac:txMkLst>
    <p188:pos x="1690906" y="1662821"/>
    <p188:txBody>
      <a:bodyPr/>
      <a:lstStyle/>
      <a:p>
        <a:r>
          <a:rPr lang="en-US"/>
          <a:t>Are we changing the quote for each module?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CCA74-510E-4140-B541-E83C300EA66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FF7E77-9BB9-4078-B40C-1AAF1A81F975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DB44E31-B715-4564-8FCB-433FB831A903}" type="parTrans" cxnId="{927A7EDA-047C-4284-9B5D-C28CAD391CC2}">
      <dgm:prSet/>
      <dgm:spPr/>
      <dgm:t>
        <a:bodyPr/>
        <a:lstStyle/>
        <a:p>
          <a:endParaRPr lang="en-US"/>
        </a:p>
      </dgm:t>
    </dgm:pt>
    <dgm:pt modelId="{B0EED045-CC84-4E49-9FF3-277E9D6C21BB}" type="sibTrans" cxnId="{927A7EDA-047C-4284-9B5D-C28CAD391CC2}">
      <dgm:prSet/>
      <dgm:spPr/>
      <dgm:t>
        <a:bodyPr/>
        <a:lstStyle/>
        <a:p>
          <a:endParaRPr lang="en-US"/>
        </a:p>
      </dgm:t>
    </dgm:pt>
    <dgm:pt modelId="{45A132A5-6071-4F6C-9350-43159A67FCF3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5F64CB4-7366-4CFB-9361-3DE2F9E0791F}" type="parTrans" cxnId="{697EF82E-9AA9-41D6-AD2C-23232C04801F}">
      <dgm:prSet/>
      <dgm:spPr/>
      <dgm:t>
        <a:bodyPr/>
        <a:lstStyle/>
        <a:p>
          <a:endParaRPr lang="en-US"/>
        </a:p>
      </dgm:t>
    </dgm:pt>
    <dgm:pt modelId="{5F00D7CA-99B9-426D-A4C3-A65913F7C244}" type="sibTrans" cxnId="{697EF82E-9AA9-41D6-AD2C-23232C04801F}">
      <dgm:prSet/>
      <dgm:spPr/>
      <dgm:t>
        <a:bodyPr/>
        <a:lstStyle/>
        <a:p>
          <a:endParaRPr lang="en-US"/>
        </a:p>
      </dgm:t>
    </dgm:pt>
    <dgm:pt modelId="{DBC2E116-2243-4FDD-8018-D2038F6B4C68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CB1198F-A6BC-4F4C-8608-561951CBE7B0}" type="parTrans" cxnId="{C02AA1A3-6E20-46EA-A229-07DA15E3093A}">
      <dgm:prSet/>
      <dgm:spPr/>
      <dgm:t>
        <a:bodyPr/>
        <a:lstStyle/>
        <a:p>
          <a:endParaRPr lang="en-US"/>
        </a:p>
      </dgm:t>
    </dgm:pt>
    <dgm:pt modelId="{C399A249-6DAC-4597-9CF7-3C772AA88761}" type="sibTrans" cxnId="{C02AA1A3-6E20-46EA-A229-07DA15E3093A}">
      <dgm:prSet/>
      <dgm:spPr/>
      <dgm:t>
        <a:bodyPr/>
        <a:lstStyle/>
        <a:p>
          <a:endParaRPr lang="en-US"/>
        </a:p>
      </dgm:t>
    </dgm:pt>
    <dgm:pt modelId="{6800591E-9E0C-4FA6-9C08-D614EC33A11A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5BD6026-1100-4202-9C3E-86E12CDE1A85}" type="parTrans" cxnId="{9C680189-3391-4B64-95C7-C5D614D199C9}">
      <dgm:prSet/>
      <dgm:spPr/>
      <dgm:t>
        <a:bodyPr/>
        <a:lstStyle/>
        <a:p>
          <a:endParaRPr lang="en-US"/>
        </a:p>
      </dgm:t>
    </dgm:pt>
    <dgm:pt modelId="{8FD80AFB-9F21-4373-8B08-F5AA6EDB957A}" type="sibTrans" cxnId="{9C680189-3391-4B64-95C7-C5D614D199C9}">
      <dgm:prSet/>
      <dgm:spPr/>
      <dgm:t>
        <a:bodyPr/>
        <a:lstStyle/>
        <a:p>
          <a:endParaRPr lang="en-US"/>
        </a:p>
      </dgm:t>
    </dgm:pt>
    <dgm:pt modelId="{138D9C1A-3EC3-4352-8DB0-EC42A8E9A5E6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Chain domains (e.g., @hilton.com) do not prove sub-brand affiliation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33CC13C0-50E6-4850-B404-A865B4A01C20}" type="parTrans" cxnId="{450B51CE-9F13-41A7-9285-77E43F3236DF}">
      <dgm:prSet/>
      <dgm:spPr/>
      <dgm:t>
        <a:bodyPr/>
        <a:lstStyle/>
        <a:p>
          <a:endParaRPr lang="en-US"/>
        </a:p>
      </dgm:t>
    </dgm:pt>
    <dgm:pt modelId="{4184BCB4-3D08-407E-8EBA-0E5396CF64F8}" type="sibTrans" cxnId="{450B51CE-9F13-41A7-9285-77E43F3236DF}">
      <dgm:prSet/>
      <dgm:spPr/>
      <dgm:t>
        <a:bodyPr/>
        <a:lstStyle/>
        <a:p>
          <a:endParaRPr lang="en-US"/>
        </a:p>
      </dgm:t>
    </dgm:pt>
    <dgm:pt modelId="{EA58BF64-196B-48D4-BC95-9D265B0099F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E4E9D82B-B53A-4890-89A5-BC5BD70BA040}" type="parTrans" cxnId="{01725620-0723-4855-B0E9-C42FE0B82BC5}">
      <dgm:prSet/>
      <dgm:spPr/>
      <dgm:t>
        <a:bodyPr/>
        <a:lstStyle/>
        <a:p>
          <a:endParaRPr lang="en-US"/>
        </a:p>
      </dgm:t>
    </dgm:pt>
    <dgm:pt modelId="{0C86B84B-2363-4774-BB4E-3D517375470F}" type="sibTrans" cxnId="{01725620-0723-4855-B0E9-C42FE0B82BC5}">
      <dgm:prSet/>
      <dgm:spPr/>
      <dgm:t>
        <a:bodyPr/>
        <a:lstStyle/>
        <a:p>
          <a:endParaRPr lang="en-US"/>
        </a:p>
      </dgm:t>
    </dgm:pt>
    <dgm:pt modelId="{87065530-3B2E-4957-AE90-81E6D1960633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BAD8524F-3C91-4AA6-8C1A-1A71D86A8CC6}" type="parTrans" cxnId="{3A440317-6276-424B-997A-7A5CE439F50B}">
      <dgm:prSet/>
      <dgm:spPr/>
      <dgm:t>
        <a:bodyPr/>
        <a:lstStyle/>
        <a:p>
          <a:endParaRPr lang="en-US"/>
        </a:p>
      </dgm:t>
    </dgm:pt>
    <dgm:pt modelId="{A89839AC-840E-4FDE-B384-70FD49470147}" type="sibTrans" cxnId="{3A440317-6276-424B-997A-7A5CE439F50B}">
      <dgm:prSet/>
      <dgm:spPr/>
      <dgm:t>
        <a:bodyPr/>
        <a:lstStyle/>
        <a:p>
          <a:endParaRPr lang="en-US"/>
        </a:p>
      </dgm:t>
    </dgm:pt>
    <dgm:pt modelId="{FE5971C8-7F79-468B-8934-FBE481EAEA97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087EC9F-A5C9-4BE4-8179-DAD13208D034}" type="parTrans" cxnId="{4C25A8AE-A79D-414B-97C5-41630822A498}">
      <dgm:prSet/>
      <dgm:spPr/>
      <dgm:t>
        <a:bodyPr/>
        <a:lstStyle/>
        <a:p>
          <a:endParaRPr lang="en-US"/>
        </a:p>
      </dgm:t>
    </dgm:pt>
    <dgm:pt modelId="{9836A637-B33B-4025-98BB-7F582A4939B4}" type="sibTrans" cxnId="{4C25A8AE-A79D-414B-97C5-41630822A498}">
      <dgm:prSet/>
      <dgm:spPr/>
      <dgm:t>
        <a:bodyPr/>
        <a:lstStyle/>
        <a:p>
          <a:endParaRPr lang="en-US"/>
        </a:p>
      </dgm:t>
    </dgm:pt>
    <dgm:pt modelId="{00E7D422-D757-4F87-9B14-D3C74B6CAC8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BBD0799-4010-41DA-A5FB-BE99CBAD0603}" type="parTrans" cxnId="{6116D9CB-AAA0-42B6-AC63-26A7D36D5D44}">
      <dgm:prSet/>
      <dgm:spPr/>
      <dgm:t>
        <a:bodyPr/>
        <a:lstStyle/>
        <a:p>
          <a:endParaRPr lang="en-US"/>
        </a:p>
      </dgm:t>
    </dgm:pt>
    <dgm:pt modelId="{4066AEA8-55D2-49B9-8DA3-5B2A1F961BB0}" type="sibTrans" cxnId="{6116D9CB-AAA0-42B6-AC63-26A7D36D5D44}">
      <dgm:prSet/>
      <dgm:spPr/>
      <dgm:t>
        <a:bodyPr/>
        <a:lstStyle/>
        <a:p>
          <a:endParaRPr lang="en-US"/>
        </a:p>
      </dgm:t>
    </dgm:pt>
    <dgm:pt modelId="{9F46F393-807F-42A5-8FAA-0D3E1A19C4D4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8D67C1D-BA7D-4CFF-9643-A491681EE263}" type="parTrans" cxnId="{42DA5D65-6D56-46FE-AAC0-47CC2773BCE1}">
      <dgm:prSet/>
      <dgm:spPr/>
      <dgm:t>
        <a:bodyPr/>
        <a:lstStyle/>
        <a:p>
          <a:endParaRPr lang="en-US"/>
        </a:p>
      </dgm:t>
    </dgm:pt>
    <dgm:pt modelId="{684468F5-41C2-4642-A173-56342DEC926D}" type="sibTrans" cxnId="{42DA5D65-6D56-46FE-AAC0-47CC2773BCE1}">
      <dgm:prSet/>
      <dgm:spPr/>
      <dgm:t>
        <a:bodyPr/>
        <a:lstStyle/>
        <a:p>
          <a:endParaRPr lang="en-US"/>
        </a:p>
      </dgm:t>
    </dgm:pt>
    <dgm:pt modelId="{97DF16B4-EBAC-4EC9-8DCA-A5F19928ED6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A89CA456-27A4-4B62-A28A-426C9E7E60B5}" type="parTrans" cxnId="{8F1739E7-4EC6-4F72-A227-0632BE8A2615}">
      <dgm:prSet/>
      <dgm:spPr/>
      <dgm:t>
        <a:bodyPr/>
        <a:lstStyle/>
        <a:p>
          <a:endParaRPr lang="en-US"/>
        </a:p>
      </dgm:t>
    </dgm:pt>
    <dgm:pt modelId="{24646376-9096-480B-AB11-8B8778B88D59}" type="sibTrans" cxnId="{8F1739E7-4EC6-4F72-A227-0632BE8A2615}">
      <dgm:prSet/>
      <dgm:spPr/>
      <dgm:t>
        <a:bodyPr/>
        <a:lstStyle/>
        <a:p>
          <a:endParaRPr lang="en-US"/>
        </a:p>
      </dgm:t>
    </dgm:pt>
    <dgm:pt modelId="{DDC7C308-B476-4E94-9AEC-82BBBF126C91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E64D909-DD21-4677-A12A-FD6E600FD7C4}" type="parTrans" cxnId="{F3608609-B742-4722-A871-28B762F30343}">
      <dgm:prSet/>
      <dgm:spPr/>
      <dgm:t>
        <a:bodyPr/>
        <a:lstStyle/>
        <a:p>
          <a:endParaRPr lang="en-US"/>
        </a:p>
      </dgm:t>
    </dgm:pt>
    <dgm:pt modelId="{02CECC45-F5AE-4C1A-954B-740BC32E3F4B}" type="sibTrans" cxnId="{F3608609-B742-4722-A871-28B762F30343}">
      <dgm:prSet/>
      <dgm:spPr/>
      <dgm:t>
        <a:bodyPr/>
        <a:lstStyle/>
        <a:p>
          <a:endParaRPr lang="en-US"/>
        </a:p>
      </dgm:t>
    </dgm:pt>
    <dgm:pt modelId="{4DD89DA6-0B87-4948-87B3-89A5B97F2E7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8C4D267-31FC-4090-8F5C-66255DDED4BE}" type="parTrans" cxnId="{F9D20427-C331-4178-8192-A551F192D09B}">
      <dgm:prSet/>
      <dgm:spPr/>
      <dgm:t>
        <a:bodyPr/>
        <a:lstStyle/>
        <a:p>
          <a:endParaRPr lang="en-US"/>
        </a:p>
      </dgm:t>
    </dgm:pt>
    <dgm:pt modelId="{B7784111-2917-4700-BCEF-382E228C01AF}" type="sibTrans" cxnId="{F9D20427-C331-4178-8192-A551F192D09B}">
      <dgm:prSet/>
      <dgm:spPr/>
      <dgm:t>
        <a:bodyPr/>
        <a:lstStyle/>
        <a:p>
          <a:endParaRPr lang="en-US"/>
        </a:p>
      </dgm:t>
    </dgm:pt>
    <dgm:pt modelId="{8B454ADF-2F76-4F5F-8B93-FA27AC9A2274}" type="pres">
      <dgm:prSet presAssocID="{AA6CCA74-510E-4140-B541-E83C300EA663}" presName="Name0" presStyleCnt="0">
        <dgm:presLayoutVars>
          <dgm:dir/>
          <dgm:animLvl val="lvl"/>
          <dgm:resizeHandles val="exact"/>
        </dgm:presLayoutVars>
      </dgm:prSet>
      <dgm:spPr/>
    </dgm:pt>
    <dgm:pt modelId="{70F83049-D94E-4DF3-9D80-99827707DE37}" type="pres">
      <dgm:prSet presAssocID="{85FF7E77-9BB9-4078-B40C-1AAF1A81F975}" presName="composite" presStyleCnt="0"/>
      <dgm:spPr/>
    </dgm:pt>
    <dgm:pt modelId="{81B2FB35-1367-45AF-A74B-72EF63D0D9AE}" type="pres">
      <dgm:prSet presAssocID="{85FF7E77-9BB9-4078-B40C-1AAF1A81F97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4EDBD91-048F-43C5-9F6F-CC2CF58872AA}" type="pres">
      <dgm:prSet presAssocID="{85FF7E77-9BB9-4078-B40C-1AAF1A81F975}" presName="desTx" presStyleLbl="alignAccFollowNode1" presStyleIdx="0" presStyleCnt="3">
        <dgm:presLayoutVars>
          <dgm:bulletEnabled val="1"/>
        </dgm:presLayoutVars>
      </dgm:prSet>
      <dgm:spPr/>
    </dgm:pt>
    <dgm:pt modelId="{D3802CD8-03C2-43B5-8514-05534973605F}" type="pres">
      <dgm:prSet presAssocID="{B0EED045-CC84-4E49-9FF3-277E9D6C21BB}" presName="space" presStyleCnt="0"/>
      <dgm:spPr/>
    </dgm:pt>
    <dgm:pt modelId="{282A3FC6-4A9B-4126-8316-83F6537D1F3E}" type="pres">
      <dgm:prSet presAssocID="{6800591E-9E0C-4FA6-9C08-D614EC33A11A}" presName="composite" presStyleCnt="0"/>
      <dgm:spPr/>
    </dgm:pt>
    <dgm:pt modelId="{BF8E651B-78E8-4622-AB03-339454D5DB07}" type="pres">
      <dgm:prSet presAssocID="{6800591E-9E0C-4FA6-9C08-D614EC33A11A}" presName="parTx" presStyleLbl="alignNode1" presStyleIdx="1" presStyleCnt="3" custLinFactNeighborX="-1005" custLinFactNeighborY="-565">
        <dgm:presLayoutVars>
          <dgm:chMax val="0"/>
          <dgm:chPref val="0"/>
          <dgm:bulletEnabled val="1"/>
        </dgm:presLayoutVars>
      </dgm:prSet>
      <dgm:spPr/>
    </dgm:pt>
    <dgm:pt modelId="{36435811-FBF2-4610-8F6B-8691DC584DA6}" type="pres">
      <dgm:prSet presAssocID="{6800591E-9E0C-4FA6-9C08-D614EC33A11A}" presName="desTx" presStyleLbl="alignAccFollowNode1" presStyleIdx="1" presStyleCnt="3">
        <dgm:presLayoutVars>
          <dgm:bulletEnabled val="1"/>
        </dgm:presLayoutVars>
      </dgm:prSet>
      <dgm:spPr/>
    </dgm:pt>
    <dgm:pt modelId="{69356FF3-796F-40C0-AB56-D4E6A952D43C}" type="pres">
      <dgm:prSet presAssocID="{8FD80AFB-9F21-4373-8B08-F5AA6EDB957A}" presName="space" presStyleCnt="0"/>
      <dgm:spPr/>
    </dgm:pt>
    <dgm:pt modelId="{CBCB7040-AE0A-45DB-8014-50FFA3031E07}" type="pres">
      <dgm:prSet presAssocID="{87065530-3B2E-4957-AE90-81E6D1960633}" presName="composite" presStyleCnt="0"/>
      <dgm:spPr/>
    </dgm:pt>
    <dgm:pt modelId="{731DEB88-0771-45A6-922C-8464BBEBD4E4}" type="pres">
      <dgm:prSet presAssocID="{87065530-3B2E-4957-AE90-81E6D196063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3DD090E-0AAC-4193-BF1E-B27653358EF2}" type="pres">
      <dgm:prSet presAssocID="{87065530-3B2E-4957-AE90-81E6D196063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DB98603-1CC5-4735-955A-28913304B7A5}" type="presOf" srcId="{9F46F393-807F-42A5-8FAA-0D3E1A19C4D4}" destId="{36435811-FBF2-4610-8F6B-8691DC584DA6}" srcOrd="0" destOrd="1" presId="urn:microsoft.com/office/officeart/2005/8/layout/hList1"/>
    <dgm:cxn modelId="{59AAC205-0DBE-4112-8055-954CCA1EC6D5}" type="presOf" srcId="{DDC7C308-B476-4E94-9AEC-82BBBF126C91}" destId="{23DD090E-0AAC-4193-BF1E-B27653358EF2}" srcOrd="0" destOrd="2" presId="urn:microsoft.com/office/officeart/2005/8/layout/hList1"/>
    <dgm:cxn modelId="{32142106-D111-4243-8253-C03CF5C1A2E6}" type="presOf" srcId="{138D9C1A-3EC3-4352-8DB0-EC42A8E9A5E6}" destId="{36435811-FBF2-4610-8F6B-8691DC584DA6}" srcOrd="0" destOrd="0" presId="urn:microsoft.com/office/officeart/2005/8/layout/hList1"/>
    <dgm:cxn modelId="{F3608609-B742-4722-A871-28B762F30343}" srcId="{87065530-3B2E-4957-AE90-81E6D1960633}" destId="{DDC7C308-B476-4E94-9AEC-82BBBF126C91}" srcOrd="2" destOrd="0" parTransId="{2E64D909-DD21-4677-A12A-FD6E600FD7C4}" sibTransId="{02CECC45-F5AE-4C1A-954B-740BC32E3F4B}"/>
    <dgm:cxn modelId="{6C8B6E12-F0BA-4E15-B34C-05FCBAC9CF0A}" type="presOf" srcId="{AA6CCA74-510E-4140-B541-E83C300EA663}" destId="{8B454ADF-2F76-4F5F-8B93-FA27AC9A2274}" srcOrd="0" destOrd="0" presId="urn:microsoft.com/office/officeart/2005/8/layout/hList1"/>
    <dgm:cxn modelId="{3A440317-6276-424B-997A-7A5CE439F50B}" srcId="{AA6CCA74-510E-4140-B541-E83C300EA663}" destId="{87065530-3B2E-4957-AE90-81E6D1960633}" srcOrd="2" destOrd="0" parTransId="{BAD8524F-3C91-4AA6-8C1A-1A71D86A8CC6}" sibTransId="{A89839AC-840E-4FDE-B384-70FD49470147}"/>
    <dgm:cxn modelId="{D28DAA1F-877A-4110-8CA8-B4005C2121DA}" type="presOf" srcId="{4DD89DA6-0B87-4948-87B3-89A5B97F2E7B}" destId="{94EDBD91-048F-43C5-9F6F-CC2CF58872AA}" srcOrd="0" destOrd="1" presId="urn:microsoft.com/office/officeart/2005/8/layout/hList1"/>
    <dgm:cxn modelId="{01725620-0723-4855-B0E9-C42FE0B82BC5}" srcId="{6800591E-9E0C-4FA6-9C08-D614EC33A11A}" destId="{EA58BF64-196B-48D4-BC95-9D265B0099F2}" srcOrd="2" destOrd="0" parTransId="{E4E9D82B-B53A-4890-89A5-BC5BD70BA040}" sibTransId="{0C86B84B-2363-4774-BB4E-3D517375470F}"/>
    <dgm:cxn modelId="{13E37F22-0282-4C32-A04B-9D72FB2623F5}" type="presOf" srcId="{EA58BF64-196B-48D4-BC95-9D265B0099F2}" destId="{36435811-FBF2-4610-8F6B-8691DC584DA6}" srcOrd="0" destOrd="2" presId="urn:microsoft.com/office/officeart/2005/8/layout/hList1"/>
    <dgm:cxn modelId="{615A6324-3652-4690-A922-65E461C652AE}" type="presOf" srcId="{85FF7E77-9BB9-4078-B40C-1AAF1A81F975}" destId="{81B2FB35-1367-45AF-A74B-72EF63D0D9AE}" srcOrd="0" destOrd="0" presId="urn:microsoft.com/office/officeart/2005/8/layout/hList1"/>
    <dgm:cxn modelId="{F9D20427-C331-4178-8192-A551F192D09B}" srcId="{85FF7E77-9BB9-4078-B40C-1AAF1A81F975}" destId="{4DD89DA6-0B87-4948-87B3-89A5B97F2E7B}" srcOrd="1" destOrd="0" parTransId="{78C4D267-31FC-4090-8F5C-66255DDED4BE}" sibTransId="{B7784111-2917-4700-BCEF-382E228C01AF}"/>
    <dgm:cxn modelId="{697EF82E-9AA9-41D6-AD2C-23232C04801F}" srcId="{85FF7E77-9BB9-4078-B40C-1AAF1A81F975}" destId="{45A132A5-6071-4F6C-9350-43159A67FCF3}" srcOrd="0" destOrd="0" parTransId="{85F64CB4-7366-4CFB-9361-3DE2F9E0791F}" sibTransId="{5F00D7CA-99B9-426D-A4C3-A65913F7C244}"/>
    <dgm:cxn modelId="{42DA5D65-6D56-46FE-AAC0-47CC2773BCE1}" srcId="{6800591E-9E0C-4FA6-9C08-D614EC33A11A}" destId="{9F46F393-807F-42A5-8FAA-0D3E1A19C4D4}" srcOrd="1" destOrd="0" parTransId="{F8D67C1D-BA7D-4CFF-9643-A491681EE263}" sibTransId="{684468F5-41C2-4642-A173-56342DEC926D}"/>
    <dgm:cxn modelId="{3F9DC34A-3442-44AA-B369-B0FCF1768127}" type="presOf" srcId="{DBC2E116-2243-4FDD-8018-D2038F6B4C68}" destId="{94EDBD91-048F-43C5-9F6F-CC2CF58872AA}" srcOrd="0" destOrd="3" presId="urn:microsoft.com/office/officeart/2005/8/layout/hList1"/>
    <dgm:cxn modelId="{E31B756B-7FDF-469E-8CB7-ED8532516F20}" type="presOf" srcId="{87065530-3B2E-4957-AE90-81E6D1960633}" destId="{731DEB88-0771-45A6-922C-8464BBEBD4E4}" srcOrd="0" destOrd="0" presId="urn:microsoft.com/office/officeart/2005/8/layout/hList1"/>
    <dgm:cxn modelId="{9C680189-3391-4B64-95C7-C5D614D199C9}" srcId="{AA6CCA74-510E-4140-B541-E83C300EA663}" destId="{6800591E-9E0C-4FA6-9C08-D614EC33A11A}" srcOrd="1" destOrd="0" parTransId="{F5BD6026-1100-4202-9C3E-86E12CDE1A85}" sibTransId="{8FD80AFB-9F21-4373-8B08-F5AA6EDB957A}"/>
    <dgm:cxn modelId="{8BC4E89C-E54F-472F-902F-55B0E43C2A1B}" type="presOf" srcId="{45A132A5-6071-4F6C-9350-43159A67FCF3}" destId="{94EDBD91-048F-43C5-9F6F-CC2CF58872AA}" srcOrd="0" destOrd="0" presId="urn:microsoft.com/office/officeart/2005/8/layout/hList1"/>
    <dgm:cxn modelId="{C02AA1A3-6E20-46EA-A229-07DA15E3093A}" srcId="{85FF7E77-9BB9-4078-B40C-1AAF1A81F975}" destId="{DBC2E116-2243-4FDD-8018-D2038F6B4C68}" srcOrd="3" destOrd="0" parTransId="{CCB1198F-A6BC-4F4C-8608-561951CBE7B0}" sibTransId="{C399A249-6DAC-4597-9CF7-3C772AA88761}"/>
    <dgm:cxn modelId="{4C25A8AE-A79D-414B-97C5-41630822A498}" srcId="{87065530-3B2E-4957-AE90-81E6D1960633}" destId="{FE5971C8-7F79-468B-8934-FBE481EAEA97}" srcOrd="0" destOrd="0" parTransId="{9087EC9F-A5C9-4BE4-8179-DAD13208D034}" sibTransId="{9836A637-B33B-4025-98BB-7F582A4939B4}"/>
    <dgm:cxn modelId="{5F668BB7-AC96-4070-ACF2-EB76141C1BCC}" type="presOf" srcId="{00E7D422-D757-4F87-9B14-D3C74B6CAC8B}" destId="{94EDBD91-048F-43C5-9F6F-CC2CF58872AA}" srcOrd="0" destOrd="2" presId="urn:microsoft.com/office/officeart/2005/8/layout/hList1"/>
    <dgm:cxn modelId="{6116D9CB-AAA0-42B6-AC63-26A7D36D5D44}" srcId="{85FF7E77-9BB9-4078-B40C-1AAF1A81F975}" destId="{00E7D422-D757-4F87-9B14-D3C74B6CAC8B}" srcOrd="2" destOrd="0" parTransId="{CBBD0799-4010-41DA-A5FB-BE99CBAD0603}" sibTransId="{4066AEA8-55D2-49B9-8DA3-5B2A1F961BB0}"/>
    <dgm:cxn modelId="{450B51CE-9F13-41A7-9285-77E43F3236DF}" srcId="{6800591E-9E0C-4FA6-9C08-D614EC33A11A}" destId="{138D9C1A-3EC3-4352-8DB0-EC42A8E9A5E6}" srcOrd="0" destOrd="0" parTransId="{33CC13C0-50E6-4850-B404-A865B4A01C20}" sibTransId="{4184BCB4-3D08-407E-8EBA-0E5396CF64F8}"/>
    <dgm:cxn modelId="{927A7EDA-047C-4284-9B5D-C28CAD391CC2}" srcId="{AA6CCA74-510E-4140-B541-E83C300EA663}" destId="{85FF7E77-9BB9-4078-B40C-1AAF1A81F975}" srcOrd="0" destOrd="0" parTransId="{2DB44E31-B715-4564-8FCB-433FB831A903}" sibTransId="{B0EED045-CC84-4E49-9FF3-277E9D6C21BB}"/>
    <dgm:cxn modelId="{28715BDC-061F-4655-9699-523E77EA6063}" type="presOf" srcId="{6800591E-9E0C-4FA6-9C08-D614EC33A11A}" destId="{BF8E651B-78E8-4622-AB03-339454D5DB07}" srcOrd="0" destOrd="0" presId="urn:microsoft.com/office/officeart/2005/8/layout/hList1"/>
    <dgm:cxn modelId="{8F1739E7-4EC6-4F72-A227-0632BE8A2615}" srcId="{87065530-3B2E-4957-AE90-81E6D1960633}" destId="{97DF16B4-EBAC-4EC9-8DCA-A5F19928ED62}" srcOrd="1" destOrd="0" parTransId="{A89CA456-27A4-4B62-A28A-426C9E7E60B5}" sibTransId="{24646376-9096-480B-AB11-8B8778B88D59}"/>
    <dgm:cxn modelId="{16C4E9EF-423A-478E-8719-34B794DA0164}" type="presOf" srcId="{FE5971C8-7F79-468B-8934-FBE481EAEA97}" destId="{23DD090E-0AAC-4193-BF1E-B27653358EF2}" srcOrd="0" destOrd="0" presId="urn:microsoft.com/office/officeart/2005/8/layout/hList1"/>
    <dgm:cxn modelId="{7D5D1AFB-3E64-465E-91F5-2F2502F5E0C4}" type="presOf" srcId="{97DF16B4-EBAC-4EC9-8DCA-A5F19928ED62}" destId="{23DD090E-0AAC-4193-BF1E-B27653358EF2}" srcOrd="0" destOrd="1" presId="urn:microsoft.com/office/officeart/2005/8/layout/hList1"/>
    <dgm:cxn modelId="{1826FB62-BC06-4245-B711-FFD7FF5B558D}" type="presParOf" srcId="{8B454ADF-2F76-4F5F-8B93-FA27AC9A2274}" destId="{70F83049-D94E-4DF3-9D80-99827707DE37}" srcOrd="0" destOrd="0" presId="urn:microsoft.com/office/officeart/2005/8/layout/hList1"/>
    <dgm:cxn modelId="{C22CC28A-6B58-43F5-8FB9-C34D732E5545}" type="presParOf" srcId="{70F83049-D94E-4DF3-9D80-99827707DE37}" destId="{81B2FB35-1367-45AF-A74B-72EF63D0D9AE}" srcOrd="0" destOrd="0" presId="urn:microsoft.com/office/officeart/2005/8/layout/hList1"/>
    <dgm:cxn modelId="{F9D3BA95-9F98-4FCC-B9E4-4E2107E9E98C}" type="presParOf" srcId="{70F83049-D94E-4DF3-9D80-99827707DE37}" destId="{94EDBD91-048F-43C5-9F6F-CC2CF58872AA}" srcOrd="1" destOrd="0" presId="urn:microsoft.com/office/officeart/2005/8/layout/hList1"/>
    <dgm:cxn modelId="{6F994BDD-BD87-49D5-A3B8-19C9A58E73F0}" type="presParOf" srcId="{8B454ADF-2F76-4F5F-8B93-FA27AC9A2274}" destId="{D3802CD8-03C2-43B5-8514-05534973605F}" srcOrd="1" destOrd="0" presId="urn:microsoft.com/office/officeart/2005/8/layout/hList1"/>
    <dgm:cxn modelId="{662924E9-AAA9-4806-B16D-49662E7E48D2}" type="presParOf" srcId="{8B454ADF-2F76-4F5F-8B93-FA27AC9A2274}" destId="{282A3FC6-4A9B-4126-8316-83F6537D1F3E}" srcOrd="2" destOrd="0" presId="urn:microsoft.com/office/officeart/2005/8/layout/hList1"/>
    <dgm:cxn modelId="{B0CE7ADA-8604-4D87-9AE3-DD57470CA7ED}" type="presParOf" srcId="{282A3FC6-4A9B-4126-8316-83F6537D1F3E}" destId="{BF8E651B-78E8-4622-AB03-339454D5DB07}" srcOrd="0" destOrd="0" presId="urn:microsoft.com/office/officeart/2005/8/layout/hList1"/>
    <dgm:cxn modelId="{455040E7-3236-41BB-9254-E3A7F17D0D04}" type="presParOf" srcId="{282A3FC6-4A9B-4126-8316-83F6537D1F3E}" destId="{36435811-FBF2-4610-8F6B-8691DC584DA6}" srcOrd="1" destOrd="0" presId="urn:microsoft.com/office/officeart/2005/8/layout/hList1"/>
    <dgm:cxn modelId="{D8BBDACA-DE2B-4559-B751-E3ABFD40328B}" type="presParOf" srcId="{8B454ADF-2F76-4F5F-8B93-FA27AC9A2274}" destId="{69356FF3-796F-40C0-AB56-D4E6A952D43C}" srcOrd="3" destOrd="0" presId="urn:microsoft.com/office/officeart/2005/8/layout/hList1"/>
    <dgm:cxn modelId="{66868AE1-CD64-4C04-8EE2-8FA10F6DF176}" type="presParOf" srcId="{8B454ADF-2F76-4F5F-8B93-FA27AC9A2274}" destId="{CBCB7040-AE0A-45DB-8014-50FFA3031E07}" srcOrd="4" destOrd="0" presId="urn:microsoft.com/office/officeart/2005/8/layout/hList1"/>
    <dgm:cxn modelId="{6CB6012D-A494-4530-9FB2-20054CB3730A}" type="presParOf" srcId="{CBCB7040-AE0A-45DB-8014-50FFA3031E07}" destId="{731DEB88-0771-45A6-922C-8464BBEBD4E4}" srcOrd="0" destOrd="0" presId="urn:microsoft.com/office/officeart/2005/8/layout/hList1"/>
    <dgm:cxn modelId="{15945A7B-51CB-4730-9D5E-165FE47009CE}" type="presParOf" srcId="{CBCB7040-AE0A-45DB-8014-50FFA3031E07}" destId="{23DD090E-0AAC-4193-BF1E-B27653358EF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253E59-5826-4AC6-9960-F138E5AD5A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F74725-AF5B-4935-919B-7606E896295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43EF34BF-7B59-4EE8-9010-26DF981B612B}" type="parTrans" cxnId="{BF151348-CE49-409F-8BA9-431865C1A927}">
      <dgm:prSet/>
      <dgm:spPr/>
      <dgm:t>
        <a:bodyPr/>
        <a:lstStyle/>
        <a:p>
          <a:endParaRPr lang="en-US"/>
        </a:p>
      </dgm:t>
    </dgm:pt>
    <dgm:pt modelId="{62A8D9D8-A8FD-414F-9B65-A28D7B25AC86}" type="sibTrans" cxnId="{BF151348-CE49-409F-8BA9-431865C1A927}">
      <dgm:prSet/>
      <dgm:spPr/>
      <dgm:t>
        <a:bodyPr/>
        <a:lstStyle/>
        <a:p>
          <a:endParaRPr lang="en-US"/>
        </a:p>
      </dgm:t>
    </dgm:pt>
    <dgm:pt modelId="{E8FF7A80-C80C-4275-B6D9-DF72151941D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Provide sufficient info to help identify violation sources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1B9ADB5-9D26-48EE-9CDA-12CB5EB78BF3}" type="parTrans" cxnId="{683365C3-1D40-4093-9961-F1B7370499B7}">
      <dgm:prSet/>
      <dgm:spPr/>
      <dgm:t>
        <a:bodyPr/>
        <a:lstStyle/>
        <a:p>
          <a:endParaRPr lang="en-US"/>
        </a:p>
      </dgm:t>
    </dgm:pt>
    <dgm:pt modelId="{F40123F3-6DA1-4E3C-84D5-E7524349C924}" type="sibTrans" cxnId="{683365C3-1D40-4093-9961-F1B7370499B7}">
      <dgm:prSet/>
      <dgm:spPr/>
      <dgm:t>
        <a:bodyPr/>
        <a:lstStyle/>
        <a:p>
          <a:endParaRPr lang="en-US"/>
        </a:p>
      </dgm:t>
    </dgm:pt>
    <dgm:pt modelId="{643AF3E9-3EDA-451A-B3FC-9444E15D92BC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Do NOT share anti-fraud efforts or info protected by privacy agreements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B8F4479-2A33-4E31-8492-850A0E4C762A}" type="parTrans" cxnId="{2C51A6BE-1172-4001-A1F9-276740D50267}">
      <dgm:prSet/>
      <dgm:spPr/>
      <dgm:t>
        <a:bodyPr/>
        <a:lstStyle/>
        <a:p>
          <a:endParaRPr lang="en-US"/>
        </a:p>
      </dgm:t>
    </dgm:pt>
    <dgm:pt modelId="{A1FDF618-9D2E-4142-B74F-AEE0B1D8F5E3}" type="sibTrans" cxnId="{2C51A6BE-1172-4001-A1F9-276740D50267}">
      <dgm:prSet/>
      <dgm:spPr/>
      <dgm:t>
        <a:bodyPr/>
        <a:lstStyle/>
        <a:p>
          <a:endParaRPr lang="en-US"/>
        </a:p>
      </dgm:t>
    </dgm:pt>
    <dgm:pt modelId="{7746547F-6AFA-46A1-BD7D-FFD9CFB373C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053360D-4057-4374-8AE4-C31208B5EBCF}" type="parTrans" cxnId="{2D61F382-9812-488F-B222-78D27471F48B}">
      <dgm:prSet/>
      <dgm:spPr/>
      <dgm:t>
        <a:bodyPr/>
        <a:lstStyle/>
        <a:p>
          <a:endParaRPr lang="en-US"/>
        </a:p>
      </dgm:t>
    </dgm:pt>
    <dgm:pt modelId="{463C0163-7A3A-4B92-BFDF-DBEBC3AB1919}" type="sibTrans" cxnId="{2D61F382-9812-488F-B222-78D27471F48B}">
      <dgm:prSet/>
      <dgm:spPr/>
      <dgm:t>
        <a:bodyPr/>
        <a:lstStyle/>
        <a:p>
          <a:endParaRPr lang="en-US"/>
        </a:p>
      </dgm:t>
    </dgm:pt>
    <dgm:pt modelId="{78D5914B-B1BC-480B-A464-B6880493209F}" type="pres">
      <dgm:prSet presAssocID="{C1253E59-5826-4AC6-9960-F138E5AD5A64}" presName="linear" presStyleCnt="0">
        <dgm:presLayoutVars>
          <dgm:dir/>
          <dgm:animLvl val="lvl"/>
          <dgm:resizeHandles val="exact"/>
        </dgm:presLayoutVars>
      </dgm:prSet>
      <dgm:spPr/>
    </dgm:pt>
    <dgm:pt modelId="{2A2DB274-5542-4A07-AAFB-0092CAAC321E}" type="pres">
      <dgm:prSet presAssocID="{C5F74725-AF5B-4935-919B-7606E896295A}" presName="parentLin" presStyleCnt="0"/>
      <dgm:spPr/>
    </dgm:pt>
    <dgm:pt modelId="{01644A04-BB28-4823-B806-E62F65A75933}" type="pres">
      <dgm:prSet presAssocID="{C5F74725-AF5B-4935-919B-7606E896295A}" presName="parentLeftMargin" presStyleLbl="node1" presStyleIdx="0" presStyleCnt="4"/>
      <dgm:spPr/>
    </dgm:pt>
    <dgm:pt modelId="{05EB6C92-8217-43A0-B2A5-1A3D193F5C3C}" type="pres">
      <dgm:prSet presAssocID="{C5F74725-AF5B-4935-919B-7606E89629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B33FB9-4AD8-4A4B-B61E-A953C663D52E}" type="pres">
      <dgm:prSet presAssocID="{C5F74725-AF5B-4935-919B-7606E896295A}" presName="negativeSpace" presStyleCnt="0"/>
      <dgm:spPr/>
    </dgm:pt>
    <dgm:pt modelId="{7E970F02-5079-49B7-92E1-F1BA02E5B86A}" type="pres">
      <dgm:prSet presAssocID="{C5F74725-AF5B-4935-919B-7606E896295A}" presName="childText" presStyleLbl="conFgAcc1" presStyleIdx="0" presStyleCnt="4">
        <dgm:presLayoutVars>
          <dgm:bulletEnabled val="1"/>
        </dgm:presLayoutVars>
      </dgm:prSet>
      <dgm:spPr/>
    </dgm:pt>
    <dgm:pt modelId="{6F36236C-3799-43A3-986D-A4FDAD6262EC}" type="pres">
      <dgm:prSet presAssocID="{62A8D9D8-A8FD-414F-9B65-A28D7B25AC86}" presName="spaceBetweenRectangles" presStyleCnt="0"/>
      <dgm:spPr/>
    </dgm:pt>
    <dgm:pt modelId="{809CB230-1325-4A6D-B080-F431F38317F3}" type="pres">
      <dgm:prSet presAssocID="{E8FF7A80-C80C-4275-B6D9-DF72151941DB}" presName="parentLin" presStyleCnt="0"/>
      <dgm:spPr/>
    </dgm:pt>
    <dgm:pt modelId="{5BEDF01F-6FFB-460F-B06A-93871503D409}" type="pres">
      <dgm:prSet presAssocID="{E8FF7A80-C80C-4275-B6D9-DF72151941DB}" presName="parentLeftMargin" presStyleLbl="node1" presStyleIdx="0" presStyleCnt="4"/>
      <dgm:spPr/>
    </dgm:pt>
    <dgm:pt modelId="{31C3684D-35D8-42B2-ACEE-1D7C6DF02985}" type="pres">
      <dgm:prSet presAssocID="{E8FF7A80-C80C-4275-B6D9-DF72151941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0C5C73-C6D0-4A44-A4E9-E0A73CCEB06A}" type="pres">
      <dgm:prSet presAssocID="{E8FF7A80-C80C-4275-B6D9-DF72151941DB}" presName="negativeSpace" presStyleCnt="0"/>
      <dgm:spPr/>
    </dgm:pt>
    <dgm:pt modelId="{E1CF3C2A-4CC2-4A80-AA28-E6923317A282}" type="pres">
      <dgm:prSet presAssocID="{E8FF7A80-C80C-4275-B6D9-DF72151941DB}" presName="childText" presStyleLbl="conFgAcc1" presStyleIdx="1" presStyleCnt="4">
        <dgm:presLayoutVars>
          <dgm:bulletEnabled val="1"/>
        </dgm:presLayoutVars>
      </dgm:prSet>
      <dgm:spPr/>
    </dgm:pt>
    <dgm:pt modelId="{0EDE17FA-E7E9-40D1-A44E-E88B8958C951}" type="pres">
      <dgm:prSet presAssocID="{F40123F3-6DA1-4E3C-84D5-E7524349C924}" presName="spaceBetweenRectangles" presStyleCnt="0"/>
      <dgm:spPr/>
    </dgm:pt>
    <dgm:pt modelId="{EEEB618E-07E3-472D-8F48-E830866D261E}" type="pres">
      <dgm:prSet presAssocID="{643AF3E9-3EDA-451A-B3FC-9444E15D92BC}" presName="parentLin" presStyleCnt="0"/>
      <dgm:spPr/>
    </dgm:pt>
    <dgm:pt modelId="{20A6CF07-BC68-4BFD-94FB-E87BD0946149}" type="pres">
      <dgm:prSet presAssocID="{643AF3E9-3EDA-451A-B3FC-9444E15D92BC}" presName="parentLeftMargin" presStyleLbl="node1" presStyleIdx="1" presStyleCnt="4"/>
      <dgm:spPr/>
    </dgm:pt>
    <dgm:pt modelId="{92997F43-7101-4D23-957C-CE9436E63581}" type="pres">
      <dgm:prSet presAssocID="{643AF3E9-3EDA-451A-B3FC-9444E15D92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A67651-48FA-40F7-8C19-ACB6BBD77732}" type="pres">
      <dgm:prSet presAssocID="{643AF3E9-3EDA-451A-B3FC-9444E15D92BC}" presName="negativeSpace" presStyleCnt="0"/>
      <dgm:spPr/>
    </dgm:pt>
    <dgm:pt modelId="{14068A26-D548-43B1-B2F5-D5A6C2C7251B}" type="pres">
      <dgm:prSet presAssocID="{643AF3E9-3EDA-451A-B3FC-9444E15D92BC}" presName="childText" presStyleLbl="conFgAcc1" presStyleIdx="2" presStyleCnt="4">
        <dgm:presLayoutVars>
          <dgm:bulletEnabled val="1"/>
        </dgm:presLayoutVars>
      </dgm:prSet>
      <dgm:spPr/>
    </dgm:pt>
    <dgm:pt modelId="{2622A4C2-5553-4609-BF7D-291E51C56C54}" type="pres">
      <dgm:prSet presAssocID="{A1FDF618-9D2E-4142-B74F-AEE0B1D8F5E3}" presName="spaceBetweenRectangles" presStyleCnt="0"/>
      <dgm:spPr/>
    </dgm:pt>
    <dgm:pt modelId="{811C9C5D-CB26-478F-B967-EA96F31B1CB3}" type="pres">
      <dgm:prSet presAssocID="{7746547F-6AFA-46A1-BD7D-FFD9CFB373CA}" presName="parentLin" presStyleCnt="0"/>
      <dgm:spPr/>
    </dgm:pt>
    <dgm:pt modelId="{C225B0F8-A13D-48C1-99CB-2019CB53D0FB}" type="pres">
      <dgm:prSet presAssocID="{7746547F-6AFA-46A1-BD7D-FFD9CFB373CA}" presName="parentLeftMargin" presStyleLbl="node1" presStyleIdx="2" presStyleCnt="4"/>
      <dgm:spPr/>
    </dgm:pt>
    <dgm:pt modelId="{246C5FE7-DB19-4329-A10E-536A554E70BE}" type="pres">
      <dgm:prSet presAssocID="{7746547F-6AFA-46A1-BD7D-FFD9CFB373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5BBD209-19E2-442E-9D2F-8C329B5CCCC9}" type="pres">
      <dgm:prSet presAssocID="{7746547F-6AFA-46A1-BD7D-FFD9CFB373CA}" presName="negativeSpace" presStyleCnt="0"/>
      <dgm:spPr/>
    </dgm:pt>
    <dgm:pt modelId="{43A45FCA-9520-48EA-84E1-B2856A4E8BBC}" type="pres">
      <dgm:prSet presAssocID="{7746547F-6AFA-46A1-BD7D-FFD9CFB373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12AC08-0666-4DC1-B990-9D7E721E829B}" type="presOf" srcId="{643AF3E9-3EDA-451A-B3FC-9444E15D92BC}" destId="{92997F43-7101-4D23-957C-CE9436E63581}" srcOrd="1" destOrd="0" presId="urn:microsoft.com/office/officeart/2005/8/layout/list1"/>
    <dgm:cxn modelId="{97BD1624-8429-4CF6-B0BA-673CC39D0D37}" type="presOf" srcId="{7746547F-6AFA-46A1-BD7D-FFD9CFB373CA}" destId="{246C5FE7-DB19-4329-A10E-536A554E70BE}" srcOrd="1" destOrd="0" presId="urn:microsoft.com/office/officeart/2005/8/layout/list1"/>
    <dgm:cxn modelId="{F59D1937-E6BF-42F6-A911-BA58DDF974FC}" type="presOf" srcId="{E8FF7A80-C80C-4275-B6D9-DF72151941DB}" destId="{31C3684D-35D8-42B2-ACEE-1D7C6DF02985}" srcOrd="1" destOrd="0" presId="urn:microsoft.com/office/officeart/2005/8/layout/list1"/>
    <dgm:cxn modelId="{671FDC65-4065-4E04-8D88-015D5DE350E7}" type="presOf" srcId="{C1253E59-5826-4AC6-9960-F138E5AD5A64}" destId="{78D5914B-B1BC-480B-A464-B6880493209F}" srcOrd="0" destOrd="0" presId="urn:microsoft.com/office/officeart/2005/8/layout/list1"/>
    <dgm:cxn modelId="{BF151348-CE49-409F-8BA9-431865C1A927}" srcId="{C1253E59-5826-4AC6-9960-F138E5AD5A64}" destId="{C5F74725-AF5B-4935-919B-7606E896295A}" srcOrd="0" destOrd="0" parTransId="{43EF34BF-7B59-4EE8-9010-26DF981B612B}" sibTransId="{62A8D9D8-A8FD-414F-9B65-A28D7B25AC86}"/>
    <dgm:cxn modelId="{1DA15371-BC5C-4484-8317-30A8ADAB0B8F}" type="presOf" srcId="{7746547F-6AFA-46A1-BD7D-FFD9CFB373CA}" destId="{C225B0F8-A13D-48C1-99CB-2019CB53D0FB}" srcOrd="0" destOrd="0" presId="urn:microsoft.com/office/officeart/2005/8/layout/list1"/>
    <dgm:cxn modelId="{2D61F382-9812-488F-B222-78D27471F48B}" srcId="{C1253E59-5826-4AC6-9960-F138E5AD5A64}" destId="{7746547F-6AFA-46A1-BD7D-FFD9CFB373CA}" srcOrd="3" destOrd="0" parTransId="{8053360D-4057-4374-8AE4-C31208B5EBCF}" sibTransId="{463C0163-7A3A-4B92-BFDF-DBEBC3AB1919}"/>
    <dgm:cxn modelId="{CB1CF09A-4336-4555-B315-96EACE246339}" type="presOf" srcId="{C5F74725-AF5B-4935-919B-7606E896295A}" destId="{05EB6C92-8217-43A0-B2A5-1A3D193F5C3C}" srcOrd="1" destOrd="0" presId="urn:microsoft.com/office/officeart/2005/8/layout/list1"/>
    <dgm:cxn modelId="{2C51A6BE-1172-4001-A1F9-276740D50267}" srcId="{C1253E59-5826-4AC6-9960-F138E5AD5A64}" destId="{643AF3E9-3EDA-451A-B3FC-9444E15D92BC}" srcOrd="2" destOrd="0" parTransId="{8B8F4479-2A33-4E31-8492-850A0E4C762A}" sibTransId="{A1FDF618-9D2E-4142-B74F-AEE0B1D8F5E3}"/>
    <dgm:cxn modelId="{683365C3-1D40-4093-9961-F1B7370499B7}" srcId="{C1253E59-5826-4AC6-9960-F138E5AD5A64}" destId="{E8FF7A80-C80C-4275-B6D9-DF72151941DB}" srcOrd="1" destOrd="0" parTransId="{91B9ADB5-9D26-48EE-9CDA-12CB5EB78BF3}" sibTransId="{F40123F3-6DA1-4E3C-84D5-E7524349C924}"/>
    <dgm:cxn modelId="{04E335D3-17CD-4FDB-88D6-9CEA94330709}" type="presOf" srcId="{643AF3E9-3EDA-451A-B3FC-9444E15D92BC}" destId="{20A6CF07-BC68-4BFD-94FB-E87BD0946149}" srcOrd="0" destOrd="0" presId="urn:microsoft.com/office/officeart/2005/8/layout/list1"/>
    <dgm:cxn modelId="{25D1FBE0-5CA6-4D41-B3E0-FC359F0B14F5}" type="presOf" srcId="{E8FF7A80-C80C-4275-B6D9-DF72151941DB}" destId="{5BEDF01F-6FFB-460F-B06A-93871503D409}" srcOrd="0" destOrd="0" presId="urn:microsoft.com/office/officeart/2005/8/layout/list1"/>
    <dgm:cxn modelId="{786FF6FB-CB83-479F-B279-9490A2A692BD}" type="presOf" srcId="{C5F74725-AF5B-4935-919B-7606E896295A}" destId="{01644A04-BB28-4823-B806-E62F65A75933}" srcOrd="0" destOrd="0" presId="urn:microsoft.com/office/officeart/2005/8/layout/list1"/>
    <dgm:cxn modelId="{310CC73F-E7FD-4743-80A0-9AEFE16A3CF1}" type="presParOf" srcId="{78D5914B-B1BC-480B-A464-B6880493209F}" destId="{2A2DB274-5542-4A07-AAFB-0092CAAC321E}" srcOrd="0" destOrd="0" presId="urn:microsoft.com/office/officeart/2005/8/layout/list1"/>
    <dgm:cxn modelId="{F2D8AC0D-AE2C-4EBA-8AEB-710DA5FF8B82}" type="presParOf" srcId="{2A2DB274-5542-4A07-AAFB-0092CAAC321E}" destId="{01644A04-BB28-4823-B806-E62F65A75933}" srcOrd="0" destOrd="0" presId="urn:microsoft.com/office/officeart/2005/8/layout/list1"/>
    <dgm:cxn modelId="{375734F8-CF5B-4FC3-BD1A-79CF77DA3F9A}" type="presParOf" srcId="{2A2DB274-5542-4A07-AAFB-0092CAAC321E}" destId="{05EB6C92-8217-43A0-B2A5-1A3D193F5C3C}" srcOrd="1" destOrd="0" presId="urn:microsoft.com/office/officeart/2005/8/layout/list1"/>
    <dgm:cxn modelId="{9C810717-2E44-4B5A-8721-9ABAED62A837}" type="presParOf" srcId="{78D5914B-B1BC-480B-A464-B6880493209F}" destId="{6EB33FB9-4AD8-4A4B-B61E-A953C663D52E}" srcOrd="1" destOrd="0" presId="urn:microsoft.com/office/officeart/2005/8/layout/list1"/>
    <dgm:cxn modelId="{0781AA6F-CD42-4EB8-A3FB-EA69491CFC8A}" type="presParOf" srcId="{78D5914B-B1BC-480B-A464-B6880493209F}" destId="{7E970F02-5079-49B7-92E1-F1BA02E5B86A}" srcOrd="2" destOrd="0" presId="urn:microsoft.com/office/officeart/2005/8/layout/list1"/>
    <dgm:cxn modelId="{3532D748-31C9-4170-8E08-D70E522B8C74}" type="presParOf" srcId="{78D5914B-B1BC-480B-A464-B6880493209F}" destId="{6F36236C-3799-43A3-986D-A4FDAD6262EC}" srcOrd="3" destOrd="0" presId="urn:microsoft.com/office/officeart/2005/8/layout/list1"/>
    <dgm:cxn modelId="{D5F64F3B-0800-47EE-A766-D35840D43A19}" type="presParOf" srcId="{78D5914B-B1BC-480B-A464-B6880493209F}" destId="{809CB230-1325-4A6D-B080-F431F38317F3}" srcOrd="4" destOrd="0" presId="urn:microsoft.com/office/officeart/2005/8/layout/list1"/>
    <dgm:cxn modelId="{236A9A7E-0689-4A38-A096-5E1257B85CFC}" type="presParOf" srcId="{809CB230-1325-4A6D-B080-F431F38317F3}" destId="{5BEDF01F-6FFB-460F-B06A-93871503D409}" srcOrd="0" destOrd="0" presId="urn:microsoft.com/office/officeart/2005/8/layout/list1"/>
    <dgm:cxn modelId="{CBB95A49-A739-4640-8066-C0ED9A266CBE}" type="presParOf" srcId="{809CB230-1325-4A6D-B080-F431F38317F3}" destId="{31C3684D-35D8-42B2-ACEE-1D7C6DF02985}" srcOrd="1" destOrd="0" presId="urn:microsoft.com/office/officeart/2005/8/layout/list1"/>
    <dgm:cxn modelId="{75E02AB1-4302-4CD2-B150-461A46536382}" type="presParOf" srcId="{78D5914B-B1BC-480B-A464-B6880493209F}" destId="{0A0C5C73-C6D0-4A44-A4E9-E0A73CCEB06A}" srcOrd="5" destOrd="0" presId="urn:microsoft.com/office/officeart/2005/8/layout/list1"/>
    <dgm:cxn modelId="{F2CF5EAB-9804-4D1B-8629-B32A53BC20FB}" type="presParOf" srcId="{78D5914B-B1BC-480B-A464-B6880493209F}" destId="{E1CF3C2A-4CC2-4A80-AA28-E6923317A282}" srcOrd="6" destOrd="0" presId="urn:microsoft.com/office/officeart/2005/8/layout/list1"/>
    <dgm:cxn modelId="{9C7C6622-1872-4D9B-8568-F2AC07BD520E}" type="presParOf" srcId="{78D5914B-B1BC-480B-A464-B6880493209F}" destId="{0EDE17FA-E7E9-40D1-A44E-E88B8958C951}" srcOrd="7" destOrd="0" presId="urn:microsoft.com/office/officeart/2005/8/layout/list1"/>
    <dgm:cxn modelId="{C2E483E2-8E10-4D04-B88F-52F0535D1BC8}" type="presParOf" srcId="{78D5914B-B1BC-480B-A464-B6880493209F}" destId="{EEEB618E-07E3-472D-8F48-E830866D261E}" srcOrd="8" destOrd="0" presId="urn:microsoft.com/office/officeart/2005/8/layout/list1"/>
    <dgm:cxn modelId="{203C0A7E-8653-41C7-94A7-E1928E9BB9FA}" type="presParOf" srcId="{EEEB618E-07E3-472D-8F48-E830866D261E}" destId="{20A6CF07-BC68-4BFD-94FB-E87BD0946149}" srcOrd="0" destOrd="0" presId="urn:microsoft.com/office/officeart/2005/8/layout/list1"/>
    <dgm:cxn modelId="{2E4BB7FB-3587-4CC2-9EA1-44893AD799A8}" type="presParOf" srcId="{EEEB618E-07E3-472D-8F48-E830866D261E}" destId="{92997F43-7101-4D23-957C-CE9436E63581}" srcOrd="1" destOrd="0" presId="urn:microsoft.com/office/officeart/2005/8/layout/list1"/>
    <dgm:cxn modelId="{A0800977-6286-43B3-9F4A-149178EEEF9E}" type="presParOf" srcId="{78D5914B-B1BC-480B-A464-B6880493209F}" destId="{EFA67651-48FA-40F7-8C19-ACB6BBD77732}" srcOrd="9" destOrd="0" presId="urn:microsoft.com/office/officeart/2005/8/layout/list1"/>
    <dgm:cxn modelId="{A9D7C0A2-0911-4637-8D64-62F768615D09}" type="presParOf" srcId="{78D5914B-B1BC-480B-A464-B6880493209F}" destId="{14068A26-D548-43B1-B2F5-D5A6C2C7251B}" srcOrd="10" destOrd="0" presId="urn:microsoft.com/office/officeart/2005/8/layout/list1"/>
    <dgm:cxn modelId="{4CAC68D9-F28E-461C-9DB7-EAA8C1069D48}" type="presParOf" srcId="{78D5914B-B1BC-480B-A464-B6880493209F}" destId="{2622A4C2-5553-4609-BF7D-291E51C56C54}" srcOrd="11" destOrd="0" presId="urn:microsoft.com/office/officeart/2005/8/layout/list1"/>
    <dgm:cxn modelId="{99C1ACFB-F646-4529-9C47-2DEB2B5572EE}" type="presParOf" srcId="{78D5914B-B1BC-480B-A464-B6880493209F}" destId="{811C9C5D-CB26-478F-B967-EA96F31B1CB3}" srcOrd="12" destOrd="0" presId="urn:microsoft.com/office/officeart/2005/8/layout/list1"/>
    <dgm:cxn modelId="{8E405190-2D82-4830-9236-892B5381081D}" type="presParOf" srcId="{811C9C5D-CB26-478F-B967-EA96F31B1CB3}" destId="{C225B0F8-A13D-48C1-99CB-2019CB53D0FB}" srcOrd="0" destOrd="0" presId="urn:microsoft.com/office/officeart/2005/8/layout/list1"/>
    <dgm:cxn modelId="{37C17209-D505-4584-9285-72BC3703BBC5}" type="presParOf" srcId="{811C9C5D-CB26-478F-B967-EA96F31B1CB3}" destId="{246C5FE7-DB19-4329-A10E-536A554E70BE}" srcOrd="1" destOrd="0" presId="urn:microsoft.com/office/officeart/2005/8/layout/list1"/>
    <dgm:cxn modelId="{C7C8FFF9-3C1F-4ED9-9D1A-3212CE2B291A}" type="presParOf" srcId="{78D5914B-B1BC-480B-A464-B6880493209F}" destId="{95BBD209-19E2-442E-9D2F-8C329B5CCCC9}" srcOrd="13" destOrd="0" presId="urn:microsoft.com/office/officeart/2005/8/layout/list1"/>
    <dgm:cxn modelId="{3F47573B-8165-4FBF-8CEF-05D2A58C7FAF}" type="presParOf" srcId="{78D5914B-B1BC-480B-A464-B6880493209F}" destId="{43A45FCA-9520-48EA-84E1-B2856A4E8BB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485D91-BA79-4FB2-A3E9-719E32F8EE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52B926-2B95-43DE-80BE-900D81168776}">
      <dgm:prSet phldrT="[Text]" custT="1"/>
      <dgm:spPr>
        <a:solidFill>
          <a:srgbClr val="ABB9F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ADF49B7-B6EE-4B2A-A860-252F9603C2F7}" type="parTrans" cxnId="{5C54E723-E9D2-4A38-B448-0A1E9982FDC3}">
      <dgm:prSet/>
      <dgm:spPr/>
      <dgm:t>
        <a:bodyPr/>
        <a:lstStyle/>
        <a:p>
          <a:endParaRPr lang="en-US" b="0"/>
        </a:p>
      </dgm:t>
    </dgm:pt>
    <dgm:pt modelId="{2846D694-7B39-4D44-82C9-93016BB5424E}" type="sibTrans" cxnId="{5C54E723-E9D2-4A38-B448-0A1E9982FDC3}">
      <dgm:prSet/>
      <dgm:spPr/>
      <dgm:t>
        <a:bodyPr/>
        <a:lstStyle/>
        <a:p>
          <a:endParaRPr lang="en-US" b="0"/>
        </a:p>
      </dgm:t>
    </dgm:pt>
    <dgm:pt modelId="{62611EE3-368B-4277-9230-9448DB5A1825}">
      <dgm:prSet phldrT="[Text]" custT="1"/>
      <dgm:spPr>
        <a:solidFill>
          <a:srgbClr val="85FF8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D1DC9E2-2F7F-4BBE-A6BC-6674E34FDFAE}" type="parTrans" cxnId="{07BEB355-2E09-41FA-AF19-D95705B3B2F6}">
      <dgm:prSet/>
      <dgm:spPr/>
      <dgm:t>
        <a:bodyPr/>
        <a:lstStyle/>
        <a:p>
          <a:endParaRPr lang="en-US" b="0"/>
        </a:p>
      </dgm:t>
    </dgm:pt>
    <dgm:pt modelId="{C4DA0B84-9FAC-4023-9189-E2D1E1B4B4F5}" type="sibTrans" cxnId="{07BEB355-2E09-41FA-AF19-D95705B3B2F6}">
      <dgm:prSet/>
      <dgm:spPr/>
      <dgm:t>
        <a:bodyPr/>
        <a:lstStyle/>
        <a:p>
          <a:endParaRPr lang="en-US" b="0"/>
        </a:p>
      </dgm:t>
    </dgm:pt>
    <dgm:pt modelId="{61B85E83-D788-43B0-ABC9-0D462F01D955}">
      <dgm:prSet phldrT="[Text]" custT="1"/>
      <dgm:spPr>
        <a:solidFill>
          <a:srgbClr val="CFFF2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0EB9BA0E-EA9B-4B88-A675-156A148EBFD7}" type="sibTrans" cxnId="{36299638-910C-4CFE-A796-4470BEA5ABD7}">
      <dgm:prSet/>
      <dgm:spPr/>
      <dgm:t>
        <a:bodyPr/>
        <a:lstStyle/>
        <a:p>
          <a:endParaRPr lang="en-US" b="0"/>
        </a:p>
      </dgm:t>
    </dgm:pt>
    <dgm:pt modelId="{785703C1-6698-4AFF-BE74-BD6949E18CBE}" type="parTrans" cxnId="{36299638-910C-4CFE-A796-4470BEA5ABD7}">
      <dgm:prSet/>
      <dgm:spPr/>
      <dgm:t>
        <a:bodyPr/>
        <a:lstStyle/>
        <a:p>
          <a:endParaRPr lang="en-US" b="0"/>
        </a:p>
      </dgm:t>
    </dgm:pt>
    <dgm:pt modelId="{5468AF76-698B-49B7-ABBC-3B8AD9917C1C}" type="pres">
      <dgm:prSet presAssocID="{66485D91-BA79-4FB2-A3E9-719E32F8EED8}" presName="Name0" presStyleCnt="0">
        <dgm:presLayoutVars>
          <dgm:chMax val="7"/>
          <dgm:chPref val="7"/>
          <dgm:dir/>
        </dgm:presLayoutVars>
      </dgm:prSet>
      <dgm:spPr/>
    </dgm:pt>
    <dgm:pt modelId="{0410417F-6BBF-4692-A4B2-AF8756BC1755}" type="pres">
      <dgm:prSet presAssocID="{66485D91-BA79-4FB2-A3E9-719E32F8EED8}" presName="Name1" presStyleCnt="0"/>
      <dgm:spPr/>
    </dgm:pt>
    <dgm:pt modelId="{CAF45611-C50F-4854-9970-6F652C400E08}" type="pres">
      <dgm:prSet presAssocID="{66485D91-BA79-4FB2-A3E9-719E32F8EED8}" presName="cycle" presStyleCnt="0"/>
      <dgm:spPr/>
    </dgm:pt>
    <dgm:pt modelId="{B3D2B577-3AF9-4202-8179-8380B9A3067F}" type="pres">
      <dgm:prSet presAssocID="{66485D91-BA79-4FB2-A3E9-719E32F8EED8}" presName="srcNode" presStyleLbl="node1" presStyleIdx="0" presStyleCnt="3"/>
      <dgm:spPr/>
    </dgm:pt>
    <dgm:pt modelId="{2C2BB14B-0019-41CB-96F7-8930A8FBE0DA}" type="pres">
      <dgm:prSet presAssocID="{66485D91-BA79-4FB2-A3E9-719E32F8EED8}" presName="conn" presStyleLbl="parChTrans1D2" presStyleIdx="0" presStyleCnt="1"/>
      <dgm:spPr/>
    </dgm:pt>
    <dgm:pt modelId="{B1C40252-71F3-4ACD-9C09-462868EFBE50}" type="pres">
      <dgm:prSet presAssocID="{66485D91-BA79-4FB2-A3E9-719E32F8EED8}" presName="extraNode" presStyleLbl="node1" presStyleIdx="0" presStyleCnt="3"/>
      <dgm:spPr/>
    </dgm:pt>
    <dgm:pt modelId="{5C2DDFEB-2169-4888-A933-A66AEF8CD7AD}" type="pres">
      <dgm:prSet presAssocID="{66485D91-BA79-4FB2-A3E9-719E32F8EED8}" presName="dstNode" presStyleLbl="node1" presStyleIdx="0" presStyleCnt="3"/>
      <dgm:spPr/>
    </dgm:pt>
    <dgm:pt modelId="{4A4FB80C-953B-46DF-9BFF-AE8CABAD828A}" type="pres">
      <dgm:prSet presAssocID="{D252B926-2B95-43DE-80BE-900D81168776}" presName="text_1" presStyleLbl="node1" presStyleIdx="0" presStyleCnt="3">
        <dgm:presLayoutVars>
          <dgm:bulletEnabled val="1"/>
        </dgm:presLayoutVars>
      </dgm:prSet>
      <dgm:spPr/>
    </dgm:pt>
    <dgm:pt modelId="{2053DD7C-4354-4C50-925F-98DF056ABFB5}" type="pres">
      <dgm:prSet presAssocID="{D252B926-2B95-43DE-80BE-900D81168776}" presName="accent_1" presStyleCnt="0"/>
      <dgm:spPr/>
    </dgm:pt>
    <dgm:pt modelId="{EA551C03-89F9-4BA0-8B82-C9D736283410}" type="pres">
      <dgm:prSet presAssocID="{D252B926-2B95-43DE-80BE-900D81168776}" presName="accentRepeatNode" presStyleLbl="solidFgAcc1" presStyleIdx="0" presStyleCnt="3"/>
      <dgm:spPr/>
    </dgm:pt>
    <dgm:pt modelId="{DA90F4A7-7F67-4E06-8FBA-25182DF7BC53}" type="pres">
      <dgm:prSet presAssocID="{62611EE3-368B-4277-9230-9448DB5A1825}" presName="text_2" presStyleLbl="node1" presStyleIdx="1" presStyleCnt="3">
        <dgm:presLayoutVars>
          <dgm:bulletEnabled val="1"/>
        </dgm:presLayoutVars>
      </dgm:prSet>
      <dgm:spPr/>
    </dgm:pt>
    <dgm:pt modelId="{41845BA7-5F58-48AF-8473-EF83CB74B95D}" type="pres">
      <dgm:prSet presAssocID="{62611EE3-368B-4277-9230-9448DB5A1825}" presName="accent_2" presStyleCnt="0"/>
      <dgm:spPr/>
    </dgm:pt>
    <dgm:pt modelId="{CEADEFEF-30FD-4D13-AC0B-D55D2D0BC0C4}" type="pres">
      <dgm:prSet presAssocID="{62611EE3-368B-4277-9230-9448DB5A1825}" presName="accentRepeatNode" presStyleLbl="solidFgAcc1" presStyleIdx="1" presStyleCnt="3"/>
      <dgm:spPr/>
    </dgm:pt>
    <dgm:pt modelId="{9D87BFCF-5CCB-4EED-BDD4-AE85211179D2}" type="pres">
      <dgm:prSet presAssocID="{61B85E83-D788-43B0-ABC9-0D462F01D955}" presName="text_3" presStyleLbl="node1" presStyleIdx="2" presStyleCnt="3">
        <dgm:presLayoutVars>
          <dgm:bulletEnabled val="1"/>
        </dgm:presLayoutVars>
      </dgm:prSet>
      <dgm:spPr/>
    </dgm:pt>
    <dgm:pt modelId="{6FD8751A-9AE6-4595-AA1C-781C336BD6D3}" type="pres">
      <dgm:prSet presAssocID="{61B85E83-D788-43B0-ABC9-0D462F01D955}" presName="accent_3" presStyleCnt="0"/>
      <dgm:spPr/>
    </dgm:pt>
    <dgm:pt modelId="{0FCD0936-7F09-4A28-B470-060A9381EBA5}" type="pres">
      <dgm:prSet presAssocID="{61B85E83-D788-43B0-ABC9-0D462F01D955}" presName="accentRepeatNode" presStyleLbl="solidFgAcc1" presStyleIdx="2" presStyleCnt="3"/>
      <dgm:spPr/>
    </dgm:pt>
  </dgm:ptLst>
  <dgm:cxnLst>
    <dgm:cxn modelId="{86B00402-9970-4E52-B9E6-B7F7EDA0F510}" type="presOf" srcId="{2846D694-7B39-4D44-82C9-93016BB5424E}" destId="{2C2BB14B-0019-41CB-96F7-8930A8FBE0DA}" srcOrd="0" destOrd="0" presId="urn:microsoft.com/office/officeart/2008/layout/VerticalCurvedList"/>
    <dgm:cxn modelId="{5C54E723-E9D2-4A38-B448-0A1E9982FDC3}" srcId="{66485D91-BA79-4FB2-A3E9-719E32F8EED8}" destId="{D252B926-2B95-43DE-80BE-900D81168776}" srcOrd="0" destOrd="0" parTransId="{FADF49B7-B6EE-4B2A-A860-252F9603C2F7}" sibTransId="{2846D694-7B39-4D44-82C9-93016BB5424E}"/>
    <dgm:cxn modelId="{36299638-910C-4CFE-A796-4470BEA5ABD7}" srcId="{66485D91-BA79-4FB2-A3E9-719E32F8EED8}" destId="{61B85E83-D788-43B0-ABC9-0D462F01D955}" srcOrd="2" destOrd="0" parTransId="{785703C1-6698-4AFF-BE74-BD6949E18CBE}" sibTransId="{0EB9BA0E-EA9B-4B88-A675-156A148EBFD7}"/>
    <dgm:cxn modelId="{309F5B42-E49D-4F3F-BA84-B0E844ED083B}" type="presOf" srcId="{D252B926-2B95-43DE-80BE-900D81168776}" destId="{4A4FB80C-953B-46DF-9BFF-AE8CABAD828A}" srcOrd="0" destOrd="0" presId="urn:microsoft.com/office/officeart/2008/layout/VerticalCurvedList"/>
    <dgm:cxn modelId="{DAF93B48-B14F-4AD9-A8F0-93D71EFB9B2B}" type="presOf" srcId="{61B85E83-D788-43B0-ABC9-0D462F01D955}" destId="{9D87BFCF-5CCB-4EED-BDD4-AE85211179D2}" srcOrd="0" destOrd="0" presId="urn:microsoft.com/office/officeart/2008/layout/VerticalCurvedList"/>
    <dgm:cxn modelId="{07BEB355-2E09-41FA-AF19-D95705B3B2F6}" srcId="{66485D91-BA79-4FB2-A3E9-719E32F8EED8}" destId="{62611EE3-368B-4277-9230-9448DB5A1825}" srcOrd="1" destOrd="0" parTransId="{7D1DC9E2-2F7F-4BBE-A6BC-6674E34FDFAE}" sibTransId="{C4DA0B84-9FAC-4023-9189-E2D1E1B4B4F5}"/>
    <dgm:cxn modelId="{524C97CB-7393-4F94-81EF-522F8F14FAB5}" type="presOf" srcId="{62611EE3-368B-4277-9230-9448DB5A1825}" destId="{DA90F4A7-7F67-4E06-8FBA-25182DF7BC53}" srcOrd="0" destOrd="0" presId="urn:microsoft.com/office/officeart/2008/layout/VerticalCurvedList"/>
    <dgm:cxn modelId="{767399E2-CE29-44C4-BF2B-3C463692F38A}" type="presOf" srcId="{66485D91-BA79-4FB2-A3E9-719E32F8EED8}" destId="{5468AF76-698B-49B7-ABBC-3B8AD9917C1C}" srcOrd="0" destOrd="0" presId="urn:microsoft.com/office/officeart/2008/layout/VerticalCurvedList"/>
    <dgm:cxn modelId="{A91E240F-791F-4BB9-B612-01144F499E40}" type="presParOf" srcId="{5468AF76-698B-49B7-ABBC-3B8AD9917C1C}" destId="{0410417F-6BBF-4692-A4B2-AF8756BC1755}" srcOrd="0" destOrd="0" presId="urn:microsoft.com/office/officeart/2008/layout/VerticalCurvedList"/>
    <dgm:cxn modelId="{32ADF151-2AA7-4FF2-A0DC-D1D3CC702D23}" type="presParOf" srcId="{0410417F-6BBF-4692-A4B2-AF8756BC1755}" destId="{CAF45611-C50F-4854-9970-6F652C400E08}" srcOrd="0" destOrd="0" presId="urn:microsoft.com/office/officeart/2008/layout/VerticalCurvedList"/>
    <dgm:cxn modelId="{85331DAC-60D6-4FF2-9239-8D51A265F32D}" type="presParOf" srcId="{CAF45611-C50F-4854-9970-6F652C400E08}" destId="{B3D2B577-3AF9-4202-8179-8380B9A3067F}" srcOrd="0" destOrd="0" presId="urn:microsoft.com/office/officeart/2008/layout/VerticalCurvedList"/>
    <dgm:cxn modelId="{B8F71BC2-E376-4AFC-B4E7-7E1D532B4B54}" type="presParOf" srcId="{CAF45611-C50F-4854-9970-6F652C400E08}" destId="{2C2BB14B-0019-41CB-96F7-8930A8FBE0DA}" srcOrd="1" destOrd="0" presId="urn:microsoft.com/office/officeart/2008/layout/VerticalCurvedList"/>
    <dgm:cxn modelId="{600C6096-5850-4B0A-841F-46C1C3A48010}" type="presParOf" srcId="{CAF45611-C50F-4854-9970-6F652C400E08}" destId="{B1C40252-71F3-4ACD-9C09-462868EFBE50}" srcOrd="2" destOrd="0" presId="urn:microsoft.com/office/officeart/2008/layout/VerticalCurvedList"/>
    <dgm:cxn modelId="{522D0050-7E99-4690-AFF2-C69EE46E91B3}" type="presParOf" srcId="{CAF45611-C50F-4854-9970-6F652C400E08}" destId="{5C2DDFEB-2169-4888-A933-A66AEF8CD7AD}" srcOrd="3" destOrd="0" presId="urn:microsoft.com/office/officeart/2008/layout/VerticalCurvedList"/>
    <dgm:cxn modelId="{592A0A20-FF73-4AE9-8510-E0A2C5F55F58}" type="presParOf" srcId="{0410417F-6BBF-4692-A4B2-AF8756BC1755}" destId="{4A4FB80C-953B-46DF-9BFF-AE8CABAD828A}" srcOrd="1" destOrd="0" presId="urn:microsoft.com/office/officeart/2008/layout/VerticalCurvedList"/>
    <dgm:cxn modelId="{79532D8A-B3FC-4196-AAE3-0110417AB88F}" type="presParOf" srcId="{0410417F-6BBF-4692-A4B2-AF8756BC1755}" destId="{2053DD7C-4354-4C50-925F-98DF056ABFB5}" srcOrd="2" destOrd="0" presId="urn:microsoft.com/office/officeart/2008/layout/VerticalCurvedList"/>
    <dgm:cxn modelId="{36B12B45-62EE-407E-8D90-ED50A5243036}" type="presParOf" srcId="{2053DD7C-4354-4C50-925F-98DF056ABFB5}" destId="{EA551C03-89F9-4BA0-8B82-C9D736283410}" srcOrd="0" destOrd="0" presId="urn:microsoft.com/office/officeart/2008/layout/VerticalCurvedList"/>
    <dgm:cxn modelId="{AED7D7B9-B1DF-4EC3-AD09-6B578A2CF4DE}" type="presParOf" srcId="{0410417F-6BBF-4692-A4B2-AF8756BC1755}" destId="{DA90F4A7-7F67-4E06-8FBA-25182DF7BC53}" srcOrd="3" destOrd="0" presId="urn:microsoft.com/office/officeart/2008/layout/VerticalCurvedList"/>
    <dgm:cxn modelId="{457C09C0-CC4C-430A-A2D6-16C50E09F776}" type="presParOf" srcId="{0410417F-6BBF-4692-A4B2-AF8756BC1755}" destId="{41845BA7-5F58-48AF-8473-EF83CB74B95D}" srcOrd="4" destOrd="0" presId="urn:microsoft.com/office/officeart/2008/layout/VerticalCurvedList"/>
    <dgm:cxn modelId="{1FF03E4E-097A-4111-B5AD-451FBCDF74E6}" type="presParOf" srcId="{41845BA7-5F58-48AF-8473-EF83CB74B95D}" destId="{CEADEFEF-30FD-4D13-AC0B-D55D2D0BC0C4}" srcOrd="0" destOrd="0" presId="urn:microsoft.com/office/officeart/2008/layout/VerticalCurvedList"/>
    <dgm:cxn modelId="{F3B1397A-04D7-4031-8AB2-861C350CF74E}" type="presParOf" srcId="{0410417F-6BBF-4692-A4B2-AF8756BC1755}" destId="{9D87BFCF-5CCB-4EED-BDD4-AE85211179D2}" srcOrd="5" destOrd="0" presId="urn:microsoft.com/office/officeart/2008/layout/VerticalCurvedList"/>
    <dgm:cxn modelId="{F2EC261C-BD94-4C9B-B4C4-68A9212407B0}" type="presParOf" srcId="{0410417F-6BBF-4692-A4B2-AF8756BC1755}" destId="{6FD8751A-9AE6-4595-AA1C-781C336BD6D3}" srcOrd="6" destOrd="0" presId="urn:microsoft.com/office/officeart/2008/layout/VerticalCurvedList"/>
    <dgm:cxn modelId="{87E26967-75A8-416C-8708-AD584E4C7D8B}" type="presParOf" srcId="{6FD8751A-9AE6-4595-AA1C-781C336BD6D3}" destId="{0FCD0936-7F09-4A28-B470-060A9381EB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2FB35-1367-45AF-A74B-72EF63D0D9AE}">
      <dsp:nvSpPr>
        <dsp:cNvPr id="0" name=""/>
        <dsp:cNvSpPr/>
      </dsp:nvSpPr>
      <dsp:spPr>
        <a:xfrm>
          <a:off x="4788" y="21643"/>
          <a:ext cx="4668842" cy="1843200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88" y="21643"/>
        <a:ext cx="4668842" cy="1843200"/>
      </dsp:txXfrm>
    </dsp:sp>
    <dsp:sp modelId="{94EDBD91-048F-43C5-9F6F-CC2CF58872AA}">
      <dsp:nvSpPr>
        <dsp:cNvPr id="0" name=""/>
        <dsp:cNvSpPr/>
      </dsp:nvSpPr>
      <dsp:spPr>
        <a:xfrm>
          <a:off x="4788" y="1864843"/>
          <a:ext cx="4668842" cy="4479840"/>
        </a:xfrm>
        <a:prstGeom prst="rect">
          <a:avLst/>
        </a:prstGeom>
        <a:solidFill>
          <a:srgbClr val="FFFFFF">
            <a:alpha val="89804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88" y="1864843"/>
        <a:ext cx="4668842" cy="4479840"/>
      </dsp:txXfrm>
    </dsp:sp>
    <dsp:sp modelId="{BF8E651B-78E8-4622-AB03-339454D5DB07}">
      <dsp:nvSpPr>
        <dsp:cNvPr id="0" name=""/>
        <dsp:cNvSpPr/>
      </dsp:nvSpPr>
      <dsp:spPr>
        <a:xfrm>
          <a:off x="5280346" y="11229"/>
          <a:ext cx="4668842" cy="1843200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280346" y="11229"/>
        <a:ext cx="4668842" cy="1843200"/>
      </dsp:txXfrm>
    </dsp:sp>
    <dsp:sp modelId="{36435811-FBF2-4610-8F6B-8691DC584DA6}">
      <dsp:nvSpPr>
        <dsp:cNvPr id="0" name=""/>
        <dsp:cNvSpPr/>
      </dsp:nvSpPr>
      <dsp:spPr>
        <a:xfrm>
          <a:off x="5327268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Chain domains (e.g., @hilton.com) do not prove sub-brand affiliation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327268" y="1864843"/>
        <a:ext cx="4668842" cy="4479840"/>
      </dsp:txXfrm>
    </dsp:sp>
    <dsp:sp modelId="{731DEB88-0771-45A6-922C-8464BBEBD4E4}">
      <dsp:nvSpPr>
        <dsp:cNvPr id="0" name=""/>
        <dsp:cNvSpPr/>
      </dsp:nvSpPr>
      <dsp:spPr>
        <a:xfrm>
          <a:off x="10649749" y="21643"/>
          <a:ext cx="4668842" cy="1843200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649749" y="21643"/>
        <a:ext cx="4668842" cy="1843200"/>
      </dsp:txXfrm>
    </dsp:sp>
    <dsp:sp modelId="{23DD090E-0AAC-4193-BF1E-B27653358EF2}">
      <dsp:nvSpPr>
        <dsp:cNvPr id="0" name=""/>
        <dsp:cNvSpPr/>
      </dsp:nvSpPr>
      <dsp:spPr>
        <a:xfrm>
          <a:off x="10649749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649749" y="1864843"/>
        <a:ext cx="4668842" cy="4479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70F02-5079-49B7-92E1-F1BA02E5B86A}">
      <dsp:nvSpPr>
        <dsp:cNvPr id="0" name=""/>
        <dsp:cNvSpPr/>
      </dsp:nvSpPr>
      <dsp:spPr>
        <a:xfrm>
          <a:off x="0" y="48868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B6C92-8217-43A0-B2A5-1A3D193F5C3C}">
      <dsp:nvSpPr>
        <dsp:cNvPr id="0" name=""/>
        <dsp:cNvSpPr/>
      </dsp:nvSpPr>
      <dsp:spPr>
        <a:xfrm>
          <a:off x="773429" y="1636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62481"/>
        <a:ext cx="10735785" cy="852412"/>
      </dsp:txXfrm>
    </dsp:sp>
    <dsp:sp modelId="{E1CF3C2A-4CC2-4A80-AA28-E6923317A282}">
      <dsp:nvSpPr>
        <dsp:cNvPr id="0" name=""/>
        <dsp:cNvSpPr/>
      </dsp:nvSpPr>
      <dsp:spPr>
        <a:xfrm>
          <a:off x="0" y="194020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3684D-35D8-42B2-ACEE-1D7C6DF02985}">
      <dsp:nvSpPr>
        <dsp:cNvPr id="0" name=""/>
        <dsp:cNvSpPr/>
      </dsp:nvSpPr>
      <dsp:spPr>
        <a:xfrm>
          <a:off x="773429" y="146788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Provide sufficient info to help identify violation sources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1514001"/>
        <a:ext cx="10735785" cy="852412"/>
      </dsp:txXfrm>
    </dsp:sp>
    <dsp:sp modelId="{14068A26-D548-43B1-B2F5-D5A6C2C7251B}">
      <dsp:nvSpPr>
        <dsp:cNvPr id="0" name=""/>
        <dsp:cNvSpPr/>
      </dsp:nvSpPr>
      <dsp:spPr>
        <a:xfrm>
          <a:off x="0" y="339172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97F43-7101-4D23-957C-CE9436E63581}">
      <dsp:nvSpPr>
        <dsp:cNvPr id="0" name=""/>
        <dsp:cNvSpPr/>
      </dsp:nvSpPr>
      <dsp:spPr>
        <a:xfrm>
          <a:off x="773429" y="291940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Do NOT share anti-fraud efforts or info protected by privacy agreements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2965521"/>
        <a:ext cx="10735785" cy="852412"/>
      </dsp:txXfrm>
    </dsp:sp>
    <dsp:sp modelId="{43A45FCA-9520-48EA-84E1-B2856A4E8BBC}">
      <dsp:nvSpPr>
        <dsp:cNvPr id="0" name=""/>
        <dsp:cNvSpPr/>
      </dsp:nvSpPr>
      <dsp:spPr>
        <a:xfrm>
          <a:off x="0" y="4843246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C5FE7-DB19-4329-A10E-536A554E70BE}">
      <dsp:nvSpPr>
        <dsp:cNvPr id="0" name=""/>
        <dsp:cNvSpPr/>
      </dsp:nvSpPr>
      <dsp:spPr>
        <a:xfrm>
          <a:off x="773429" y="437092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4417041"/>
        <a:ext cx="10735785" cy="8524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BB14B-0019-41CB-96F7-8930A8FBE0DA}">
      <dsp:nvSpPr>
        <dsp:cNvPr id="0" name=""/>
        <dsp:cNvSpPr/>
      </dsp:nvSpPr>
      <dsp:spPr>
        <a:xfrm>
          <a:off x="-3857435" y="-592379"/>
          <a:ext cx="4597431" cy="4597431"/>
        </a:xfrm>
        <a:prstGeom prst="blockArc">
          <a:avLst>
            <a:gd name="adj1" fmla="val 18900000"/>
            <a:gd name="adj2" fmla="val 2700000"/>
            <a:gd name="adj3" fmla="val 47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FB80C-953B-46DF-9BFF-AE8CABAD828A}">
      <dsp:nvSpPr>
        <dsp:cNvPr id="0" name=""/>
        <dsp:cNvSpPr/>
      </dsp:nvSpPr>
      <dsp:spPr>
        <a:xfrm>
          <a:off x="475874" y="341267"/>
          <a:ext cx="11915491" cy="682534"/>
        </a:xfrm>
        <a:prstGeom prst="rect">
          <a:avLst/>
        </a:prstGeom>
        <a:solidFill>
          <a:srgbClr val="ABB9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341267"/>
        <a:ext cx="11915491" cy="682534"/>
      </dsp:txXfrm>
    </dsp:sp>
    <dsp:sp modelId="{EA551C03-89F9-4BA0-8B82-C9D736283410}">
      <dsp:nvSpPr>
        <dsp:cNvPr id="0" name=""/>
        <dsp:cNvSpPr/>
      </dsp:nvSpPr>
      <dsp:spPr>
        <a:xfrm>
          <a:off x="49290" y="255950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0F4A7-7F67-4E06-8FBA-25182DF7BC53}">
      <dsp:nvSpPr>
        <dsp:cNvPr id="0" name=""/>
        <dsp:cNvSpPr/>
      </dsp:nvSpPr>
      <dsp:spPr>
        <a:xfrm>
          <a:off x="723975" y="1365068"/>
          <a:ext cx="11667389" cy="682534"/>
        </a:xfrm>
        <a:prstGeom prst="rect">
          <a:avLst/>
        </a:prstGeom>
        <a:solidFill>
          <a:srgbClr val="85FF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23975" y="1365068"/>
        <a:ext cx="11667389" cy="682534"/>
      </dsp:txXfrm>
    </dsp:sp>
    <dsp:sp modelId="{CEADEFEF-30FD-4D13-AC0B-D55D2D0BC0C4}">
      <dsp:nvSpPr>
        <dsp:cNvPr id="0" name=""/>
        <dsp:cNvSpPr/>
      </dsp:nvSpPr>
      <dsp:spPr>
        <a:xfrm>
          <a:off x="297391" y="1279752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7BFCF-5CCB-4EED-BDD4-AE85211179D2}">
      <dsp:nvSpPr>
        <dsp:cNvPr id="0" name=""/>
        <dsp:cNvSpPr/>
      </dsp:nvSpPr>
      <dsp:spPr>
        <a:xfrm>
          <a:off x="475874" y="2388870"/>
          <a:ext cx="11915491" cy="682534"/>
        </a:xfrm>
        <a:prstGeom prst="rect">
          <a:avLst/>
        </a:prstGeom>
        <a:solidFill>
          <a:srgbClr val="CFFF2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2388870"/>
        <a:ext cx="11915491" cy="682534"/>
      </dsp:txXfrm>
    </dsp:sp>
    <dsp:sp modelId="{0FCD0936-7F09-4A28-B470-060A9381EBA5}">
      <dsp:nvSpPr>
        <dsp:cNvPr id="0" name=""/>
        <dsp:cNvSpPr/>
      </dsp:nvSpPr>
      <dsp:spPr>
        <a:xfrm>
          <a:off x="49290" y="2303553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0D3F4-977C-4D73-A890-373ECA4F403A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73485-57DC-4A37-AA47-B6255C6AA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4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D9EE-DC96-4F1C-BCAC-A65D5AD1D4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3D24-C3AD-D0BF-BD5C-F03D2005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98534-017A-C8B3-DDE7-45E69AE14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7623-6B10-E860-F9C0-89F0AB40B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B3A52-D064-2BEB-7EE6-8E0613A64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84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4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7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5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4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2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0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19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8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6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12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19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9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61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46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8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8F17-D07B-4AE8-84E5-3F03B5F0D6E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2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6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svg"/><Relationship Id="rId7" Type="http://schemas.openxmlformats.org/officeDocument/2006/relationships/hyperlink" Target="https://iconscout.com/illustrations/prevention-dincendi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hyperlink" Target="https://iconscout.com/illustrations/penalty-shootout" TargetMode="External"/><Relationship Id="rId12" Type="http://schemas.openxmlformats.org/officeDocument/2006/relationships/hyperlink" Target="https://www.anelakaiadventures.com/faqs/keauhou-bay-directio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hyperlink" Target="https://iconscout.com/illustration/financial-fraud-9561369" TargetMode="External"/><Relationship Id="rId10" Type="http://schemas.openxmlformats.org/officeDocument/2006/relationships/hyperlink" Target="https://iconscout.com/illustrations/something-is-missing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iconscout.com/illustrations/something-went-wro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.svg"/><Relationship Id="rId4" Type="http://schemas.openxmlformats.org/officeDocument/2006/relationships/image" Target="../media/image24.svg"/><Relationship Id="rId9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svg"/><Relationship Id="rId9" Type="http://schemas.microsoft.com/office/2007/relationships/diagramDrawing" Target="../diagrams/drawin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3D1FEA-3B9F-301A-4BB1-715BCE511199}"/>
              </a:ext>
            </a:extLst>
          </p:cNvPr>
          <p:cNvSpPr txBox="1"/>
          <p:nvPr/>
        </p:nvSpPr>
        <p:spPr>
          <a:xfrm>
            <a:off x="819255" y="495300"/>
            <a:ext cx="10742225" cy="4977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“Module: ?</a:t>
            </a:r>
          </a:p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FPS Conversations and Owner Macros”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A52700-2381-DB45-6426-D4ED7DF552B4}"/>
              </a:ext>
            </a:extLst>
          </p:cNvPr>
          <p:cNvGrpSpPr/>
          <p:nvPr/>
        </p:nvGrpSpPr>
        <p:grpSpPr>
          <a:xfrm>
            <a:off x="806967" y="5449251"/>
            <a:ext cx="10089632" cy="3366936"/>
            <a:chOff x="-25091" y="-47625"/>
            <a:chExt cx="1457498" cy="8867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8F3FD4-8625-ECC2-1E28-DF6E1FB4A5AE}"/>
                </a:ext>
              </a:extLst>
            </p:cNvPr>
            <p:cNvSpPr/>
            <p:nvPr/>
          </p:nvSpPr>
          <p:spPr>
            <a:xfrm>
              <a:off x="-25091" y="0"/>
              <a:ext cx="1432407" cy="839140"/>
            </a:xfrm>
            <a:custGeom>
              <a:avLst/>
              <a:gdLst/>
              <a:ahLst/>
              <a:cxnLst/>
              <a:rect l="l" t="t" r="r" b="b"/>
              <a:pathLst>
                <a:path w="1432407" h="839140">
                  <a:moveTo>
                    <a:pt x="72598" y="0"/>
                  </a:moveTo>
                  <a:lnTo>
                    <a:pt x="1359808" y="0"/>
                  </a:lnTo>
                  <a:cubicBezTo>
                    <a:pt x="1379063" y="0"/>
                    <a:pt x="1397528" y="7649"/>
                    <a:pt x="1411143" y="21264"/>
                  </a:cubicBezTo>
                  <a:cubicBezTo>
                    <a:pt x="1424758" y="34878"/>
                    <a:pt x="1432407" y="53344"/>
                    <a:pt x="1432407" y="72598"/>
                  </a:cubicBezTo>
                  <a:lnTo>
                    <a:pt x="1432407" y="766542"/>
                  </a:lnTo>
                  <a:cubicBezTo>
                    <a:pt x="1432407" y="785796"/>
                    <a:pt x="1424758" y="804262"/>
                    <a:pt x="1411143" y="817877"/>
                  </a:cubicBezTo>
                  <a:cubicBezTo>
                    <a:pt x="1397528" y="831491"/>
                    <a:pt x="1379063" y="839140"/>
                    <a:pt x="1359808" y="839140"/>
                  </a:cubicBezTo>
                  <a:lnTo>
                    <a:pt x="72598" y="839140"/>
                  </a:lnTo>
                  <a:cubicBezTo>
                    <a:pt x="53344" y="839140"/>
                    <a:pt x="34878" y="831491"/>
                    <a:pt x="21264" y="817877"/>
                  </a:cubicBezTo>
                  <a:cubicBezTo>
                    <a:pt x="7649" y="804262"/>
                    <a:pt x="0" y="785796"/>
                    <a:pt x="0" y="766542"/>
                  </a:cubicBezTo>
                  <a:lnTo>
                    <a:pt x="0" y="72598"/>
                  </a:lnTo>
                  <a:cubicBezTo>
                    <a:pt x="0" y="53344"/>
                    <a:pt x="7649" y="34878"/>
                    <a:pt x="21264" y="21264"/>
                  </a:cubicBezTo>
                  <a:cubicBezTo>
                    <a:pt x="34878" y="7649"/>
                    <a:pt x="53344" y="0"/>
                    <a:pt x="725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“Behind every suspicious review lies an investigation that protects millions of travelers.”</a:t>
              </a:r>
              <a:b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064B27-3D32-708D-1263-6781C2EF1BFA}"/>
                </a:ext>
              </a:extLst>
            </p:cNvPr>
            <p:cNvSpPr txBox="1"/>
            <p:nvPr/>
          </p:nvSpPr>
          <p:spPr>
            <a:xfrm>
              <a:off x="0" y="-47625"/>
              <a:ext cx="1432407" cy="886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5C40C8-59B1-0732-5FF2-72A618485B37}"/>
              </a:ext>
            </a:extLst>
          </p:cNvPr>
          <p:cNvSpPr txBox="1"/>
          <p:nvPr/>
        </p:nvSpPr>
        <p:spPr>
          <a:xfrm>
            <a:off x="990600" y="591874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@ Module 1</a:t>
            </a:r>
          </a:p>
        </p:txBody>
      </p: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16C5D-4083-C4B2-8711-558479B55079}"/>
              </a:ext>
            </a:extLst>
          </p:cNvPr>
          <p:cNvSpPr txBox="1"/>
          <p:nvPr/>
        </p:nvSpPr>
        <p:spPr>
          <a:xfrm>
            <a:off x="845576" y="943523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Welcome to Fraud Support Fundamentals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8">
            <a:extLst>
              <a:ext uri="{FF2B5EF4-FFF2-40B4-BE49-F238E27FC236}">
                <a16:creationId xmlns:a16="http://schemas.microsoft.com/office/drawing/2014/main" id="{2AED13B4-B11D-7CFC-9B96-5C49EBDE6269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39">
            <a:extLst>
              <a:ext uri="{FF2B5EF4-FFF2-40B4-BE49-F238E27FC236}">
                <a16:creationId xmlns:a16="http://schemas.microsoft.com/office/drawing/2014/main" id="{4E142C5D-6001-71B2-CD9E-8AF288A816D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BBBE4-3DB4-37DB-E97B-F1747377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953" y="1256524"/>
            <a:ext cx="15773400" cy="819199"/>
          </a:xfrm>
          <a:noFill/>
        </p:spPr>
        <p:txBody>
          <a:bodyPr wrap="square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Conversation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28DD-8A00-E790-CFB5-7CD83B67A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87" y="3285994"/>
            <a:ext cx="10000001" cy="1618277"/>
          </a:xfr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defTabSz="1371669">
              <a:lnSpc>
                <a:spcPct val="150000"/>
              </a:lnSpc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An FPS Conversation is a specialized ticket or interaction type triggered when a property owner queries, disputes, or seeks clarification regarding fraud-related actions taken on their account or listing.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863E1-B690-0F29-099B-DBE20E4C448F}"/>
              </a:ext>
            </a:extLst>
          </p:cNvPr>
          <p:cNvSpPr txBox="1"/>
          <p:nvPr/>
        </p:nvSpPr>
        <p:spPr>
          <a:xfrm>
            <a:off x="600001" y="9661690"/>
            <a:ext cx="1000000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E0C4B-D735-035A-970C-2ADD7691668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1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6A45CD-B5A4-5D3E-1F02-6ABDD9517575}"/>
              </a:ext>
            </a:extLst>
          </p:cNvPr>
          <p:cNvSpPr txBox="1">
            <a:spLocks/>
          </p:cNvSpPr>
          <p:nvPr/>
        </p:nvSpPr>
        <p:spPr>
          <a:xfrm>
            <a:off x="1206587" y="2316718"/>
            <a:ext cx="10000001" cy="8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71669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- Fraud Prevention &amp; Safety / Fraud Policy Support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99A4B-0586-95EE-6EB9-FC92AC268463}"/>
              </a:ext>
            </a:extLst>
          </p:cNvPr>
          <p:cNvSpPr/>
          <p:nvPr/>
        </p:nvSpPr>
        <p:spPr>
          <a:xfrm>
            <a:off x="1010547" y="5382729"/>
            <a:ext cx="10000001" cy="3416710"/>
          </a:xfrm>
          <a:prstGeom prst="roundRect">
            <a:avLst/>
          </a:prstGeom>
          <a:solidFill>
            <a:srgbClr val="002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AA6C63-068F-BD3E-FEF6-FB32B03C21A6}"/>
              </a:ext>
            </a:extLst>
          </p:cNvPr>
          <p:cNvSpPr/>
          <p:nvPr/>
        </p:nvSpPr>
        <p:spPr>
          <a:xfrm>
            <a:off x="1103953" y="5446638"/>
            <a:ext cx="10000001" cy="3416710"/>
          </a:xfrm>
          <a:prstGeom prst="roundRect">
            <a:avLst/>
          </a:prstGeom>
          <a:ln>
            <a:solidFill>
              <a:srgbClr val="002B1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9F8546-910D-94DA-6D41-29016E390DB1}"/>
              </a:ext>
            </a:extLst>
          </p:cNvPr>
          <p:cNvSpPr txBox="1">
            <a:spLocks/>
          </p:cNvSpPr>
          <p:nvPr/>
        </p:nvSpPr>
        <p:spPr>
          <a:xfrm>
            <a:off x="1402630" y="5596714"/>
            <a:ext cx="9607917" cy="3063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71669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Example:</a:t>
            </a:r>
          </a:p>
          <a:p>
            <a:pPr marL="0" indent="0" defTabSz="1371669">
              <a:lnSpc>
                <a:spcPct val="150000"/>
              </a:lnSpc>
              <a:buNone/>
            </a:pPr>
            <a:r>
              <a:rPr lang="en-US" sz="2400" dirty="0"/>
              <a:t>A hotel owner notices that Tripadvisor has restricted their account because the fraud system detected suspicious activity, such as a large number of reviews that appear to be fake or manipulated. They contact Tripadvisor asking why the action was taken.</a:t>
            </a: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6" name="Group 2"/>
          <p:cNvGrpSpPr>
            <a:grpSpLocks noChangeAspect="1"/>
          </p:cNvGrpSpPr>
          <p:nvPr/>
        </p:nvGrpSpPr>
        <p:grpSpPr>
          <a:xfrm>
            <a:off x="11685976" y="2726318"/>
            <a:ext cx="5498071" cy="4618379"/>
            <a:chOff x="0" y="0"/>
            <a:chExt cx="2980807" cy="2503878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980807" cy="2503878"/>
            </a:xfrm>
            <a:custGeom>
              <a:avLst/>
              <a:gdLst/>
              <a:ahLst/>
              <a:cxnLst/>
              <a:rect l="l" t="t" r="r" b="b"/>
              <a:pathLst>
                <a:path w="2980807" h="2503878">
                  <a:moveTo>
                    <a:pt x="0" y="0"/>
                  </a:moveTo>
                  <a:lnTo>
                    <a:pt x="2980807" y="0"/>
                  </a:lnTo>
                  <a:lnTo>
                    <a:pt x="2980807" y="2503878"/>
                  </a:lnTo>
                  <a:lnTo>
                    <a:pt x="0" y="250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"/>
            <p:cNvSpPr/>
            <p:nvPr/>
          </p:nvSpPr>
          <p:spPr>
            <a:xfrm>
              <a:off x="1268305" y="878552"/>
              <a:ext cx="551220" cy="656214"/>
            </a:xfrm>
            <a:custGeom>
              <a:avLst/>
              <a:gdLst/>
              <a:ahLst/>
              <a:cxnLst/>
              <a:rect l="l" t="t" r="r" b="b"/>
              <a:pathLst>
                <a:path w="551220" h="656214">
                  <a:moveTo>
                    <a:pt x="0" y="0"/>
                  </a:moveTo>
                  <a:lnTo>
                    <a:pt x="551220" y="0"/>
                  </a:lnTo>
                  <a:lnTo>
                    <a:pt x="551220" y="656215"/>
                  </a:lnTo>
                  <a:lnTo>
                    <a:pt x="0" y="65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38">
            <a:extLst>
              <a:ext uri="{FF2B5EF4-FFF2-40B4-BE49-F238E27FC236}">
                <a16:creationId xmlns:a16="http://schemas.microsoft.com/office/drawing/2014/main" id="{A6A1AF4F-5395-366A-86DC-974BDDD9454C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72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F886-FD37-B831-AC6D-D13D57ED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F98A289-CA30-DF5E-CD6F-D043F157B3CB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DC161D-38C2-6A52-4972-84CB56C6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664" y="1010944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     al of FPS Conversations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7E937-B36E-80AE-5819-D9A7013CFE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3AB4F-E850-EDA9-C05A-95E11467D00D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2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521C6D64-57EB-6C1A-F9E9-7992B91F0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5493" y="1026464"/>
            <a:ext cx="718457" cy="7184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3B14A22-D0B0-02DE-93D2-669DBE25B639}"/>
              </a:ext>
            </a:extLst>
          </p:cNvPr>
          <p:cNvGrpSpPr/>
          <p:nvPr/>
        </p:nvGrpSpPr>
        <p:grpSpPr>
          <a:xfrm>
            <a:off x="1127664" y="2382572"/>
            <a:ext cx="15773400" cy="6471495"/>
            <a:chOff x="1127664" y="2494085"/>
            <a:chExt cx="16830222" cy="7112698"/>
          </a:xfrm>
        </p:grpSpPr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0F4BB50E-67D1-7013-94DC-D71D024A6CE3}"/>
                </a:ext>
              </a:extLst>
            </p:cNvPr>
            <p:cNvSpPr/>
            <p:nvPr/>
          </p:nvSpPr>
          <p:spPr>
            <a:xfrm>
              <a:off x="1656076" y="2539742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FB5184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DD89F36-D743-E796-848B-1EC449EB9944}"/>
                </a:ext>
              </a:extLst>
            </p:cNvPr>
            <p:cNvGrpSpPr/>
            <p:nvPr/>
          </p:nvGrpSpPr>
          <p:grpSpPr>
            <a:xfrm>
              <a:off x="1522754" y="2570021"/>
              <a:ext cx="8272796" cy="3444765"/>
              <a:chOff x="0" y="-175755"/>
              <a:chExt cx="7792023" cy="8776294"/>
            </a:xfrm>
          </p:grpSpPr>
          <p:sp>
            <p:nvSpPr>
              <p:cNvPr id="50" name="TextBox 5">
                <a:extLst>
                  <a:ext uri="{FF2B5EF4-FFF2-40B4-BE49-F238E27FC236}">
                    <a16:creationId xmlns:a16="http://schemas.microsoft.com/office/drawing/2014/main" id="{1A5BCFA6-9ACA-E538-F565-9B658A37D855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134FCC-6FE8-873C-4925-7F7BC318ABBF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52" name="Freeform 7">
                  <a:extLst>
                    <a:ext uri="{FF2B5EF4-FFF2-40B4-BE49-F238E27FC236}">
                      <a16:creationId xmlns:a16="http://schemas.microsoft.com/office/drawing/2014/main" id="{85406DFB-C1CB-F15A-BCF7-8056BD57BDA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" name="TextBox 8">
                  <a:extLst>
                    <a:ext uri="{FF2B5EF4-FFF2-40B4-BE49-F238E27FC236}">
                      <a16:creationId xmlns:a16="http://schemas.microsoft.com/office/drawing/2014/main" id="{1840D212-74B6-42E1-40EF-FE9D7387275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54" name="TextBox 21">
              <a:extLst>
                <a:ext uri="{FF2B5EF4-FFF2-40B4-BE49-F238E27FC236}">
                  <a16:creationId xmlns:a16="http://schemas.microsoft.com/office/drawing/2014/main" id="{BEC57FCF-A90E-77B1-41A2-8AE1676677EE}"/>
                </a:ext>
              </a:extLst>
            </p:cNvPr>
            <p:cNvSpPr txBox="1"/>
            <p:nvPr/>
          </p:nvSpPr>
          <p:spPr>
            <a:xfrm>
              <a:off x="4686839" y="3927944"/>
              <a:ext cx="4621270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Educate the owner about our fraud policies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F2345C4-6532-617E-432E-DF063326D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27664" y="2712868"/>
              <a:ext cx="4218924" cy="2812616"/>
            </a:xfrm>
            <a:prstGeom prst="rect">
              <a:avLst/>
            </a:prstGeom>
          </p:spPr>
        </p:pic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5B15D0C2-6AEB-D86C-CD2C-F68B88B79947}"/>
                </a:ext>
              </a:extLst>
            </p:cNvPr>
            <p:cNvSpPr/>
            <p:nvPr/>
          </p:nvSpPr>
          <p:spPr>
            <a:xfrm>
              <a:off x="9818412" y="2494085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2CF00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5BE221E-1338-CDC9-66D9-EBAAA794526C}"/>
                </a:ext>
              </a:extLst>
            </p:cNvPr>
            <p:cNvGrpSpPr/>
            <p:nvPr/>
          </p:nvGrpSpPr>
          <p:grpSpPr>
            <a:xfrm>
              <a:off x="9685090" y="2524364"/>
              <a:ext cx="8272796" cy="3444765"/>
              <a:chOff x="0" y="-175755"/>
              <a:chExt cx="7792023" cy="8776294"/>
            </a:xfrm>
          </p:grpSpPr>
          <p:sp>
            <p:nvSpPr>
              <p:cNvPr id="60" name="TextBox 5">
                <a:extLst>
                  <a:ext uri="{FF2B5EF4-FFF2-40B4-BE49-F238E27FC236}">
                    <a16:creationId xmlns:a16="http://schemas.microsoft.com/office/drawing/2014/main" id="{8BBA446E-1D9F-8054-172D-92E3BECE6A72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7C0D56C-EE92-3B85-D621-5B3E46D1808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B2327063-BABE-FC08-0B45-8E29458B4052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3" name="TextBox 8">
                  <a:extLst>
                    <a:ext uri="{FF2B5EF4-FFF2-40B4-BE49-F238E27FC236}">
                      <a16:creationId xmlns:a16="http://schemas.microsoft.com/office/drawing/2014/main" id="{774C02A2-8F6D-3D39-7B34-6DCF66B81DE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AF18D6F2-D1BF-D19C-C4CB-CC4471D460AE}"/>
                </a:ext>
              </a:extLst>
            </p:cNvPr>
            <p:cNvSpPr txBox="1"/>
            <p:nvPr/>
          </p:nvSpPr>
          <p:spPr>
            <a:xfrm>
              <a:off x="13192075" y="3882287"/>
              <a:ext cx="4621270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Address all concerns from the user (Owner)</a:t>
              </a:r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290C3DE4-1F6C-48D2-513C-36042C90BF5E}"/>
                </a:ext>
              </a:extLst>
            </p:cNvPr>
            <p:cNvSpPr/>
            <p:nvPr/>
          </p:nvSpPr>
          <p:spPr>
            <a:xfrm>
              <a:off x="5369450" y="6131739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BB9FF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5C05BD3-1738-0A3A-2A00-636C835DC602}"/>
                </a:ext>
              </a:extLst>
            </p:cNvPr>
            <p:cNvGrpSpPr/>
            <p:nvPr/>
          </p:nvGrpSpPr>
          <p:grpSpPr>
            <a:xfrm>
              <a:off x="5236128" y="6162018"/>
              <a:ext cx="8272796" cy="3444765"/>
              <a:chOff x="0" y="-175755"/>
              <a:chExt cx="7792023" cy="8776294"/>
            </a:xfrm>
          </p:grpSpPr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62199004-B9EF-EDC6-DC03-6A1FD1E08E84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DC3A3CF-3872-2120-88CD-6EA4C34B76E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70" name="Freeform 7">
                  <a:extLst>
                    <a:ext uri="{FF2B5EF4-FFF2-40B4-BE49-F238E27FC236}">
                      <a16:creationId xmlns:a16="http://schemas.microsoft.com/office/drawing/2014/main" id="{4FC3F2E5-A8C2-40E8-A73D-0F160A2CF03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" name="TextBox 8">
                  <a:extLst>
                    <a:ext uri="{FF2B5EF4-FFF2-40B4-BE49-F238E27FC236}">
                      <a16:creationId xmlns:a16="http://schemas.microsoft.com/office/drawing/2014/main" id="{CD421578-4DFE-7A35-6204-4176F4982A11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72" name="TextBox 21">
              <a:extLst>
                <a:ext uri="{FF2B5EF4-FFF2-40B4-BE49-F238E27FC236}">
                  <a16:creationId xmlns:a16="http://schemas.microsoft.com/office/drawing/2014/main" id="{A05D803A-92B6-51EA-49BB-49403CB70F64}"/>
                </a:ext>
              </a:extLst>
            </p:cNvPr>
            <p:cNvSpPr txBox="1"/>
            <p:nvPr/>
          </p:nvSpPr>
          <p:spPr>
            <a:xfrm>
              <a:off x="8400213" y="7131321"/>
              <a:ext cx="4621270" cy="11721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Encourage compliance with our guidelines to prevent future fraudulent activity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A385C64-C769-B4D6-EA85-0C48544F4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939"/>
            <a:stretch>
              <a:fillRect/>
            </a:stretch>
          </p:blipFill>
          <p:spPr>
            <a:xfrm>
              <a:off x="10122297" y="2755323"/>
              <a:ext cx="2965152" cy="2551863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96B4B1C-0FE7-D069-B483-F6B8C6249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5600001" y="6375108"/>
              <a:ext cx="2831473" cy="2831473"/>
            </a:xfrm>
            <a:prstGeom prst="rect">
              <a:avLst/>
            </a:prstGeom>
          </p:spPr>
        </p:pic>
      </p:grpSp>
      <p:sp>
        <p:nvSpPr>
          <p:cNvPr id="6" name="Freeform 38">
            <a:extLst>
              <a:ext uri="{FF2B5EF4-FFF2-40B4-BE49-F238E27FC236}">
                <a16:creationId xmlns:a16="http://schemas.microsoft.com/office/drawing/2014/main" id="{FFBBAEF5-A396-EDE9-7777-81830DAED9B3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DF446224-5508-D6F2-F3C9-DA2CDAABCC9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C269-139E-38B4-F0F1-C56629D0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82A578-3C79-B60D-EB01-B3C8EACE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6" y="1448919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Who handles FPS Conversations?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9B7DC-ADE3-7211-5672-9FA3411FD81D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5CD8C-6B73-F325-8FF8-015949C59592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3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119" name="Group 2"/>
          <p:cNvGrpSpPr>
            <a:grpSpLocks noChangeAspect="1"/>
          </p:cNvGrpSpPr>
          <p:nvPr/>
        </p:nvGrpSpPr>
        <p:grpSpPr>
          <a:xfrm>
            <a:off x="421359" y="3238533"/>
            <a:ext cx="5695753" cy="4333541"/>
            <a:chOff x="0" y="0"/>
            <a:chExt cx="7594337" cy="577805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0" name="Group 3"/>
            <p:cNvGrpSpPr/>
            <p:nvPr/>
          </p:nvGrpSpPr>
          <p:grpSpPr>
            <a:xfrm>
              <a:off x="0" y="0"/>
              <a:ext cx="7594337" cy="5778053"/>
              <a:chOff x="0" y="0"/>
              <a:chExt cx="1738594" cy="1322787"/>
            </a:xfrm>
          </p:grpSpPr>
          <p:sp>
            <p:nvSpPr>
              <p:cNvPr id="124" name="Freeform 4"/>
              <p:cNvSpPr/>
              <p:nvPr/>
            </p:nvSpPr>
            <p:spPr>
              <a:xfrm>
                <a:off x="0" y="0"/>
                <a:ext cx="1738594" cy="1322787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22787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62975"/>
                    </a:lnTo>
                    <a:cubicBezTo>
                      <a:pt x="1738594" y="1296008"/>
                      <a:pt x="1711815" y="1322787"/>
                      <a:pt x="1678782" y="1322787"/>
                    </a:cubicBezTo>
                    <a:lnTo>
                      <a:pt x="59813" y="1322787"/>
                    </a:lnTo>
                    <a:cubicBezTo>
                      <a:pt x="26779" y="1322787"/>
                      <a:pt x="0" y="1296008"/>
                      <a:pt x="0" y="1262975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5"/>
              <p:cNvSpPr txBox="1"/>
              <p:nvPr/>
            </p:nvSpPr>
            <p:spPr>
              <a:xfrm>
                <a:off x="0" y="-47625"/>
                <a:ext cx="1738594" cy="1370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21" name="Group 6"/>
            <p:cNvGrpSpPr/>
            <p:nvPr/>
          </p:nvGrpSpPr>
          <p:grpSpPr>
            <a:xfrm>
              <a:off x="0" y="0"/>
              <a:ext cx="7594337" cy="1258601"/>
              <a:chOff x="0" y="0"/>
              <a:chExt cx="1738594" cy="288135"/>
            </a:xfrm>
          </p:grpSpPr>
          <p:sp>
            <p:nvSpPr>
              <p:cNvPr id="122" name="Freeform 7"/>
              <p:cNvSpPr/>
              <p:nvPr/>
            </p:nvSpPr>
            <p:spPr>
              <a:xfrm>
                <a:off x="0" y="0"/>
                <a:ext cx="1738594" cy="288135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288135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228323"/>
                    </a:lnTo>
                    <a:cubicBezTo>
                      <a:pt x="1738594" y="261356"/>
                      <a:pt x="1711815" y="288135"/>
                      <a:pt x="1678782" y="288135"/>
                    </a:cubicBezTo>
                    <a:lnTo>
                      <a:pt x="59813" y="288135"/>
                    </a:lnTo>
                    <a:cubicBezTo>
                      <a:pt x="26779" y="288135"/>
                      <a:pt x="0" y="261356"/>
                      <a:pt x="0" y="228323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002B11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3" name="TextBox 8"/>
              <p:cNvSpPr txBox="1"/>
              <p:nvPr/>
            </p:nvSpPr>
            <p:spPr>
              <a:xfrm>
                <a:off x="0" y="-47625"/>
                <a:ext cx="1738594" cy="335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grpSp>
        <p:nvGrpSpPr>
          <p:cNvPr id="126" name="Group 9"/>
          <p:cNvGrpSpPr>
            <a:grpSpLocks noChangeAspect="1"/>
          </p:cNvGrpSpPr>
          <p:nvPr/>
        </p:nvGrpSpPr>
        <p:grpSpPr>
          <a:xfrm>
            <a:off x="6301095" y="3238533"/>
            <a:ext cx="5695753" cy="4333541"/>
            <a:chOff x="0" y="0"/>
            <a:chExt cx="7594337" cy="57345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7" name="Group 10"/>
            <p:cNvGrpSpPr/>
            <p:nvPr/>
          </p:nvGrpSpPr>
          <p:grpSpPr>
            <a:xfrm>
              <a:off x="0" y="0"/>
              <a:ext cx="7594337" cy="5734512"/>
              <a:chOff x="0" y="0"/>
              <a:chExt cx="1738594" cy="1312819"/>
            </a:xfrm>
          </p:grpSpPr>
          <p:sp>
            <p:nvSpPr>
              <p:cNvPr id="131" name="Freeform 11"/>
              <p:cNvSpPr/>
              <p:nvPr/>
            </p:nvSpPr>
            <p:spPr>
              <a:xfrm>
                <a:off x="0" y="0"/>
                <a:ext cx="1738594" cy="1312819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12819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53006"/>
                    </a:lnTo>
                    <a:cubicBezTo>
                      <a:pt x="1738594" y="1286040"/>
                      <a:pt x="1711815" y="1312819"/>
                      <a:pt x="1678782" y="1312819"/>
                    </a:cubicBezTo>
                    <a:lnTo>
                      <a:pt x="59813" y="1312819"/>
                    </a:lnTo>
                    <a:cubicBezTo>
                      <a:pt x="26779" y="1312819"/>
                      <a:pt x="0" y="1286040"/>
                      <a:pt x="0" y="1253006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TextBox 12"/>
              <p:cNvSpPr txBox="1"/>
              <p:nvPr/>
            </p:nvSpPr>
            <p:spPr>
              <a:xfrm>
                <a:off x="0" y="-47625"/>
                <a:ext cx="1738594" cy="1360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28" name="Group 13"/>
            <p:cNvGrpSpPr/>
            <p:nvPr/>
          </p:nvGrpSpPr>
          <p:grpSpPr>
            <a:xfrm>
              <a:off x="0" y="0"/>
              <a:ext cx="7594337" cy="1258602"/>
              <a:chOff x="0" y="0"/>
              <a:chExt cx="1738594" cy="288135"/>
            </a:xfrm>
          </p:grpSpPr>
          <p:sp>
            <p:nvSpPr>
              <p:cNvPr id="129" name="Freeform 14"/>
              <p:cNvSpPr/>
              <p:nvPr/>
            </p:nvSpPr>
            <p:spPr>
              <a:xfrm>
                <a:off x="0" y="0"/>
                <a:ext cx="1738594" cy="288135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288135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228323"/>
                    </a:lnTo>
                    <a:cubicBezTo>
                      <a:pt x="1738594" y="261356"/>
                      <a:pt x="1711815" y="288135"/>
                      <a:pt x="1678782" y="288135"/>
                    </a:cubicBezTo>
                    <a:lnTo>
                      <a:pt x="59813" y="288135"/>
                    </a:lnTo>
                    <a:cubicBezTo>
                      <a:pt x="26779" y="288135"/>
                      <a:pt x="0" y="261356"/>
                      <a:pt x="0" y="228323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002B11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0" name="TextBox 15"/>
              <p:cNvSpPr txBox="1"/>
              <p:nvPr/>
            </p:nvSpPr>
            <p:spPr>
              <a:xfrm>
                <a:off x="0" y="-47625"/>
                <a:ext cx="1738594" cy="335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grpSp>
        <p:nvGrpSpPr>
          <p:cNvPr id="133" name="Group 16"/>
          <p:cNvGrpSpPr>
            <a:grpSpLocks noChangeAspect="1"/>
          </p:cNvGrpSpPr>
          <p:nvPr/>
        </p:nvGrpSpPr>
        <p:grpSpPr>
          <a:xfrm>
            <a:off x="12180830" y="3238533"/>
            <a:ext cx="5695753" cy="4333541"/>
            <a:chOff x="0" y="0"/>
            <a:chExt cx="7594337" cy="570430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34" name="Group 17"/>
            <p:cNvGrpSpPr/>
            <p:nvPr/>
          </p:nvGrpSpPr>
          <p:grpSpPr>
            <a:xfrm>
              <a:off x="0" y="0"/>
              <a:ext cx="7594337" cy="5704303"/>
              <a:chOff x="0" y="0"/>
              <a:chExt cx="1738594" cy="1305903"/>
            </a:xfrm>
          </p:grpSpPr>
          <p:sp>
            <p:nvSpPr>
              <p:cNvPr id="138" name="Freeform 18"/>
              <p:cNvSpPr/>
              <p:nvPr/>
            </p:nvSpPr>
            <p:spPr>
              <a:xfrm>
                <a:off x="0" y="0"/>
                <a:ext cx="1738594" cy="1305903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05903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46090"/>
                    </a:lnTo>
                    <a:cubicBezTo>
                      <a:pt x="1738594" y="1279124"/>
                      <a:pt x="1711815" y="1305903"/>
                      <a:pt x="1678782" y="1305903"/>
                    </a:cubicBezTo>
                    <a:lnTo>
                      <a:pt x="59813" y="1305903"/>
                    </a:lnTo>
                    <a:cubicBezTo>
                      <a:pt x="26779" y="1305903"/>
                      <a:pt x="0" y="1279124"/>
                      <a:pt x="0" y="1246090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9"/>
              <p:cNvSpPr txBox="1"/>
              <p:nvPr/>
            </p:nvSpPr>
            <p:spPr>
              <a:xfrm>
                <a:off x="0" y="-47625"/>
                <a:ext cx="1738594" cy="13535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grpSp>
          <p:nvGrpSpPr>
            <p:cNvPr id="135" name="Group 20"/>
            <p:cNvGrpSpPr/>
            <p:nvPr/>
          </p:nvGrpSpPr>
          <p:grpSpPr>
            <a:xfrm>
              <a:off x="0" y="0"/>
              <a:ext cx="7594337" cy="1258602"/>
              <a:chOff x="0" y="0"/>
              <a:chExt cx="1738594" cy="288135"/>
            </a:xfrm>
          </p:grpSpPr>
          <p:sp>
            <p:nvSpPr>
              <p:cNvPr id="136" name="Freeform 21"/>
              <p:cNvSpPr/>
              <p:nvPr/>
            </p:nvSpPr>
            <p:spPr>
              <a:xfrm>
                <a:off x="0" y="0"/>
                <a:ext cx="1738594" cy="288135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288135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228323"/>
                    </a:lnTo>
                    <a:cubicBezTo>
                      <a:pt x="1738594" y="261356"/>
                      <a:pt x="1711815" y="288135"/>
                      <a:pt x="1678782" y="288135"/>
                    </a:cubicBezTo>
                    <a:lnTo>
                      <a:pt x="59813" y="288135"/>
                    </a:lnTo>
                    <a:cubicBezTo>
                      <a:pt x="26779" y="288135"/>
                      <a:pt x="0" y="261356"/>
                      <a:pt x="0" y="228323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002B11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7" name="TextBox 22"/>
              <p:cNvSpPr txBox="1"/>
              <p:nvPr/>
            </p:nvSpPr>
            <p:spPr>
              <a:xfrm>
                <a:off x="0" y="-47625"/>
                <a:ext cx="1738594" cy="3357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</p:grpSp>
      <p:grpSp>
        <p:nvGrpSpPr>
          <p:cNvPr id="140" name="Group 23"/>
          <p:cNvGrpSpPr>
            <a:grpSpLocks noChangeAspect="1"/>
          </p:cNvGrpSpPr>
          <p:nvPr/>
        </p:nvGrpSpPr>
        <p:grpSpPr>
          <a:xfrm>
            <a:off x="12483710" y="4786295"/>
            <a:ext cx="1886428" cy="1886428"/>
            <a:chOff x="0" y="0"/>
            <a:chExt cx="2515237" cy="2515237"/>
          </a:xfrm>
        </p:grpSpPr>
        <p:grpSp>
          <p:nvGrpSpPr>
            <p:cNvPr id="141" name="Group 24"/>
            <p:cNvGrpSpPr/>
            <p:nvPr/>
          </p:nvGrpSpPr>
          <p:grpSpPr>
            <a:xfrm>
              <a:off x="0" y="0"/>
              <a:ext cx="2515237" cy="2515237"/>
              <a:chOff x="0" y="0"/>
              <a:chExt cx="812800" cy="812800"/>
            </a:xfrm>
          </p:grpSpPr>
          <p:sp>
            <p:nvSpPr>
              <p:cNvPr id="143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2B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2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42" name="Freeform 27"/>
            <p:cNvSpPr/>
            <p:nvPr/>
          </p:nvSpPr>
          <p:spPr>
            <a:xfrm>
              <a:off x="512797" y="241953"/>
              <a:ext cx="1489643" cy="2031331"/>
            </a:xfrm>
            <a:custGeom>
              <a:avLst/>
              <a:gdLst/>
              <a:ahLst/>
              <a:cxnLst/>
              <a:rect l="l" t="t" r="r" b="b"/>
              <a:pathLst>
                <a:path w="1489643" h="2031331">
                  <a:moveTo>
                    <a:pt x="0" y="0"/>
                  </a:moveTo>
                  <a:lnTo>
                    <a:pt x="1489643" y="0"/>
                  </a:lnTo>
                  <a:lnTo>
                    <a:pt x="1489643" y="2031331"/>
                  </a:lnTo>
                  <a:lnTo>
                    <a:pt x="0" y="203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6" name="Group 29"/>
          <p:cNvGrpSpPr/>
          <p:nvPr/>
        </p:nvGrpSpPr>
        <p:grpSpPr>
          <a:xfrm>
            <a:off x="6565675" y="4786295"/>
            <a:ext cx="1886428" cy="1886428"/>
            <a:chOff x="0" y="0"/>
            <a:chExt cx="812800" cy="812800"/>
          </a:xfrm>
        </p:grpSpPr>
        <p:sp>
          <p:nvSpPr>
            <p:cNvPr id="148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0" name="Group 33"/>
          <p:cNvGrpSpPr>
            <a:grpSpLocks noChangeAspect="1"/>
          </p:cNvGrpSpPr>
          <p:nvPr/>
        </p:nvGrpSpPr>
        <p:grpSpPr>
          <a:xfrm>
            <a:off x="690392" y="4786295"/>
            <a:ext cx="1886428" cy="1886428"/>
            <a:chOff x="0" y="0"/>
            <a:chExt cx="812800" cy="812800"/>
          </a:xfrm>
        </p:grpSpPr>
        <p:sp>
          <p:nvSpPr>
            <p:cNvPr id="151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F734533-60DE-CD7C-3394-95D8A6FDAA95}"/>
              </a:ext>
            </a:extLst>
          </p:cNvPr>
          <p:cNvGrpSpPr/>
          <p:nvPr/>
        </p:nvGrpSpPr>
        <p:grpSpPr>
          <a:xfrm>
            <a:off x="4260801" y="7127563"/>
            <a:ext cx="1415938" cy="225329"/>
            <a:chOff x="4168888" y="7559771"/>
            <a:chExt cx="1415938" cy="225329"/>
          </a:xfrm>
        </p:grpSpPr>
        <p:grpSp>
          <p:nvGrpSpPr>
            <p:cNvPr id="155" name="Group 29">
              <a:extLst>
                <a:ext uri="{FF2B5EF4-FFF2-40B4-BE49-F238E27FC236}">
                  <a16:creationId xmlns:a16="http://schemas.microsoft.com/office/drawing/2014/main" id="{081414B6-710B-183C-6C72-DC7A3FD4227A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68" name="Freeform 30">
                <a:extLst>
                  <a:ext uri="{FF2B5EF4-FFF2-40B4-BE49-F238E27FC236}">
                    <a16:creationId xmlns:a16="http://schemas.microsoft.com/office/drawing/2014/main" id="{45D14861-CE1E-F1F7-83C6-98C29E488E2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TextBox 31">
                <a:extLst>
                  <a:ext uri="{FF2B5EF4-FFF2-40B4-BE49-F238E27FC236}">
                    <a16:creationId xmlns:a16="http://schemas.microsoft.com/office/drawing/2014/main" id="{9761A2B2-A08F-A4FF-1956-8B1F9C4F860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29">
              <a:extLst>
                <a:ext uri="{FF2B5EF4-FFF2-40B4-BE49-F238E27FC236}">
                  <a16:creationId xmlns:a16="http://schemas.microsoft.com/office/drawing/2014/main" id="{FC07A4E2-4068-CF60-8A15-9DD98545576E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66" name="Freeform 30">
                <a:extLst>
                  <a:ext uri="{FF2B5EF4-FFF2-40B4-BE49-F238E27FC236}">
                    <a16:creationId xmlns:a16="http://schemas.microsoft.com/office/drawing/2014/main" id="{96A088C5-1900-C2CC-1192-33806EABF7AF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TextBox 31">
                <a:extLst>
                  <a:ext uri="{FF2B5EF4-FFF2-40B4-BE49-F238E27FC236}">
                    <a16:creationId xmlns:a16="http://schemas.microsoft.com/office/drawing/2014/main" id="{B76BD50F-B157-963B-686C-883541394E0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29">
              <a:extLst>
                <a:ext uri="{FF2B5EF4-FFF2-40B4-BE49-F238E27FC236}">
                  <a16:creationId xmlns:a16="http://schemas.microsoft.com/office/drawing/2014/main" id="{82BD5699-F641-E337-5B30-5987F29EF264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64" name="Freeform 30">
                <a:extLst>
                  <a:ext uri="{FF2B5EF4-FFF2-40B4-BE49-F238E27FC236}">
                    <a16:creationId xmlns:a16="http://schemas.microsoft.com/office/drawing/2014/main" id="{62E2A437-8AC6-7A08-8482-B3954D7C70BB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TextBox 31">
                <a:extLst>
                  <a:ext uri="{FF2B5EF4-FFF2-40B4-BE49-F238E27FC236}">
                    <a16:creationId xmlns:a16="http://schemas.microsoft.com/office/drawing/2014/main" id="{575D7DB1-40D1-FAD5-55D4-4D3A1925A6A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29">
              <a:extLst>
                <a:ext uri="{FF2B5EF4-FFF2-40B4-BE49-F238E27FC236}">
                  <a16:creationId xmlns:a16="http://schemas.microsoft.com/office/drawing/2014/main" id="{0AF9E36F-3985-EC77-E1D5-8FA2BC5CE045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62" name="Freeform 30">
                <a:extLst>
                  <a:ext uri="{FF2B5EF4-FFF2-40B4-BE49-F238E27FC236}">
                    <a16:creationId xmlns:a16="http://schemas.microsoft.com/office/drawing/2014/main" id="{940E0691-ED0D-DA17-7CC6-B56487DB21C2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TextBox 31">
                <a:extLst>
                  <a:ext uri="{FF2B5EF4-FFF2-40B4-BE49-F238E27FC236}">
                    <a16:creationId xmlns:a16="http://schemas.microsoft.com/office/drawing/2014/main" id="{579CB828-711C-F30F-EB92-810AE08DDCE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9" name="Group 29">
              <a:extLst>
                <a:ext uri="{FF2B5EF4-FFF2-40B4-BE49-F238E27FC236}">
                  <a16:creationId xmlns:a16="http://schemas.microsoft.com/office/drawing/2014/main" id="{A8A9A07B-7933-31D0-5974-71AEC1DD1287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60" name="Freeform 30">
                <a:extLst>
                  <a:ext uri="{FF2B5EF4-FFF2-40B4-BE49-F238E27FC236}">
                    <a16:creationId xmlns:a16="http://schemas.microsoft.com/office/drawing/2014/main" id="{63D72D84-7E55-C13F-6C7D-D2804280171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extBox 31">
                <a:extLst>
                  <a:ext uri="{FF2B5EF4-FFF2-40B4-BE49-F238E27FC236}">
                    <a16:creationId xmlns:a16="http://schemas.microsoft.com/office/drawing/2014/main" id="{1159A7A5-02DB-2E19-9F17-925A448F302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F18A8FD9-0B75-AE5F-FF8C-0F3FBBD65994}"/>
              </a:ext>
            </a:extLst>
          </p:cNvPr>
          <p:cNvSpPr txBox="1"/>
          <p:nvPr/>
        </p:nvSpPr>
        <p:spPr>
          <a:xfrm>
            <a:off x="2929316" y="5012267"/>
            <a:ext cx="3379018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1 agents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BF95C88-9147-74E3-D9CB-99E88E02E273}"/>
              </a:ext>
            </a:extLst>
          </p:cNvPr>
          <p:cNvSpPr txBox="1"/>
          <p:nvPr/>
        </p:nvSpPr>
        <p:spPr>
          <a:xfrm>
            <a:off x="8905614" y="5038958"/>
            <a:ext cx="2956487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2 agents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7CB1E4D-54C6-5884-D782-1F853F654FB8}"/>
              </a:ext>
            </a:extLst>
          </p:cNvPr>
          <p:cNvSpPr txBox="1"/>
          <p:nvPr/>
        </p:nvSpPr>
        <p:spPr>
          <a:xfrm>
            <a:off x="14898372" y="4689101"/>
            <a:ext cx="3389628" cy="19702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The Investigations Team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BBD079A-47B4-EE39-67FB-58F080C804A6}"/>
              </a:ext>
            </a:extLst>
          </p:cNvPr>
          <p:cNvGrpSpPr/>
          <p:nvPr/>
        </p:nvGrpSpPr>
        <p:grpSpPr>
          <a:xfrm>
            <a:off x="10187996" y="7124019"/>
            <a:ext cx="1415938" cy="225329"/>
            <a:chOff x="4168888" y="7559771"/>
            <a:chExt cx="1415938" cy="225329"/>
          </a:xfrm>
        </p:grpSpPr>
        <p:grpSp>
          <p:nvGrpSpPr>
            <p:cNvPr id="177" name="Group 29">
              <a:extLst>
                <a:ext uri="{FF2B5EF4-FFF2-40B4-BE49-F238E27FC236}">
                  <a16:creationId xmlns:a16="http://schemas.microsoft.com/office/drawing/2014/main" id="{4DC3ECDC-D5B0-E27E-CF79-F5ABDCC54BBC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90" name="Freeform 30">
                <a:extLst>
                  <a:ext uri="{FF2B5EF4-FFF2-40B4-BE49-F238E27FC236}">
                    <a16:creationId xmlns:a16="http://schemas.microsoft.com/office/drawing/2014/main" id="{498323C7-794A-2127-97FA-C3089551963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1" name="TextBox 31">
                <a:extLst>
                  <a:ext uri="{FF2B5EF4-FFF2-40B4-BE49-F238E27FC236}">
                    <a16:creationId xmlns:a16="http://schemas.microsoft.com/office/drawing/2014/main" id="{77BF3CBF-0FD9-1780-B853-8DF312E1D92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8" name="Group 29">
              <a:extLst>
                <a:ext uri="{FF2B5EF4-FFF2-40B4-BE49-F238E27FC236}">
                  <a16:creationId xmlns:a16="http://schemas.microsoft.com/office/drawing/2014/main" id="{E212790B-AD16-4E47-4CFD-37CBF6E71461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88" name="Freeform 30">
                <a:extLst>
                  <a:ext uri="{FF2B5EF4-FFF2-40B4-BE49-F238E27FC236}">
                    <a16:creationId xmlns:a16="http://schemas.microsoft.com/office/drawing/2014/main" id="{CFD05DCE-BB76-6C58-DD6A-A3E956FAC2E4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9" name="TextBox 31">
                <a:extLst>
                  <a:ext uri="{FF2B5EF4-FFF2-40B4-BE49-F238E27FC236}">
                    <a16:creationId xmlns:a16="http://schemas.microsoft.com/office/drawing/2014/main" id="{BD64F49D-CEEF-E5C3-F81E-08C044EE1A6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9" name="Group 29">
              <a:extLst>
                <a:ext uri="{FF2B5EF4-FFF2-40B4-BE49-F238E27FC236}">
                  <a16:creationId xmlns:a16="http://schemas.microsoft.com/office/drawing/2014/main" id="{5DE9E5DE-5A57-9235-DB55-F981586B5A9B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86" name="Freeform 30">
                <a:extLst>
                  <a:ext uri="{FF2B5EF4-FFF2-40B4-BE49-F238E27FC236}">
                    <a16:creationId xmlns:a16="http://schemas.microsoft.com/office/drawing/2014/main" id="{FD5CAEA1-7B8B-E17C-3580-DC0711176AF6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7" name="TextBox 31">
                <a:extLst>
                  <a:ext uri="{FF2B5EF4-FFF2-40B4-BE49-F238E27FC236}">
                    <a16:creationId xmlns:a16="http://schemas.microsoft.com/office/drawing/2014/main" id="{A67BDAF0-68D1-6A66-81E2-F7F0473D8A7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0" name="Group 29">
              <a:extLst>
                <a:ext uri="{FF2B5EF4-FFF2-40B4-BE49-F238E27FC236}">
                  <a16:creationId xmlns:a16="http://schemas.microsoft.com/office/drawing/2014/main" id="{E94B06D6-E308-833B-FA8E-6081A1923DC6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84" name="Freeform 30">
                <a:extLst>
                  <a:ext uri="{FF2B5EF4-FFF2-40B4-BE49-F238E27FC236}">
                    <a16:creationId xmlns:a16="http://schemas.microsoft.com/office/drawing/2014/main" id="{FF07771F-7508-8A75-C77A-C50BBCD7C9D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5" name="TextBox 31">
                <a:extLst>
                  <a:ext uri="{FF2B5EF4-FFF2-40B4-BE49-F238E27FC236}">
                    <a16:creationId xmlns:a16="http://schemas.microsoft.com/office/drawing/2014/main" id="{DF9016A0-F435-1DAD-B07B-D1CA9CB43E26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1" name="Group 29">
              <a:extLst>
                <a:ext uri="{FF2B5EF4-FFF2-40B4-BE49-F238E27FC236}">
                  <a16:creationId xmlns:a16="http://schemas.microsoft.com/office/drawing/2014/main" id="{4FF08994-F8F5-0E57-C343-C224207490D4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82" name="Freeform 30">
                <a:extLst>
                  <a:ext uri="{FF2B5EF4-FFF2-40B4-BE49-F238E27FC236}">
                    <a16:creationId xmlns:a16="http://schemas.microsoft.com/office/drawing/2014/main" id="{A08D61A5-2892-6A71-685D-A6E206F127F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3" name="TextBox 31">
                <a:extLst>
                  <a:ext uri="{FF2B5EF4-FFF2-40B4-BE49-F238E27FC236}">
                    <a16:creationId xmlns:a16="http://schemas.microsoft.com/office/drawing/2014/main" id="{427F9D66-B7E0-5457-FBE2-2769E4DF1BA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94BCFE9-1702-49EF-E487-C9CF82CAD33D}"/>
              </a:ext>
            </a:extLst>
          </p:cNvPr>
          <p:cNvGrpSpPr/>
          <p:nvPr/>
        </p:nvGrpSpPr>
        <p:grpSpPr>
          <a:xfrm>
            <a:off x="16115191" y="7120475"/>
            <a:ext cx="1415938" cy="225329"/>
            <a:chOff x="4168888" y="7559771"/>
            <a:chExt cx="1415938" cy="225329"/>
          </a:xfrm>
        </p:grpSpPr>
        <p:grpSp>
          <p:nvGrpSpPr>
            <p:cNvPr id="193" name="Group 29">
              <a:extLst>
                <a:ext uri="{FF2B5EF4-FFF2-40B4-BE49-F238E27FC236}">
                  <a16:creationId xmlns:a16="http://schemas.microsoft.com/office/drawing/2014/main" id="{07EECDC9-F0E5-E321-9626-69C95A950DBF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206" name="Freeform 30">
                <a:extLst>
                  <a:ext uri="{FF2B5EF4-FFF2-40B4-BE49-F238E27FC236}">
                    <a16:creationId xmlns:a16="http://schemas.microsoft.com/office/drawing/2014/main" id="{7731C9AB-6447-B4B8-3223-C0BC0F07B7C2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7" name="TextBox 31">
                <a:extLst>
                  <a:ext uri="{FF2B5EF4-FFF2-40B4-BE49-F238E27FC236}">
                    <a16:creationId xmlns:a16="http://schemas.microsoft.com/office/drawing/2014/main" id="{DEB93F41-064E-208A-C24A-48FC974B670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4" name="Group 29">
              <a:extLst>
                <a:ext uri="{FF2B5EF4-FFF2-40B4-BE49-F238E27FC236}">
                  <a16:creationId xmlns:a16="http://schemas.microsoft.com/office/drawing/2014/main" id="{39128812-F279-2D23-7BE2-3257FBF66785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204" name="Freeform 30">
                <a:extLst>
                  <a:ext uri="{FF2B5EF4-FFF2-40B4-BE49-F238E27FC236}">
                    <a16:creationId xmlns:a16="http://schemas.microsoft.com/office/drawing/2014/main" id="{56C76DAA-3EA4-7D84-7310-2B56DFA14555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5" name="TextBox 31">
                <a:extLst>
                  <a:ext uri="{FF2B5EF4-FFF2-40B4-BE49-F238E27FC236}">
                    <a16:creationId xmlns:a16="http://schemas.microsoft.com/office/drawing/2014/main" id="{E5E481AA-9B91-F3AC-ADE3-27C13148B3F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5" name="Group 29">
              <a:extLst>
                <a:ext uri="{FF2B5EF4-FFF2-40B4-BE49-F238E27FC236}">
                  <a16:creationId xmlns:a16="http://schemas.microsoft.com/office/drawing/2014/main" id="{29A662C0-25A2-8292-E33F-30CF6178E274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202" name="Freeform 30">
                <a:extLst>
                  <a:ext uri="{FF2B5EF4-FFF2-40B4-BE49-F238E27FC236}">
                    <a16:creationId xmlns:a16="http://schemas.microsoft.com/office/drawing/2014/main" id="{6FA1F85B-DF55-0477-343C-E7050D68E210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3" name="TextBox 31">
                <a:extLst>
                  <a:ext uri="{FF2B5EF4-FFF2-40B4-BE49-F238E27FC236}">
                    <a16:creationId xmlns:a16="http://schemas.microsoft.com/office/drawing/2014/main" id="{034CF0E3-1B19-7427-C94D-C2880B3EB69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29">
              <a:extLst>
                <a:ext uri="{FF2B5EF4-FFF2-40B4-BE49-F238E27FC236}">
                  <a16:creationId xmlns:a16="http://schemas.microsoft.com/office/drawing/2014/main" id="{907FAD1D-7947-B363-B213-2483A2D5ED35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200" name="Freeform 30">
                <a:extLst>
                  <a:ext uri="{FF2B5EF4-FFF2-40B4-BE49-F238E27FC236}">
                    <a16:creationId xmlns:a16="http://schemas.microsoft.com/office/drawing/2014/main" id="{DE616369-5C87-EA5A-D33C-DE8D2AE3D76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1" name="TextBox 31">
                <a:extLst>
                  <a:ext uri="{FF2B5EF4-FFF2-40B4-BE49-F238E27FC236}">
                    <a16:creationId xmlns:a16="http://schemas.microsoft.com/office/drawing/2014/main" id="{DC6C8A8A-DD78-3C10-2C90-B89E54548F0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7" name="Group 29">
              <a:extLst>
                <a:ext uri="{FF2B5EF4-FFF2-40B4-BE49-F238E27FC236}">
                  <a16:creationId xmlns:a16="http://schemas.microsoft.com/office/drawing/2014/main" id="{D46A2F70-8819-1AF7-6463-25F5ED79881D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98" name="Freeform 30">
                <a:extLst>
                  <a:ext uri="{FF2B5EF4-FFF2-40B4-BE49-F238E27FC236}">
                    <a16:creationId xmlns:a16="http://schemas.microsoft.com/office/drawing/2014/main" id="{06DD04EF-FA10-8EF7-DE61-5B99312C94DB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TextBox 31">
                <a:extLst>
                  <a:ext uri="{FF2B5EF4-FFF2-40B4-BE49-F238E27FC236}">
                    <a16:creationId xmlns:a16="http://schemas.microsoft.com/office/drawing/2014/main" id="{E6630ECB-ABF2-E15E-2A22-B2EBD7BCD37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9" name="Freeform 36">
            <a:extLst>
              <a:ext uri="{FF2B5EF4-FFF2-40B4-BE49-F238E27FC236}">
                <a16:creationId xmlns:a16="http://schemas.microsoft.com/office/drawing/2014/main" id="{6AC5B209-4242-F110-26CE-C96BCFB83C17}"/>
              </a:ext>
            </a:extLst>
          </p:cNvPr>
          <p:cNvSpPr>
            <a:spLocks noChangeAspect="1"/>
          </p:cNvSpPr>
          <p:nvPr/>
        </p:nvSpPr>
        <p:spPr>
          <a:xfrm>
            <a:off x="6928789" y="5050155"/>
            <a:ext cx="1376662" cy="1248174"/>
          </a:xfrm>
          <a:custGeom>
            <a:avLst/>
            <a:gdLst/>
            <a:ahLst/>
            <a:cxnLst/>
            <a:rect l="l" t="t" r="r" b="b"/>
            <a:pathLst>
              <a:path w="1376662" h="1248174">
                <a:moveTo>
                  <a:pt x="0" y="0"/>
                </a:moveTo>
                <a:lnTo>
                  <a:pt x="1376662" y="0"/>
                </a:lnTo>
                <a:lnTo>
                  <a:pt x="1376662" y="1248174"/>
                </a:lnTo>
                <a:lnTo>
                  <a:pt x="0" y="1248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1" name="Freeform 32">
            <a:extLst>
              <a:ext uri="{FF2B5EF4-FFF2-40B4-BE49-F238E27FC236}">
                <a16:creationId xmlns:a16="http://schemas.microsoft.com/office/drawing/2014/main" id="{6D2E6941-BA22-2E8F-5DA3-BF5B4D3F551E}"/>
              </a:ext>
            </a:extLst>
          </p:cNvPr>
          <p:cNvSpPr/>
          <p:nvPr/>
        </p:nvSpPr>
        <p:spPr>
          <a:xfrm>
            <a:off x="936839" y="5035690"/>
            <a:ext cx="1401993" cy="1327220"/>
          </a:xfrm>
          <a:custGeom>
            <a:avLst/>
            <a:gdLst/>
            <a:ahLst/>
            <a:cxnLst/>
            <a:rect l="l" t="t" r="r" b="b"/>
            <a:pathLst>
              <a:path w="1869324" h="1769627">
                <a:moveTo>
                  <a:pt x="0" y="0"/>
                </a:moveTo>
                <a:lnTo>
                  <a:pt x="1869325" y="0"/>
                </a:lnTo>
                <a:lnTo>
                  <a:pt x="1869325" y="1769627"/>
                </a:lnTo>
                <a:lnTo>
                  <a:pt x="0" y="176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4E31C19-C1A8-B964-B596-4AB62E475C80}"/>
              </a:ext>
            </a:extLst>
          </p:cNvPr>
          <p:cNvSpPr txBox="1"/>
          <p:nvPr/>
        </p:nvSpPr>
        <p:spPr>
          <a:xfrm>
            <a:off x="2125237" y="3471731"/>
            <a:ext cx="210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Handler ID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5E874A6-A9BB-6235-8B80-ED802B61FF3E}"/>
              </a:ext>
            </a:extLst>
          </p:cNvPr>
          <p:cNvSpPr txBox="1"/>
          <p:nvPr/>
        </p:nvSpPr>
        <p:spPr>
          <a:xfrm>
            <a:off x="8078680" y="3503076"/>
            <a:ext cx="210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Handler ID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099437D-F17D-ED13-5C1E-2487D690338A}"/>
              </a:ext>
            </a:extLst>
          </p:cNvPr>
          <p:cNvSpPr txBox="1"/>
          <p:nvPr/>
        </p:nvSpPr>
        <p:spPr>
          <a:xfrm>
            <a:off x="14032123" y="3534421"/>
            <a:ext cx="2109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Handler ID</a:t>
            </a: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483689A0-1EEE-17FF-E370-1733049A0D55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E0029C32-FD42-33B8-6393-61CFDA38403D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96EC-3EC2-A4ED-2778-B9EC45C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>
            <a:extLst>
              <a:ext uri="{FF2B5EF4-FFF2-40B4-BE49-F238E27FC236}">
                <a16:creationId xmlns:a16="http://schemas.microsoft.com/office/drawing/2014/main" id="{E068DC02-1951-A4B6-E0CE-1577612B36FF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E8623-BC0A-B6D6-E866-6CA7E063AC25}"/>
              </a:ext>
            </a:extLst>
          </p:cNvPr>
          <p:cNvSpPr txBox="1"/>
          <p:nvPr/>
        </p:nvSpPr>
        <p:spPr>
          <a:xfrm>
            <a:off x="888000" y="52288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CBD72-72D2-29A3-1DBF-EBAB086A89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41BA35-4D1B-7B31-0975-DA1D3E2DD7F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4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0D05F-07DE-2AAE-F2BC-8352C6315836}"/>
              </a:ext>
            </a:extLst>
          </p:cNvPr>
          <p:cNvGrpSpPr/>
          <p:nvPr/>
        </p:nvGrpSpPr>
        <p:grpSpPr>
          <a:xfrm>
            <a:off x="1045864" y="5404721"/>
            <a:ext cx="5250763" cy="362682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64E8CBA-078E-F3C7-475F-02D6AE44555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1" name="Freeform 4">
                <a:extLst>
                  <a:ext uri="{FF2B5EF4-FFF2-40B4-BE49-F238E27FC236}">
                    <a16:creationId xmlns:a16="http://schemas.microsoft.com/office/drawing/2014/main" id="{95B86DA4-82C8-5335-533F-0EA386DE119A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5">
                <a:extLst>
                  <a:ext uri="{FF2B5EF4-FFF2-40B4-BE49-F238E27FC236}">
                    <a16:creationId xmlns:a16="http://schemas.microsoft.com/office/drawing/2014/main" id="{D943B03B-FB62-950F-F61A-05D624BFC0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4A425CCF-FB22-2D6B-EEE0-572FD544888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5B7746BF-0C48-1967-66E5-CF91EEBD7D9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TextBox 8">
                <a:extLst>
                  <a:ext uri="{FF2B5EF4-FFF2-40B4-BE49-F238E27FC236}">
                    <a16:creationId xmlns:a16="http://schemas.microsoft.com/office/drawing/2014/main" id="{67F798C3-3A39-C5A2-D980-22ECB5485F6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FE628C-9A1A-D684-5180-98E14952B3DC}"/>
              </a:ext>
            </a:extLst>
          </p:cNvPr>
          <p:cNvGrpSpPr/>
          <p:nvPr/>
        </p:nvGrpSpPr>
        <p:grpSpPr>
          <a:xfrm>
            <a:off x="1011857" y="1731178"/>
            <a:ext cx="5250764" cy="349859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A914720-6AF1-8497-A7C1-0B1B24A2A62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D396D97C-0B59-0F2D-61BB-5298C294EB8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3D338BE6-042F-EB7C-456A-8F6F7F84048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7D2B3FDC-650B-12CA-76ED-28089051BD86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9232A350-64D9-672E-5D61-4B6C6C983466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A6141CA8-DB74-051C-21EA-6239D5E564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5F779-475A-A28A-DFCD-14CEC43193ED}"/>
              </a:ext>
            </a:extLst>
          </p:cNvPr>
          <p:cNvGrpSpPr/>
          <p:nvPr/>
        </p:nvGrpSpPr>
        <p:grpSpPr>
          <a:xfrm>
            <a:off x="6426572" y="1731178"/>
            <a:ext cx="5250764" cy="3500629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0EFE2068-87FE-016E-D91A-05779FD1668A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850FB930-08CA-B6FB-D460-59AD4EF9C99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87F7DAB6-4839-2DEF-1720-58A3D69F18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C79CCE32-44AB-4A85-B013-CE4DDFEAA6B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AF7AFB65-3552-9DD9-F60B-B93E9B3D71B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8">
                <a:extLst>
                  <a:ext uri="{FF2B5EF4-FFF2-40B4-BE49-F238E27FC236}">
                    <a16:creationId xmlns:a16="http://schemas.microsoft.com/office/drawing/2014/main" id="{70CB24F6-E3D0-5215-4F58-D42587827A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766C60-F65F-503F-D7B0-8EFAED755058}"/>
              </a:ext>
            </a:extLst>
          </p:cNvPr>
          <p:cNvGrpSpPr/>
          <p:nvPr/>
        </p:nvGrpSpPr>
        <p:grpSpPr>
          <a:xfrm>
            <a:off x="11837236" y="1740426"/>
            <a:ext cx="5250764" cy="351363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42A1EBFC-0317-F12A-B395-9F2927D9C381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26" name="Freeform 4">
                <a:extLst>
                  <a:ext uri="{FF2B5EF4-FFF2-40B4-BE49-F238E27FC236}">
                    <a16:creationId xmlns:a16="http://schemas.microsoft.com/office/drawing/2014/main" id="{71644966-610F-03BC-EE8F-9A43A230E84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BB6EFF5A-190A-588B-0FB0-87419536E2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6">
              <a:extLst>
                <a:ext uri="{FF2B5EF4-FFF2-40B4-BE49-F238E27FC236}">
                  <a16:creationId xmlns:a16="http://schemas.microsoft.com/office/drawing/2014/main" id="{86759740-478C-1278-96BF-48F46D6A3A2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7CFCD0A6-B88A-54AA-901E-17401745F8FB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10FA0015-FE22-BB99-887D-D4E2DA4F11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AA74F69-D8B6-AF8E-8E43-AD82199FAC97}"/>
              </a:ext>
            </a:extLst>
          </p:cNvPr>
          <p:cNvGrpSpPr/>
          <p:nvPr/>
        </p:nvGrpSpPr>
        <p:grpSpPr>
          <a:xfrm>
            <a:off x="6429592" y="5404721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91D983A6-2132-F060-5B76-0E3EDF1DCD83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2" name="Freeform 4">
                <a:extLst>
                  <a:ext uri="{FF2B5EF4-FFF2-40B4-BE49-F238E27FC236}">
                    <a16:creationId xmlns:a16="http://schemas.microsoft.com/office/drawing/2014/main" id="{5450B737-408B-44C3-C8D8-E88D1CB4326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339B3986-C1F3-C618-814E-42ADFF5EFA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6">
              <a:extLst>
                <a:ext uri="{FF2B5EF4-FFF2-40B4-BE49-F238E27FC236}">
                  <a16:creationId xmlns:a16="http://schemas.microsoft.com/office/drawing/2014/main" id="{CF93F966-7342-921E-0967-61BF23FBE28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23FE8D04-8C1D-2BE2-FF64-867113F6685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TextBox 8">
                <a:extLst>
                  <a:ext uri="{FF2B5EF4-FFF2-40B4-BE49-F238E27FC236}">
                    <a16:creationId xmlns:a16="http://schemas.microsoft.com/office/drawing/2014/main" id="{F20BF11A-1EF1-087C-FCDC-E83262BCD5F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CDE6975-56FA-78B6-840C-8983F38080BF}"/>
              </a:ext>
            </a:extLst>
          </p:cNvPr>
          <p:cNvSpPr txBox="1"/>
          <p:nvPr/>
        </p:nvSpPr>
        <p:spPr>
          <a:xfrm>
            <a:off x="1363951" y="3637451"/>
            <a:ext cx="4623108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Responding to Fraud Letter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E514FC-CD3B-5EC2-D03C-E2E5B7CEEA25}"/>
              </a:ext>
            </a:extLst>
          </p:cNvPr>
          <p:cNvSpPr txBox="1"/>
          <p:nvPr/>
        </p:nvSpPr>
        <p:spPr>
          <a:xfrm>
            <a:off x="1428956" y="4098786"/>
            <a:ext cx="4493100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Verify violation, educate on policies, suggest GCF for mitigation.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86CA49-3882-FB17-A417-D4A0E000E20F}"/>
              </a:ext>
            </a:extLst>
          </p:cNvPr>
          <p:cNvSpPr txBox="1"/>
          <p:nvPr/>
        </p:nvSpPr>
        <p:spPr>
          <a:xfrm>
            <a:off x="6673827" y="3476807"/>
            <a:ext cx="467317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Support Misdirected &amp; Owner Response Misdirected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FF58C3-B986-D8A8-941E-53D57333FCD2}"/>
              </a:ext>
            </a:extLst>
          </p:cNvPr>
          <p:cNvSpPr txBox="1"/>
          <p:nvPr/>
        </p:nvSpPr>
        <p:spPr>
          <a:xfrm>
            <a:off x="6644113" y="4175557"/>
            <a:ext cx="4859583" cy="870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Identify owner-written reviews not fraudulent, remove penalty, notify owner. 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80E43F-9B9F-40D1-B53C-8B8A1F62EEC0}"/>
              </a:ext>
            </a:extLst>
          </p:cNvPr>
          <p:cNvSpPr txBox="1"/>
          <p:nvPr/>
        </p:nvSpPr>
        <p:spPr>
          <a:xfrm>
            <a:off x="12963072" y="3695013"/>
            <a:ext cx="3114372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Ranking Drop Queries</a:t>
            </a:r>
            <a:endParaRPr lang="en-US" dirty="0">
              <a:sym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EB2F0D-7161-8227-E90B-6201EBCD4212}"/>
              </a:ext>
            </a:extLst>
          </p:cNvPr>
          <p:cNvSpPr txBox="1"/>
          <p:nvPr/>
        </p:nvSpPr>
        <p:spPr>
          <a:xfrm>
            <a:off x="12087324" y="4109066"/>
            <a:ext cx="4815681" cy="870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Check for fraud penalties in the last 12 months; use appropriate macros based on findings</a:t>
            </a:r>
            <a:endParaRPr lang="en-US" dirty="0"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3094E5-B745-EBDA-E5E6-80F66C9BC635}"/>
              </a:ext>
            </a:extLst>
          </p:cNvPr>
          <p:cNvSpPr txBox="1"/>
          <p:nvPr/>
        </p:nvSpPr>
        <p:spPr>
          <a:xfrm>
            <a:off x="2240512" y="7406716"/>
            <a:ext cx="337186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Missing Guest Reviews</a:t>
            </a:r>
            <a:endParaRPr lang="en-US" dirty="0">
              <a:sym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C52F6-FF09-FD0B-46B4-87F41B530259}"/>
              </a:ext>
            </a:extLst>
          </p:cNvPr>
          <p:cNvSpPr txBox="1"/>
          <p:nvPr/>
        </p:nvSpPr>
        <p:spPr>
          <a:xfrm>
            <a:off x="1263404" y="7841035"/>
            <a:ext cx="4815680" cy="870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Respond based on fraud activity - active penalty, suspicious pattern, or minimal activity</a:t>
            </a:r>
            <a:endParaRPr lang="en-US" dirty="0">
              <a:sym typeface="Arial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F11FC8-A9CD-5EE0-4BE3-7D45ABBCD531}"/>
              </a:ext>
            </a:extLst>
          </p:cNvPr>
          <p:cNvSpPr txBox="1"/>
          <p:nvPr/>
        </p:nvSpPr>
        <p:spPr>
          <a:xfrm>
            <a:off x="6791138" y="7579855"/>
            <a:ext cx="4815681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Removed Traveler’s Choice Award</a:t>
            </a:r>
            <a:endParaRPr lang="en-US" dirty="0"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BC9388-3396-F64E-5E08-7E4E45EDF828}"/>
              </a:ext>
            </a:extLst>
          </p:cNvPr>
          <p:cNvSpPr txBox="1"/>
          <p:nvPr/>
        </p:nvSpPr>
        <p:spPr>
          <a:xfrm>
            <a:off x="6647134" y="7996988"/>
            <a:ext cx="4959685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Handle fraud-related removals as FPS; escalate non-fraud issues</a:t>
            </a:r>
            <a:endParaRPr lang="en-US" dirty="0"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12C3D-B8CA-976F-1AF7-2932510706CB}"/>
              </a:ext>
            </a:extLst>
          </p:cNvPr>
          <p:cNvGrpSpPr/>
          <p:nvPr/>
        </p:nvGrpSpPr>
        <p:grpSpPr>
          <a:xfrm>
            <a:off x="11813321" y="5448656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0EC88B08-8032-5424-B092-04EAFC16FEF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31" name="Freeform 4">
                <a:extLst>
                  <a:ext uri="{FF2B5EF4-FFF2-40B4-BE49-F238E27FC236}">
                    <a16:creationId xmlns:a16="http://schemas.microsoft.com/office/drawing/2014/main" id="{9C7412EE-19F7-CF5D-21F2-7243B018BF19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TextBox 5">
                <a:extLst>
                  <a:ext uri="{FF2B5EF4-FFF2-40B4-BE49-F238E27FC236}">
                    <a16:creationId xmlns:a16="http://schemas.microsoft.com/office/drawing/2014/main" id="{D38ED75E-2200-BA74-2174-95BE5FB0C97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28142E9F-6A5C-BA19-BD04-29C2970DA5F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B8B8C5BA-54FA-7734-3E30-A6C8B678C1CA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362E6094-E6C1-2942-56BE-0E73BFEE5BE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8E197F9-7C67-0BF2-9176-CC16B559F72C}"/>
              </a:ext>
            </a:extLst>
          </p:cNvPr>
          <p:cNvSpPr txBox="1"/>
          <p:nvPr/>
        </p:nvSpPr>
        <p:spPr>
          <a:xfrm>
            <a:off x="12165416" y="7354929"/>
            <a:ext cx="462310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Test Reviews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4C3C9C-E4AA-E929-343D-927656E8EED4}"/>
              </a:ext>
            </a:extLst>
          </p:cNvPr>
          <p:cNvSpPr txBox="1"/>
          <p:nvPr/>
        </p:nvSpPr>
        <p:spPr>
          <a:xfrm>
            <a:off x="12230420" y="7816264"/>
            <a:ext cx="4493099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Treat explicitly marked test reviews as non-fraud; remove without penalty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3DA95D6-3260-06EF-E0C3-EC5EEA434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794319" y="2143060"/>
            <a:ext cx="1685840" cy="136936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CD268E9-C663-AFA3-4E3B-323B5ED730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827541" y="1855062"/>
            <a:ext cx="2265851" cy="158082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6EBE47-2D4C-25F1-6AB6-CD72830D78B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3028889" y="1889637"/>
            <a:ext cx="2819625" cy="187975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A723450-F4D1-3768-071F-D9CDE92503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665750" y="5490848"/>
            <a:ext cx="1983760" cy="198376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96BDA64-FE94-70BE-4CEB-795911432F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113668" y="5760136"/>
            <a:ext cx="1748436" cy="173787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650545B-B3FC-E085-581F-07670C3B6F3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3463673" y="5490848"/>
            <a:ext cx="2026592" cy="20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0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E547-CCF7-393A-3B90-1E3B1BC1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EDB03E00-F1C3-F8DF-A636-75CFA476CE4A}"/>
              </a:ext>
            </a:extLst>
          </p:cNvPr>
          <p:cNvSpPr/>
          <p:nvPr/>
        </p:nvSpPr>
        <p:spPr>
          <a:xfrm>
            <a:off x="-211852" y="-216132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7D40A-B3CA-92BC-F1E1-F08701D416F3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9B085B-C624-746E-1830-34EE74DBBCB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5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DB76E-290E-E812-59AE-8F3ABF299B01}"/>
              </a:ext>
            </a:extLst>
          </p:cNvPr>
          <p:cNvGrpSpPr/>
          <p:nvPr/>
        </p:nvGrpSpPr>
        <p:grpSpPr>
          <a:xfrm>
            <a:off x="963192" y="2809537"/>
            <a:ext cx="5265331" cy="3848588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8664842-AA7C-B329-9E85-0511DDDA744D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19DC567F-53C2-58BA-531B-433B6EFDD12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83014695-580A-E125-DDB4-15E17EBC6B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387C32EA-929B-FCE9-932B-2A08F3298A9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70635361-7F4B-8331-3FDE-C8E066B389D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36107951-2089-0459-9280-2FBBC40725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2C114B-3C0C-D1E6-5CDA-C0B61D2C589B}"/>
              </a:ext>
            </a:extLst>
          </p:cNvPr>
          <p:cNvGrpSpPr/>
          <p:nvPr/>
        </p:nvGrpSpPr>
        <p:grpSpPr>
          <a:xfrm>
            <a:off x="11822668" y="2792126"/>
            <a:ext cx="5265332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8" name="Group 3">
              <a:extLst>
                <a:ext uri="{FF2B5EF4-FFF2-40B4-BE49-F238E27FC236}">
                  <a16:creationId xmlns:a16="http://schemas.microsoft.com/office/drawing/2014/main" id="{7E521D7E-48BB-2948-AC25-FBFC09D2311E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66EC370E-A8D8-74C8-72CB-8E9338A506E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TextBox 5">
                <a:extLst>
                  <a:ext uri="{FF2B5EF4-FFF2-40B4-BE49-F238E27FC236}">
                    <a16:creationId xmlns:a16="http://schemas.microsoft.com/office/drawing/2014/main" id="{C24AED92-5998-A6EC-2BDC-90F4528536E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BC987E12-8F65-DD61-AE57-91F6FABF34D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41257452-A19C-ECC6-50EA-8A0DB7D05E9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02CCFC90-DA45-9662-C1A0-4C5387A509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413EC1-0C69-F006-6132-5B27B60F8FE6}"/>
              </a:ext>
            </a:extLst>
          </p:cNvPr>
          <p:cNvGrpSpPr/>
          <p:nvPr/>
        </p:nvGrpSpPr>
        <p:grpSpPr>
          <a:xfrm>
            <a:off x="6392930" y="2792126"/>
            <a:ext cx="5265331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8" name="Group 3">
              <a:extLst>
                <a:ext uri="{FF2B5EF4-FFF2-40B4-BE49-F238E27FC236}">
                  <a16:creationId xmlns:a16="http://schemas.microsoft.com/office/drawing/2014/main" id="{A38AC7FB-62A3-F76D-F557-57E9D1ECB12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4" name="Freeform 4">
                <a:extLst>
                  <a:ext uri="{FF2B5EF4-FFF2-40B4-BE49-F238E27FC236}">
                    <a16:creationId xmlns:a16="http://schemas.microsoft.com/office/drawing/2014/main" id="{ABAFAAEA-146F-216A-E195-B7412BCE53C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4C4A84E6-71B3-D110-1839-95E2169955F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57A6B812-C102-6105-6DC8-07EC060727A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61" name="Freeform 7">
                <a:extLst>
                  <a:ext uri="{FF2B5EF4-FFF2-40B4-BE49-F238E27FC236}">
                    <a16:creationId xmlns:a16="http://schemas.microsoft.com/office/drawing/2014/main" id="{454F5C34-9874-C69E-B8DC-FC1146815C3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TextBox 8">
                <a:extLst>
                  <a:ext uri="{FF2B5EF4-FFF2-40B4-BE49-F238E27FC236}">
                    <a16:creationId xmlns:a16="http://schemas.microsoft.com/office/drawing/2014/main" id="{7366E112-F151-2A20-FABE-790C338281E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37BA9B7-38B6-4C85-5ADC-33A6450145E7}"/>
              </a:ext>
            </a:extLst>
          </p:cNvPr>
          <p:cNvSpPr txBox="1"/>
          <p:nvPr/>
        </p:nvSpPr>
        <p:spPr>
          <a:xfrm>
            <a:off x="12227743" y="4812631"/>
            <a:ext cx="46861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Incorrect Penalties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E4D8C3-22D5-8656-DF58-D44EA9F9CFF5}"/>
              </a:ext>
            </a:extLst>
          </p:cNvPr>
          <p:cNvSpPr txBox="1"/>
          <p:nvPr/>
        </p:nvSpPr>
        <p:spPr>
          <a:xfrm>
            <a:off x="12040813" y="5385967"/>
            <a:ext cx="48730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Overturn only if 100%</a:t>
            </a:r>
          </a:p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certain of error and no INV involvement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8CEF20-E00D-A01B-05C2-53695B3F1867}"/>
              </a:ext>
            </a:extLst>
          </p:cNvPr>
          <p:cNvSpPr txBox="1"/>
          <p:nvPr/>
        </p:nvSpPr>
        <p:spPr>
          <a:xfrm>
            <a:off x="1943618" y="4938993"/>
            <a:ext cx="338122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General Advice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3B777E-DB69-5FF1-1B99-95FEEB362211}"/>
              </a:ext>
            </a:extLst>
          </p:cNvPr>
          <p:cNvSpPr txBox="1"/>
          <p:nvPr/>
        </p:nvSpPr>
        <p:spPr>
          <a:xfrm>
            <a:off x="1208317" y="5444446"/>
            <a:ext cx="482904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Educate on fraud admissions and SEO patterns in reviews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B463B6-5988-E9A5-4629-AC3EBB99FEA3}"/>
              </a:ext>
            </a:extLst>
          </p:cNvPr>
          <p:cNvSpPr txBox="1"/>
          <p:nvPr/>
        </p:nvSpPr>
        <p:spPr>
          <a:xfrm>
            <a:off x="6643969" y="4854937"/>
            <a:ext cx="482904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Default Owner Settings &amp; Staff Contact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3302B7-4947-E4ED-F3BD-019967896441}"/>
              </a:ext>
            </a:extLst>
          </p:cNvPr>
          <p:cNvSpPr txBox="1"/>
          <p:nvPr/>
        </p:nvSpPr>
        <p:spPr>
          <a:xfrm>
            <a:off x="6611075" y="5542897"/>
            <a:ext cx="497344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Manage email updates securely; handle staff disclosures confidentially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DAF1-E2BE-0E5F-9ACC-AF523BCF3DD5}"/>
              </a:ext>
            </a:extLst>
          </p:cNvPr>
          <p:cNvSpPr txBox="1"/>
          <p:nvPr/>
        </p:nvSpPr>
        <p:spPr>
          <a:xfrm>
            <a:off x="888000" y="1145031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 (Conti…)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5CD192-A1FB-22DD-8284-58586BE6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51794" y="3047835"/>
            <a:ext cx="1942086" cy="19420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9BD90D-DBC1-DA5F-3F83-38948BDB34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2310" y="3166509"/>
            <a:ext cx="1586569" cy="15865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FD8334-9686-5F3A-9493-1642259CDB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751694" y="2831912"/>
            <a:ext cx="3451303" cy="230086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2EFCE6E-EEA2-4F44-E682-C8231DB7DDE6}"/>
              </a:ext>
            </a:extLst>
          </p:cNvPr>
          <p:cNvGrpSpPr/>
          <p:nvPr/>
        </p:nvGrpSpPr>
        <p:grpSpPr>
          <a:xfrm>
            <a:off x="1181336" y="7560527"/>
            <a:ext cx="14261761" cy="1157955"/>
            <a:chOff x="1181337" y="7560527"/>
            <a:chExt cx="12843182" cy="115795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0D6F994-1B53-4F1D-C079-41D6FE1B2DFF}"/>
                </a:ext>
              </a:extLst>
            </p:cNvPr>
            <p:cNvSpPr/>
            <p:nvPr/>
          </p:nvSpPr>
          <p:spPr>
            <a:xfrm>
              <a:off x="1181337" y="7560527"/>
              <a:ext cx="12779990" cy="1094763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FFC9666-307B-F7CF-EB99-644FF0F64E34}"/>
                </a:ext>
              </a:extLst>
            </p:cNvPr>
            <p:cNvSpPr/>
            <p:nvPr/>
          </p:nvSpPr>
          <p:spPr>
            <a:xfrm>
              <a:off x="1244529" y="7623719"/>
              <a:ext cx="12779990" cy="1094763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9D2B749-06A1-FAB7-64E3-AA6033C37ACB}"/>
              </a:ext>
            </a:extLst>
          </p:cNvPr>
          <p:cNvSpPr txBox="1"/>
          <p:nvPr/>
        </p:nvSpPr>
        <p:spPr>
          <a:xfrm>
            <a:off x="1562375" y="7987643"/>
            <a:ext cx="138807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 Always prioritize policy enforcement and education over customer satisfaction in FPS cases</a:t>
            </a:r>
          </a:p>
        </p:txBody>
      </p:sp>
    </p:spTree>
    <p:extLst>
      <p:ext uri="{BB962C8B-B14F-4D97-AF65-F5344CB8AC3E}">
        <p14:creationId xmlns:p14="http://schemas.microsoft.com/office/powerpoint/2010/main" val="143321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85A0-12F6-5BA1-D0F3-02D43FAF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F4FCD-6D87-378B-D0BD-EC52421CB5AC}"/>
              </a:ext>
            </a:extLst>
          </p:cNvPr>
          <p:cNvSpPr txBox="1"/>
          <p:nvPr/>
        </p:nvSpPr>
        <p:spPr>
          <a:xfrm>
            <a:off x="600001" y="115826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Pre-conversation Checklist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2FFED-710D-03D0-016D-0057715827BC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0CD5D-FC43-C59C-3C6E-F53725049D3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0F9EDF-79CB-257D-205A-16850D5C5B2D}"/>
              </a:ext>
            </a:extLst>
          </p:cNvPr>
          <p:cNvSpPr/>
          <p:nvPr/>
        </p:nvSpPr>
        <p:spPr>
          <a:xfrm>
            <a:off x="42579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7AC1F9-C5F8-22F2-FE6A-8570F0D871E3}"/>
              </a:ext>
            </a:extLst>
          </p:cNvPr>
          <p:cNvSpPr/>
          <p:nvPr/>
        </p:nvSpPr>
        <p:spPr>
          <a:xfrm>
            <a:off x="629037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C5E6B3-58F7-5867-90A8-659044F26FD4}"/>
              </a:ext>
            </a:extLst>
          </p:cNvPr>
          <p:cNvSpPr/>
          <p:nvPr/>
        </p:nvSpPr>
        <p:spPr>
          <a:xfrm>
            <a:off x="1215495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21432D-CCFF-5D55-10AA-CC3393B7EC01}"/>
              </a:ext>
            </a:extLst>
          </p:cNvPr>
          <p:cNvSpPr/>
          <p:nvPr/>
        </p:nvSpPr>
        <p:spPr>
          <a:xfrm>
            <a:off x="55391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79B3D1-2C28-FB57-FC39-876E8C99A37A}"/>
              </a:ext>
            </a:extLst>
          </p:cNvPr>
          <p:cNvSpPr/>
          <p:nvPr/>
        </p:nvSpPr>
        <p:spPr>
          <a:xfrm>
            <a:off x="641849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9AD3C9-38E0-BBFB-D020-3D948AD25D65}"/>
              </a:ext>
            </a:extLst>
          </p:cNvPr>
          <p:cNvSpPr/>
          <p:nvPr/>
        </p:nvSpPr>
        <p:spPr>
          <a:xfrm>
            <a:off x="1228307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28D74E-A374-7CC8-96A8-274FE3926876}"/>
              </a:ext>
            </a:extLst>
          </p:cNvPr>
          <p:cNvSpPr/>
          <p:nvPr/>
        </p:nvSpPr>
        <p:spPr>
          <a:xfrm>
            <a:off x="42579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51FB6A-D53A-7B25-B44C-3ACF22DB1A03}"/>
              </a:ext>
            </a:extLst>
          </p:cNvPr>
          <p:cNvSpPr/>
          <p:nvPr/>
        </p:nvSpPr>
        <p:spPr>
          <a:xfrm>
            <a:off x="629037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23B465-3F05-1CDB-0A30-113773005D5C}"/>
              </a:ext>
            </a:extLst>
          </p:cNvPr>
          <p:cNvSpPr/>
          <p:nvPr/>
        </p:nvSpPr>
        <p:spPr>
          <a:xfrm>
            <a:off x="1215495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826547-DB36-A479-8AA0-7C3B43C5786B}"/>
              </a:ext>
            </a:extLst>
          </p:cNvPr>
          <p:cNvSpPr/>
          <p:nvPr/>
        </p:nvSpPr>
        <p:spPr>
          <a:xfrm>
            <a:off x="55391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F32313-B7ED-A49D-C746-FC0291DEB3F2}"/>
              </a:ext>
            </a:extLst>
          </p:cNvPr>
          <p:cNvSpPr/>
          <p:nvPr/>
        </p:nvSpPr>
        <p:spPr>
          <a:xfrm>
            <a:off x="641849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F6CF47-CEBA-40A6-76E9-84132011695C}"/>
              </a:ext>
            </a:extLst>
          </p:cNvPr>
          <p:cNvSpPr/>
          <p:nvPr/>
        </p:nvSpPr>
        <p:spPr>
          <a:xfrm>
            <a:off x="1228307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8D99C550-1554-EB16-47A1-1BF0BD42E227}"/>
              </a:ext>
            </a:extLst>
          </p:cNvPr>
          <p:cNvSpPr>
            <a:spLocks noChangeAspect="1"/>
          </p:cNvSpPr>
          <p:nvPr/>
        </p:nvSpPr>
        <p:spPr>
          <a:xfrm>
            <a:off x="396596" y="2496422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08B85F71-118E-3DF1-052D-4F77A5F822ED}"/>
              </a:ext>
            </a:extLst>
          </p:cNvPr>
          <p:cNvSpPr>
            <a:spLocks noChangeAspect="1"/>
          </p:cNvSpPr>
          <p:nvPr/>
        </p:nvSpPr>
        <p:spPr>
          <a:xfrm>
            <a:off x="6261177" y="2636871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346DC162-A7E9-68A2-8227-0E9B478ABB96}"/>
              </a:ext>
            </a:extLst>
          </p:cNvPr>
          <p:cNvSpPr>
            <a:spLocks noChangeAspect="1"/>
          </p:cNvSpPr>
          <p:nvPr/>
        </p:nvSpPr>
        <p:spPr>
          <a:xfrm>
            <a:off x="12125757" y="2578536"/>
            <a:ext cx="732054" cy="7590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8047C7AE-C039-F607-C398-53ADDAFA92C7}"/>
              </a:ext>
            </a:extLst>
          </p:cNvPr>
          <p:cNvSpPr>
            <a:spLocks noChangeAspect="1"/>
          </p:cNvSpPr>
          <p:nvPr/>
        </p:nvSpPr>
        <p:spPr>
          <a:xfrm>
            <a:off x="12154950" y="5364291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7F7B514C-660D-68A4-C2FA-FBC5F635FCE7}"/>
              </a:ext>
            </a:extLst>
          </p:cNvPr>
          <p:cNvSpPr>
            <a:spLocks noChangeAspect="1"/>
          </p:cNvSpPr>
          <p:nvPr/>
        </p:nvSpPr>
        <p:spPr>
          <a:xfrm>
            <a:off x="6261179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20">
            <a:extLst>
              <a:ext uri="{FF2B5EF4-FFF2-40B4-BE49-F238E27FC236}">
                <a16:creationId xmlns:a16="http://schemas.microsoft.com/office/drawing/2014/main" id="{C7EC35D1-FEC4-2707-8428-331C4010819D}"/>
              </a:ext>
            </a:extLst>
          </p:cNvPr>
          <p:cNvSpPr>
            <a:spLocks noChangeAspect="1"/>
          </p:cNvSpPr>
          <p:nvPr/>
        </p:nvSpPr>
        <p:spPr>
          <a:xfrm>
            <a:off x="425790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C34B08-B38A-CFD0-5936-8DFB37C503FA}"/>
              </a:ext>
            </a:extLst>
          </p:cNvPr>
          <p:cNvSpPr txBox="1"/>
          <p:nvPr/>
        </p:nvSpPr>
        <p:spPr>
          <a:xfrm>
            <a:off x="762622" y="3268226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Affiliation </a:t>
            </a:r>
            <a:r>
              <a:rPr lang="en-US" sz="2000" b="0" i="0" dirty="0">
                <a:latin typeface="Poppins" panose="00000500000000000000" pitchFamily="2" charset="0"/>
                <a:cs typeface="Poppins" panose="00000500000000000000" pitchFamily="2" charset="0"/>
              </a:rPr>
              <a:t>- Verify the individual is an official representative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146F3B-0912-8CB7-8427-A0CAD0F27C03}"/>
              </a:ext>
            </a:extLst>
          </p:cNvPr>
          <p:cNvSpPr txBox="1"/>
          <p:nvPr/>
        </p:nvSpPr>
        <p:spPr>
          <a:xfrm>
            <a:off x="6892539" y="3201887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which property - 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the correct property they are discussing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E81C4-9498-18A3-9133-2D3FE0423663}"/>
              </a:ext>
            </a:extLst>
          </p:cNvPr>
          <p:cNvSpPr txBox="1"/>
          <p:nvPr/>
        </p:nvSpPr>
        <p:spPr>
          <a:xfrm>
            <a:off x="12857812" y="3221112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Violation type -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 Understand the specific policy violation. (Eg: Boosting, Vandalism)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92C8C3-4768-EBEA-5827-9102FAF9EFDF}"/>
              </a:ext>
            </a:extLst>
          </p:cNvPr>
          <p:cNvSpPr txBox="1"/>
          <p:nvPr/>
        </p:nvSpPr>
        <p:spPr>
          <a:xfrm>
            <a:off x="1028838" y="6225926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any required peripheral actions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F190D6-7AA5-A1F2-EF9F-2F697DB73135}"/>
              </a:ext>
            </a:extLst>
          </p:cNvPr>
          <p:cNvSpPr txBox="1"/>
          <p:nvPr/>
        </p:nvSpPr>
        <p:spPr>
          <a:xfrm>
            <a:off x="6892539" y="6225927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Check and merge duplicate tickets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488900-245C-C9E3-46BC-3DD3B8584000}"/>
              </a:ext>
            </a:extLst>
          </p:cNvPr>
          <p:cNvSpPr txBox="1"/>
          <p:nvPr/>
        </p:nvSpPr>
        <p:spPr>
          <a:xfrm>
            <a:off x="12687375" y="5854991"/>
            <a:ext cx="5204029" cy="1935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Check for previous mitigation - 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Review Zendesk history and Guidelines compliance form (GCF) status for prior actions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0DC3751-2440-75F6-F925-115AD7A2DDAF}"/>
              </a:ext>
            </a:extLst>
          </p:cNvPr>
          <p:cNvSpPr/>
          <p:nvPr/>
        </p:nvSpPr>
        <p:spPr>
          <a:xfrm>
            <a:off x="5886212" y="37613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EA2AAE5-011A-124B-F96E-4F592A5869CA}"/>
              </a:ext>
            </a:extLst>
          </p:cNvPr>
          <p:cNvSpPr/>
          <p:nvPr/>
        </p:nvSpPr>
        <p:spPr>
          <a:xfrm>
            <a:off x="11699877" y="37710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E260359-6509-2517-8D50-61A3EE590F0F}"/>
              </a:ext>
            </a:extLst>
          </p:cNvPr>
          <p:cNvSpPr/>
          <p:nvPr/>
        </p:nvSpPr>
        <p:spPr>
          <a:xfrm rot="5400000">
            <a:off x="16867995" y="4963382"/>
            <a:ext cx="765550" cy="439090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9171381-920E-64A2-F4DD-949F83ECFE8E}"/>
              </a:ext>
            </a:extLst>
          </p:cNvPr>
          <p:cNvSpPr/>
          <p:nvPr/>
        </p:nvSpPr>
        <p:spPr>
          <a:xfrm rot="10800000">
            <a:off x="11692363" y="646060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ACC4EA4D-7073-6CF0-9C7E-F8CF9ED4DB57}"/>
              </a:ext>
            </a:extLst>
          </p:cNvPr>
          <p:cNvSpPr/>
          <p:nvPr/>
        </p:nvSpPr>
        <p:spPr>
          <a:xfrm rot="10800000">
            <a:off x="5833397" y="649361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1C1DAAAD-2848-98B6-EB08-89449D8EE8FE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224D53C4-698D-797E-22D8-CB0DE138FD1D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38">
            <a:extLst>
              <a:ext uri="{FF2B5EF4-FFF2-40B4-BE49-F238E27FC236}">
                <a16:creationId xmlns:a16="http://schemas.microsoft.com/office/drawing/2014/main" id="{30B0B03F-C6B6-1CC5-F5CB-4B5B72D8482A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9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E13A0E38-0AE1-7379-6972-E8CA54402050}"/>
              </a:ext>
            </a:extLst>
          </p:cNvPr>
          <p:cNvSpPr/>
          <p:nvPr/>
        </p:nvSpPr>
        <p:spPr>
          <a:xfrm>
            <a:off x="8598397" y="-2058138"/>
            <a:ext cx="17789434" cy="15765053"/>
          </a:xfrm>
          <a:custGeom>
            <a:avLst/>
            <a:gdLst/>
            <a:ahLst/>
            <a:cxnLst/>
            <a:rect l="l" t="t" r="r" b="b"/>
            <a:pathLst>
              <a:path w="12070084" h="12130738">
                <a:moveTo>
                  <a:pt x="0" y="0"/>
                </a:moveTo>
                <a:lnTo>
                  <a:pt x="12070084" y="0"/>
                </a:lnTo>
                <a:lnTo>
                  <a:pt x="12070084" y="12130738"/>
                </a:lnTo>
                <a:lnTo>
                  <a:pt x="0" y="1213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D59AD-C35E-6D32-5F81-282DC0F8BCF2}"/>
              </a:ext>
            </a:extLst>
          </p:cNvPr>
          <p:cNvSpPr txBox="1"/>
          <p:nvPr/>
        </p:nvSpPr>
        <p:spPr>
          <a:xfrm>
            <a:off x="794886" y="1056784"/>
            <a:ext cx="16200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Agent responsibilities</a:t>
            </a:r>
            <a:endParaRPr dirty="0"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110F1-2647-BC57-9A61-4ACF1BCA5A37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F55DB-A93A-1440-79B7-DD80EC127893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7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55E2AD9-72A8-288E-F367-5AE1FDBCA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378575"/>
              </p:ext>
            </p:extLst>
          </p:nvPr>
        </p:nvGraphicFramePr>
        <p:xfrm>
          <a:off x="1349829" y="2385787"/>
          <a:ext cx="15323380" cy="6366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297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A619500-725C-308B-18D7-9459B284B92F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8">
            <a:extLst>
              <a:ext uri="{FF2B5EF4-FFF2-40B4-BE49-F238E27FC236}">
                <a16:creationId xmlns:a16="http://schemas.microsoft.com/office/drawing/2014/main" id="{F8EF6A34-6B47-05CE-6DF9-7DC022357D9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9">
            <a:extLst>
              <a:ext uri="{FF2B5EF4-FFF2-40B4-BE49-F238E27FC236}">
                <a16:creationId xmlns:a16="http://schemas.microsoft.com/office/drawing/2014/main" id="{CA14880F-CEEA-F5F7-4285-678931B24188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2275A-642D-569E-DE3A-D03C6AFABA65}"/>
              </a:ext>
            </a:extLst>
          </p:cNvPr>
          <p:cNvSpPr txBox="1"/>
          <p:nvPr/>
        </p:nvSpPr>
        <p:spPr>
          <a:xfrm>
            <a:off x="600001" y="925108"/>
            <a:ext cx="17345151" cy="1692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Key Communication Standards for FPS Interactions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55C8C-392D-DF77-6995-9F62BE45EC02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5CBF4-380C-D50C-F32E-43F1DAADB1B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8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9CA7FC0-6EAA-81A8-B78F-14F5348475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9147961"/>
              </p:ext>
            </p:extLst>
          </p:nvPr>
        </p:nvGraphicFramePr>
        <p:xfrm>
          <a:off x="1019410" y="3051439"/>
          <a:ext cx="15468590" cy="566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66201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31564-CFE7-0A92-2B12-A6E96731E497}"/>
              </a:ext>
            </a:extLst>
          </p:cNvPr>
          <p:cNvSpPr txBox="1"/>
          <p:nvPr/>
        </p:nvSpPr>
        <p:spPr>
          <a:xfrm>
            <a:off x="1191986" y="9673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Information Sharing - Do's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99347-EA78-8DF6-84B8-1F2091BC6F3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4FA84-20C6-C48B-F318-353AA97661CC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9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75A84-0145-2478-57D1-2643B506D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8" r="46614" b="958"/>
          <a:stretch>
            <a:fillRect/>
          </a:stretch>
        </p:blipFill>
        <p:spPr>
          <a:xfrm>
            <a:off x="7077999" y="3151784"/>
            <a:ext cx="4173311" cy="453937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AE5116E-4E5A-49A8-3395-8A11EBA7B2EE}"/>
              </a:ext>
            </a:extLst>
          </p:cNvPr>
          <p:cNvGrpSpPr/>
          <p:nvPr/>
        </p:nvGrpSpPr>
        <p:grpSpPr>
          <a:xfrm>
            <a:off x="1418692" y="2624129"/>
            <a:ext cx="5667144" cy="939946"/>
            <a:chOff x="1191986" y="2913385"/>
            <a:chExt cx="5667144" cy="9399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1736E53-D2BA-4652-7F2B-07F404D354EE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19FFA1-5013-4003-3272-1EA7769A66B2}"/>
                </a:ext>
              </a:extLst>
            </p:cNvPr>
            <p:cNvSpPr/>
            <p:nvPr/>
          </p:nvSpPr>
          <p:spPr>
            <a:xfrm>
              <a:off x="1258430" y="2960779"/>
              <a:ext cx="5600700" cy="892552"/>
            </a:xfrm>
            <a:prstGeom prst="roundRect">
              <a:avLst/>
            </a:prstGeom>
            <a:ln>
              <a:solidFill>
                <a:srgbClr val="FFED0E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892927-8F94-24F5-BDA3-39AC5CD586D6}"/>
                </a:ext>
              </a:extLst>
            </p:cNvPr>
            <p:cNvSpPr txBox="1"/>
            <p:nvPr/>
          </p:nvSpPr>
          <p:spPr>
            <a:xfrm>
              <a:off x="1452845" y="3211882"/>
              <a:ext cx="52118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Type of violation (avoid internal terms)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41D742-9051-3767-BBAC-AC6AD24A24A9}"/>
              </a:ext>
            </a:extLst>
          </p:cNvPr>
          <p:cNvGrpSpPr/>
          <p:nvPr/>
        </p:nvGrpSpPr>
        <p:grpSpPr>
          <a:xfrm>
            <a:off x="474750" y="3926782"/>
            <a:ext cx="5657850" cy="949702"/>
            <a:chOff x="1191986" y="4293138"/>
            <a:chExt cx="5657850" cy="94970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C19A75-5B22-D4E8-3BC1-0A219C9AC667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2984BDF-C470-4BC2-6E19-A0DF2F418A59}"/>
                </a:ext>
              </a:extLst>
            </p:cNvPr>
            <p:cNvSpPr/>
            <p:nvPr/>
          </p:nvSpPr>
          <p:spPr>
            <a:xfrm>
              <a:off x="1249136" y="43502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07B2FE-F9AF-599F-C42B-3A0FF24F89BE}"/>
                </a:ext>
              </a:extLst>
            </p:cNvPr>
            <p:cNvSpPr txBox="1"/>
            <p:nvPr/>
          </p:nvSpPr>
          <p:spPr>
            <a:xfrm>
              <a:off x="1421375" y="4515907"/>
              <a:ext cx="52748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Rough timing/velocity patterns (no specific dates) 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9A3373-EDE7-246A-8021-B613E57E33B4}"/>
              </a:ext>
            </a:extLst>
          </p:cNvPr>
          <p:cNvGrpSpPr/>
          <p:nvPr/>
        </p:nvGrpSpPr>
        <p:grpSpPr>
          <a:xfrm>
            <a:off x="-1296900" y="5291262"/>
            <a:ext cx="9144000" cy="933442"/>
            <a:chOff x="-535522" y="5653598"/>
            <a:chExt cx="9144000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C6B365-F1EC-1652-F264-FA4D265B72F5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64D2BB-AB25-C7DC-CE9F-6DD475A2894C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1C21D7-66DD-089D-4384-84C4253B06C1}"/>
                </a:ext>
              </a:extLst>
            </p:cNvPr>
            <p:cNvSpPr txBox="1"/>
            <p:nvPr/>
          </p:nvSpPr>
          <p:spPr>
            <a:xfrm>
              <a:off x="-535522" y="5986581"/>
              <a:ext cx="914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activity has stopped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E39287-69CE-420F-6380-2B60416F24E9}"/>
              </a:ext>
            </a:extLst>
          </p:cNvPr>
          <p:cNvGrpSpPr/>
          <p:nvPr/>
        </p:nvGrpSpPr>
        <p:grpSpPr>
          <a:xfrm>
            <a:off x="1248093" y="6685910"/>
            <a:ext cx="5801998" cy="955744"/>
            <a:chOff x="1135479" y="7113241"/>
            <a:chExt cx="5801998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8A64BF-EDDB-4178-84C0-998E64F470EE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30CFA17-BBBD-F60F-297E-4A56D1240C07}"/>
                </a:ext>
              </a:extLst>
            </p:cNvPr>
            <p:cNvSpPr/>
            <p:nvPr/>
          </p:nvSpPr>
          <p:spPr>
            <a:xfrm>
              <a:off x="1277480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51B3BE-D1FE-107B-32DA-9EBCA88AB5DE}"/>
                </a:ext>
              </a:extLst>
            </p:cNvPr>
            <p:cNvSpPr txBox="1"/>
            <p:nvPr/>
          </p:nvSpPr>
          <p:spPr>
            <a:xfrm>
              <a:off x="1135479" y="7290576"/>
              <a:ext cx="58019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incentive surveys confirm the practice (without identifying specific reviewers)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F1F4EE-2005-14AF-3DA5-E473B6CB8200}"/>
              </a:ext>
            </a:extLst>
          </p:cNvPr>
          <p:cNvGrpSpPr/>
          <p:nvPr/>
        </p:nvGrpSpPr>
        <p:grpSpPr>
          <a:xfrm>
            <a:off x="4438186" y="7974646"/>
            <a:ext cx="9411628" cy="911140"/>
            <a:chOff x="4252264" y="8515059"/>
            <a:chExt cx="9411628" cy="91114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A200E4D-2DF8-148D-959A-C0B49B89B648}"/>
                </a:ext>
              </a:extLst>
            </p:cNvPr>
            <p:cNvGrpSpPr/>
            <p:nvPr/>
          </p:nvGrpSpPr>
          <p:grpSpPr>
            <a:xfrm>
              <a:off x="6094536" y="8515059"/>
              <a:ext cx="5663892" cy="911140"/>
              <a:chOff x="6094536" y="8515059"/>
              <a:chExt cx="5663892" cy="911140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08731C7-FF47-43A0-0C84-DD0C8B55D78F}"/>
                  </a:ext>
                </a:extLst>
              </p:cNvPr>
              <p:cNvSpPr/>
              <p:nvPr/>
            </p:nvSpPr>
            <p:spPr>
              <a:xfrm>
                <a:off x="6094536" y="8515059"/>
                <a:ext cx="5600700" cy="892552"/>
              </a:xfrm>
              <a:prstGeom prst="roundRect">
                <a:avLst/>
              </a:prstGeom>
              <a:solidFill>
                <a:srgbClr val="FF86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289FF54-EFB8-9846-0468-3FF37F11A413}"/>
                  </a:ext>
                </a:extLst>
              </p:cNvPr>
              <p:cNvSpPr/>
              <p:nvPr/>
            </p:nvSpPr>
            <p:spPr>
              <a:xfrm>
                <a:off x="6157728" y="8533647"/>
                <a:ext cx="5600700" cy="89255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FF86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0BA6E3-BDD9-718A-FBFC-1989C6ED9D4C}"/>
                </a:ext>
              </a:extLst>
            </p:cNvPr>
            <p:cNvSpPr txBox="1"/>
            <p:nvPr/>
          </p:nvSpPr>
          <p:spPr>
            <a:xfrm>
              <a:off x="4252264" y="8829454"/>
              <a:ext cx="94116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 (except Red Badge cases)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97981F-4288-7F0A-38BF-3172CAA45D20}"/>
              </a:ext>
            </a:extLst>
          </p:cNvPr>
          <p:cNvGrpSpPr/>
          <p:nvPr/>
        </p:nvGrpSpPr>
        <p:grpSpPr>
          <a:xfrm>
            <a:off x="11116670" y="2592533"/>
            <a:ext cx="5686194" cy="955744"/>
            <a:chOff x="11325226" y="2913385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750A62-2B88-B4A9-AD09-570755B64E3C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C835D97-B077-4A25-4442-579C2079BEC4}"/>
                </a:ext>
              </a:extLst>
            </p:cNvPr>
            <p:cNvSpPr/>
            <p:nvPr/>
          </p:nvSpPr>
          <p:spPr>
            <a:xfrm>
              <a:off x="11410720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violations come from registered property owners or staff members close to guests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E26686-E09A-F31E-1919-134FCFE4AD0C}"/>
              </a:ext>
            </a:extLst>
          </p:cNvPr>
          <p:cNvGrpSpPr/>
          <p:nvPr/>
        </p:nvGrpSpPr>
        <p:grpSpPr>
          <a:xfrm>
            <a:off x="11955147" y="3923349"/>
            <a:ext cx="5732853" cy="953147"/>
            <a:chOff x="11325225" y="4395377"/>
            <a:chExt cx="5732853" cy="9531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68D923-2F1F-7B5F-9D74-02369C6B2794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A0FF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63A05D5-1892-598F-A1DE-680EB6DE7302}"/>
                </a:ext>
              </a:extLst>
            </p:cNvPr>
            <p:cNvSpPr/>
            <p:nvPr/>
          </p:nvSpPr>
          <p:spPr>
            <a:xfrm>
              <a:off x="11388417" y="4436267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0FFE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Violation came from the current corresponding email or the property's official domain email 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29BA10-F73D-958B-57FB-CBB3BE6785A2}"/>
              </a:ext>
            </a:extLst>
          </p:cNvPr>
          <p:cNvGrpSpPr/>
          <p:nvPr/>
        </p:nvGrpSpPr>
        <p:grpSpPr>
          <a:xfrm>
            <a:off x="12171198" y="5252972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4D3ACB0-799F-B034-88A3-D2DE8FCDE4A9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023691C-159E-9CEB-EF59-12152DED8C95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fraud/warning letters were issued previously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69674A-F639-AF6E-BF66-A9CFABCA5CC3}"/>
              </a:ext>
            </a:extLst>
          </p:cNvPr>
          <p:cNvGrpSpPr/>
          <p:nvPr/>
        </p:nvGrpSpPr>
        <p:grpSpPr>
          <a:xfrm>
            <a:off x="11230597" y="6685910"/>
            <a:ext cx="5686194" cy="955744"/>
            <a:chOff x="11325225" y="7113241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74926AF-63E0-1E12-9E90-47A7AC783372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47F4BC1-74B6-02AE-A6CB-EB11A21051B3}"/>
                </a:ext>
              </a:extLst>
            </p:cNvPr>
            <p:cNvSpPr/>
            <p:nvPr/>
          </p:nvSpPr>
          <p:spPr>
            <a:xfrm>
              <a:off x="11410719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1FF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 if written by the same email address and acknowledged by the sender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0" name="Freeform 38">
            <a:extLst>
              <a:ext uri="{FF2B5EF4-FFF2-40B4-BE49-F238E27FC236}">
                <a16:creationId xmlns:a16="http://schemas.microsoft.com/office/drawing/2014/main" id="{AEC426A2-09DA-E925-937D-F8DD754FD1F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39">
            <a:extLst>
              <a:ext uri="{FF2B5EF4-FFF2-40B4-BE49-F238E27FC236}">
                <a16:creationId xmlns:a16="http://schemas.microsoft.com/office/drawing/2014/main" id="{46A71240-5797-BE33-D130-25F1C73F238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1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2453-8DBF-C6DF-7621-93FCC072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05E98-B709-D698-2252-03C670BBA636}"/>
              </a:ext>
            </a:extLst>
          </p:cNvPr>
          <p:cNvSpPr txBox="1"/>
          <p:nvPr/>
        </p:nvSpPr>
        <p:spPr>
          <a:xfrm>
            <a:off x="1044000" y="92625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Information Sharing - Don’ts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69EF1-2D17-BAD4-F5EA-BE95CFDF5788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77A56-839D-2A65-B582-A7681F91C315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10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CCCD5-C489-CF70-2C18-33A95B796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9" r="7544"/>
          <a:stretch>
            <a:fillRect/>
          </a:stretch>
        </p:blipFill>
        <p:spPr>
          <a:xfrm>
            <a:off x="7500796" y="3212408"/>
            <a:ext cx="3642299" cy="4859479"/>
          </a:xfrm>
          <a:prstGeom prst="rect">
            <a:avLst/>
          </a:prstGeom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1F72CA-0C46-50B5-9F46-4FC289DAE2F5}"/>
              </a:ext>
            </a:extLst>
          </p:cNvPr>
          <p:cNvGrpSpPr/>
          <p:nvPr/>
        </p:nvGrpSpPr>
        <p:grpSpPr>
          <a:xfrm>
            <a:off x="1848055" y="2844246"/>
            <a:ext cx="5663892" cy="933442"/>
            <a:chOff x="1191986" y="2913385"/>
            <a:chExt cx="5663892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B0298DF-8BAF-0B2A-C13B-072EEC4589BF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3D6D337-EF8F-3A3F-0010-EEE5557B7C01}"/>
                </a:ext>
              </a:extLst>
            </p:cNvPr>
            <p:cNvSpPr/>
            <p:nvPr/>
          </p:nvSpPr>
          <p:spPr>
            <a:xfrm>
              <a:off x="1255178" y="2954275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ED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Geographic location (domestic/international only)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350959-6C75-7C22-7145-BD43B84B4B1F}"/>
              </a:ext>
            </a:extLst>
          </p:cNvPr>
          <p:cNvGrpSpPr/>
          <p:nvPr/>
        </p:nvGrpSpPr>
        <p:grpSpPr>
          <a:xfrm>
            <a:off x="1146158" y="3978747"/>
            <a:ext cx="5686194" cy="933442"/>
            <a:chOff x="1191986" y="429313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B86AAD0-BE6E-118A-B3B8-7730C3A2A65A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074EDA5-FC3F-EAF9-AFF8-CB836610612C}"/>
                </a:ext>
              </a:extLst>
            </p:cNvPr>
            <p:cNvSpPr/>
            <p:nvPr/>
          </p:nvSpPr>
          <p:spPr>
            <a:xfrm>
              <a:off x="1277480" y="433402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Pattern details such as IPs, proxies, passwords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6964D4-78FA-8FDF-5D9B-273B585617F9}"/>
              </a:ext>
            </a:extLst>
          </p:cNvPr>
          <p:cNvGrpSpPr/>
          <p:nvPr/>
        </p:nvGrpSpPr>
        <p:grpSpPr>
          <a:xfrm>
            <a:off x="1231652" y="5232526"/>
            <a:ext cx="5686194" cy="933442"/>
            <a:chOff x="1191986" y="565359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0CBD19-058A-2B4C-177B-4BE3D05BC797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0429B94-4DC7-CA5B-B8E6-40B84B928914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identity of violator (suggest general departments)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9AC0D-E2D1-6A03-4DB4-99FF20492A8F}"/>
              </a:ext>
            </a:extLst>
          </p:cNvPr>
          <p:cNvGrpSpPr/>
          <p:nvPr/>
        </p:nvGrpSpPr>
        <p:grpSpPr>
          <a:xfrm>
            <a:off x="1794157" y="6568086"/>
            <a:ext cx="5686194" cy="933442"/>
            <a:chOff x="1191986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6F842D-1141-C771-A458-2AF65F3F8569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705DCE6-9939-91EB-71FF-3BDE7A163AFE}"/>
                </a:ext>
              </a:extLst>
            </p:cNvPr>
            <p:cNvSpPr/>
            <p:nvPr/>
          </p:nvSpPr>
          <p:spPr>
            <a:xfrm>
              <a:off x="1277480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dates of submission or removal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877808-5124-E54E-90FB-211241790EED}"/>
              </a:ext>
            </a:extLst>
          </p:cNvPr>
          <p:cNvGrpSpPr/>
          <p:nvPr/>
        </p:nvGrpSpPr>
        <p:grpSpPr>
          <a:xfrm>
            <a:off x="10863774" y="2714921"/>
            <a:ext cx="5663892" cy="955744"/>
            <a:chOff x="11325226" y="2913385"/>
            <a:chExt cx="5663892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4F5BEF7-2C9F-6FB7-01F6-60043F1F6B69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434DB3A-3C20-BA9C-C0E2-28B4E149D828}"/>
                </a:ext>
              </a:extLst>
            </p:cNvPr>
            <p:cNvSpPr/>
            <p:nvPr/>
          </p:nvSpPr>
          <p:spPr>
            <a:xfrm>
              <a:off x="11388418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 unless the sender confirms and admits they authored it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D06FCD-C799-6CDB-4822-F6A73D7A7B4B}"/>
              </a:ext>
            </a:extLst>
          </p:cNvPr>
          <p:cNvGrpSpPr/>
          <p:nvPr/>
        </p:nvGrpSpPr>
        <p:grpSpPr>
          <a:xfrm>
            <a:off x="11275171" y="3921507"/>
            <a:ext cx="5732853" cy="930845"/>
            <a:chOff x="11325225" y="4395377"/>
            <a:chExt cx="5732853" cy="9308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5EE92C-21E8-82CF-070E-AA6D57C7A243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6080ACF-1A6D-3398-235B-FD9CD7A1D864}"/>
                </a:ext>
              </a:extLst>
            </p:cNvPr>
            <p:cNvSpPr/>
            <p:nvPr/>
          </p:nvSpPr>
          <p:spPr>
            <a:xfrm>
              <a:off x="11388417" y="4413965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 account details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12E08-79A4-B3BC-10B0-EA67A3483337}"/>
              </a:ext>
            </a:extLst>
          </p:cNvPr>
          <p:cNvGrpSpPr/>
          <p:nvPr/>
        </p:nvGrpSpPr>
        <p:grpSpPr>
          <a:xfrm>
            <a:off x="11275171" y="5175320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83AC612-9DB0-9167-E2AE-6C45A2E1D5D5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892D323-98E3-648F-7CD2-ECA8FC67AA04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fraud letter emails unless using a corporate domain or matching address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F8006-E624-8EF0-8AD9-7973C500342C}"/>
              </a:ext>
            </a:extLst>
          </p:cNvPr>
          <p:cNvGrpSpPr/>
          <p:nvPr/>
        </p:nvGrpSpPr>
        <p:grpSpPr>
          <a:xfrm>
            <a:off x="10801487" y="6509876"/>
            <a:ext cx="5686194" cy="933442"/>
            <a:chOff x="11325225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DB964E1-89F1-FD3C-0BBE-97B83EB3E8A4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FF86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5291E5D-B67E-6BC8-B86C-AFA8C9D98677}"/>
                </a:ext>
              </a:extLst>
            </p:cNvPr>
            <p:cNvSpPr/>
            <p:nvPr/>
          </p:nvSpPr>
          <p:spPr>
            <a:xfrm>
              <a:off x="11410719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86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durations in Red Badge cases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1" name="Freeform 38">
            <a:extLst>
              <a:ext uri="{FF2B5EF4-FFF2-40B4-BE49-F238E27FC236}">
                <a16:creationId xmlns:a16="http://schemas.microsoft.com/office/drawing/2014/main" id="{5E36E988-7B9B-9094-D5E7-986F24B42500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CE79D029-D035-10CF-6CD0-C4EB81EFFB00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8">
            <a:extLst>
              <a:ext uri="{FF2B5EF4-FFF2-40B4-BE49-F238E27FC236}">
                <a16:creationId xmlns:a16="http://schemas.microsoft.com/office/drawing/2014/main" id="{6DD7AB68-FDB5-7CB7-92AD-5C1732D73FD5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6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4C69C-AA63-F50C-B44D-67E167C8E4E0}"/>
              </a:ext>
            </a:extLst>
          </p:cNvPr>
          <p:cNvSpPr txBox="1"/>
          <p:nvPr/>
        </p:nvSpPr>
        <p:spPr>
          <a:xfrm>
            <a:off x="1044000" y="10557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Information Sharing | Relevant macros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8F715-0830-6CAE-CE0A-F4636169198B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5156A-B119-7F02-56BA-56BAACD6647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D1CED4-B67A-6D93-0EBA-597452C65D1E}"/>
              </a:ext>
            </a:extLst>
          </p:cNvPr>
          <p:cNvSpPr/>
          <p:nvPr/>
        </p:nvSpPr>
        <p:spPr>
          <a:xfrm>
            <a:off x="1017413" y="5189381"/>
            <a:ext cx="13895614" cy="4041823"/>
          </a:xfrm>
          <a:prstGeom prst="roundRect">
            <a:avLst/>
          </a:prstGeom>
          <a:solidFill>
            <a:srgbClr val="D1FF7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BFA6BE-781B-C958-5695-52C310F0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1" r="14437"/>
          <a:stretch>
            <a:fillRect/>
          </a:stretch>
        </p:blipFill>
        <p:spPr>
          <a:xfrm flipH="1">
            <a:off x="14563092" y="6088566"/>
            <a:ext cx="3570116" cy="2896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EB7B9-8900-2876-0250-3B125F7A29FB}"/>
              </a:ext>
            </a:extLst>
          </p:cNvPr>
          <p:cNvSpPr txBox="1"/>
          <p:nvPr/>
        </p:nvSpPr>
        <p:spPr>
          <a:xfrm>
            <a:off x="1423072" y="2758086"/>
            <a:ext cx="4176929" cy="1148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Fraud Letter Basic Info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Fraud Letter More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19C9B-8980-76F7-BB3F-586AC8BF7650}"/>
              </a:ext>
            </a:extLst>
          </p:cNvPr>
          <p:cNvSpPr txBox="1"/>
          <p:nvPr/>
        </p:nvSpPr>
        <p:spPr>
          <a:xfrm>
            <a:off x="1044000" y="4316905"/>
            <a:ext cx="11562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‘Initial Contact with Owner’ macro contains editable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sections:</a:t>
            </a: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3ECE6B97-182B-C7E5-4C2B-FECC5D059E64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39">
            <a:extLst>
              <a:ext uri="{FF2B5EF4-FFF2-40B4-BE49-F238E27FC236}">
                <a16:creationId xmlns:a16="http://schemas.microsoft.com/office/drawing/2014/main" id="{058C9DB2-2EAD-391A-7704-5B287ADC389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4AC76-9EF4-B7D4-85BD-2C2DD43789EF}"/>
              </a:ext>
            </a:extLst>
          </p:cNvPr>
          <p:cNvSpPr txBox="1"/>
          <p:nvPr/>
        </p:nvSpPr>
        <p:spPr>
          <a:xfrm>
            <a:off x="1044000" y="2187659"/>
            <a:ext cx="6300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most relevant macros are in: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15AD6-5CAA-F438-1462-B85E564760C6}"/>
              </a:ext>
            </a:extLst>
          </p:cNvPr>
          <p:cNvSpPr txBox="1"/>
          <p:nvPr/>
        </p:nvSpPr>
        <p:spPr>
          <a:xfrm>
            <a:off x="1812444" y="7523237"/>
            <a:ext cx="15431556" cy="15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...within your property and it's originated by members of your staff.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...a third-party vendor (webmasters, SEO agents, etc.).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...sophisticated technology that is not commonly associated with average users.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06EB0-9BA1-26DB-BF1C-9B653F673851}"/>
              </a:ext>
            </a:extLst>
          </p:cNvPr>
          <p:cNvSpPr txBox="1"/>
          <p:nvPr/>
        </p:nvSpPr>
        <p:spPr>
          <a:xfrm>
            <a:off x="1297201" y="5375610"/>
            <a:ext cx="13336037" cy="207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Unfortunately, because of our privacy agreement with all Tripadvisor members, I am unable to share details on what triggered our filters. However, I can tell you that we believe this activity comes from...</a:t>
            </a: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8580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C1B4418F-8696-073C-3A43-41AFCBF729B7}"/>
              </a:ext>
            </a:extLst>
          </p:cNvPr>
          <p:cNvSpPr>
            <a:spLocks noChangeAspect="1"/>
          </p:cNvSpPr>
          <p:nvPr/>
        </p:nvSpPr>
        <p:spPr>
          <a:xfrm>
            <a:off x="15183544" y="-1018006"/>
            <a:ext cx="3950208" cy="4114800"/>
          </a:xfrm>
          <a:custGeom>
            <a:avLst/>
            <a:gdLst/>
            <a:ahLst/>
            <a:cxnLst/>
            <a:rect l="l" t="t" r="r" b="b"/>
            <a:pathLst>
              <a:path w="7900416" h="8229600">
                <a:moveTo>
                  <a:pt x="0" y="0"/>
                </a:moveTo>
                <a:lnTo>
                  <a:pt x="7900416" y="0"/>
                </a:lnTo>
                <a:lnTo>
                  <a:pt x="79004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DC71D-EE3E-C6F5-EC0E-2893D08891E2}"/>
              </a:ext>
            </a:extLst>
          </p:cNvPr>
          <p:cNvSpPr txBox="1"/>
          <p:nvPr/>
        </p:nvSpPr>
        <p:spPr>
          <a:xfrm>
            <a:off x="865412" y="593118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>
                <a:solidFill>
                  <a:srgbClr val="002B11"/>
                </a:solidFill>
              </a:rPr>
              <a:t>Peripheral actions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0B59A-F3DE-062D-4A2B-0722FE71AB94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23BA8-6284-94DF-0FA2-9E6C4B0B724A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FBF4EC-E7FA-E691-0158-195E3F54B0FF}"/>
              </a:ext>
            </a:extLst>
          </p:cNvPr>
          <p:cNvGrpSpPr/>
          <p:nvPr/>
        </p:nvGrpSpPr>
        <p:grpSpPr>
          <a:xfrm>
            <a:off x="2747279" y="1730828"/>
            <a:ext cx="12436265" cy="3412672"/>
            <a:chOff x="2925867" y="2238151"/>
            <a:chExt cx="12436265" cy="3412672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0B3F7B24-E400-EE5F-A235-5953A2E7BE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3726139"/>
                </p:ext>
              </p:extLst>
            </p:nvPr>
          </p:nvGraphicFramePr>
          <p:xfrm>
            <a:off x="2925867" y="2238151"/>
            <a:ext cx="12436265" cy="34126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9631FA-0412-11A6-412C-AA0403AF52CC}"/>
                </a:ext>
              </a:extLst>
            </p:cNvPr>
            <p:cNvSpPr txBox="1"/>
            <p:nvPr/>
          </p:nvSpPr>
          <p:spPr>
            <a:xfrm>
              <a:off x="3108838" y="2686204"/>
              <a:ext cx="648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B4A9DC-267E-C621-23E4-126FAB545447}"/>
                </a:ext>
              </a:extLst>
            </p:cNvPr>
            <p:cNvSpPr txBox="1"/>
            <p:nvPr/>
          </p:nvSpPr>
          <p:spPr>
            <a:xfrm>
              <a:off x="3324056" y="3708277"/>
              <a:ext cx="7306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74B307-3B02-A8AD-9205-37CF93ADA717}"/>
                </a:ext>
              </a:extLst>
            </p:cNvPr>
            <p:cNvSpPr txBox="1"/>
            <p:nvPr/>
          </p:nvSpPr>
          <p:spPr>
            <a:xfrm>
              <a:off x="3082471" y="4743050"/>
              <a:ext cx="745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03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D3496F-3DDC-EC52-E6ED-34F4130ED7E9}"/>
              </a:ext>
            </a:extLst>
          </p:cNvPr>
          <p:cNvSpPr/>
          <p:nvPr/>
        </p:nvSpPr>
        <p:spPr>
          <a:xfrm>
            <a:off x="865412" y="7836206"/>
            <a:ext cx="16039836" cy="1098273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Important: </a:t>
            </a:r>
            <a:r>
              <a:rPr lang="en-US" sz="28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Peripheral actions are not predefined and will vary depending on the circumstances of each case.</a:t>
            </a:r>
            <a:endParaRPr lang="en-US" sz="2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3399F-B1C6-06B1-7272-37DF5E1113A2}"/>
              </a:ext>
            </a:extLst>
          </p:cNvPr>
          <p:cNvSpPr txBox="1"/>
          <p:nvPr/>
        </p:nvSpPr>
        <p:spPr>
          <a:xfrm>
            <a:off x="865412" y="5597702"/>
            <a:ext cx="133858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Investigate and remove suspicious or fraudulent reviews.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Check and remove duplicate reviews.</a:t>
            </a:r>
          </a:p>
          <a:p>
            <a:pPr fontAlgn="base"/>
            <a:b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b="1" i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  <a:t> Always add a brief comment in internal notes when performing peripheral actions.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0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107A2E-AF25-9884-A0D9-2AE769561095}"/>
              </a:ext>
            </a:extLst>
          </p:cNvPr>
          <p:cNvSpPr txBox="1"/>
          <p:nvPr/>
        </p:nvSpPr>
        <p:spPr>
          <a:xfrm>
            <a:off x="888000" y="114277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Things to avoid during an FPS Conversation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70438-C357-28F0-D2D7-D0DB28494D6F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1CEA9-8FCC-F20E-92F5-21C459AF3627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9E9C7-F26E-94B6-2099-24E53F4E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526436" y="3084918"/>
            <a:ext cx="5064471" cy="506447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C6FA91-6715-97E2-B1DE-02C463E3B658}"/>
              </a:ext>
            </a:extLst>
          </p:cNvPr>
          <p:cNvGrpSpPr/>
          <p:nvPr/>
        </p:nvGrpSpPr>
        <p:grpSpPr>
          <a:xfrm>
            <a:off x="1115121" y="2546500"/>
            <a:ext cx="11307337" cy="1438444"/>
            <a:chOff x="1115122" y="2546500"/>
            <a:chExt cx="8846204" cy="143844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CCC3D21-9F82-3418-160D-D5102E67F7AE}"/>
                </a:ext>
              </a:extLst>
            </p:cNvPr>
            <p:cNvSpPr/>
            <p:nvPr/>
          </p:nvSpPr>
          <p:spPr>
            <a:xfrm>
              <a:off x="1115122" y="2546500"/>
              <a:ext cx="8764858" cy="1351339"/>
            </a:xfrm>
            <a:prstGeom prst="roundRect">
              <a:avLst/>
            </a:prstGeom>
            <a:solidFill>
              <a:srgbClr val="FF61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44EDB0A-6304-A357-BF20-89FA8F88C88A}"/>
                </a:ext>
              </a:extLst>
            </p:cNvPr>
            <p:cNvSpPr/>
            <p:nvPr/>
          </p:nvSpPr>
          <p:spPr>
            <a:xfrm>
              <a:off x="1196468" y="2633605"/>
              <a:ext cx="8764858" cy="1351339"/>
            </a:xfrm>
            <a:prstGeom prst="roundRect">
              <a:avLst/>
            </a:prstGeom>
            <a:ln>
              <a:solidFill>
                <a:srgbClr val="FF616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35C5C2-98DD-9DBF-6DF4-A80BB05640C1}"/>
                </a:ext>
              </a:extLst>
            </p:cNvPr>
            <p:cNvSpPr txBox="1"/>
            <p:nvPr/>
          </p:nvSpPr>
          <p:spPr>
            <a:xfrm>
              <a:off x="2689171" y="3047664"/>
              <a:ext cx="558503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fontAlgn="base"/>
              <a:r>
                <a:rPr lang="en-US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Using Jargons during conversations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B9D62-86EB-7118-EC30-E83716C260FF}"/>
              </a:ext>
            </a:extLst>
          </p:cNvPr>
          <p:cNvSpPr/>
          <p:nvPr/>
        </p:nvSpPr>
        <p:spPr>
          <a:xfrm>
            <a:off x="1115122" y="4177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563E6D-EF2F-7732-F00A-BC0162D039AF}"/>
              </a:ext>
            </a:extLst>
          </p:cNvPr>
          <p:cNvSpPr/>
          <p:nvPr/>
        </p:nvSpPr>
        <p:spPr>
          <a:xfrm>
            <a:off x="1196468" y="4264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D86A6-BC15-DA32-8B2A-2494E1B38ADB}"/>
              </a:ext>
            </a:extLst>
          </p:cNvPr>
          <p:cNvSpPr txBox="1"/>
          <p:nvPr/>
        </p:nvSpPr>
        <p:spPr>
          <a:xfrm>
            <a:off x="3127092" y="4755923"/>
            <a:ext cx="97106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Sharing sensitive information with unauthorized individuals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B0CE42-2759-239C-E172-3A6FDDA68005}"/>
              </a:ext>
            </a:extLst>
          </p:cNvPr>
          <p:cNvSpPr/>
          <p:nvPr/>
        </p:nvSpPr>
        <p:spPr>
          <a:xfrm>
            <a:off x="1115122" y="5761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F9A785-7390-4D10-7E33-E5431899D913}"/>
              </a:ext>
            </a:extLst>
          </p:cNvPr>
          <p:cNvSpPr/>
          <p:nvPr/>
        </p:nvSpPr>
        <p:spPr>
          <a:xfrm>
            <a:off x="1196468" y="5848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A345D-8CA8-09F3-7994-B66D811D14CF}"/>
              </a:ext>
            </a:extLst>
          </p:cNvPr>
          <p:cNvSpPr txBox="1"/>
          <p:nvPr/>
        </p:nvSpPr>
        <p:spPr>
          <a:xfrm>
            <a:off x="3127092" y="6265072"/>
            <a:ext cx="55850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Advising repeated steps to the owners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0991E4-C247-C286-9B78-BBF654A5E173}"/>
              </a:ext>
            </a:extLst>
          </p:cNvPr>
          <p:cNvGrpSpPr/>
          <p:nvPr/>
        </p:nvGrpSpPr>
        <p:grpSpPr>
          <a:xfrm>
            <a:off x="1196468" y="7529306"/>
            <a:ext cx="11411315" cy="1351339"/>
            <a:chOff x="1115121" y="7392502"/>
            <a:chExt cx="11307337" cy="143844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AD93CD-8609-5CB9-2A42-AF9287450C8D}"/>
                </a:ext>
              </a:extLst>
            </p:cNvPr>
            <p:cNvSpPr/>
            <p:nvPr/>
          </p:nvSpPr>
          <p:spPr>
            <a:xfrm>
              <a:off x="1115121" y="7392502"/>
              <a:ext cx="11225991" cy="1351339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F5EC37C-6912-DCE2-3F59-FC58B959432F}"/>
                </a:ext>
              </a:extLst>
            </p:cNvPr>
            <p:cNvSpPr/>
            <p:nvPr/>
          </p:nvSpPr>
          <p:spPr>
            <a:xfrm>
              <a:off x="1196467" y="7479607"/>
              <a:ext cx="11225991" cy="1351339"/>
            </a:xfrm>
            <a:prstGeom prst="roundRect">
              <a:avLst/>
            </a:prstGeom>
            <a:ln>
              <a:solidFill>
                <a:srgbClr val="A2CF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6B84497-5762-46EF-2085-D1FE7DFAEC5E}"/>
              </a:ext>
            </a:extLst>
          </p:cNvPr>
          <p:cNvSpPr txBox="1"/>
          <p:nvPr/>
        </p:nvSpPr>
        <p:spPr>
          <a:xfrm>
            <a:off x="1575610" y="7872464"/>
            <a:ext cx="109953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Note: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Reply to owners professionally and neutrally. Acknowledge the inquiry without disclosing internal investigation methods or decision criteria</a:t>
            </a: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1345A312-DC87-6E86-DC8B-548B204DCB33}"/>
              </a:ext>
            </a:extLst>
          </p:cNvPr>
          <p:cNvSpPr>
            <a:spLocks noChangeAspect="1"/>
          </p:cNvSpPr>
          <p:nvPr/>
        </p:nvSpPr>
        <p:spPr>
          <a:xfrm>
            <a:off x="1635262" y="2844184"/>
            <a:ext cx="1075667" cy="1003956"/>
          </a:xfrm>
          <a:custGeom>
            <a:avLst/>
            <a:gdLst/>
            <a:ahLst/>
            <a:cxnLst/>
            <a:rect l="l" t="t" r="r" b="b"/>
            <a:pathLst>
              <a:path w="4408714" h="4114800">
                <a:moveTo>
                  <a:pt x="0" y="0"/>
                </a:moveTo>
                <a:lnTo>
                  <a:pt x="4408715" y="0"/>
                </a:lnTo>
                <a:lnTo>
                  <a:pt x="44087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2AB953A6-337E-4357-A420-1E9C6F3E6540}"/>
              </a:ext>
            </a:extLst>
          </p:cNvPr>
          <p:cNvSpPr>
            <a:spLocks noChangeAspect="1"/>
          </p:cNvSpPr>
          <p:nvPr/>
        </p:nvSpPr>
        <p:spPr>
          <a:xfrm>
            <a:off x="1686124" y="4447554"/>
            <a:ext cx="973941" cy="1014522"/>
          </a:xfrm>
          <a:custGeom>
            <a:avLst/>
            <a:gdLst/>
            <a:ahLst/>
            <a:cxnLst/>
            <a:rect l="l" t="t" r="r" b="b"/>
            <a:pathLst>
              <a:path w="2686228" h="2798154">
                <a:moveTo>
                  <a:pt x="0" y="0"/>
                </a:moveTo>
                <a:lnTo>
                  <a:pt x="2686228" y="0"/>
                </a:lnTo>
                <a:lnTo>
                  <a:pt x="2686228" y="2798154"/>
                </a:lnTo>
                <a:lnTo>
                  <a:pt x="0" y="27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D286608C-8395-5FCE-328F-425DF8FF67E2}"/>
              </a:ext>
            </a:extLst>
          </p:cNvPr>
          <p:cNvSpPr>
            <a:spLocks noChangeAspect="1"/>
          </p:cNvSpPr>
          <p:nvPr/>
        </p:nvSpPr>
        <p:spPr>
          <a:xfrm>
            <a:off x="1635262" y="5984170"/>
            <a:ext cx="1066990" cy="1066990"/>
          </a:xfrm>
          <a:custGeom>
            <a:avLst/>
            <a:gdLst/>
            <a:ahLst/>
            <a:cxnLst/>
            <a:rect l="l" t="t" r="r" b="b"/>
            <a:pathLst>
              <a:path w="2402310" h="2402310">
                <a:moveTo>
                  <a:pt x="0" y="0"/>
                </a:moveTo>
                <a:lnTo>
                  <a:pt x="2402310" y="0"/>
                </a:lnTo>
                <a:lnTo>
                  <a:pt x="2402310" y="2402309"/>
                </a:lnTo>
                <a:lnTo>
                  <a:pt x="0" y="2402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0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</TotalTime>
  <Words>1058</Words>
  <Application>Microsoft Office PowerPoint</Application>
  <PresentationFormat>Custom</PresentationFormat>
  <Paragraphs>143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Poppins</vt:lpstr>
      <vt:lpstr>Poppins Bold</vt:lpstr>
      <vt:lpstr>Office Theme</vt:lpstr>
      <vt:lpstr>1_Office Theme</vt:lpstr>
      <vt:lpstr>PowerPoint Presentation</vt:lpstr>
      <vt:lpstr>FPS Conversation - Introduction</vt:lpstr>
      <vt:lpstr>G     al of FPS Conversations</vt:lpstr>
      <vt:lpstr>Who handles FPS Conversations?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Nithese Krrishna V M</dc:creator>
  <cp:lastModifiedBy>Anupama Chatti</cp:lastModifiedBy>
  <cp:revision>17</cp:revision>
  <dcterms:created xsi:type="dcterms:W3CDTF">2026-08-18T12:37:27Z</dcterms:created>
  <dcterms:modified xsi:type="dcterms:W3CDTF">2026-08-21T10:41:20Z</dcterms:modified>
</cp:coreProperties>
</file>